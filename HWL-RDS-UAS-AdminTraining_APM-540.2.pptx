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5.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heme/theme6.xml" ContentType="application/vnd.openxmlformats-officedocument.theme+xml"/>
  <Override PartName="/ppt/tags/tag41.xml" ContentType="application/vnd.openxmlformats-officedocument.presentationml.tags+xml"/>
  <Override PartName="/ppt/theme/theme7.xml" ContentType="application/vnd.openxmlformats-officedocument.theme+xml"/>
  <Override PartName="/ppt/tags/tag42.xml" ContentType="application/vnd.openxmlformats-officedocument.presentationml.tags+xml"/>
  <Override PartName="/ppt/tags/tag43.xml" ContentType="application/vnd.openxmlformats-officedocument.presentationml.tags+xml"/>
  <Override PartName="/ppt/notesSlides/notesSlide1.xml" ContentType="application/vnd.openxmlformats-officedocument.presentationml.notesSlide+xml"/>
  <Override PartName="/ppt/comments/modernComment_100_8DA45388.xml" ContentType="application/vnd.ms-powerpoint.comments+xml"/>
  <Override PartName="/ppt/tags/tag44.xml" ContentType="application/vnd.openxmlformats-officedocument.presentationml.tags+xml"/>
  <Override PartName="/ppt/notesSlides/notesSlide2.xml" ContentType="application/vnd.openxmlformats-officedocument.presentationml.notesSlide+xml"/>
  <Override PartName="/ppt/tags/tag45.xml" ContentType="application/vnd.openxmlformats-officedocument.presentationml.tags+xml"/>
  <Override PartName="/ppt/comments/modernComment_21B_1B2CB331.xml" ContentType="application/vnd.ms-powerpoint.comments+xml"/>
  <Override PartName="/ppt/tags/tag46.xml" ContentType="application/vnd.openxmlformats-officedocument.presentationml.tags+xml"/>
  <Override PartName="/ppt/tags/tag47.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63" r:id="rId6"/>
    <p:sldMasterId id="2147483665" r:id="rId7"/>
    <p:sldMasterId id="2147483671" r:id="rId8"/>
    <p:sldMasterId id="2147483676" r:id="rId9"/>
  </p:sldMasterIdLst>
  <p:notesMasterIdLst>
    <p:notesMasterId r:id="rId73"/>
  </p:notesMasterIdLst>
  <p:handoutMasterIdLst>
    <p:handoutMasterId r:id="rId74"/>
  </p:handoutMasterIdLst>
  <p:sldIdLst>
    <p:sldId id="256" r:id="rId10"/>
    <p:sldId id="266" r:id="rId11"/>
    <p:sldId id="538" r:id="rId12"/>
    <p:sldId id="1990" r:id="rId13"/>
    <p:sldId id="1991" r:id="rId14"/>
    <p:sldId id="1992" r:id="rId15"/>
    <p:sldId id="552" r:id="rId16"/>
    <p:sldId id="1993" r:id="rId17"/>
    <p:sldId id="1994" r:id="rId18"/>
    <p:sldId id="1996" r:id="rId19"/>
    <p:sldId id="554" r:id="rId20"/>
    <p:sldId id="539" r:id="rId21"/>
    <p:sldId id="1998" r:id="rId22"/>
    <p:sldId id="1999" r:id="rId23"/>
    <p:sldId id="2000" r:id="rId24"/>
    <p:sldId id="616" r:id="rId25"/>
    <p:sldId id="540" r:id="rId26"/>
    <p:sldId id="541" r:id="rId27"/>
    <p:sldId id="617" r:id="rId28"/>
    <p:sldId id="542" r:id="rId29"/>
    <p:sldId id="544" r:id="rId30"/>
    <p:sldId id="618" r:id="rId31"/>
    <p:sldId id="545" r:id="rId32"/>
    <p:sldId id="619" r:id="rId33"/>
    <p:sldId id="695" r:id="rId34"/>
    <p:sldId id="547" r:id="rId35"/>
    <p:sldId id="696" r:id="rId36"/>
    <p:sldId id="697" r:id="rId37"/>
    <p:sldId id="694" r:id="rId38"/>
    <p:sldId id="698" r:id="rId39"/>
    <p:sldId id="699" r:id="rId40"/>
    <p:sldId id="703" r:id="rId41"/>
    <p:sldId id="707" r:id="rId42"/>
    <p:sldId id="708" r:id="rId43"/>
    <p:sldId id="709" r:id="rId44"/>
    <p:sldId id="710" r:id="rId45"/>
    <p:sldId id="712" r:id="rId46"/>
    <p:sldId id="713" r:id="rId47"/>
    <p:sldId id="1997" r:id="rId48"/>
    <p:sldId id="752" r:id="rId49"/>
    <p:sldId id="744" r:id="rId50"/>
    <p:sldId id="745" r:id="rId51"/>
    <p:sldId id="746" r:id="rId52"/>
    <p:sldId id="666" r:id="rId53"/>
    <p:sldId id="753" r:id="rId54"/>
    <p:sldId id="754" r:id="rId55"/>
    <p:sldId id="667" r:id="rId56"/>
    <p:sldId id="668" r:id="rId57"/>
    <p:sldId id="711" r:id="rId58"/>
    <p:sldId id="704" r:id="rId59"/>
    <p:sldId id="705" r:id="rId60"/>
    <p:sldId id="706" r:id="rId61"/>
    <p:sldId id="700" r:id="rId62"/>
    <p:sldId id="701" r:id="rId63"/>
    <p:sldId id="1995" r:id="rId64"/>
    <p:sldId id="759" r:id="rId65"/>
    <p:sldId id="758" r:id="rId66"/>
    <p:sldId id="757" r:id="rId67"/>
    <p:sldId id="756" r:id="rId68"/>
    <p:sldId id="761" r:id="rId69"/>
    <p:sldId id="669" r:id="rId70"/>
    <p:sldId id="1989" r:id="rId71"/>
    <p:sldId id="390"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27D6CE3-062F-453C-B5D1-2E20ED626BAA}">
          <p14:sldIdLst>
            <p14:sldId id="256"/>
            <p14:sldId id="266"/>
          </p14:sldIdLst>
        </p14:section>
        <p14:section name="Module 1" id="{350F1B71-ADFB-4A60-89E7-ACB929A3EA9F}">
          <p14:sldIdLst>
            <p14:sldId id="538"/>
            <p14:sldId id="1990"/>
            <p14:sldId id="1991"/>
            <p14:sldId id="1992"/>
            <p14:sldId id="552"/>
            <p14:sldId id="1993"/>
          </p14:sldIdLst>
        </p14:section>
        <p14:section name="Module 2" id="{B9D3E62F-0093-42C5-B23A-3728C1FD2B4F}">
          <p14:sldIdLst>
            <p14:sldId id="1994"/>
          </p14:sldIdLst>
        </p14:section>
        <p14:section name="Module 3" id="{FFCCEF5D-964A-492A-8D21-1967EF6BE714}">
          <p14:sldIdLst>
            <p14:sldId id="1996"/>
            <p14:sldId id="554"/>
            <p14:sldId id="539"/>
            <p14:sldId id="1998"/>
            <p14:sldId id="1999"/>
            <p14:sldId id="2000"/>
            <p14:sldId id="616"/>
            <p14:sldId id="540"/>
            <p14:sldId id="541"/>
            <p14:sldId id="617"/>
            <p14:sldId id="542"/>
            <p14:sldId id="544"/>
            <p14:sldId id="618"/>
            <p14:sldId id="545"/>
            <p14:sldId id="619"/>
          </p14:sldIdLst>
        </p14:section>
        <p14:section name="Module 4" id="{F1473A56-2712-4925-9BC6-1F5AE10E48C3}">
          <p14:sldIdLst>
            <p14:sldId id="695"/>
            <p14:sldId id="547"/>
            <p14:sldId id="696"/>
            <p14:sldId id="697"/>
            <p14:sldId id="694"/>
            <p14:sldId id="698"/>
            <p14:sldId id="699"/>
            <p14:sldId id="703"/>
            <p14:sldId id="707"/>
            <p14:sldId id="708"/>
            <p14:sldId id="709"/>
            <p14:sldId id="710"/>
            <p14:sldId id="712"/>
            <p14:sldId id="713"/>
            <p14:sldId id="1997"/>
            <p14:sldId id="752"/>
            <p14:sldId id="744"/>
            <p14:sldId id="745"/>
            <p14:sldId id="746"/>
            <p14:sldId id="666"/>
            <p14:sldId id="753"/>
            <p14:sldId id="754"/>
          </p14:sldIdLst>
        </p14:section>
        <p14:section name="Module 5" id="{2BCE9752-60C4-4D80-9789-3722CF5085B6}">
          <p14:sldIdLst>
            <p14:sldId id="667"/>
            <p14:sldId id="668"/>
          </p14:sldIdLst>
        </p14:section>
        <p14:section name="Module 6" id="{1135A90F-98EA-4873-B487-9200FD9C9DA3}">
          <p14:sldIdLst>
            <p14:sldId id="711"/>
            <p14:sldId id="704"/>
            <p14:sldId id="705"/>
            <p14:sldId id="706"/>
            <p14:sldId id="700"/>
            <p14:sldId id="701"/>
          </p14:sldIdLst>
        </p14:section>
        <p14:section name="Module 7" id="{496F8B40-16A9-4828-934B-DBEB3B1B93C0}">
          <p14:sldIdLst>
            <p14:sldId id="1995"/>
            <p14:sldId id="759"/>
            <p14:sldId id="758"/>
            <p14:sldId id="757"/>
            <p14:sldId id="756"/>
            <p14:sldId id="761"/>
            <p14:sldId id="669"/>
            <p14:sldId id="1989"/>
            <p14:sldId id="39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B045ECA-DB19-16EB-47E4-9566064D1C23}" name="Navaskhan, Salim (TC02)" initials="NS(" userId="S::Salim.Navaskhan@Honeywell.com::bf4bdd0b-c749-4d0a-89a9-5bb18547fa40" providerId="AD"/>
  <p188:author id="{BD673AD0-305F-B3BD-6546-DB813CCDBACF}" name="Alam, Naushad" initials="AN" userId="S::naushad.alam@honeywell.com::29d02005-c929-4d9d-bcfd-7988fbb13f8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2CD5EA-07C2-452A-81A1-8D43A13F5428}" v="14" dt="2024-03-24T13:54:46.2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16" Type="http://schemas.openxmlformats.org/officeDocument/2006/relationships/slide" Target="slides/slide7.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handoutMaster" Target="handoutMasters/handoutMaster1.xml"/><Relationship Id="rId79" Type="http://schemas.microsoft.com/office/2016/11/relationships/changesInfo" Target="changesInfos/changesInfo1.xml"/><Relationship Id="rId5" Type="http://schemas.openxmlformats.org/officeDocument/2006/relationships/slideMaster" Target="slideMasters/slideMaster1.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slide" Target="slides/slide60.xml"/><Relationship Id="rId77" Type="http://schemas.openxmlformats.org/officeDocument/2006/relationships/theme" Target="theme/theme1.xml"/><Relationship Id="rId8" Type="http://schemas.openxmlformats.org/officeDocument/2006/relationships/slideMaster" Target="slideMasters/slideMaster4.xml"/><Relationship Id="rId51" Type="http://schemas.openxmlformats.org/officeDocument/2006/relationships/slide" Target="slides/slide42.xml"/><Relationship Id="rId72" Type="http://schemas.openxmlformats.org/officeDocument/2006/relationships/slide" Target="slides/slide63.xml"/><Relationship Id="rId80"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notesMaster" Target="notesMasters/notesMaster1.xml"/><Relationship Id="rId78" Type="http://schemas.openxmlformats.org/officeDocument/2006/relationships/tableStyles" Target="tableStyles.xml"/><Relationship Id="rId81" Type="http://schemas.microsoft.com/office/2018/10/relationships/authors" Target="authors.xml"/><Relationship Id="rId4" Type="http://schemas.openxmlformats.org/officeDocument/2006/relationships/customXml" Target="../customXml/item4.xml"/><Relationship Id="rId9"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viewProps" Target="viewProps.xml"/><Relationship Id="rId7" Type="http://schemas.openxmlformats.org/officeDocument/2006/relationships/slideMaster" Target="slideMasters/slideMaster3.xml"/><Relationship Id="rId71" Type="http://schemas.openxmlformats.org/officeDocument/2006/relationships/slide" Target="slides/slide62.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hakare, Amit" userId="d0c59914-2652-45d2-9cc8-c7584646f742" providerId="ADAL" clId="{F32CD5EA-07C2-452A-81A1-8D43A13F5428}"/>
    <pc:docChg chg="undo redo custSel addSld modSld modSection">
      <pc:chgData name="Lohakare, Amit" userId="d0c59914-2652-45d2-9cc8-c7584646f742" providerId="ADAL" clId="{F32CD5EA-07C2-452A-81A1-8D43A13F5428}" dt="2024-03-24T13:54:46.264" v="643"/>
      <pc:docMkLst>
        <pc:docMk/>
      </pc:docMkLst>
      <pc:sldChg chg="modSp mod modCm">
        <pc:chgData name="Lohakare, Amit" userId="d0c59914-2652-45d2-9cc8-c7584646f742" providerId="ADAL" clId="{F32CD5EA-07C2-452A-81A1-8D43A13F5428}" dt="2024-03-24T11:12:57.909" v="50" actId="20577"/>
        <pc:sldMkLst>
          <pc:docMk/>
          <pc:sldMk cId="2376356744" sldId="256"/>
        </pc:sldMkLst>
        <pc:spChg chg="mod">
          <ac:chgData name="Lohakare, Amit" userId="d0c59914-2652-45d2-9cc8-c7584646f742" providerId="ADAL" clId="{F32CD5EA-07C2-452A-81A1-8D43A13F5428}" dt="2024-03-24T11:12:57.909" v="50" actId="20577"/>
          <ac:spMkLst>
            <pc:docMk/>
            <pc:sldMk cId="2376356744" sldId="256"/>
            <ac:spMk id="2" creationId="{00000000-0000-0000-0000-000000000000}"/>
          </ac:spMkLst>
        </pc:spChg>
        <pc:spChg chg="mod">
          <ac:chgData name="Lohakare, Amit" userId="d0c59914-2652-45d2-9cc8-c7584646f742" providerId="ADAL" clId="{F32CD5EA-07C2-452A-81A1-8D43A13F5428}" dt="2024-03-24T11:12:31.466" v="5" actId="20577"/>
          <ac:spMkLst>
            <pc:docMk/>
            <pc:sldMk cId="2376356744" sldId="256"/>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Lohakare, Amit" userId="d0c59914-2652-45d2-9cc8-c7584646f742" providerId="ADAL" clId="{F32CD5EA-07C2-452A-81A1-8D43A13F5428}" dt="2024-03-24T11:12:57.909" v="50" actId="20577"/>
              <pc2:cmMkLst xmlns:pc2="http://schemas.microsoft.com/office/powerpoint/2019/9/main/command">
                <pc:docMk/>
                <pc:sldMk cId="2376356744" sldId="256"/>
                <pc2:cmMk id="{E1F4E8D9-13CD-431C-94AF-48AEB45E9707}"/>
              </pc2:cmMkLst>
            </pc226:cmChg>
          </p:ext>
        </pc:extLst>
      </pc:sldChg>
      <pc:sldChg chg="modSp mod">
        <pc:chgData name="Lohakare, Amit" userId="d0c59914-2652-45d2-9cc8-c7584646f742" providerId="ADAL" clId="{F32CD5EA-07C2-452A-81A1-8D43A13F5428}" dt="2024-03-24T12:52:32.810" v="94"/>
        <pc:sldMkLst>
          <pc:docMk/>
          <pc:sldMk cId="809690931" sldId="266"/>
        </pc:sldMkLst>
        <pc:spChg chg="mod">
          <ac:chgData name="Lohakare, Amit" userId="d0c59914-2652-45d2-9cc8-c7584646f742" providerId="ADAL" clId="{F32CD5EA-07C2-452A-81A1-8D43A13F5428}" dt="2024-03-24T12:52:32.810" v="94"/>
          <ac:spMkLst>
            <pc:docMk/>
            <pc:sldMk cId="809690931" sldId="266"/>
            <ac:spMk id="5" creationId="{00000000-0000-0000-0000-000000000000}"/>
          </ac:spMkLst>
        </pc:spChg>
      </pc:sldChg>
      <pc:sldChg chg="modSp mod">
        <pc:chgData name="Lohakare, Amit" userId="d0c59914-2652-45d2-9cc8-c7584646f742" providerId="ADAL" clId="{F32CD5EA-07C2-452A-81A1-8D43A13F5428}" dt="2024-03-24T12:52:56.210" v="121" actId="20577"/>
        <pc:sldMkLst>
          <pc:docMk/>
          <pc:sldMk cId="3041054638" sldId="538"/>
        </pc:sldMkLst>
        <pc:spChg chg="mod">
          <ac:chgData name="Lohakare, Amit" userId="d0c59914-2652-45d2-9cc8-c7584646f742" providerId="ADAL" clId="{F32CD5EA-07C2-452A-81A1-8D43A13F5428}" dt="2024-03-24T12:52:56.210" v="121" actId="20577"/>
          <ac:spMkLst>
            <pc:docMk/>
            <pc:sldMk cId="3041054638" sldId="538"/>
            <ac:spMk id="2" creationId="{8DD64707-8FB4-4837-8F2A-424463829031}"/>
          </ac:spMkLst>
        </pc:spChg>
      </pc:sldChg>
      <pc:sldChg chg="addSp delSp modSp mod modCm">
        <pc:chgData name="Lohakare, Amit" userId="d0c59914-2652-45d2-9cc8-c7584646f742" providerId="ADAL" clId="{F32CD5EA-07C2-452A-81A1-8D43A13F5428}" dt="2024-03-24T12:57:05.970" v="218"/>
        <pc:sldMkLst>
          <pc:docMk/>
          <pc:sldMk cId="455914289" sldId="539"/>
        </pc:sldMkLst>
        <pc:spChg chg="mod">
          <ac:chgData name="Lohakare, Amit" userId="d0c59914-2652-45d2-9cc8-c7584646f742" providerId="ADAL" clId="{F32CD5EA-07C2-452A-81A1-8D43A13F5428}" dt="2024-03-24T12:56:38.944" v="215" actId="122"/>
          <ac:spMkLst>
            <pc:docMk/>
            <pc:sldMk cId="455914289" sldId="539"/>
            <ac:spMk id="2" creationId="{B9353F1B-6376-441E-9B0B-A1647DB38846}"/>
          </ac:spMkLst>
        </pc:spChg>
        <pc:picChg chg="add mod">
          <ac:chgData name="Lohakare, Amit" userId="d0c59914-2652-45d2-9cc8-c7584646f742" providerId="ADAL" clId="{F32CD5EA-07C2-452A-81A1-8D43A13F5428}" dt="2024-03-24T12:56:54.720" v="217"/>
          <ac:picMkLst>
            <pc:docMk/>
            <pc:sldMk cId="455914289" sldId="539"/>
            <ac:picMk id="3" creationId="{2DDCD955-A4E3-A53A-155E-F49B5DA40562}"/>
          </ac:picMkLst>
        </pc:picChg>
        <pc:picChg chg="del">
          <ac:chgData name="Lohakare, Amit" userId="d0c59914-2652-45d2-9cc8-c7584646f742" providerId="ADAL" clId="{F32CD5EA-07C2-452A-81A1-8D43A13F5428}" dt="2024-03-24T12:56:47.979" v="216" actId="478"/>
          <ac:picMkLst>
            <pc:docMk/>
            <pc:sldMk cId="455914289" sldId="539"/>
            <ac:picMk id="5" creationId="{80F760AA-1A61-43A5-8344-9C73CC35C2AE}"/>
          </ac:picMkLst>
        </pc:picChg>
        <pc:picChg chg="add mod">
          <ac:chgData name="Lohakare, Amit" userId="d0c59914-2652-45d2-9cc8-c7584646f742" providerId="ADAL" clId="{F32CD5EA-07C2-452A-81A1-8D43A13F5428}" dt="2024-03-24T12:57:05.970" v="218"/>
          <ac:picMkLst>
            <pc:docMk/>
            <pc:sldMk cId="455914289" sldId="539"/>
            <ac:picMk id="6" creationId="{1E4A2BEE-AAEA-F53A-8E38-5946CF9959F1}"/>
          </ac:picMkLst>
        </pc:picChg>
        <pc:extLst>
          <p:ext xmlns:p="http://schemas.openxmlformats.org/presentationml/2006/main" uri="{D6D511B9-2390-475A-947B-AFAB55BFBCF1}">
            <pc226:cmChg xmlns:pc226="http://schemas.microsoft.com/office/powerpoint/2022/06/main/command" chg="mod">
              <pc226:chgData name="Lohakare, Amit" userId="d0c59914-2652-45d2-9cc8-c7584646f742" providerId="ADAL" clId="{F32CD5EA-07C2-452A-81A1-8D43A13F5428}" dt="2024-03-24T12:56:30.406" v="214" actId="20577"/>
              <pc2:cmMkLst xmlns:pc2="http://schemas.microsoft.com/office/powerpoint/2019/9/main/command">
                <pc:docMk/>
                <pc:sldMk cId="455914289" sldId="539"/>
                <pc2:cmMk id="{10A73C1E-9239-42B3-93F9-7E3302A5D215}"/>
              </pc2:cmMkLst>
            </pc226:cmChg>
          </p:ext>
        </pc:extLst>
      </pc:sldChg>
      <pc:sldChg chg="modSp mod">
        <pc:chgData name="Lohakare, Amit" userId="d0c59914-2652-45d2-9cc8-c7584646f742" providerId="ADAL" clId="{F32CD5EA-07C2-452A-81A1-8D43A13F5428}" dt="2024-03-24T12:59:08.351" v="263" actId="20577"/>
        <pc:sldMkLst>
          <pc:docMk/>
          <pc:sldMk cId="285090969" sldId="540"/>
        </pc:sldMkLst>
        <pc:spChg chg="mod">
          <ac:chgData name="Lohakare, Amit" userId="d0c59914-2652-45d2-9cc8-c7584646f742" providerId="ADAL" clId="{F32CD5EA-07C2-452A-81A1-8D43A13F5428}" dt="2024-03-24T12:59:08.351" v="263" actId="20577"/>
          <ac:spMkLst>
            <pc:docMk/>
            <pc:sldMk cId="285090969" sldId="540"/>
            <ac:spMk id="3" creationId="{DE9843D5-B717-4BF2-AF6E-91D4CD0626D1}"/>
          </ac:spMkLst>
        </pc:spChg>
      </pc:sldChg>
      <pc:sldChg chg="addSp delSp modSp mod">
        <pc:chgData name="Lohakare, Amit" userId="d0c59914-2652-45d2-9cc8-c7584646f742" providerId="ADAL" clId="{F32CD5EA-07C2-452A-81A1-8D43A13F5428}" dt="2024-03-24T13:01:19.007" v="302"/>
        <pc:sldMkLst>
          <pc:docMk/>
          <pc:sldMk cId="1095965356" sldId="545"/>
        </pc:sldMkLst>
        <pc:picChg chg="add mod">
          <ac:chgData name="Lohakare, Amit" userId="d0c59914-2652-45d2-9cc8-c7584646f742" providerId="ADAL" clId="{F32CD5EA-07C2-452A-81A1-8D43A13F5428}" dt="2024-03-24T13:01:11.648" v="301"/>
          <ac:picMkLst>
            <pc:docMk/>
            <pc:sldMk cId="1095965356" sldId="545"/>
            <ac:picMk id="3" creationId="{BE737157-625E-69AD-0C63-30D536052EAE}"/>
          </ac:picMkLst>
        </pc:picChg>
        <pc:picChg chg="add mod">
          <ac:chgData name="Lohakare, Amit" userId="d0c59914-2652-45d2-9cc8-c7584646f742" providerId="ADAL" clId="{F32CD5EA-07C2-452A-81A1-8D43A13F5428}" dt="2024-03-24T13:01:19.007" v="302"/>
          <ac:picMkLst>
            <pc:docMk/>
            <pc:sldMk cId="1095965356" sldId="545"/>
            <ac:picMk id="6" creationId="{4FAD2565-F190-AF3E-A4DA-E7EFA5388810}"/>
          </ac:picMkLst>
        </pc:picChg>
        <pc:picChg chg="del">
          <ac:chgData name="Lohakare, Amit" userId="d0c59914-2652-45d2-9cc8-c7584646f742" providerId="ADAL" clId="{F32CD5EA-07C2-452A-81A1-8D43A13F5428}" dt="2024-03-24T13:01:10.432" v="300" actId="478"/>
          <ac:picMkLst>
            <pc:docMk/>
            <pc:sldMk cId="1095965356" sldId="545"/>
            <ac:picMk id="67" creationId="{E4460299-A22D-4409-964D-B69A0D506A25}"/>
          </ac:picMkLst>
        </pc:picChg>
      </pc:sldChg>
      <pc:sldChg chg="modSp mod">
        <pc:chgData name="Lohakare, Amit" userId="d0c59914-2652-45d2-9cc8-c7584646f742" providerId="ADAL" clId="{F32CD5EA-07C2-452A-81A1-8D43A13F5428}" dt="2024-03-24T13:02:25.899" v="310" actId="20577"/>
        <pc:sldMkLst>
          <pc:docMk/>
          <pc:sldMk cId="1299606018" sldId="547"/>
        </pc:sldMkLst>
        <pc:spChg chg="mod">
          <ac:chgData name="Lohakare, Amit" userId="d0c59914-2652-45d2-9cc8-c7584646f742" providerId="ADAL" clId="{F32CD5EA-07C2-452A-81A1-8D43A13F5428}" dt="2024-03-24T13:02:25.899" v="310" actId="20577"/>
          <ac:spMkLst>
            <pc:docMk/>
            <pc:sldMk cId="1299606018" sldId="547"/>
            <ac:spMk id="2" creationId="{585E1320-2529-4064-9439-E0AD406D9E84}"/>
          </ac:spMkLst>
        </pc:spChg>
      </pc:sldChg>
      <pc:sldChg chg="modSp mod">
        <pc:chgData name="Lohakare, Amit" userId="d0c59914-2652-45d2-9cc8-c7584646f742" providerId="ADAL" clId="{F32CD5EA-07C2-452A-81A1-8D43A13F5428}" dt="2024-03-24T12:54:00.962" v="190"/>
        <pc:sldMkLst>
          <pc:docMk/>
          <pc:sldMk cId="3744329296" sldId="552"/>
        </pc:sldMkLst>
        <pc:spChg chg="mod">
          <ac:chgData name="Lohakare, Amit" userId="d0c59914-2652-45d2-9cc8-c7584646f742" providerId="ADAL" clId="{F32CD5EA-07C2-452A-81A1-8D43A13F5428}" dt="2024-03-24T12:54:00.962" v="190"/>
          <ac:spMkLst>
            <pc:docMk/>
            <pc:sldMk cId="3744329296" sldId="552"/>
            <ac:spMk id="3" creationId="{FB402644-EB69-491D-856F-6DC8A5EC8E98}"/>
          </ac:spMkLst>
        </pc:spChg>
      </pc:sldChg>
      <pc:sldChg chg="modSp mod">
        <pc:chgData name="Lohakare, Amit" userId="d0c59914-2652-45d2-9cc8-c7584646f742" providerId="ADAL" clId="{F32CD5EA-07C2-452A-81A1-8D43A13F5428}" dt="2024-03-24T12:55:03.178" v="203"/>
        <pc:sldMkLst>
          <pc:docMk/>
          <pc:sldMk cId="3453583063" sldId="554"/>
        </pc:sldMkLst>
        <pc:spChg chg="mod">
          <ac:chgData name="Lohakare, Amit" userId="d0c59914-2652-45d2-9cc8-c7584646f742" providerId="ADAL" clId="{F32CD5EA-07C2-452A-81A1-8D43A13F5428}" dt="2024-03-24T12:54:39.742" v="200"/>
          <ac:spMkLst>
            <pc:docMk/>
            <pc:sldMk cId="3453583063" sldId="554"/>
            <ac:spMk id="2" creationId="{106AFD28-67CD-4096-9AF0-42E844D5099C}"/>
          </ac:spMkLst>
        </pc:spChg>
        <pc:spChg chg="mod">
          <ac:chgData name="Lohakare, Amit" userId="d0c59914-2652-45d2-9cc8-c7584646f742" providerId="ADAL" clId="{F32CD5EA-07C2-452A-81A1-8D43A13F5428}" dt="2024-03-24T12:55:03.178" v="203"/>
          <ac:spMkLst>
            <pc:docMk/>
            <pc:sldMk cId="3453583063" sldId="554"/>
            <ac:spMk id="3" creationId="{60C088D1-3B30-47D7-ABCC-7C97C262C4C7}"/>
          </ac:spMkLst>
        </pc:spChg>
      </pc:sldChg>
      <pc:sldChg chg="modSp mod">
        <pc:chgData name="Lohakare, Amit" userId="d0c59914-2652-45d2-9cc8-c7584646f742" providerId="ADAL" clId="{F32CD5EA-07C2-452A-81A1-8D43A13F5428}" dt="2024-03-24T12:58:43.751" v="231" actId="20577"/>
        <pc:sldMkLst>
          <pc:docMk/>
          <pc:sldMk cId="265317705" sldId="616"/>
        </pc:sldMkLst>
        <pc:spChg chg="mod">
          <ac:chgData name="Lohakare, Amit" userId="d0c59914-2652-45d2-9cc8-c7584646f742" providerId="ADAL" clId="{F32CD5EA-07C2-452A-81A1-8D43A13F5428}" dt="2024-03-24T12:58:43.751" v="231" actId="20577"/>
          <ac:spMkLst>
            <pc:docMk/>
            <pc:sldMk cId="265317705" sldId="616"/>
            <ac:spMk id="2" creationId="{F91D499D-159C-49A6-A242-73B11799E0AA}"/>
          </ac:spMkLst>
        </pc:spChg>
      </pc:sldChg>
      <pc:sldChg chg="modSp mod">
        <pc:chgData name="Lohakare, Amit" userId="d0c59914-2652-45d2-9cc8-c7584646f742" providerId="ADAL" clId="{F32CD5EA-07C2-452A-81A1-8D43A13F5428}" dt="2024-03-24T12:59:51.838" v="299" actId="20577"/>
        <pc:sldMkLst>
          <pc:docMk/>
          <pc:sldMk cId="100113643" sldId="617"/>
        </pc:sldMkLst>
        <pc:spChg chg="mod">
          <ac:chgData name="Lohakare, Amit" userId="d0c59914-2652-45d2-9cc8-c7584646f742" providerId="ADAL" clId="{F32CD5EA-07C2-452A-81A1-8D43A13F5428}" dt="2024-03-24T12:59:51.838" v="299" actId="20577"/>
          <ac:spMkLst>
            <pc:docMk/>
            <pc:sldMk cId="100113643" sldId="617"/>
            <ac:spMk id="3" creationId="{2AE15501-FF02-4F9D-B592-ACEE78F6FDB5}"/>
          </ac:spMkLst>
        </pc:spChg>
      </pc:sldChg>
      <pc:sldChg chg="modSp mod">
        <pc:chgData name="Lohakare, Amit" userId="d0c59914-2652-45d2-9cc8-c7584646f742" providerId="ADAL" clId="{F32CD5EA-07C2-452A-81A1-8D43A13F5428}" dt="2024-03-24T13:01:56.265" v="304" actId="14826"/>
        <pc:sldMkLst>
          <pc:docMk/>
          <pc:sldMk cId="3633314723" sldId="619"/>
        </pc:sldMkLst>
        <pc:spChg chg="mod">
          <ac:chgData name="Lohakare, Amit" userId="d0c59914-2652-45d2-9cc8-c7584646f742" providerId="ADAL" clId="{F32CD5EA-07C2-452A-81A1-8D43A13F5428}" dt="2024-03-24T13:01:47.167" v="303"/>
          <ac:spMkLst>
            <pc:docMk/>
            <pc:sldMk cId="3633314723" sldId="619"/>
            <ac:spMk id="3" creationId="{FC14B7D6-5B28-4DFF-A9CB-74ED393B5F09}"/>
          </ac:spMkLst>
        </pc:spChg>
        <pc:picChg chg="mod">
          <ac:chgData name="Lohakare, Amit" userId="d0c59914-2652-45d2-9cc8-c7584646f742" providerId="ADAL" clId="{F32CD5EA-07C2-452A-81A1-8D43A13F5428}" dt="2024-03-24T13:01:56.265" v="304" actId="14826"/>
          <ac:picMkLst>
            <pc:docMk/>
            <pc:sldMk cId="3633314723" sldId="619"/>
            <ac:picMk id="6" creationId="{F759A568-4424-4927-8318-20E5ECBE3516}"/>
          </ac:picMkLst>
        </pc:picChg>
      </pc:sldChg>
      <pc:sldChg chg="modSp mod">
        <pc:chgData name="Lohakare, Amit" userId="d0c59914-2652-45d2-9cc8-c7584646f742" providerId="ADAL" clId="{F32CD5EA-07C2-452A-81A1-8D43A13F5428}" dt="2024-03-24T13:29:17.867" v="425" actId="14826"/>
        <pc:sldMkLst>
          <pc:docMk/>
          <pc:sldMk cId="1540346964" sldId="666"/>
        </pc:sldMkLst>
        <pc:picChg chg="mod">
          <ac:chgData name="Lohakare, Amit" userId="d0c59914-2652-45d2-9cc8-c7584646f742" providerId="ADAL" clId="{F32CD5EA-07C2-452A-81A1-8D43A13F5428}" dt="2024-03-24T13:29:17.867" v="425" actId="14826"/>
          <ac:picMkLst>
            <pc:docMk/>
            <pc:sldMk cId="1540346964" sldId="666"/>
            <ac:picMk id="8" creationId="{B90C28C7-D366-401D-9CBF-8DCBDFAFB8A4}"/>
          </ac:picMkLst>
        </pc:picChg>
      </pc:sldChg>
      <pc:sldChg chg="modSp mod">
        <pc:chgData name="Lohakare, Amit" userId="d0c59914-2652-45d2-9cc8-c7584646f742" providerId="ADAL" clId="{F32CD5EA-07C2-452A-81A1-8D43A13F5428}" dt="2024-03-24T13:30:44.902" v="432" actId="20577"/>
        <pc:sldMkLst>
          <pc:docMk/>
          <pc:sldMk cId="629219408" sldId="667"/>
        </pc:sldMkLst>
        <pc:spChg chg="mod">
          <ac:chgData name="Lohakare, Amit" userId="d0c59914-2652-45d2-9cc8-c7584646f742" providerId="ADAL" clId="{F32CD5EA-07C2-452A-81A1-8D43A13F5428}" dt="2024-03-24T13:30:44.902" v="432" actId="20577"/>
          <ac:spMkLst>
            <pc:docMk/>
            <pc:sldMk cId="629219408" sldId="667"/>
            <ac:spMk id="2" creationId="{464EE9BF-6660-4BBA-AC42-09D84C8C68F6}"/>
          </ac:spMkLst>
        </pc:spChg>
      </pc:sldChg>
      <pc:sldChg chg="modSp mod">
        <pc:chgData name="Lohakare, Amit" userId="d0c59914-2652-45d2-9cc8-c7584646f742" providerId="ADAL" clId="{F32CD5EA-07C2-452A-81A1-8D43A13F5428}" dt="2024-03-24T13:54:46.264" v="643"/>
        <pc:sldMkLst>
          <pc:docMk/>
          <pc:sldMk cId="905936130" sldId="669"/>
        </pc:sldMkLst>
        <pc:graphicFrameChg chg="mod modGraphic">
          <ac:chgData name="Lohakare, Amit" userId="d0c59914-2652-45d2-9cc8-c7584646f742" providerId="ADAL" clId="{F32CD5EA-07C2-452A-81A1-8D43A13F5428}" dt="2024-03-24T13:54:46.264" v="643"/>
          <ac:graphicFrameMkLst>
            <pc:docMk/>
            <pc:sldMk cId="905936130" sldId="669"/>
            <ac:graphicFrameMk id="6" creationId="{A5549CB0-2EC2-43B3-B567-BB5DAB8755EE}"/>
          </ac:graphicFrameMkLst>
        </pc:graphicFrameChg>
      </pc:sldChg>
      <pc:sldChg chg="modSp mod">
        <pc:chgData name="Lohakare, Amit" userId="d0c59914-2652-45d2-9cc8-c7584646f742" providerId="ADAL" clId="{F32CD5EA-07C2-452A-81A1-8D43A13F5428}" dt="2024-03-24T13:02:20.520" v="307" actId="20577"/>
        <pc:sldMkLst>
          <pc:docMk/>
          <pc:sldMk cId="2231072477" sldId="695"/>
        </pc:sldMkLst>
        <pc:spChg chg="mod">
          <ac:chgData name="Lohakare, Amit" userId="d0c59914-2652-45d2-9cc8-c7584646f742" providerId="ADAL" clId="{F32CD5EA-07C2-452A-81A1-8D43A13F5428}" dt="2024-03-24T13:02:20.520" v="307" actId="20577"/>
          <ac:spMkLst>
            <pc:docMk/>
            <pc:sldMk cId="2231072477" sldId="695"/>
            <ac:spMk id="2" creationId="{C8B84794-A609-4FD8-BD08-1D8A2403A71E}"/>
          </ac:spMkLst>
        </pc:spChg>
      </pc:sldChg>
      <pc:sldChg chg="modSp mod">
        <pc:chgData name="Lohakare, Amit" userId="d0c59914-2652-45d2-9cc8-c7584646f742" providerId="ADAL" clId="{F32CD5EA-07C2-452A-81A1-8D43A13F5428}" dt="2024-03-24T13:02:43.009" v="313" actId="20577"/>
        <pc:sldMkLst>
          <pc:docMk/>
          <pc:sldMk cId="259550566" sldId="696"/>
        </pc:sldMkLst>
        <pc:spChg chg="mod">
          <ac:chgData name="Lohakare, Amit" userId="d0c59914-2652-45d2-9cc8-c7584646f742" providerId="ADAL" clId="{F32CD5EA-07C2-452A-81A1-8D43A13F5428}" dt="2024-03-24T13:02:43.009" v="313" actId="20577"/>
          <ac:spMkLst>
            <pc:docMk/>
            <pc:sldMk cId="259550566" sldId="696"/>
            <ac:spMk id="2" creationId="{635CA250-662C-4C33-95C6-17D1FC9D32ED}"/>
          </ac:spMkLst>
        </pc:spChg>
      </pc:sldChg>
      <pc:sldChg chg="addSp modSp mod">
        <pc:chgData name="Lohakare, Amit" userId="d0c59914-2652-45d2-9cc8-c7584646f742" providerId="ADAL" clId="{F32CD5EA-07C2-452A-81A1-8D43A13F5428}" dt="2024-03-24T13:08:30.254" v="340" actId="1582"/>
        <pc:sldMkLst>
          <pc:docMk/>
          <pc:sldMk cId="597463761" sldId="698"/>
        </pc:sldMkLst>
        <pc:spChg chg="mod">
          <ac:chgData name="Lohakare, Amit" userId="d0c59914-2652-45d2-9cc8-c7584646f742" providerId="ADAL" clId="{F32CD5EA-07C2-452A-81A1-8D43A13F5428}" dt="2024-03-24T13:03:36.587" v="316" actId="20577"/>
          <ac:spMkLst>
            <pc:docMk/>
            <pc:sldMk cId="597463761" sldId="698"/>
            <ac:spMk id="2" creationId="{6C880FBE-6AAE-4671-A898-FFD64CCD398E}"/>
          </ac:spMkLst>
        </pc:spChg>
        <pc:spChg chg="add mod">
          <ac:chgData name="Lohakare, Amit" userId="d0c59914-2652-45d2-9cc8-c7584646f742" providerId="ADAL" clId="{F32CD5EA-07C2-452A-81A1-8D43A13F5428}" dt="2024-03-24T13:08:30.254" v="340" actId="1582"/>
          <ac:spMkLst>
            <pc:docMk/>
            <pc:sldMk cId="597463761" sldId="698"/>
            <ac:spMk id="3" creationId="{318CEA61-A108-8170-92C1-674ED2F5B1A5}"/>
          </ac:spMkLst>
        </pc:spChg>
        <pc:spChg chg="mod">
          <ac:chgData name="Lohakare, Amit" userId="d0c59914-2652-45d2-9cc8-c7584646f742" providerId="ADAL" clId="{F32CD5EA-07C2-452A-81A1-8D43A13F5428}" dt="2024-03-24T13:06:15.857" v="330" actId="1036"/>
          <ac:spMkLst>
            <pc:docMk/>
            <pc:sldMk cId="597463761" sldId="698"/>
            <ac:spMk id="9" creationId="{0055B017-E63E-42D9-9D3E-92B97B928679}"/>
          </ac:spMkLst>
        </pc:spChg>
        <pc:picChg chg="mod">
          <ac:chgData name="Lohakare, Amit" userId="d0c59914-2652-45d2-9cc8-c7584646f742" providerId="ADAL" clId="{F32CD5EA-07C2-452A-81A1-8D43A13F5428}" dt="2024-03-24T13:06:00.579" v="320" actId="1076"/>
          <ac:picMkLst>
            <pc:docMk/>
            <pc:sldMk cId="597463761" sldId="698"/>
            <ac:picMk id="6" creationId="{BD6E8DA8-74E9-4241-8098-CFB6CDF3B3B1}"/>
          </ac:picMkLst>
        </pc:picChg>
        <pc:cxnChg chg="mod">
          <ac:chgData name="Lohakare, Amit" userId="d0c59914-2652-45d2-9cc8-c7584646f742" providerId="ADAL" clId="{F32CD5EA-07C2-452A-81A1-8D43A13F5428}" dt="2024-03-24T13:06:22.947" v="331" actId="1076"/>
          <ac:cxnSpMkLst>
            <pc:docMk/>
            <pc:sldMk cId="597463761" sldId="698"/>
            <ac:cxnSpMk id="8" creationId="{543D0396-5281-4055-8FC4-498772DAC8B2}"/>
          </ac:cxnSpMkLst>
        </pc:cxnChg>
      </pc:sldChg>
      <pc:sldChg chg="addSp modSp mod">
        <pc:chgData name="Lohakare, Amit" userId="d0c59914-2652-45d2-9cc8-c7584646f742" providerId="ADAL" clId="{F32CD5EA-07C2-452A-81A1-8D43A13F5428}" dt="2024-03-24T13:20:33.683" v="352" actId="20577"/>
        <pc:sldMkLst>
          <pc:docMk/>
          <pc:sldMk cId="4212884565" sldId="707"/>
        </pc:sldMkLst>
        <pc:spChg chg="mod">
          <ac:chgData name="Lohakare, Amit" userId="d0c59914-2652-45d2-9cc8-c7584646f742" providerId="ADAL" clId="{F32CD5EA-07C2-452A-81A1-8D43A13F5428}" dt="2024-03-24T13:20:33.683" v="352" actId="20577"/>
          <ac:spMkLst>
            <pc:docMk/>
            <pc:sldMk cId="4212884565" sldId="707"/>
            <ac:spMk id="2" creationId="{CB642705-A9BB-4C17-A31D-7AF251D5A244}"/>
          </ac:spMkLst>
        </pc:spChg>
        <pc:spChg chg="add mod">
          <ac:chgData name="Lohakare, Amit" userId="d0c59914-2652-45d2-9cc8-c7584646f742" providerId="ADAL" clId="{F32CD5EA-07C2-452A-81A1-8D43A13F5428}" dt="2024-03-24T13:20:06.459" v="346" actId="14100"/>
          <ac:spMkLst>
            <pc:docMk/>
            <pc:sldMk cId="4212884565" sldId="707"/>
            <ac:spMk id="3" creationId="{E8625041-79F8-F3E3-DD21-AB7E60B7ED12}"/>
          </ac:spMkLst>
        </pc:spChg>
        <pc:spChg chg="mod">
          <ac:chgData name="Lohakare, Amit" userId="d0c59914-2652-45d2-9cc8-c7584646f742" providerId="ADAL" clId="{F32CD5EA-07C2-452A-81A1-8D43A13F5428}" dt="2024-03-24T13:20:16.385" v="349" actId="1076"/>
          <ac:spMkLst>
            <pc:docMk/>
            <pc:sldMk cId="4212884565" sldId="707"/>
            <ac:spMk id="7" creationId="{2B41E387-5D29-4AEC-AF36-A98F7CE7AAAF}"/>
          </ac:spMkLst>
        </pc:spChg>
        <pc:picChg chg="mod">
          <ac:chgData name="Lohakare, Amit" userId="d0c59914-2652-45d2-9cc8-c7584646f742" providerId="ADAL" clId="{F32CD5EA-07C2-452A-81A1-8D43A13F5428}" dt="2024-03-24T13:19:25.335" v="342" actId="14100"/>
          <ac:picMkLst>
            <pc:docMk/>
            <pc:sldMk cId="4212884565" sldId="707"/>
            <ac:picMk id="8" creationId="{C2AADBDB-9857-4248-B160-BB407D1C797F}"/>
          </ac:picMkLst>
        </pc:picChg>
        <pc:cxnChg chg="mod">
          <ac:chgData name="Lohakare, Amit" userId="d0c59914-2652-45d2-9cc8-c7584646f742" providerId="ADAL" clId="{F32CD5EA-07C2-452A-81A1-8D43A13F5428}" dt="2024-03-24T13:20:13.310" v="348" actId="1076"/>
          <ac:cxnSpMkLst>
            <pc:docMk/>
            <pc:sldMk cId="4212884565" sldId="707"/>
            <ac:cxnSpMk id="9" creationId="{8A7F9170-ED79-460C-B93C-AEB79B8D788D}"/>
          </ac:cxnSpMkLst>
        </pc:cxnChg>
      </pc:sldChg>
      <pc:sldChg chg="modSp mod">
        <pc:chgData name="Lohakare, Amit" userId="d0c59914-2652-45d2-9cc8-c7584646f742" providerId="ADAL" clId="{F32CD5EA-07C2-452A-81A1-8D43A13F5428}" dt="2024-03-24T13:20:53.188" v="355" actId="20577"/>
        <pc:sldMkLst>
          <pc:docMk/>
          <pc:sldMk cId="3900322454" sldId="709"/>
        </pc:sldMkLst>
        <pc:spChg chg="mod">
          <ac:chgData name="Lohakare, Amit" userId="d0c59914-2652-45d2-9cc8-c7584646f742" providerId="ADAL" clId="{F32CD5EA-07C2-452A-81A1-8D43A13F5428}" dt="2024-03-24T13:20:53.188" v="355" actId="20577"/>
          <ac:spMkLst>
            <pc:docMk/>
            <pc:sldMk cId="3900322454" sldId="709"/>
            <ac:spMk id="2" creationId="{651AB286-7967-4931-AFEB-6ECBDD6BC3B3}"/>
          </ac:spMkLst>
        </pc:spChg>
      </pc:sldChg>
      <pc:sldChg chg="modSp mod">
        <pc:chgData name="Lohakare, Amit" userId="d0c59914-2652-45d2-9cc8-c7584646f742" providerId="ADAL" clId="{F32CD5EA-07C2-452A-81A1-8D43A13F5428}" dt="2024-03-24T13:31:07.387" v="435" actId="20577"/>
        <pc:sldMkLst>
          <pc:docMk/>
          <pc:sldMk cId="613578769" sldId="711"/>
        </pc:sldMkLst>
        <pc:spChg chg="mod">
          <ac:chgData name="Lohakare, Amit" userId="d0c59914-2652-45d2-9cc8-c7584646f742" providerId="ADAL" clId="{F32CD5EA-07C2-452A-81A1-8D43A13F5428}" dt="2024-03-24T13:31:07.387" v="435" actId="20577"/>
          <ac:spMkLst>
            <pc:docMk/>
            <pc:sldMk cId="613578769" sldId="711"/>
            <ac:spMk id="2" creationId="{31DB1528-933F-400A-B86E-7FC9408C0C11}"/>
          </ac:spMkLst>
        </pc:spChg>
      </pc:sldChg>
      <pc:sldChg chg="modSp mod">
        <pc:chgData name="Lohakare, Amit" userId="d0c59914-2652-45d2-9cc8-c7584646f742" providerId="ADAL" clId="{F32CD5EA-07C2-452A-81A1-8D43A13F5428}" dt="2024-03-24T13:27:17.336" v="412" actId="14826"/>
        <pc:sldMkLst>
          <pc:docMk/>
          <pc:sldMk cId="3492960541" sldId="744"/>
        </pc:sldMkLst>
        <pc:spChg chg="mod">
          <ac:chgData name="Lohakare, Amit" userId="d0c59914-2652-45d2-9cc8-c7584646f742" providerId="ADAL" clId="{F32CD5EA-07C2-452A-81A1-8D43A13F5428}" dt="2024-03-24T13:26:55.126" v="411" actId="20577"/>
          <ac:spMkLst>
            <pc:docMk/>
            <pc:sldMk cId="3492960541" sldId="744"/>
            <ac:spMk id="2" creationId="{EC028250-C7CD-420C-A09A-DFF677F2744A}"/>
          </ac:spMkLst>
        </pc:spChg>
        <pc:picChg chg="mod">
          <ac:chgData name="Lohakare, Amit" userId="d0c59914-2652-45d2-9cc8-c7584646f742" providerId="ADAL" clId="{F32CD5EA-07C2-452A-81A1-8D43A13F5428}" dt="2024-03-24T13:27:17.336" v="412" actId="14826"/>
          <ac:picMkLst>
            <pc:docMk/>
            <pc:sldMk cId="3492960541" sldId="744"/>
            <ac:picMk id="8" creationId="{AEEB99A7-3303-45F4-B46A-2289431FB9F9}"/>
          </ac:picMkLst>
        </pc:picChg>
      </pc:sldChg>
      <pc:sldChg chg="modSp mod">
        <pc:chgData name="Lohakare, Amit" userId="d0c59914-2652-45d2-9cc8-c7584646f742" providerId="ADAL" clId="{F32CD5EA-07C2-452A-81A1-8D43A13F5428}" dt="2024-03-24T13:27:57.606" v="422" actId="14826"/>
        <pc:sldMkLst>
          <pc:docMk/>
          <pc:sldMk cId="3267314726" sldId="745"/>
        </pc:sldMkLst>
        <pc:spChg chg="mod">
          <ac:chgData name="Lohakare, Amit" userId="d0c59914-2652-45d2-9cc8-c7584646f742" providerId="ADAL" clId="{F32CD5EA-07C2-452A-81A1-8D43A13F5428}" dt="2024-03-24T13:27:33.145" v="421" actId="20577"/>
          <ac:spMkLst>
            <pc:docMk/>
            <pc:sldMk cId="3267314726" sldId="745"/>
            <ac:spMk id="2" creationId="{FF2D609D-C56E-4E26-ABEE-8BDC6567BEAC}"/>
          </ac:spMkLst>
        </pc:spChg>
        <pc:picChg chg="mod">
          <ac:chgData name="Lohakare, Amit" userId="d0c59914-2652-45d2-9cc8-c7584646f742" providerId="ADAL" clId="{F32CD5EA-07C2-452A-81A1-8D43A13F5428}" dt="2024-03-24T13:27:57.606" v="422" actId="14826"/>
          <ac:picMkLst>
            <pc:docMk/>
            <pc:sldMk cId="3267314726" sldId="745"/>
            <ac:picMk id="8" creationId="{B916693A-3A5C-4EF4-8741-5C378E8689AD}"/>
          </ac:picMkLst>
        </pc:picChg>
      </pc:sldChg>
      <pc:sldChg chg="modSp mod">
        <pc:chgData name="Lohakare, Amit" userId="d0c59914-2652-45d2-9cc8-c7584646f742" providerId="ADAL" clId="{F32CD5EA-07C2-452A-81A1-8D43A13F5428}" dt="2024-03-24T13:28:57.066" v="424" actId="14826"/>
        <pc:sldMkLst>
          <pc:docMk/>
          <pc:sldMk cId="1435532064" sldId="746"/>
        </pc:sldMkLst>
        <pc:spChg chg="mod">
          <ac:chgData name="Lohakare, Amit" userId="d0c59914-2652-45d2-9cc8-c7584646f742" providerId="ADAL" clId="{F32CD5EA-07C2-452A-81A1-8D43A13F5428}" dt="2024-03-24T13:28:38.609" v="423"/>
          <ac:spMkLst>
            <pc:docMk/>
            <pc:sldMk cId="1435532064" sldId="746"/>
            <ac:spMk id="6" creationId="{EC0232E1-D6C6-41A8-BBA2-6B0BA4A3CB3D}"/>
          </ac:spMkLst>
        </pc:spChg>
        <pc:picChg chg="mod">
          <ac:chgData name="Lohakare, Amit" userId="d0c59914-2652-45d2-9cc8-c7584646f742" providerId="ADAL" clId="{F32CD5EA-07C2-452A-81A1-8D43A13F5428}" dt="2024-03-24T13:28:57.066" v="424" actId="14826"/>
          <ac:picMkLst>
            <pc:docMk/>
            <pc:sldMk cId="1435532064" sldId="746"/>
            <ac:picMk id="5" creationId="{6716ABA0-5E34-4942-9D3D-99D5DCDD1EBC}"/>
          </ac:picMkLst>
        </pc:picChg>
      </pc:sldChg>
      <pc:sldChg chg="modSp mod">
        <pc:chgData name="Lohakare, Amit" userId="d0c59914-2652-45d2-9cc8-c7584646f742" providerId="ADAL" clId="{F32CD5EA-07C2-452A-81A1-8D43A13F5428}" dt="2024-03-24T13:26:42.289" v="402" actId="14826"/>
        <pc:sldMkLst>
          <pc:docMk/>
          <pc:sldMk cId="2528626424" sldId="752"/>
        </pc:sldMkLst>
        <pc:spChg chg="mod">
          <ac:chgData name="Lohakare, Amit" userId="d0c59914-2652-45d2-9cc8-c7584646f742" providerId="ADAL" clId="{F32CD5EA-07C2-452A-81A1-8D43A13F5428}" dt="2024-03-24T13:25:14.427" v="359"/>
          <ac:spMkLst>
            <pc:docMk/>
            <pc:sldMk cId="2528626424" sldId="752"/>
            <ac:spMk id="2" creationId="{AAEE5EFB-FB7B-435B-9AF6-22550D7580BB}"/>
          </ac:spMkLst>
        </pc:spChg>
        <pc:spChg chg="mod">
          <ac:chgData name="Lohakare, Amit" userId="d0c59914-2652-45d2-9cc8-c7584646f742" providerId="ADAL" clId="{F32CD5EA-07C2-452A-81A1-8D43A13F5428}" dt="2024-03-24T13:26:27.552" v="401"/>
          <ac:spMkLst>
            <pc:docMk/>
            <pc:sldMk cId="2528626424" sldId="752"/>
            <ac:spMk id="6" creationId="{391F7C76-FB7E-4064-975C-374FC54AA5B9}"/>
          </ac:spMkLst>
        </pc:spChg>
        <pc:picChg chg="mod">
          <ac:chgData name="Lohakare, Amit" userId="d0c59914-2652-45d2-9cc8-c7584646f742" providerId="ADAL" clId="{F32CD5EA-07C2-452A-81A1-8D43A13F5428}" dt="2024-03-24T13:26:42.289" v="402" actId="14826"/>
          <ac:picMkLst>
            <pc:docMk/>
            <pc:sldMk cId="2528626424" sldId="752"/>
            <ac:picMk id="5" creationId="{449670CE-F4E0-44DD-A4C4-1276C22895DD}"/>
          </ac:picMkLst>
        </pc:picChg>
      </pc:sldChg>
      <pc:sldChg chg="modSp mod">
        <pc:chgData name="Lohakare, Amit" userId="d0c59914-2652-45d2-9cc8-c7584646f742" providerId="ADAL" clId="{F32CD5EA-07C2-452A-81A1-8D43A13F5428}" dt="2024-03-24T13:30:14.003" v="428" actId="14826"/>
        <pc:sldMkLst>
          <pc:docMk/>
          <pc:sldMk cId="2926698492" sldId="753"/>
        </pc:sldMkLst>
        <pc:spChg chg="mod">
          <ac:chgData name="Lohakare, Amit" userId="d0c59914-2652-45d2-9cc8-c7584646f742" providerId="ADAL" clId="{F32CD5EA-07C2-452A-81A1-8D43A13F5428}" dt="2024-03-24T13:29:54.593" v="426"/>
          <ac:spMkLst>
            <pc:docMk/>
            <pc:sldMk cId="2926698492" sldId="753"/>
            <ac:spMk id="6" creationId="{794F2D19-B9F9-4B01-AAB2-BBD3FE57091D}"/>
          </ac:spMkLst>
        </pc:spChg>
        <pc:picChg chg="mod">
          <ac:chgData name="Lohakare, Amit" userId="d0c59914-2652-45d2-9cc8-c7584646f742" providerId="ADAL" clId="{F32CD5EA-07C2-452A-81A1-8D43A13F5428}" dt="2024-03-24T13:30:14.003" v="428" actId="14826"/>
          <ac:picMkLst>
            <pc:docMk/>
            <pc:sldMk cId="2926698492" sldId="753"/>
            <ac:picMk id="5" creationId="{CD53ED6D-0CDE-4240-950A-D6B5A54E0D0B}"/>
          </ac:picMkLst>
        </pc:picChg>
      </pc:sldChg>
      <pc:sldChg chg="modSp mod">
        <pc:chgData name="Lohakare, Amit" userId="d0c59914-2652-45d2-9cc8-c7584646f742" providerId="ADAL" clId="{F32CD5EA-07C2-452A-81A1-8D43A13F5428}" dt="2024-03-24T13:30:31.614" v="429" actId="14826"/>
        <pc:sldMkLst>
          <pc:docMk/>
          <pc:sldMk cId="3200346064" sldId="754"/>
        </pc:sldMkLst>
        <pc:picChg chg="mod">
          <ac:chgData name="Lohakare, Amit" userId="d0c59914-2652-45d2-9cc8-c7584646f742" providerId="ADAL" clId="{F32CD5EA-07C2-452A-81A1-8D43A13F5428}" dt="2024-03-24T13:30:31.614" v="429" actId="14826"/>
          <ac:picMkLst>
            <pc:docMk/>
            <pc:sldMk cId="3200346064" sldId="754"/>
            <ac:picMk id="8" creationId="{AE860009-C5A0-420D-B2E1-14727D30BBF3}"/>
          </ac:picMkLst>
        </pc:picChg>
      </pc:sldChg>
      <pc:sldChg chg="addSp modSp mod">
        <pc:chgData name="Lohakare, Amit" userId="d0c59914-2652-45d2-9cc8-c7584646f742" providerId="ADAL" clId="{F32CD5EA-07C2-452A-81A1-8D43A13F5428}" dt="2024-03-24T13:51:05.299" v="553" actId="14100"/>
        <pc:sldMkLst>
          <pc:docMk/>
          <pc:sldMk cId="2839409192" sldId="758"/>
        </pc:sldMkLst>
        <pc:spChg chg="add mod">
          <ac:chgData name="Lohakare, Amit" userId="d0c59914-2652-45d2-9cc8-c7584646f742" providerId="ADAL" clId="{F32CD5EA-07C2-452A-81A1-8D43A13F5428}" dt="2024-03-24T13:49:12.894" v="528" actId="404"/>
          <ac:spMkLst>
            <pc:docMk/>
            <pc:sldMk cId="2839409192" sldId="758"/>
            <ac:spMk id="5" creationId="{40A491CA-EAF0-55D1-87F1-399AF148DA86}"/>
          </ac:spMkLst>
        </pc:spChg>
        <pc:spChg chg="add mod">
          <ac:chgData name="Lohakare, Amit" userId="d0c59914-2652-45d2-9cc8-c7584646f742" providerId="ADAL" clId="{F32CD5EA-07C2-452A-81A1-8D43A13F5428}" dt="2024-03-24T13:51:05.299" v="553" actId="14100"/>
          <ac:spMkLst>
            <pc:docMk/>
            <pc:sldMk cId="2839409192" sldId="758"/>
            <ac:spMk id="9" creationId="{FEF14565-C607-663D-2685-1DF29EBFD7DD}"/>
          </ac:spMkLst>
        </pc:spChg>
        <pc:picChg chg="mod">
          <ac:chgData name="Lohakare, Amit" userId="d0c59914-2652-45d2-9cc8-c7584646f742" providerId="ADAL" clId="{F32CD5EA-07C2-452A-81A1-8D43A13F5428}" dt="2024-03-24T13:50:22.097" v="531" actId="14100"/>
          <ac:picMkLst>
            <pc:docMk/>
            <pc:sldMk cId="2839409192" sldId="758"/>
            <ac:picMk id="6" creationId="{85551CFD-3C38-4E3D-9BCA-0E4D48C3E2CA}"/>
          </ac:picMkLst>
        </pc:picChg>
        <pc:picChg chg="mod">
          <ac:chgData name="Lohakare, Amit" userId="d0c59914-2652-45d2-9cc8-c7584646f742" providerId="ADAL" clId="{F32CD5EA-07C2-452A-81A1-8D43A13F5428}" dt="2024-03-24T13:47:25.031" v="505" actId="14100"/>
          <ac:picMkLst>
            <pc:docMk/>
            <pc:sldMk cId="2839409192" sldId="758"/>
            <ac:picMk id="8" creationId="{D1A04EE0-3704-4280-BB05-68C88B862C77}"/>
          </ac:picMkLst>
        </pc:picChg>
      </pc:sldChg>
      <pc:sldChg chg="modSp mod">
        <pc:chgData name="Lohakare, Amit" userId="d0c59914-2652-45d2-9cc8-c7584646f742" providerId="ADAL" clId="{F32CD5EA-07C2-452A-81A1-8D43A13F5428}" dt="2024-03-24T13:33:18.724" v="497" actId="20577"/>
        <pc:sldMkLst>
          <pc:docMk/>
          <pc:sldMk cId="4145895517" sldId="759"/>
        </pc:sldMkLst>
        <pc:spChg chg="mod">
          <ac:chgData name="Lohakare, Amit" userId="d0c59914-2652-45d2-9cc8-c7584646f742" providerId="ADAL" clId="{F32CD5EA-07C2-452A-81A1-8D43A13F5428}" dt="2024-03-24T13:32:48.620" v="464" actId="20577"/>
          <ac:spMkLst>
            <pc:docMk/>
            <pc:sldMk cId="4145895517" sldId="759"/>
            <ac:spMk id="2" creationId="{C1B1A8BD-3471-48CC-A7AD-556B23007C28}"/>
          </ac:spMkLst>
        </pc:spChg>
        <pc:spChg chg="mod">
          <ac:chgData name="Lohakare, Amit" userId="d0c59914-2652-45d2-9cc8-c7584646f742" providerId="ADAL" clId="{F32CD5EA-07C2-452A-81A1-8D43A13F5428}" dt="2024-03-24T13:33:18.724" v="497" actId="20577"/>
          <ac:spMkLst>
            <pc:docMk/>
            <pc:sldMk cId="4145895517" sldId="759"/>
            <ac:spMk id="3" creationId="{A42A85D8-3BE5-4AAB-970B-83EABA1B8E8A}"/>
          </ac:spMkLst>
        </pc:spChg>
      </pc:sldChg>
      <pc:sldChg chg="modSp mod">
        <pc:chgData name="Lohakare, Amit" userId="d0c59914-2652-45d2-9cc8-c7584646f742" providerId="ADAL" clId="{F32CD5EA-07C2-452A-81A1-8D43A13F5428}" dt="2024-03-24T12:53:22.500" v="158" actId="20577"/>
        <pc:sldMkLst>
          <pc:docMk/>
          <pc:sldMk cId="2571513658" sldId="1990"/>
        </pc:sldMkLst>
        <pc:spChg chg="mod">
          <ac:chgData name="Lohakare, Amit" userId="d0c59914-2652-45d2-9cc8-c7584646f742" providerId="ADAL" clId="{F32CD5EA-07C2-452A-81A1-8D43A13F5428}" dt="2024-03-24T12:53:22.500" v="158" actId="20577"/>
          <ac:spMkLst>
            <pc:docMk/>
            <pc:sldMk cId="2571513658" sldId="1990"/>
            <ac:spMk id="3" creationId="{A0A2537C-374A-4A2B-A428-0E9E28DB52A1}"/>
          </ac:spMkLst>
        </pc:spChg>
      </pc:sldChg>
      <pc:sldChg chg="modSp mod">
        <pc:chgData name="Lohakare, Amit" userId="d0c59914-2652-45d2-9cc8-c7584646f742" providerId="ADAL" clId="{F32CD5EA-07C2-452A-81A1-8D43A13F5428}" dt="2024-03-24T12:53:46.113" v="189" actId="20577"/>
        <pc:sldMkLst>
          <pc:docMk/>
          <pc:sldMk cId="3774027735" sldId="1992"/>
        </pc:sldMkLst>
        <pc:spChg chg="mod">
          <ac:chgData name="Lohakare, Amit" userId="d0c59914-2652-45d2-9cc8-c7584646f742" providerId="ADAL" clId="{F32CD5EA-07C2-452A-81A1-8D43A13F5428}" dt="2024-03-24T12:53:46.113" v="189" actId="20577"/>
          <ac:spMkLst>
            <pc:docMk/>
            <pc:sldMk cId="3774027735" sldId="1992"/>
            <ac:spMk id="3" creationId="{A42A85D8-3BE5-4AAB-970B-83EABA1B8E8A}"/>
          </ac:spMkLst>
        </pc:spChg>
      </pc:sldChg>
      <pc:sldChg chg="modSp mod">
        <pc:chgData name="Lohakare, Amit" userId="d0c59914-2652-45d2-9cc8-c7584646f742" providerId="ADAL" clId="{F32CD5EA-07C2-452A-81A1-8D43A13F5428}" dt="2024-03-24T12:54:17.581" v="193" actId="20577"/>
        <pc:sldMkLst>
          <pc:docMk/>
          <pc:sldMk cId="4199854852" sldId="1993"/>
        </pc:sldMkLst>
        <pc:spChg chg="mod">
          <ac:chgData name="Lohakare, Amit" userId="d0c59914-2652-45d2-9cc8-c7584646f742" providerId="ADAL" clId="{F32CD5EA-07C2-452A-81A1-8D43A13F5428}" dt="2024-03-24T12:54:17.581" v="193" actId="20577"/>
          <ac:spMkLst>
            <pc:docMk/>
            <pc:sldMk cId="4199854852" sldId="1993"/>
            <ac:spMk id="2" creationId="{DA874D19-2DAC-4ACF-B1D1-C249E0805002}"/>
          </ac:spMkLst>
        </pc:spChg>
      </pc:sldChg>
      <pc:sldChg chg="modSp mod">
        <pc:chgData name="Lohakare, Amit" userId="d0c59914-2652-45d2-9cc8-c7584646f742" providerId="ADAL" clId="{F32CD5EA-07C2-452A-81A1-8D43A13F5428}" dt="2024-03-24T12:54:23.359" v="196" actId="20577"/>
        <pc:sldMkLst>
          <pc:docMk/>
          <pc:sldMk cId="1119227717" sldId="1994"/>
        </pc:sldMkLst>
        <pc:spChg chg="mod">
          <ac:chgData name="Lohakare, Amit" userId="d0c59914-2652-45d2-9cc8-c7584646f742" providerId="ADAL" clId="{F32CD5EA-07C2-452A-81A1-8D43A13F5428}" dt="2024-03-24T12:54:23.359" v="196" actId="20577"/>
          <ac:spMkLst>
            <pc:docMk/>
            <pc:sldMk cId="1119227717" sldId="1994"/>
            <ac:spMk id="2" creationId="{8DD64707-8FB4-4837-8F2A-424463829031}"/>
          </ac:spMkLst>
        </pc:spChg>
      </pc:sldChg>
      <pc:sldChg chg="modSp mod">
        <pc:chgData name="Lohakare, Amit" userId="d0c59914-2652-45d2-9cc8-c7584646f742" providerId="ADAL" clId="{F32CD5EA-07C2-452A-81A1-8D43A13F5428}" dt="2024-03-24T13:31:44.402" v="438" actId="20577"/>
        <pc:sldMkLst>
          <pc:docMk/>
          <pc:sldMk cId="813851492" sldId="1995"/>
        </pc:sldMkLst>
        <pc:spChg chg="mod">
          <ac:chgData name="Lohakare, Amit" userId="d0c59914-2652-45d2-9cc8-c7584646f742" providerId="ADAL" clId="{F32CD5EA-07C2-452A-81A1-8D43A13F5428}" dt="2024-03-24T13:31:44.402" v="438" actId="20577"/>
          <ac:spMkLst>
            <pc:docMk/>
            <pc:sldMk cId="813851492" sldId="1995"/>
            <ac:spMk id="2" creationId="{8DD64707-8FB4-4837-8F2A-424463829031}"/>
          </ac:spMkLst>
        </pc:spChg>
      </pc:sldChg>
      <pc:sldChg chg="modSp mod">
        <pc:chgData name="Lohakare, Amit" userId="d0c59914-2652-45d2-9cc8-c7584646f742" providerId="ADAL" clId="{F32CD5EA-07C2-452A-81A1-8D43A13F5428}" dt="2024-03-24T12:54:29.732" v="199" actId="20577"/>
        <pc:sldMkLst>
          <pc:docMk/>
          <pc:sldMk cId="2099398738" sldId="1996"/>
        </pc:sldMkLst>
        <pc:spChg chg="mod">
          <ac:chgData name="Lohakare, Amit" userId="d0c59914-2652-45d2-9cc8-c7584646f742" providerId="ADAL" clId="{F32CD5EA-07C2-452A-81A1-8D43A13F5428}" dt="2024-03-24T12:54:29.732" v="199" actId="20577"/>
          <ac:spMkLst>
            <pc:docMk/>
            <pc:sldMk cId="2099398738" sldId="1996"/>
            <ac:spMk id="2" creationId="{8DD64707-8FB4-4837-8F2A-424463829031}"/>
          </ac:spMkLst>
        </pc:spChg>
      </pc:sldChg>
      <pc:sldChg chg="modSp mod">
        <pc:chgData name="Lohakare, Amit" userId="d0c59914-2652-45d2-9cc8-c7584646f742" providerId="ADAL" clId="{F32CD5EA-07C2-452A-81A1-8D43A13F5428}" dt="2024-03-24T13:21:31.612" v="358" actId="20577"/>
        <pc:sldMkLst>
          <pc:docMk/>
          <pc:sldMk cId="1832878456" sldId="1997"/>
        </pc:sldMkLst>
        <pc:spChg chg="mod">
          <ac:chgData name="Lohakare, Amit" userId="d0c59914-2652-45d2-9cc8-c7584646f742" providerId="ADAL" clId="{F32CD5EA-07C2-452A-81A1-8D43A13F5428}" dt="2024-03-24T13:21:31.612" v="358" actId="20577"/>
          <ac:spMkLst>
            <pc:docMk/>
            <pc:sldMk cId="1832878456" sldId="1997"/>
            <ac:spMk id="2" creationId="{585E1320-2529-4064-9439-E0AD406D9E84}"/>
          </ac:spMkLst>
        </pc:spChg>
      </pc:sldChg>
      <pc:sldChg chg="addSp delSp modSp add mod">
        <pc:chgData name="Lohakare, Amit" userId="d0c59914-2652-45d2-9cc8-c7584646f742" providerId="ADAL" clId="{F32CD5EA-07C2-452A-81A1-8D43A13F5428}" dt="2024-03-24T12:57:51.666" v="222"/>
        <pc:sldMkLst>
          <pc:docMk/>
          <pc:sldMk cId="3829302018" sldId="1998"/>
        </pc:sldMkLst>
        <pc:picChg chg="del">
          <ac:chgData name="Lohakare, Amit" userId="d0c59914-2652-45d2-9cc8-c7584646f742" providerId="ADAL" clId="{F32CD5EA-07C2-452A-81A1-8D43A13F5428}" dt="2024-03-24T12:57:43.827" v="221" actId="478"/>
          <ac:picMkLst>
            <pc:docMk/>
            <pc:sldMk cId="3829302018" sldId="1998"/>
            <ac:picMk id="3" creationId="{AEC5D4BD-A3B0-F016-4F5A-609A08EF19D1}"/>
          </ac:picMkLst>
        </pc:picChg>
        <pc:picChg chg="add mod">
          <ac:chgData name="Lohakare, Amit" userId="d0c59914-2652-45d2-9cc8-c7584646f742" providerId="ADAL" clId="{F32CD5EA-07C2-452A-81A1-8D43A13F5428}" dt="2024-03-24T12:57:51.666" v="222"/>
          <ac:picMkLst>
            <pc:docMk/>
            <pc:sldMk cId="3829302018" sldId="1998"/>
            <ac:picMk id="5" creationId="{ECD88356-7C8A-DBA8-9DD6-E5B057F825F2}"/>
          </ac:picMkLst>
        </pc:picChg>
        <pc:picChg chg="del">
          <ac:chgData name="Lohakare, Amit" userId="d0c59914-2652-45d2-9cc8-c7584646f742" providerId="ADAL" clId="{F32CD5EA-07C2-452A-81A1-8D43A13F5428}" dt="2024-03-24T12:57:41.358" v="220" actId="478"/>
          <ac:picMkLst>
            <pc:docMk/>
            <pc:sldMk cId="3829302018" sldId="1998"/>
            <ac:picMk id="6" creationId="{CECCF3E9-1EBB-2276-5915-728D0531EC0B}"/>
          </ac:picMkLst>
        </pc:picChg>
      </pc:sldChg>
      <pc:sldChg chg="addSp delSp modSp add mod">
        <pc:chgData name="Lohakare, Amit" userId="d0c59914-2652-45d2-9cc8-c7584646f742" providerId="ADAL" clId="{F32CD5EA-07C2-452A-81A1-8D43A13F5428}" dt="2024-03-24T12:58:14.635" v="225"/>
        <pc:sldMkLst>
          <pc:docMk/>
          <pc:sldMk cId="747903158" sldId="1999"/>
        </pc:sldMkLst>
        <pc:picChg chg="add mod">
          <ac:chgData name="Lohakare, Amit" userId="d0c59914-2652-45d2-9cc8-c7584646f742" providerId="ADAL" clId="{F32CD5EA-07C2-452A-81A1-8D43A13F5428}" dt="2024-03-24T12:58:14.635" v="225"/>
          <ac:picMkLst>
            <pc:docMk/>
            <pc:sldMk cId="747903158" sldId="1999"/>
            <ac:picMk id="3" creationId="{DE3820EC-B2C0-4F32-F82B-345A3C51534D}"/>
          </ac:picMkLst>
        </pc:picChg>
        <pc:picChg chg="del">
          <ac:chgData name="Lohakare, Amit" userId="d0c59914-2652-45d2-9cc8-c7584646f742" providerId="ADAL" clId="{F32CD5EA-07C2-452A-81A1-8D43A13F5428}" dt="2024-03-24T12:58:04.720" v="224" actId="478"/>
          <ac:picMkLst>
            <pc:docMk/>
            <pc:sldMk cId="747903158" sldId="1999"/>
            <ac:picMk id="5" creationId="{2DE2F58D-0E85-3BD9-9D66-BA897901CFCC}"/>
          </ac:picMkLst>
        </pc:picChg>
      </pc:sldChg>
      <pc:sldChg chg="addSp delSp modSp add mod">
        <pc:chgData name="Lohakare, Amit" userId="d0c59914-2652-45d2-9cc8-c7584646f742" providerId="ADAL" clId="{F32CD5EA-07C2-452A-81A1-8D43A13F5428}" dt="2024-03-24T12:58:29.003" v="228"/>
        <pc:sldMkLst>
          <pc:docMk/>
          <pc:sldMk cId="1573171300" sldId="2000"/>
        </pc:sldMkLst>
        <pc:picChg chg="del">
          <ac:chgData name="Lohakare, Amit" userId="d0c59914-2652-45d2-9cc8-c7584646f742" providerId="ADAL" clId="{F32CD5EA-07C2-452A-81A1-8D43A13F5428}" dt="2024-03-24T12:58:22.300" v="227" actId="478"/>
          <ac:picMkLst>
            <pc:docMk/>
            <pc:sldMk cId="1573171300" sldId="2000"/>
            <ac:picMk id="3" creationId="{D01AA83D-7682-9D98-B838-D2ADB67CE15E}"/>
          </ac:picMkLst>
        </pc:picChg>
        <pc:picChg chg="add mod">
          <ac:chgData name="Lohakare, Amit" userId="d0c59914-2652-45d2-9cc8-c7584646f742" providerId="ADAL" clId="{F32CD5EA-07C2-452A-81A1-8D43A13F5428}" dt="2024-03-24T12:58:29.003" v="228"/>
          <ac:picMkLst>
            <pc:docMk/>
            <pc:sldMk cId="1573171300" sldId="2000"/>
            <ac:picMk id="5" creationId="{BE77A2E9-46B9-B2B7-3476-41DB1F473088}"/>
          </ac:picMkLst>
        </pc:picChg>
      </pc:sldChg>
    </pc:docChg>
  </pc:docChgLst>
</pc:chgInfo>
</file>

<file path=ppt/comments/modernComment_21B_1B2CB331.xml><?xml version="1.0" encoding="utf-8"?>
<p188:cmLst xmlns:a="http://schemas.openxmlformats.org/drawingml/2006/main" xmlns:r="http://schemas.openxmlformats.org/officeDocument/2006/relationships" xmlns:p188="http://schemas.microsoft.com/office/powerpoint/2018/8/main">
  <p188:cm id="{10A73C1E-9239-42B3-93F9-7E3302A5D215}" authorId="{8B045ECA-DB19-16EB-47E4-9566064D1C23}" status="resolved" created="2022-10-21T07:12:35.113">
    <ac:txMkLst xmlns:ac="http://schemas.microsoft.com/office/drawing/2013/main/command">
      <pc:docMk xmlns:pc="http://schemas.microsoft.com/office/powerpoint/2013/main/command"/>
      <pc:sldMk xmlns:pc="http://schemas.microsoft.com/office/powerpoint/2013/main/command" cId="455914289" sldId="539"/>
      <ac:spMk id="2" creationId="{B9353F1B-6376-441E-9B0B-A1647DB38846}"/>
      <ac:txMk cp="3" len="24">
        <ac:context len="28" hash="516548752"/>
      </ac:txMk>
    </ac:txMkLst>
    <p188:pos x="4780086" y="313593"/>
    <p188:replyLst>
      <p188:reply id="{5BE10ACC-03C3-4396-859C-953E942C4FAD}" authorId="{BD673AD0-305F-B3BD-6546-DB813CCDBACF}" created="2022-10-27T14:02:58.792">
        <p188:txBody>
          <a:bodyPr/>
          <a:lstStyle/>
          <a:p>
            <a:r>
              <a:rPr lang="en-US"/>
              <a:t>DSV removed</a:t>
            </a:r>
          </a:p>
        </p188:txBody>
      </p188:reply>
      <p188:reply id="{ABDFE430-81F0-494C-8502-5E825F295EDA}" authorId="{8B045ECA-DB19-16EB-47E4-9566064D1C23}" created="2022-10-30T08:10:29.355">
        <p188:txBody>
          <a:bodyPr/>
          <a:lstStyle/>
          <a:p>
            <a:r>
              <a:rPr lang="en-US"/>
              <a:t>Updated inline with End user training</a:t>
            </a:r>
          </a:p>
        </p188:txBody>
      </p188:reply>
    </p188:replyLst>
    <p188:txBody>
      <a:bodyPr/>
      <a:lstStyle/>
      <a:p>
        <a:r>
          <a:rPr lang="en-US"/>
          <a:t>Provide Generic Architecture without referring to DSV as this aramco specific</a:t>
        </a:r>
      </a:p>
    </p188:txBody>
  </p188:cm>
</p188:cmLst>
</file>

<file path=ppt/comments/modernComment_100_8DA45388.xml><?xml version="1.0" encoding="utf-8"?>
<p188:cmLst xmlns:a="http://schemas.openxmlformats.org/drawingml/2006/main" xmlns:r="http://schemas.openxmlformats.org/officeDocument/2006/relationships" xmlns:p188="http://schemas.microsoft.com/office/powerpoint/2018/8/main">
  <p188:cm id="{E1F4E8D9-13CD-431C-94AF-48AEB45E9707}" authorId="{8B045ECA-DB19-16EB-47E4-9566064D1C23}" status="resolved" created="2022-10-21T07:21:35.395" complete="100000">
    <ac:txMkLst xmlns:ac="http://schemas.microsoft.com/office/drawing/2013/main/command">
      <pc:docMk xmlns:pc="http://schemas.microsoft.com/office/powerpoint/2013/main/command"/>
      <pc:sldMk xmlns:pc="http://schemas.microsoft.com/office/powerpoint/2013/main/command" cId="2376356744" sldId="256"/>
      <ac:spMk id="2" creationId="{00000000-0000-0000-0000-000000000000}"/>
      <ac:txMk cp="17" len="1">
        <ac:context len="46" hash="4138060436"/>
      </ac:txMk>
    </ac:txMkLst>
    <p188:pos x="5317926" y="366078"/>
    <p188:replyLst>
      <p188:reply id="{609D7851-7A59-4DBA-A246-F3D83BCB8E32}" authorId="{BD673AD0-305F-B3BD-6546-DB813CCDBACF}" created="2022-10-27T14:30:02.509">
        <p188:txBody>
          <a:bodyPr/>
          <a:lstStyle/>
          <a:p>
            <a:r>
              <a:rPr lang="en-US"/>
              <a:t>Contents differentiation done for Admin and Power User PPTs </a:t>
            </a:r>
          </a:p>
        </p188:txBody>
      </p188:reply>
      <p188:reply id="{AA977039-9AC1-4A86-9272-6C8B684B4029}" authorId="{8B045ECA-DB19-16EB-47E4-9566064D1C23}" created="2022-10-30T08:58:08.893">
        <p188:txBody>
          <a:bodyPr/>
          <a:lstStyle/>
          <a:p>
            <a:r>
              <a:rPr lang="en-US"/>
              <a:t>Restructured and updated</a:t>
            </a:r>
          </a:p>
        </p188:txBody>
      </p188:reply>
    </p188:replyLst>
    <p188:txBody>
      <a:bodyPr/>
      <a:lstStyle/>
      <a:p>
        <a:r>
          <a:rPr lang="en-US"/>
          <a:t>Differentiate the contents between Admin (System Administration, Maintenance, Trouble shooting) and Power User (Modeling, Configuration)</a:t>
        </a:r>
      </a:p>
    </p188:txBody>
  </p188:cm>
</p188:cmLst>
</file>

<file path=ppt/handoutMasters/_rels/handoutMaster1.xml.rels><?xml version="1.0" encoding="UTF-8" standalone="yes"?>
<Relationships xmlns="http://schemas.openxmlformats.org/package/2006/relationships"><Relationship Id="rId2" Type="http://schemas.openxmlformats.org/officeDocument/2006/relationships/tags" Target="../tags/tag42.xml"/><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0E889F8-3EAC-468D-9A6F-406DDA39752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18E204D-A662-4856-9E8F-09C08C04D71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FC2764-04F0-4F78-ACEC-190715F3E233}" type="datetimeFigureOut">
              <a:rPr lang="en-US" smtClean="0"/>
              <a:t>3/24/2024</a:t>
            </a:fld>
            <a:endParaRPr lang="en-US"/>
          </a:p>
        </p:txBody>
      </p:sp>
      <p:sp>
        <p:nvSpPr>
          <p:cNvPr id="4" name="Footer Placeholder 3">
            <a:extLst>
              <a:ext uri="{FF2B5EF4-FFF2-40B4-BE49-F238E27FC236}">
                <a16:creationId xmlns:a16="http://schemas.microsoft.com/office/drawing/2014/main" id="{7D6587FA-0CF9-4320-A441-3025C2A93AC4}"/>
              </a:ext>
            </a:extLst>
          </p:cNvPr>
          <p:cNvSpPr>
            <a:spLocks noGrp="1"/>
          </p:cNvSpPr>
          <p:nvPr>
            <p:ph type="ftr" sz="quarter" idx="2"/>
            <p:custDataLst>
              <p:tags r:id="rId2"/>
            </p:custDataLst>
          </p:nvPr>
        </p:nvSpPr>
        <p:spPr>
          <a:xfrm>
            <a:off x="0" y="8685213"/>
            <a:ext cx="6858000" cy="458787"/>
          </a:xfrm>
          <a:prstGeom prst="rect">
            <a:avLst/>
          </a:prstGeom>
        </p:spPr>
        <p:txBody>
          <a:bodyPr vert="horz" lIns="91440" tIns="45720" rIns="91440" bIns="45720" rtlCol="0" anchor="b"/>
          <a:lstStyle>
            <a:lvl1pPr algn="l">
              <a:defRPr sz="1200"/>
            </a:lvl1pPr>
          </a:lstStyle>
          <a:p>
            <a:r>
              <a:rPr lang="en-US" sz="700">
                <a:solidFill>
                  <a:srgbClr val="7F7F7F"/>
                </a:solidFill>
                <a:latin typeface="Arial" panose="020B0604020202020204" pitchFamily="34" charset="0"/>
              </a:rPr>
              <a:t>Honeywell Internal</a:t>
            </a:r>
          </a:p>
        </p:txBody>
      </p:sp>
      <p:sp>
        <p:nvSpPr>
          <p:cNvPr id="5" name="Slide Number Placeholder 4">
            <a:extLst>
              <a:ext uri="{FF2B5EF4-FFF2-40B4-BE49-F238E27FC236}">
                <a16:creationId xmlns:a16="http://schemas.microsoft.com/office/drawing/2014/main" id="{89224604-AC66-47CB-AF13-BB3CC6B4EEC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4DE10D-F5AC-4AE8-AFF5-A71385AD45DC}" type="slidenum">
              <a:rPr lang="en-US" smtClean="0"/>
              <a:t>‹#›</a:t>
            </a:fld>
            <a:endParaRPr lang="en-US"/>
          </a:p>
        </p:txBody>
      </p:sp>
    </p:spTree>
    <p:extLst>
      <p:ext uri="{BB962C8B-B14F-4D97-AF65-F5344CB8AC3E}">
        <p14:creationId xmlns:p14="http://schemas.microsoft.com/office/powerpoint/2010/main" val="164632485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tags" Target="../tags/tag41.xml"/><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809AEB-DC28-4015-83A3-BAB3AEC31219}" type="datetimeFigureOut">
              <a:rPr lang="en-US" smtClean="0"/>
              <a:t>3/24/2024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custDataLst>
              <p:tags r:id="rId2"/>
            </p:custDataLst>
          </p:nvPr>
        </p:nvSpPr>
        <p:spPr>
          <a:xfrm>
            <a:off x="0" y="8685213"/>
            <a:ext cx="6858000" cy="458787"/>
          </a:xfrm>
          <a:prstGeom prst="rect">
            <a:avLst/>
          </a:prstGeom>
        </p:spPr>
        <p:txBody>
          <a:bodyPr vert="horz" lIns="91440" tIns="45720" rIns="91440" bIns="45720" rtlCol="0" anchor="b"/>
          <a:lstStyle>
            <a:lvl1pPr algn="l">
              <a:defRPr lang="en-US" sz="700" b="0" i="0" u="none">
                <a:solidFill>
                  <a:srgbClr val="7F7F7F"/>
                </a:solidFill>
                <a:latin typeface="Arial" panose="020B0604020202020204" pitchFamily="34" charset="0"/>
              </a:defRPr>
            </a:lvl1pPr>
          </a:lstStyle>
          <a:p>
            <a:r>
              <a:rPr lang="en-US"/>
              <a:t>Honeywell Internal</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D139E3-571A-4831-9A17-6CF75ED2A226}" type="slidenum">
              <a:rPr lang="en-US" smtClean="0"/>
              <a:t>‹#›</a:t>
            </a:fld>
            <a:endParaRPr lang="en-US"/>
          </a:p>
        </p:txBody>
      </p:sp>
    </p:spTree>
    <p:extLst>
      <p:ext uri="{BB962C8B-B14F-4D97-AF65-F5344CB8AC3E}">
        <p14:creationId xmlns:p14="http://schemas.microsoft.com/office/powerpoint/2010/main" val="2247196807"/>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BD139E3-571A-4831-9A17-6CF75ED2A226}" type="slidenum">
              <a:rPr lang="en-US" smtClean="0"/>
              <a:t>1</a:t>
            </a:fld>
            <a:endParaRPr lang="en-US"/>
          </a:p>
        </p:txBody>
      </p:sp>
    </p:spTree>
    <p:extLst>
      <p:ext uri="{BB962C8B-B14F-4D97-AF65-F5344CB8AC3E}">
        <p14:creationId xmlns:p14="http://schemas.microsoft.com/office/powerpoint/2010/main" val="995694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Honeywell Internal</a:t>
            </a:r>
          </a:p>
        </p:txBody>
      </p:sp>
      <p:sp>
        <p:nvSpPr>
          <p:cNvPr id="6" name="Slide Number Placeholder 5"/>
          <p:cNvSpPr>
            <a:spLocks noGrp="1"/>
          </p:cNvSpPr>
          <p:nvPr>
            <p:ph type="sldNum" sz="quarter" idx="5"/>
          </p:nvPr>
        </p:nvSpPr>
        <p:spPr/>
        <p:txBody>
          <a:bodyPr/>
          <a:lstStyle/>
          <a:p>
            <a:fld id="{FBD139E3-571A-4831-9A17-6CF75ED2A226}" type="slidenum">
              <a:rPr lang="en-US" smtClean="0"/>
              <a:t>2</a:t>
            </a:fld>
            <a:endParaRPr lang="en-US"/>
          </a:p>
        </p:txBody>
      </p:sp>
    </p:spTree>
    <p:extLst>
      <p:ext uri="{BB962C8B-B14F-4D97-AF65-F5344CB8AC3E}">
        <p14:creationId xmlns:p14="http://schemas.microsoft.com/office/powerpoint/2010/main" val="4207838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7.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9.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0.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5.xml"/><Relationship Id="rId1" Type="http://schemas.openxmlformats.org/officeDocument/2006/relationships/tags" Target="../tags/tag1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5.xml"/><Relationship Id="rId1" Type="http://schemas.openxmlformats.org/officeDocument/2006/relationships/tags" Target="../tags/tag15.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6.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7.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8.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9.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0.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1.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2.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3.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4.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5.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6.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7.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8.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9.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5.xml"/><Relationship Id="rId1" Type="http://schemas.openxmlformats.org/officeDocument/2006/relationships/tags" Target="../tags/tag32.xml"/><Relationship Id="rId4" Type="http://schemas.openxmlformats.org/officeDocument/2006/relationships/image" Target="../media/image18.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5.xml"/><Relationship Id="rId1" Type="http://schemas.openxmlformats.org/officeDocument/2006/relationships/tags" Target="../tags/tag33.xml"/><Relationship Id="rId4"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4.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5.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5.xml"/><Relationship Id="rId1" Type="http://schemas.openxmlformats.org/officeDocument/2006/relationships/tags" Target="../tags/tag36.xml"/></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21.emf"/><Relationship Id="rId4" Type="http://schemas.openxmlformats.org/officeDocument/2006/relationships/oleObject" Target="../embeddings/oleObject1.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5.xml"/><Relationship Id="rId7" Type="http://schemas.openxmlformats.org/officeDocument/2006/relationships/image" Target="../media/image23.sv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22.png"/><Relationship Id="rId5" Type="http://schemas.openxmlformats.org/officeDocument/2006/relationships/image" Target="../media/image21.emf"/><Relationship Id="rId4" Type="http://schemas.openxmlformats.org/officeDocument/2006/relationships/oleObject" Target="../embeddings/oleObject2.bin"/></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ingle-Image Cover">
    <p:spTree>
      <p:nvGrpSpPr>
        <p:cNvPr id="1" name=""/>
        <p:cNvGrpSpPr/>
        <p:nvPr/>
      </p:nvGrpSpPr>
      <p:grpSpPr>
        <a:xfrm>
          <a:off x="0" y="0"/>
          <a:ext cx="0" cy="0"/>
          <a:chOff x="0" y="0"/>
          <a:chExt cx="0" cy="0"/>
        </a:xfrm>
      </p:grpSpPr>
      <p:cxnSp>
        <p:nvCxnSpPr>
          <p:cNvPr id="6" name="Straight Connector 5"/>
          <p:cNvCxnSpPr/>
          <p:nvPr/>
        </p:nvCxnSpPr>
        <p:spPr>
          <a:xfrm>
            <a:off x="2852738" y="5959475"/>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8" name="Text Placeholder 19"/>
          <p:cNvSpPr>
            <a:spLocks noGrp="1"/>
          </p:cNvSpPr>
          <p:nvPr>
            <p:ph type="body" sz="quarter" idx="13"/>
          </p:nvPr>
        </p:nvSpPr>
        <p:spPr>
          <a:xfrm>
            <a:off x="2864782"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0" name="Text Placeholder 17"/>
          <p:cNvSpPr>
            <a:spLocks noGrp="1"/>
          </p:cNvSpPr>
          <p:nvPr>
            <p:ph type="body" sz="quarter" idx="12"/>
          </p:nvPr>
        </p:nvSpPr>
        <p:spPr>
          <a:xfrm>
            <a:off x="2864781" y="5960247"/>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12" name="Content Placeholder 6"/>
          <p:cNvSpPr>
            <a:spLocks noGrp="1"/>
          </p:cNvSpPr>
          <p:nvPr>
            <p:ph sz="quarter" idx="10"/>
          </p:nvPr>
        </p:nvSpPr>
        <p:spPr>
          <a:xfrm>
            <a:off x="26670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8"/>
          <p:cNvSpPr>
            <a:spLocks noGrp="1"/>
          </p:cNvSpPr>
          <p:nvPr>
            <p:ph type="body" sz="quarter" idx="11"/>
          </p:nvPr>
        </p:nvSpPr>
        <p:spPr>
          <a:xfrm>
            <a:off x="266699"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85315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1599D60A-9BBF-4307-A866-31648AA11793}" type="datetimeFigureOut">
              <a:rPr lang="en-US" smtClean="0"/>
              <a:t>3/24/2024</a:t>
            </a:fld>
            <a:endParaRPr lang="en-US"/>
          </a:p>
        </p:txBody>
      </p:sp>
      <p:sp>
        <p:nvSpPr>
          <p:cNvPr id="5" name="Footer Placeholder 4"/>
          <p:cNvSpPr>
            <a:spLocks noGrp="1"/>
          </p:cNvSpPr>
          <p:nvPr>
            <p:ph type="ftr" sz="quarter" idx="11"/>
            <p:custDataLst>
              <p:tags r:id="rId1"/>
            </p:custDataLst>
          </p:nvPr>
        </p:nvSpPr>
        <p:spPr>
          <a:xfrm>
            <a:off x="0" y="6356350"/>
            <a:ext cx="12192000" cy="365125"/>
          </a:xfrm>
          <a:prstGeom prst="rect">
            <a:avLst/>
          </a:prstGeo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3471AE-043A-4687-92E1-063725A8428B}" type="slidenum">
              <a:rPr lang="en-US" smtClean="0"/>
              <a:t>‹#›</a:t>
            </a:fld>
            <a:endParaRPr lang="en-US"/>
          </a:p>
        </p:txBody>
      </p:sp>
    </p:spTree>
    <p:extLst>
      <p:ext uri="{BB962C8B-B14F-4D97-AF65-F5344CB8AC3E}">
        <p14:creationId xmlns:p14="http://schemas.microsoft.com/office/powerpoint/2010/main" val="3053164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ulti-Image Cover">
    <p:spTree>
      <p:nvGrpSpPr>
        <p:cNvPr id="1" name=""/>
        <p:cNvGrpSpPr/>
        <p:nvPr/>
      </p:nvGrpSpPr>
      <p:grpSpPr>
        <a:xfrm>
          <a:off x="0" y="0"/>
          <a:ext cx="0" cy="0"/>
          <a:chOff x="0" y="0"/>
          <a:chExt cx="0" cy="0"/>
        </a:xfrm>
      </p:grpSpPr>
      <p:cxnSp>
        <p:nvCxnSpPr>
          <p:cNvPr id="6" name="Straight Connector 5"/>
          <p:cNvCxnSpPr/>
          <p:nvPr userDrawn="1"/>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13" name="Text Placeholder 19"/>
          <p:cNvSpPr>
            <a:spLocks noGrp="1"/>
          </p:cNvSpPr>
          <p:nvPr>
            <p:ph type="body" sz="quarter" idx="13"/>
          </p:nvPr>
        </p:nvSpPr>
        <p:spPr>
          <a:xfrm>
            <a:off x="2864782"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4" name="Text Placeholder 17"/>
          <p:cNvSpPr>
            <a:spLocks noGrp="1"/>
          </p:cNvSpPr>
          <p:nvPr>
            <p:ph type="body" sz="quarter" idx="12"/>
          </p:nvPr>
        </p:nvSpPr>
        <p:spPr>
          <a:xfrm>
            <a:off x="2864781" y="5960247"/>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15" name="Content Placeholder 6"/>
          <p:cNvSpPr>
            <a:spLocks noGrp="1"/>
          </p:cNvSpPr>
          <p:nvPr>
            <p:ph sz="quarter" idx="10"/>
          </p:nvPr>
        </p:nvSpPr>
        <p:spPr>
          <a:xfrm>
            <a:off x="26670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6" name="Text Placeholder 8"/>
          <p:cNvSpPr>
            <a:spLocks noGrp="1"/>
          </p:cNvSpPr>
          <p:nvPr>
            <p:ph type="body" sz="quarter" idx="11"/>
          </p:nvPr>
        </p:nvSpPr>
        <p:spPr>
          <a:xfrm>
            <a:off x="266699"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25297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mple Text">
    <p:spTree>
      <p:nvGrpSpPr>
        <p:cNvPr id="1" name=""/>
        <p:cNvGrpSpPr/>
        <p:nvPr/>
      </p:nvGrpSpPr>
      <p:grpSpPr>
        <a:xfrm>
          <a:off x="0" y="0"/>
          <a:ext cx="0" cy="0"/>
          <a:chOff x="0" y="0"/>
          <a:chExt cx="0" cy="0"/>
        </a:xfrm>
      </p:grpSpPr>
      <p:sp>
        <p:nvSpPr>
          <p:cNvPr id="6" name="Title 1"/>
          <p:cNvSpPr>
            <a:spLocks noGrp="1"/>
          </p:cNvSpPr>
          <p:nvPr>
            <p:ph type="title"/>
          </p:nvPr>
        </p:nvSpPr>
        <p:spPr>
          <a:xfrm>
            <a:off x="714568" y="357810"/>
            <a:ext cx="10507948" cy="498610"/>
          </a:xfrm>
        </p:spPr>
        <p:txBody>
          <a:bodyPr/>
          <a:lstStyle>
            <a:lvl1pPr>
              <a:defRPr baseline="0">
                <a:solidFill>
                  <a:schemeClr val="tx1"/>
                </a:solidFill>
              </a:defRPr>
            </a:lvl1pPr>
          </a:lstStyle>
          <a:p>
            <a:r>
              <a:rPr lang="en-US"/>
              <a:t>Click to edit Master title style</a:t>
            </a:r>
          </a:p>
        </p:txBody>
      </p:sp>
      <p:sp>
        <p:nvSpPr>
          <p:cNvPr id="5" name="Content Placeholder 4"/>
          <p:cNvSpPr>
            <a:spLocks noGrp="1"/>
          </p:cNvSpPr>
          <p:nvPr>
            <p:ph sz="quarter" idx="12"/>
          </p:nvPr>
        </p:nvSpPr>
        <p:spPr>
          <a:xfrm>
            <a:off x="714568" y="1005840"/>
            <a:ext cx="10507947" cy="5053316"/>
          </a:xfrm>
          <a:prstGeom prst="rect">
            <a:avLst/>
          </a:prstGeom>
        </p:spPr>
        <p:txBody>
          <a:bodyPr/>
          <a:lstStyle>
            <a:lvl1pPr>
              <a:buClr>
                <a:schemeClr val="accent1"/>
              </a:buClr>
              <a:defRPr/>
            </a:lvl1pPr>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3"/>
          </p:nvPr>
        </p:nvSpPr>
        <p:spPr/>
        <p:txBody>
          <a:bodyPr/>
          <a:lstStyle>
            <a:lvl1pPr>
              <a:defRPr/>
            </a:lvl1pPr>
          </a:lstStyle>
          <a:p>
            <a:pPr>
              <a:defRPr/>
            </a:pPr>
            <a:fld id="{65C380C9-3062-4F1D-A521-BEC000498A55}" type="slidenum">
              <a:rPr lang="en-US"/>
              <a:pPr>
                <a:defRPr/>
              </a:pPr>
              <a:t>‹#›</a:t>
            </a:fld>
            <a:endParaRPr lang="en-US"/>
          </a:p>
        </p:txBody>
      </p:sp>
      <p:sp>
        <p:nvSpPr>
          <p:cNvPr id="2" name="Footer Placeholder 1"/>
          <p:cNvSpPr>
            <a:spLocks noGrp="1"/>
          </p:cNvSpPr>
          <p:nvPr>
            <p:ph type="ftr" sz="quarter" idx="14"/>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406101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cxnSp>
        <p:nvCxnSpPr>
          <p:cNvPr id="5" name="Straight Connector 4"/>
          <p:cNvCxnSpPr/>
          <p:nvPr userDrawn="1"/>
        </p:nvCxnSpPr>
        <p:spPr bwMode="auto">
          <a:xfrm>
            <a:off x="6008688" y="996950"/>
            <a:ext cx="0" cy="5122496"/>
          </a:xfrm>
          <a:prstGeom prst="line">
            <a:avLst/>
          </a:prstGeom>
          <a:noFill/>
          <a:ln w="9525" cap="flat" cmpd="sng" algn="ctr">
            <a:solidFill>
              <a:schemeClr val="accent3"/>
            </a:solidFill>
            <a:prstDash val="solid"/>
            <a:round/>
            <a:headEnd type="none" w="med" len="med"/>
            <a:tailEnd type="none" w="med" len="med"/>
          </a:ln>
          <a:effectLst/>
        </p:spPr>
      </p:cxnSp>
      <p:sp>
        <p:nvSpPr>
          <p:cNvPr id="13" name="Title 1"/>
          <p:cNvSpPr>
            <a:spLocks noGrp="1"/>
          </p:cNvSpPr>
          <p:nvPr>
            <p:ph type="title"/>
          </p:nvPr>
        </p:nvSpPr>
        <p:spPr>
          <a:xfrm>
            <a:off x="714567" y="357810"/>
            <a:ext cx="10499918" cy="498610"/>
          </a:xfrm>
        </p:spPr>
        <p:txBody>
          <a:bodyPr/>
          <a:lstStyle/>
          <a:p>
            <a:r>
              <a:rPr lang="en-US"/>
              <a:t>Click to edit Master title style</a:t>
            </a:r>
          </a:p>
        </p:txBody>
      </p:sp>
      <p:sp>
        <p:nvSpPr>
          <p:cNvPr id="7" name="Content Placeholder 4"/>
          <p:cNvSpPr>
            <a:spLocks noGrp="1"/>
          </p:cNvSpPr>
          <p:nvPr>
            <p:ph sz="quarter" idx="12"/>
          </p:nvPr>
        </p:nvSpPr>
        <p:spPr>
          <a:xfrm>
            <a:off x="714793" y="1005840"/>
            <a:ext cx="5160304" cy="5113606"/>
          </a:xfrm>
          <a:prstGeom prst="rect">
            <a:avLst/>
          </a:prstGeom>
        </p:spPr>
        <p:txBody>
          <a:bodyPr/>
          <a:lstStyle>
            <a:lvl1pPr>
              <a:buClr>
                <a:schemeClr val="tx2"/>
              </a:buCl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4"/>
          <p:cNvSpPr>
            <a:spLocks noGrp="1"/>
          </p:cNvSpPr>
          <p:nvPr>
            <p:ph sz="quarter" idx="15"/>
          </p:nvPr>
        </p:nvSpPr>
        <p:spPr>
          <a:xfrm>
            <a:off x="6150445" y="1005840"/>
            <a:ext cx="5064040" cy="5113606"/>
          </a:xfrm>
          <a:prstGeom prst="rect">
            <a:avLst/>
          </a:prstGeom>
        </p:spPr>
        <p:txBody>
          <a:bodyPr/>
          <a:lstStyle>
            <a:lvl1pPr>
              <a:defRPr>
                <a:latin typeface="+mn-lt"/>
              </a:defRPr>
            </a:lvl1pPr>
            <a:lvl2pPr>
              <a:defRPr>
                <a:latin typeface="+mn-lt"/>
              </a:defRPr>
            </a:lvl2pPr>
            <a:lvl3pP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6"/>
          </p:nvPr>
        </p:nvSpPr>
        <p:spPr/>
        <p:txBody>
          <a:bodyPr/>
          <a:lstStyle>
            <a:lvl1pPr>
              <a:defRPr/>
            </a:lvl1pPr>
          </a:lstStyle>
          <a:p>
            <a:pPr>
              <a:defRPr/>
            </a:pPr>
            <a:fld id="{F0121559-6FAE-4C9F-95D5-751370D9C50E}" type="slidenum">
              <a:rPr lang="en-US"/>
              <a:pPr>
                <a:defRPr/>
              </a:pPr>
              <a:t>‹#›</a:t>
            </a:fld>
            <a:endParaRPr lang="en-US"/>
          </a:p>
        </p:txBody>
      </p:sp>
      <p:sp>
        <p:nvSpPr>
          <p:cNvPr id="2" name="Footer Placeholder 1"/>
          <p:cNvSpPr>
            <a:spLocks noGrp="1"/>
          </p:cNvSpPr>
          <p:nvPr>
            <p:ph type="ftr" sz="quarter" idx="1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73700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Up Layout">
    <p:spTree>
      <p:nvGrpSpPr>
        <p:cNvPr id="1" name=""/>
        <p:cNvGrpSpPr/>
        <p:nvPr/>
      </p:nvGrpSpPr>
      <p:grpSpPr>
        <a:xfrm>
          <a:off x="0" y="0"/>
          <a:ext cx="0" cy="0"/>
          <a:chOff x="0" y="0"/>
          <a:chExt cx="0" cy="0"/>
        </a:xfrm>
      </p:grpSpPr>
      <p:cxnSp>
        <p:nvCxnSpPr>
          <p:cNvPr id="7" name="Straight Connector 6"/>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p:spPr>
      </p:cxnSp>
      <p:cxnSp>
        <p:nvCxnSpPr>
          <p:cNvPr id="8" name="Straight Connector 7"/>
          <p:cNvCxnSpPr/>
          <p:nvPr userDrawn="1"/>
        </p:nvCxnSpPr>
        <p:spPr bwMode="auto">
          <a:xfrm>
            <a:off x="6008688" y="996950"/>
            <a:ext cx="0" cy="5192836"/>
          </a:xfrm>
          <a:prstGeom prst="line">
            <a:avLst/>
          </a:prstGeom>
          <a:noFill/>
          <a:ln w="9525" cap="flat" cmpd="sng" algn="ctr">
            <a:solidFill>
              <a:schemeClr val="accent3"/>
            </a:solidFill>
            <a:prstDash val="solid"/>
            <a:round/>
            <a:headEnd type="none" w="med" len="med"/>
            <a:tailEnd type="none" w="med" len="med"/>
          </a:ln>
          <a:effectLst/>
        </p:spPr>
      </p:cxnSp>
      <p:sp>
        <p:nvSpPr>
          <p:cNvPr id="9" name="TextBox 11"/>
          <p:cNvSpPr txBox="1">
            <a:spLocks noChangeArrowheads="1"/>
          </p:cNvSpPr>
          <p:nvPr userDrawn="1"/>
        </p:nvSpPr>
        <p:spPr bwMode="auto">
          <a:xfrm>
            <a:off x="1666875" y="6804025"/>
            <a:ext cx="1857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a:p>
        </p:txBody>
      </p:sp>
      <p:sp>
        <p:nvSpPr>
          <p:cNvPr id="20" name="Title 1"/>
          <p:cNvSpPr>
            <a:spLocks noGrp="1"/>
          </p:cNvSpPr>
          <p:nvPr>
            <p:ph type="title"/>
          </p:nvPr>
        </p:nvSpPr>
        <p:spPr>
          <a:xfrm>
            <a:off x="714240" y="364798"/>
            <a:ext cx="10531033" cy="512064"/>
          </a:xfrm>
        </p:spPr>
        <p:txBody>
          <a:bodyPr/>
          <a:lstStyle/>
          <a:p>
            <a:r>
              <a:rPr lang="en-US"/>
              <a:t>Click to edit Master title style</a:t>
            </a:r>
          </a:p>
        </p:txBody>
      </p:sp>
      <p:sp>
        <p:nvSpPr>
          <p:cNvPr id="10" name="Content Placeholder 4"/>
          <p:cNvSpPr>
            <a:spLocks noGrp="1"/>
          </p:cNvSpPr>
          <p:nvPr>
            <p:ph sz="quarter" idx="12"/>
          </p:nvPr>
        </p:nvSpPr>
        <p:spPr>
          <a:xfrm>
            <a:off x="714240" y="1005841"/>
            <a:ext cx="5172338"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4"/>
          <p:cNvSpPr>
            <a:spLocks noGrp="1"/>
          </p:cNvSpPr>
          <p:nvPr>
            <p:ph sz="quarter" idx="15"/>
          </p:nvPr>
        </p:nvSpPr>
        <p:spPr>
          <a:xfrm>
            <a:off x="6134782" y="1005841"/>
            <a:ext cx="5110491"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4"/>
          <p:cNvSpPr>
            <a:spLocks noGrp="1"/>
          </p:cNvSpPr>
          <p:nvPr>
            <p:ph sz="quarter" idx="22"/>
          </p:nvPr>
        </p:nvSpPr>
        <p:spPr>
          <a:xfrm>
            <a:off x="714240" y="3796577"/>
            <a:ext cx="5172338" cy="239320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p:cNvSpPr>
            <a:spLocks noGrp="1"/>
          </p:cNvSpPr>
          <p:nvPr>
            <p:ph sz="quarter" idx="23"/>
          </p:nvPr>
        </p:nvSpPr>
        <p:spPr>
          <a:xfrm>
            <a:off x="6134782" y="3796578"/>
            <a:ext cx="5110491" cy="2393208"/>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p:cNvSpPr>
            <a:spLocks noGrp="1"/>
          </p:cNvSpPr>
          <p:nvPr>
            <p:ph type="sldNum" sz="quarter" idx="24"/>
          </p:nvPr>
        </p:nvSpPr>
        <p:spPr/>
        <p:txBody>
          <a:bodyPr/>
          <a:lstStyle>
            <a:lvl1pPr algn="l">
              <a:defRPr sz="1100" b="1" i="0">
                <a:solidFill>
                  <a:schemeClr val="bg1"/>
                </a:solidFill>
                <a:latin typeface="+mn-lt"/>
                <a:cs typeface="HelveticaNeue MediumCond"/>
              </a:defRPr>
            </a:lvl1pPr>
          </a:lstStyle>
          <a:p>
            <a:pPr>
              <a:defRPr/>
            </a:pPr>
            <a:fld id="{7A6399F0-1CB9-4AF2-8492-04A4C562147A}" type="slidenum">
              <a:rPr lang="en-US"/>
              <a:pPr>
                <a:defRPr/>
              </a:pPr>
              <a:t>‹#›</a:t>
            </a:fld>
            <a:endParaRPr lang="en-US"/>
          </a:p>
        </p:txBody>
      </p:sp>
      <p:sp>
        <p:nvSpPr>
          <p:cNvPr id="2" name="Footer Placeholder 1"/>
          <p:cNvSpPr>
            <a:spLocks noGrp="1"/>
          </p:cNvSpPr>
          <p:nvPr>
            <p:ph type="ftr" sz="quarter" idx="25"/>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220250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pen Layout">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89"/>
            <a:ext cx="10523336" cy="498475"/>
          </a:xfrm>
        </p:spPr>
        <p:txBody>
          <a:bodyPr/>
          <a:lstStyle/>
          <a:p>
            <a:r>
              <a:rPr lang="en-US"/>
              <a:t>Click to edit Master title style</a:t>
            </a:r>
          </a:p>
        </p:txBody>
      </p:sp>
      <p:sp>
        <p:nvSpPr>
          <p:cNvPr id="3" name="Slide Number Placeholder 5"/>
          <p:cNvSpPr>
            <a:spLocks noGrp="1"/>
          </p:cNvSpPr>
          <p:nvPr>
            <p:ph type="sldNum" sz="quarter" idx="10"/>
          </p:nvPr>
        </p:nvSpPr>
        <p:spPr/>
        <p:txBody>
          <a:bodyPr/>
          <a:lstStyle>
            <a:lvl1pPr>
              <a:defRPr/>
            </a:lvl1pPr>
          </a:lstStyle>
          <a:p>
            <a:pPr>
              <a:defRPr/>
            </a:pPr>
            <a:fld id="{521D1E3F-96BE-4EC6-B772-60D92C1E53EA}" type="slidenum">
              <a:rPr lang="en-US"/>
              <a:pPr>
                <a:defRPr/>
              </a:pPr>
              <a:t>‹#›</a:t>
            </a:fld>
            <a:endParaRPr lang="en-US"/>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2896915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 name="Title 1"/>
          <p:cNvSpPr>
            <a:spLocks noGrp="1"/>
          </p:cNvSpPr>
          <p:nvPr>
            <p:ph type="title"/>
          </p:nvPr>
        </p:nvSpPr>
        <p:spPr>
          <a:xfrm>
            <a:off x="0" y="2119726"/>
            <a:ext cx="12192000" cy="498475"/>
          </a:xfrm>
        </p:spPr>
        <p:txBody>
          <a:bodyPr/>
          <a:lstStyle>
            <a:lvl1pPr algn="ctr">
              <a:defRPr/>
            </a:lvl1pPr>
          </a:lstStyle>
          <a:p>
            <a:r>
              <a:rPr lang="en-US"/>
              <a:t>Click to edit Master title style</a:t>
            </a:r>
          </a:p>
        </p:txBody>
      </p:sp>
      <p:sp>
        <p:nvSpPr>
          <p:cNvPr id="3" name="Slide Number Placeholder 5"/>
          <p:cNvSpPr>
            <a:spLocks noGrp="1"/>
          </p:cNvSpPr>
          <p:nvPr>
            <p:ph type="sldNum" sz="quarter" idx="10"/>
          </p:nvPr>
        </p:nvSpPr>
        <p:spPr/>
        <p:txBody>
          <a:bodyPr/>
          <a:lstStyle>
            <a:lvl1pPr>
              <a:defRPr/>
            </a:lvl1pPr>
          </a:lstStyle>
          <a:p>
            <a:pPr>
              <a:defRPr/>
            </a:pPr>
            <a:fld id="{E7709538-BB9A-4E8C-A50F-1F4EB6EDDBD2}" type="slidenum">
              <a:rPr lang="en-US"/>
              <a:pPr>
                <a:defRPr/>
              </a:pPr>
              <a:t>‹#›</a:t>
            </a:fld>
            <a:endParaRPr lang="en-US"/>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346627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mple Text with Takeaway">
    <p:spTree>
      <p:nvGrpSpPr>
        <p:cNvPr id="1" name=""/>
        <p:cNvGrpSpPr/>
        <p:nvPr/>
      </p:nvGrpSpPr>
      <p:grpSpPr>
        <a:xfrm>
          <a:off x="0" y="0"/>
          <a:ext cx="0" cy="0"/>
          <a:chOff x="0" y="0"/>
          <a:chExt cx="0" cy="0"/>
        </a:xfrm>
      </p:grpSpPr>
      <p:sp>
        <p:nvSpPr>
          <p:cNvPr id="16" name="Title 1"/>
          <p:cNvSpPr>
            <a:spLocks noGrp="1"/>
          </p:cNvSpPr>
          <p:nvPr>
            <p:ph type="title"/>
          </p:nvPr>
        </p:nvSpPr>
        <p:spPr>
          <a:xfrm>
            <a:off x="709621" y="364015"/>
            <a:ext cx="10491779" cy="511862"/>
          </a:xfrm>
        </p:spPr>
        <p:txBody>
          <a:bodyPr/>
          <a:lstStyle/>
          <a:p>
            <a:r>
              <a:rPr lang="en-US"/>
              <a:t>Click to edit Master title style</a:t>
            </a:r>
          </a:p>
        </p:txBody>
      </p:sp>
      <p:sp>
        <p:nvSpPr>
          <p:cNvPr id="14" name="Text Placeholder 9"/>
          <p:cNvSpPr>
            <a:spLocks noGrp="1"/>
          </p:cNvSpPr>
          <p:nvPr>
            <p:ph type="body" sz="quarter" idx="15"/>
          </p:nvPr>
        </p:nvSpPr>
        <p:spPr>
          <a:xfrm>
            <a:off x="315384" y="640080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9" name="Content Placeholder 4"/>
          <p:cNvSpPr>
            <a:spLocks noGrp="1"/>
          </p:cNvSpPr>
          <p:nvPr>
            <p:ph sz="quarter" idx="12"/>
          </p:nvPr>
        </p:nvSpPr>
        <p:spPr>
          <a:xfrm>
            <a:off x="709621" y="1005463"/>
            <a:ext cx="10491779" cy="5075237"/>
          </a:xfrm>
          <a:prstGeom prst="rect">
            <a:avLst/>
          </a:prstGeom>
        </p:spPr>
        <p:txBody>
          <a:bodyPr/>
          <a:lstStyle>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16"/>
          </p:nvPr>
        </p:nvSpPr>
        <p:spPr/>
        <p:txBody>
          <a:bodyPr/>
          <a:lstStyle>
            <a:lvl1pPr algn="l">
              <a:defRPr sz="1000" b="1" i="0">
                <a:solidFill>
                  <a:schemeClr val="bg1"/>
                </a:solidFill>
                <a:latin typeface="+mn-lt"/>
                <a:cs typeface="HelveticaNeue MediumCond"/>
              </a:defRPr>
            </a:lvl1pPr>
          </a:lstStyle>
          <a:p>
            <a:pPr>
              <a:defRPr/>
            </a:pPr>
            <a:fld id="{EDB926B2-095E-4571-A4EA-B3D2263F082D}" type="slidenum">
              <a:rPr lang="en-US"/>
              <a:pPr>
                <a:defRPr/>
              </a:pPr>
              <a:t>‹#›</a:t>
            </a:fld>
            <a:endParaRPr lang="en-US"/>
          </a:p>
        </p:txBody>
      </p:sp>
      <p:sp>
        <p:nvSpPr>
          <p:cNvPr id="3" name="Footer Placeholder 2"/>
          <p:cNvSpPr>
            <a:spLocks noGrp="1"/>
          </p:cNvSpPr>
          <p:nvPr>
            <p:ph type="ftr" sz="quarter" idx="1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1833999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with Takeaway">
    <p:spTree>
      <p:nvGrpSpPr>
        <p:cNvPr id="1" name=""/>
        <p:cNvGrpSpPr/>
        <p:nvPr/>
      </p:nvGrpSpPr>
      <p:grpSpPr>
        <a:xfrm>
          <a:off x="0" y="0"/>
          <a:ext cx="0" cy="0"/>
          <a:chOff x="0" y="0"/>
          <a:chExt cx="0" cy="0"/>
        </a:xfrm>
      </p:grpSpPr>
      <p:cxnSp>
        <p:nvCxnSpPr>
          <p:cNvPr id="8" name="Straight Connector 7"/>
          <p:cNvCxnSpPr/>
          <p:nvPr userDrawn="1"/>
        </p:nvCxnSpPr>
        <p:spPr bwMode="auto">
          <a:xfrm>
            <a:off x="6008688" y="996950"/>
            <a:ext cx="0" cy="5056188"/>
          </a:xfrm>
          <a:prstGeom prst="line">
            <a:avLst/>
          </a:prstGeom>
          <a:noFill/>
          <a:ln w="9525" cap="flat" cmpd="sng" algn="ctr">
            <a:solidFill>
              <a:schemeClr val="accent3"/>
            </a:solidFill>
            <a:prstDash val="solid"/>
            <a:round/>
            <a:headEnd type="none" w="med" len="med"/>
            <a:tailEnd type="none" w="med" len="med"/>
          </a:ln>
          <a:effectLst/>
        </p:spPr>
      </p:cxnSp>
      <p:sp>
        <p:nvSpPr>
          <p:cNvPr id="11" name="Content Placeholder 4"/>
          <p:cNvSpPr>
            <a:spLocks noGrp="1"/>
          </p:cNvSpPr>
          <p:nvPr>
            <p:ph sz="quarter" idx="12"/>
          </p:nvPr>
        </p:nvSpPr>
        <p:spPr>
          <a:xfrm>
            <a:off x="714108" y="1005840"/>
            <a:ext cx="517230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4"/>
          <p:cNvSpPr>
            <a:spLocks noGrp="1"/>
          </p:cNvSpPr>
          <p:nvPr>
            <p:ph sz="quarter" idx="16"/>
          </p:nvPr>
        </p:nvSpPr>
        <p:spPr>
          <a:xfrm>
            <a:off x="6143515" y="1005840"/>
            <a:ext cx="505094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9" name="Slide Number Placeholder 2"/>
          <p:cNvSpPr>
            <a:spLocks noGrp="1"/>
          </p:cNvSpPr>
          <p:nvPr>
            <p:ph type="sldNum" sz="quarter" idx="17"/>
          </p:nvPr>
        </p:nvSpPr>
        <p:spPr/>
        <p:txBody>
          <a:bodyPr/>
          <a:lstStyle>
            <a:lvl1pPr>
              <a:defRPr/>
            </a:lvl1pPr>
          </a:lstStyle>
          <a:p>
            <a:pPr>
              <a:defRPr/>
            </a:pPr>
            <a:fld id="{E55B2C39-C6CC-42D0-AE05-9F96B4FF368A}" type="slidenum">
              <a:rPr lang="en-US"/>
              <a:pPr>
                <a:defRPr/>
              </a:pPr>
              <a:t>‹#›</a:t>
            </a:fld>
            <a:endParaRPr lang="en-US"/>
          </a:p>
        </p:txBody>
      </p:sp>
      <p:sp>
        <p:nvSpPr>
          <p:cNvPr id="4" name="Title 3"/>
          <p:cNvSpPr>
            <a:spLocks noGrp="1"/>
          </p:cNvSpPr>
          <p:nvPr>
            <p:ph type="title"/>
          </p:nvPr>
        </p:nvSpPr>
        <p:spPr/>
        <p:txBody>
          <a:bodyPr/>
          <a:lstStyle/>
          <a:p>
            <a:r>
              <a:rPr lang="en-US"/>
              <a:t>Click to edit Master title style</a:t>
            </a:r>
          </a:p>
        </p:txBody>
      </p:sp>
      <p:sp>
        <p:nvSpPr>
          <p:cNvPr id="2" name="Footer Placeholder 1"/>
          <p:cNvSpPr>
            <a:spLocks noGrp="1"/>
          </p:cNvSpPr>
          <p:nvPr>
            <p:ph type="ftr" sz="quarter" idx="18"/>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1810980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Up Layout With Takeaway">
    <p:spTree>
      <p:nvGrpSpPr>
        <p:cNvPr id="1" name=""/>
        <p:cNvGrpSpPr/>
        <p:nvPr/>
      </p:nvGrpSpPr>
      <p:grpSpPr>
        <a:xfrm>
          <a:off x="0" y="0"/>
          <a:ext cx="0" cy="0"/>
          <a:chOff x="0" y="0"/>
          <a:chExt cx="0" cy="0"/>
        </a:xfrm>
      </p:grpSpPr>
      <p:cxnSp>
        <p:nvCxnSpPr>
          <p:cNvPr id="10" name="Straight Connector 9"/>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p:spPr>
      </p:cxnSp>
      <p:cxnSp>
        <p:nvCxnSpPr>
          <p:cNvPr id="11" name="Straight Connector 10"/>
          <p:cNvCxnSpPr/>
          <p:nvPr userDrawn="1"/>
        </p:nvCxnSpPr>
        <p:spPr bwMode="auto">
          <a:xfrm>
            <a:off x="6008688" y="996950"/>
            <a:ext cx="0" cy="5184775"/>
          </a:xfrm>
          <a:prstGeom prst="line">
            <a:avLst/>
          </a:prstGeom>
          <a:noFill/>
          <a:ln w="9525" cap="flat" cmpd="sng" algn="ctr">
            <a:solidFill>
              <a:schemeClr val="accent3"/>
            </a:solidFill>
            <a:prstDash val="solid"/>
            <a:round/>
            <a:headEnd type="none" w="med" len="med"/>
            <a:tailEnd type="none" w="med" len="med"/>
          </a:ln>
          <a:effectLst/>
        </p:spPr>
      </p:cxnSp>
      <p:sp>
        <p:nvSpPr>
          <p:cNvPr id="16" name="Title 1"/>
          <p:cNvSpPr>
            <a:spLocks noGrp="1"/>
          </p:cNvSpPr>
          <p:nvPr>
            <p:ph type="title"/>
          </p:nvPr>
        </p:nvSpPr>
        <p:spPr>
          <a:xfrm>
            <a:off x="714108" y="364859"/>
            <a:ext cx="10472508" cy="485358"/>
          </a:xfrm>
        </p:spPr>
        <p:txBody>
          <a:bodyPr/>
          <a:lstStyle/>
          <a:p>
            <a:r>
              <a:rPr lang="en-US"/>
              <a:t>Click to edit Master title style</a:t>
            </a:r>
          </a:p>
        </p:txBody>
      </p:sp>
      <p:sp>
        <p:nvSpPr>
          <p:cNvPr id="25" name="Content Placeholder 4"/>
          <p:cNvSpPr>
            <a:spLocks noGrp="1"/>
          </p:cNvSpPr>
          <p:nvPr>
            <p:ph sz="quarter" idx="23"/>
          </p:nvPr>
        </p:nvSpPr>
        <p:spPr>
          <a:xfrm>
            <a:off x="714108" y="3796577"/>
            <a:ext cx="5165333"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4"/>
          <p:cNvSpPr>
            <a:spLocks noGrp="1"/>
          </p:cNvSpPr>
          <p:nvPr>
            <p:ph sz="quarter" idx="24"/>
          </p:nvPr>
        </p:nvSpPr>
        <p:spPr>
          <a:xfrm>
            <a:off x="6123482" y="3796577"/>
            <a:ext cx="5063134"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4"/>
          <p:cNvSpPr>
            <a:spLocks noGrp="1"/>
          </p:cNvSpPr>
          <p:nvPr>
            <p:ph sz="quarter" idx="12"/>
          </p:nvPr>
        </p:nvSpPr>
        <p:spPr>
          <a:xfrm>
            <a:off x="714108" y="1005841"/>
            <a:ext cx="5165333"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4"/>
          <p:cNvSpPr>
            <a:spLocks noGrp="1"/>
          </p:cNvSpPr>
          <p:nvPr>
            <p:ph sz="quarter" idx="25"/>
          </p:nvPr>
        </p:nvSpPr>
        <p:spPr>
          <a:xfrm>
            <a:off x="6123482" y="1005841"/>
            <a:ext cx="5063134" cy="2624429"/>
          </a:xfrm>
          <a:prstGeom prst="rect">
            <a:avLst/>
          </a:prstGeom>
        </p:spPr>
        <p:txBody>
          <a:bodyPr/>
          <a:lstStyle>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12" name="Slide Number Placeholder 5"/>
          <p:cNvSpPr>
            <a:spLocks noGrp="1"/>
          </p:cNvSpPr>
          <p:nvPr>
            <p:ph type="sldNum" sz="quarter" idx="26"/>
          </p:nvPr>
        </p:nvSpPr>
        <p:spPr/>
        <p:txBody>
          <a:bodyPr/>
          <a:lstStyle>
            <a:lvl1pPr algn="l">
              <a:defRPr sz="1100" b="1" i="0">
                <a:solidFill>
                  <a:schemeClr val="bg1"/>
                </a:solidFill>
                <a:latin typeface="+mn-lt"/>
                <a:cs typeface="HelveticaNeue MediumCond"/>
              </a:defRPr>
            </a:lvl1pPr>
          </a:lstStyle>
          <a:p>
            <a:pPr>
              <a:defRPr/>
            </a:pPr>
            <a:fld id="{5A60E25D-90C3-4421-A5B5-3BFD0CA09E3E}" type="slidenum">
              <a:rPr lang="en-US"/>
              <a:pPr>
                <a:defRPr/>
              </a:pPr>
              <a:t>‹#›</a:t>
            </a:fld>
            <a:endParaRPr lang="en-US"/>
          </a:p>
        </p:txBody>
      </p:sp>
      <p:sp>
        <p:nvSpPr>
          <p:cNvPr id="3" name="Footer Placeholder 2"/>
          <p:cNvSpPr>
            <a:spLocks noGrp="1"/>
          </p:cNvSpPr>
          <p:nvPr>
            <p:ph type="ftr" sz="quarter" idx="2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6714715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pen Layout W/ Takeaway">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89"/>
            <a:ext cx="10455164" cy="498475"/>
          </a:xfrm>
        </p:spPr>
        <p:txBody>
          <a:bodyPr/>
          <a:lstStyle/>
          <a:p>
            <a:r>
              <a:rPr lang="en-US"/>
              <a:t>Click to edit Master title style</a:t>
            </a:r>
          </a:p>
        </p:txBody>
      </p:sp>
      <p:sp>
        <p:nvSpPr>
          <p:cNvPr id="12"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6" name="Slide Number Placeholder 2"/>
          <p:cNvSpPr>
            <a:spLocks noGrp="1"/>
          </p:cNvSpPr>
          <p:nvPr>
            <p:ph type="sldNum" sz="quarter" idx="16"/>
          </p:nvPr>
        </p:nvSpPr>
        <p:spPr/>
        <p:txBody>
          <a:bodyPr/>
          <a:lstStyle>
            <a:lvl1pPr>
              <a:defRPr sz="1100"/>
            </a:lvl1pPr>
          </a:lstStyle>
          <a:p>
            <a:pPr>
              <a:defRPr/>
            </a:pPr>
            <a:fld id="{528D6B90-B26E-4C9F-854B-7A7111C42F8C}" type="slidenum">
              <a:rPr lang="en-US"/>
              <a:pPr>
                <a:defRPr/>
              </a:pPr>
              <a:t>‹#›</a:t>
            </a:fld>
            <a:endParaRPr lang="en-US"/>
          </a:p>
        </p:txBody>
      </p:sp>
      <p:sp>
        <p:nvSpPr>
          <p:cNvPr id="7" name="Footer Placeholder 6"/>
          <p:cNvSpPr>
            <a:spLocks noGrp="1"/>
          </p:cNvSpPr>
          <p:nvPr>
            <p:ph type="ftr" sz="quarter" idx="1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327596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Behind">
    <p:bg>
      <p:bgPr>
        <a:solidFill>
          <a:schemeClr val="bg1">
            <a:lumMod val="85000"/>
          </a:schemeClr>
        </a:solidFill>
        <a:effectLst/>
      </p:bgPr>
    </p:bg>
    <p:spTree>
      <p:nvGrpSpPr>
        <p:cNvPr id="1" name=""/>
        <p:cNvGrpSpPr/>
        <p:nvPr/>
      </p:nvGrpSpPr>
      <p:grpSpPr>
        <a:xfrm>
          <a:off x="0" y="0"/>
          <a:ext cx="0" cy="0"/>
          <a:chOff x="0" y="0"/>
          <a:chExt cx="0" cy="0"/>
        </a:xfrm>
      </p:grpSpPr>
      <p:sp>
        <p:nvSpPr>
          <p:cNvPr id="26" name="Picture Placeholder 25"/>
          <p:cNvSpPr>
            <a:spLocks noGrp="1"/>
          </p:cNvSpPr>
          <p:nvPr>
            <p:ph type="pic" sz="quarter" idx="17"/>
          </p:nvPr>
        </p:nvSpPr>
        <p:spPr>
          <a:xfrm>
            <a:off x="0" y="4288536"/>
            <a:ext cx="12192000" cy="2569464"/>
          </a:xfrm>
          <a:prstGeom prst="rect">
            <a:avLst/>
          </a:prstGeom>
          <a:blipFill>
            <a:blip r:embed="rId2"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p>
        </p:txBody>
      </p:sp>
      <p:sp>
        <p:nvSpPr>
          <p:cNvPr id="5" name="Text Placeholder 19"/>
          <p:cNvSpPr>
            <a:spLocks noGrp="1"/>
          </p:cNvSpPr>
          <p:nvPr>
            <p:ph type="body" sz="quarter" idx="13"/>
          </p:nvPr>
        </p:nvSpPr>
        <p:spPr>
          <a:xfrm>
            <a:off x="2864782" y="6222292"/>
            <a:ext cx="6617885" cy="254118"/>
          </a:xfrm>
          <a:prstGeom prst="rect">
            <a:avLst/>
          </a:prstGeom>
        </p:spPr>
        <p:txBody>
          <a:bodyPr vert="horz" anchor="ctr"/>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7" name="Content Placeholder 6"/>
          <p:cNvSpPr>
            <a:spLocks noGrp="1"/>
          </p:cNvSpPr>
          <p:nvPr>
            <p:ph sz="quarter" idx="10"/>
          </p:nvPr>
        </p:nvSpPr>
        <p:spPr>
          <a:xfrm>
            <a:off x="266700" y="5949950"/>
            <a:ext cx="2483273" cy="236792"/>
          </a:xfrm>
          <a:prstGeom prst="rect">
            <a:avLst/>
          </a:prstGeom>
        </p:spPr>
        <p:txBody>
          <a:bodyPr vert="horz" anchor="t"/>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8" name="Text Placeholder 8"/>
          <p:cNvSpPr>
            <a:spLocks noGrp="1"/>
          </p:cNvSpPr>
          <p:nvPr>
            <p:ph type="body" sz="quarter" idx="11"/>
          </p:nvPr>
        </p:nvSpPr>
        <p:spPr>
          <a:xfrm>
            <a:off x="266699" y="6199311"/>
            <a:ext cx="2483275" cy="248524"/>
          </a:xfrm>
          <a:prstGeom prst="rect">
            <a:avLst/>
          </a:prstGeom>
        </p:spPr>
        <p:txBody>
          <a:bodyPr vert="horz"/>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Picture Placeholder 9"/>
          <p:cNvSpPr>
            <a:spLocks noGrp="1"/>
          </p:cNvSpPr>
          <p:nvPr>
            <p:ph type="pic" sz="quarter" idx="14"/>
          </p:nvPr>
        </p:nvSpPr>
        <p:spPr>
          <a:xfrm>
            <a:off x="9668256" y="6099048"/>
            <a:ext cx="1901952" cy="356616"/>
          </a:xfrm>
          <a:prstGeom prst="rect">
            <a:avLst/>
          </a:prstGeom>
          <a:blipFill>
            <a:blip r:embed="rId3" cstate="email">
              <a:extLst>
                <a:ext uri="{28A0092B-C50C-407E-A947-70E740481C1C}">
                  <a14:useLocalDpi xmlns:a14="http://schemas.microsoft.com/office/drawing/2010/main"/>
                </a:ext>
              </a:extLst>
            </a:blip>
            <a:stretch>
              <a:fillRect/>
            </a:stretch>
          </a:blipFill>
        </p:spPr>
        <p:txBody>
          <a:bodyPr/>
          <a:lstStyle>
            <a:lvl1pPr marL="0" indent="0">
              <a:buNone/>
              <a:defRPr sz="200"/>
            </a:lvl1pPr>
          </a:lstStyle>
          <a:p>
            <a:r>
              <a:rPr lang="en-US"/>
              <a:t>Click icon to add picture</a:t>
            </a:r>
          </a:p>
        </p:txBody>
      </p:sp>
      <p:sp>
        <p:nvSpPr>
          <p:cNvPr id="11" name="Text Placeholder 17"/>
          <p:cNvSpPr>
            <a:spLocks noGrp="1"/>
          </p:cNvSpPr>
          <p:nvPr>
            <p:ph type="body" sz="quarter" idx="12"/>
          </p:nvPr>
        </p:nvSpPr>
        <p:spPr>
          <a:xfrm>
            <a:off x="2864781" y="5960247"/>
            <a:ext cx="6617887" cy="249655"/>
          </a:xfrm>
          <a:prstGeom prst="rect">
            <a:avLst/>
          </a:prstGeom>
        </p:spPr>
        <p:txBody>
          <a:bodyPr vert="horz" anchor="ctr"/>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23" name="Picture Placeholder 9"/>
          <p:cNvSpPr>
            <a:spLocks noGrp="1"/>
          </p:cNvSpPr>
          <p:nvPr>
            <p:ph type="pic" sz="quarter" idx="16"/>
          </p:nvPr>
        </p:nvSpPr>
        <p:spPr>
          <a:xfrm>
            <a:off x="2852928" y="5961888"/>
            <a:ext cx="12192" cy="502920"/>
          </a:xfrm>
          <a:prstGeom prst="rect">
            <a:avLst/>
          </a:prstGeom>
          <a:blipFill>
            <a:blip r:embed="rId4" cstate="screen">
              <a:extLst>
                <a:ext uri="{28A0092B-C50C-407E-A947-70E740481C1C}">
                  <a14:useLocalDpi xmlns:a14="http://schemas.microsoft.com/office/drawing/2010/main"/>
                </a:ext>
              </a:extLst>
            </a:blip>
            <a:stretch>
              <a:fillRect/>
            </a:stretch>
          </a:blipFill>
        </p:spPr>
        <p:txBody>
          <a:bodyPr/>
          <a:lstStyle>
            <a:lvl1pPr marL="0" indent="0">
              <a:buNone/>
              <a:defRPr sz="200" baseline="0">
                <a:solidFill>
                  <a:schemeClr val="bg1">
                    <a:lumMod val="75000"/>
                  </a:schemeClr>
                </a:solidFill>
              </a:defRPr>
            </a:lvl1pPr>
          </a:lstStyle>
          <a:p>
            <a:r>
              <a:rPr lang="en-US"/>
              <a:t>Click icon to add picture</a:t>
            </a:r>
          </a:p>
        </p:txBody>
      </p:sp>
    </p:spTree>
    <p:extLst>
      <p:ext uri="{BB962C8B-B14F-4D97-AF65-F5344CB8AC3E}">
        <p14:creationId xmlns:p14="http://schemas.microsoft.com/office/powerpoint/2010/main" val="4057722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Shape">
    <p:bg>
      <p:bgPr>
        <a:solidFill>
          <a:schemeClr val="bg1"/>
        </a:solidFill>
        <a:effectLst/>
      </p:bgPr>
    </p:bg>
    <p:spTree>
      <p:nvGrpSpPr>
        <p:cNvPr id="1" name=""/>
        <p:cNvGrpSpPr/>
        <p:nvPr/>
      </p:nvGrpSpPr>
      <p:grpSpPr>
        <a:xfrm>
          <a:off x="0" y="0"/>
          <a:ext cx="0" cy="0"/>
          <a:chOff x="0" y="0"/>
          <a:chExt cx="0" cy="0"/>
        </a:xfrm>
      </p:grpSpPr>
      <p:sp>
        <p:nvSpPr>
          <p:cNvPr id="5" name="Text Placeholder 19"/>
          <p:cNvSpPr>
            <a:spLocks noGrp="1"/>
          </p:cNvSpPr>
          <p:nvPr>
            <p:ph type="body" sz="quarter" idx="13"/>
          </p:nvPr>
        </p:nvSpPr>
        <p:spPr>
          <a:xfrm>
            <a:off x="2882451" y="6222292"/>
            <a:ext cx="6617885" cy="254118"/>
          </a:xfrm>
          <a:prstGeom prst="rect">
            <a:avLst/>
          </a:prstGeom>
        </p:spPr>
        <p:txBody>
          <a:bodyPr vert="horz" anchor="ctr"/>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7" name="Content Placeholder 6"/>
          <p:cNvSpPr>
            <a:spLocks noGrp="1"/>
          </p:cNvSpPr>
          <p:nvPr>
            <p:ph sz="quarter" idx="10"/>
          </p:nvPr>
        </p:nvSpPr>
        <p:spPr>
          <a:xfrm>
            <a:off x="266700" y="5949950"/>
            <a:ext cx="2483273" cy="236792"/>
          </a:xfrm>
          <a:prstGeom prst="rect">
            <a:avLst/>
          </a:prstGeom>
        </p:spPr>
        <p:txBody>
          <a:bodyPr vert="horz" anchor="t"/>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8" name="Text Placeholder 8"/>
          <p:cNvSpPr>
            <a:spLocks noGrp="1"/>
          </p:cNvSpPr>
          <p:nvPr>
            <p:ph type="body" sz="quarter" idx="11"/>
          </p:nvPr>
        </p:nvSpPr>
        <p:spPr>
          <a:xfrm>
            <a:off x="266699" y="6199311"/>
            <a:ext cx="2483275" cy="248524"/>
          </a:xfrm>
          <a:prstGeom prst="rect">
            <a:avLst/>
          </a:prstGeom>
        </p:spPr>
        <p:txBody>
          <a:bodyPr vert="horz"/>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17"/>
          <p:cNvSpPr>
            <a:spLocks noGrp="1"/>
          </p:cNvSpPr>
          <p:nvPr>
            <p:ph type="body" sz="quarter" idx="12"/>
          </p:nvPr>
        </p:nvSpPr>
        <p:spPr>
          <a:xfrm>
            <a:off x="2864781" y="5960247"/>
            <a:ext cx="6617887" cy="249655"/>
          </a:xfrm>
          <a:prstGeom prst="rect">
            <a:avLst/>
          </a:prstGeom>
        </p:spPr>
        <p:txBody>
          <a:bodyPr vert="horz" anchor="ctr"/>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cxnSp>
        <p:nvCxnSpPr>
          <p:cNvPr id="19" name="Straight Connector 18"/>
          <p:cNvCxnSpPr/>
          <p:nvPr userDrawn="1"/>
        </p:nvCxnSpPr>
        <p:spPr>
          <a:xfrm>
            <a:off x="2851856" y="5959477"/>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3" name="Picture Placeholder 2"/>
          <p:cNvSpPr>
            <a:spLocks noGrp="1"/>
          </p:cNvSpPr>
          <p:nvPr>
            <p:ph type="pic" sz="quarter" idx="14"/>
          </p:nvPr>
        </p:nvSpPr>
        <p:spPr>
          <a:xfrm>
            <a:off x="-141" y="1"/>
            <a:ext cx="12192141" cy="5676983"/>
          </a:xfrm>
          <a:custGeom>
            <a:avLst/>
            <a:gdLst>
              <a:gd name="connsiteX0" fmla="*/ 0 w 9144000"/>
              <a:gd name="connsiteY0" fmla="*/ 0 h 5676900"/>
              <a:gd name="connsiteX1" fmla="*/ 9144000 w 9144000"/>
              <a:gd name="connsiteY1" fmla="*/ 0 h 5676900"/>
              <a:gd name="connsiteX2" fmla="*/ 9144000 w 9144000"/>
              <a:gd name="connsiteY2" fmla="*/ 5676900 h 5676900"/>
              <a:gd name="connsiteX3" fmla="*/ 0 w 9144000"/>
              <a:gd name="connsiteY3" fmla="*/ 5676900 h 5676900"/>
              <a:gd name="connsiteX4" fmla="*/ 0 w 9144000"/>
              <a:gd name="connsiteY4" fmla="*/ 0 h 5676900"/>
              <a:gd name="connsiteX0" fmla="*/ 0 w 9144000"/>
              <a:gd name="connsiteY0" fmla="*/ 0 h 5676900"/>
              <a:gd name="connsiteX1" fmla="*/ 9144000 w 9144000"/>
              <a:gd name="connsiteY1" fmla="*/ 0 h 5676900"/>
              <a:gd name="connsiteX2" fmla="*/ 9144000 w 9144000"/>
              <a:gd name="connsiteY2" fmla="*/ 5676900 h 5676900"/>
              <a:gd name="connsiteX3" fmla="*/ 323850 w 9144000"/>
              <a:gd name="connsiteY3" fmla="*/ 5657850 h 5676900"/>
              <a:gd name="connsiteX4" fmla="*/ 0 w 9144000"/>
              <a:gd name="connsiteY4" fmla="*/ 5676900 h 5676900"/>
              <a:gd name="connsiteX5" fmla="*/ 0 w 9144000"/>
              <a:gd name="connsiteY5" fmla="*/ 0 h 5676900"/>
              <a:gd name="connsiteX0" fmla="*/ 0 w 9144000"/>
              <a:gd name="connsiteY0" fmla="*/ 0 h 5679365"/>
              <a:gd name="connsiteX1" fmla="*/ 9144000 w 9144000"/>
              <a:gd name="connsiteY1" fmla="*/ 0 h 5679365"/>
              <a:gd name="connsiteX2" fmla="*/ 9144000 w 9144000"/>
              <a:gd name="connsiteY2" fmla="*/ 5676900 h 5679365"/>
              <a:gd name="connsiteX3" fmla="*/ 797186 w 9144000"/>
              <a:gd name="connsiteY3" fmla="*/ 5679365 h 5679365"/>
              <a:gd name="connsiteX4" fmla="*/ 0 w 9144000"/>
              <a:gd name="connsiteY4" fmla="*/ 5676900 h 5679365"/>
              <a:gd name="connsiteX5" fmla="*/ 0 w 9144000"/>
              <a:gd name="connsiteY5" fmla="*/ 0 h 5679365"/>
              <a:gd name="connsiteX0" fmla="*/ 123341 w 9267341"/>
              <a:gd name="connsiteY0" fmla="*/ 0 h 6098233"/>
              <a:gd name="connsiteX1" fmla="*/ 9267341 w 9267341"/>
              <a:gd name="connsiteY1" fmla="*/ 0 h 6098233"/>
              <a:gd name="connsiteX2" fmla="*/ 9267341 w 9267341"/>
              <a:gd name="connsiteY2" fmla="*/ 5676900 h 6098233"/>
              <a:gd name="connsiteX3" fmla="*/ 920527 w 9267341"/>
              <a:gd name="connsiteY3" fmla="*/ 5679365 h 6098233"/>
              <a:gd name="connsiteX4" fmla="*/ 123341 w 9267341"/>
              <a:gd name="connsiteY4" fmla="*/ 5676900 h 6098233"/>
              <a:gd name="connsiteX5" fmla="*/ 123341 w 9267341"/>
              <a:gd name="connsiteY5" fmla="*/ 0 h 6098233"/>
              <a:gd name="connsiteX0" fmla="*/ 0 w 9144000"/>
              <a:gd name="connsiteY0" fmla="*/ 0 h 6097615"/>
              <a:gd name="connsiteX1" fmla="*/ 9144000 w 9144000"/>
              <a:gd name="connsiteY1" fmla="*/ 0 h 6097615"/>
              <a:gd name="connsiteX2" fmla="*/ 9144000 w 9144000"/>
              <a:gd name="connsiteY2" fmla="*/ 5676900 h 6097615"/>
              <a:gd name="connsiteX3" fmla="*/ 1375830 w 9144000"/>
              <a:gd name="connsiteY3" fmla="*/ 5676983 h 6097615"/>
              <a:gd name="connsiteX4" fmla="*/ 0 w 9144000"/>
              <a:gd name="connsiteY4" fmla="*/ 5676900 h 6097615"/>
              <a:gd name="connsiteX5" fmla="*/ 0 w 9144000"/>
              <a:gd name="connsiteY5" fmla="*/ 0 h 6097615"/>
              <a:gd name="connsiteX0" fmla="*/ 2381 w 9146381"/>
              <a:gd name="connsiteY0" fmla="*/ 0 h 5676983"/>
              <a:gd name="connsiteX1" fmla="*/ 9146381 w 9146381"/>
              <a:gd name="connsiteY1" fmla="*/ 0 h 5676983"/>
              <a:gd name="connsiteX2" fmla="*/ 9146381 w 9146381"/>
              <a:gd name="connsiteY2" fmla="*/ 5676900 h 5676983"/>
              <a:gd name="connsiteX3" fmla="*/ 1378211 w 9146381"/>
              <a:gd name="connsiteY3" fmla="*/ 5676983 h 5676983"/>
              <a:gd name="connsiteX4" fmla="*/ 0 w 9146381"/>
              <a:gd name="connsiteY4" fmla="*/ 4464844 h 5676983"/>
              <a:gd name="connsiteX5" fmla="*/ 2381 w 9146381"/>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106" h="5676983">
                <a:moveTo>
                  <a:pt x="106" y="0"/>
                </a:moveTo>
                <a:lnTo>
                  <a:pt x="9144106" y="0"/>
                </a:lnTo>
                <a:lnTo>
                  <a:pt x="9144106" y="5676900"/>
                </a:lnTo>
                <a:lnTo>
                  <a:pt x="1375936" y="5676983"/>
                </a:lnTo>
                <a:cubicBezTo>
                  <a:pt x="628224" y="5674601"/>
                  <a:pt x="2001" y="5016118"/>
                  <a:pt x="2487" y="4305300"/>
                </a:cubicBezTo>
                <a:cubicBezTo>
                  <a:pt x="3281" y="2817019"/>
                  <a:pt x="-688" y="1488281"/>
                  <a:pt x="106" y="0"/>
                </a:cubicBezTo>
                <a:close/>
              </a:path>
            </a:pathLst>
          </a:custGeom>
          <a:solidFill>
            <a:schemeClr val="bg1">
              <a:lumMod val="85000"/>
            </a:schemeClr>
          </a:solidFill>
        </p:spPr>
        <p:txBody>
          <a:bodyPr/>
          <a:lstStyle>
            <a:lvl1pPr>
              <a:defRPr sz="200"/>
            </a:lvl1pPr>
          </a:lstStyle>
          <a:p>
            <a:r>
              <a:rPr lang="en-US"/>
              <a:t>Click icon to add picture</a:t>
            </a:r>
          </a:p>
        </p:txBody>
      </p:sp>
      <p:pic>
        <p:nvPicPr>
          <p:cNvPr id="9" name="Picture 8" descr="\\localhost\Volumes\DMS-Server\Clients\Honeywell PPT \Honeywell - Freestanding Logos\Honeywell - Freestanding Logo RGB.pn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9668934" y="6097589"/>
            <a:ext cx="1896092" cy="3537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5689997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 Multi Image Shapes">
    <p:spTree>
      <p:nvGrpSpPr>
        <p:cNvPr id="1" name=""/>
        <p:cNvGrpSpPr/>
        <p:nvPr/>
      </p:nvGrpSpPr>
      <p:grpSpPr>
        <a:xfrm>
          <a:off x="0" y="0"/>
          <a:ext cx="0" cy="0"/>
          <a:chOff x="0" y="0"/>
          <a:chExt cx="0" cy="0"/>
        </a:xfrm>
      </p:grpSpPr>
      <p:sp>
        <p:nvSpPr>
          <p:cNvPr id="5" name="Text Placeholder 19"/>
          <p:cNvSpPr>
            <a:spLocks noGrp="1"/>
          </p:cNvSpPr>
          <p:nvPr>
            <p:ph type="body" sz="quarter" idx="13"/>
          </p:nvPr>
        </p:nvSpPr>
        <p:spPr>
          <a:xfrm>
            <a:off x="2882451" y="6222292"/>
            <a:ext cx="6617885" cy="254118"/>
          </a:xfrm>
          <a:prstGeom prst="rect">
            <a:avLst/>
          </a:prstGeom>
        </p:spPr>
        <p:txBody>
          <a:bodyPr vert="horz" anchor="ctr"/>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7" name="Content Placeholder 6"/>
          <p:cNvSpPr>
            <a:spLocks noGrp="1"/>
          </p:cNvSpPr>
          <p:nvPr>
            <p:ph sz="quarter" idx="10"/>
          </p:nvPr>
        </p:nvSpPr>
        <p:spPr>
          <a:xfrm>
            <a:off x="266700" y="5949950"/>
            <a:ext cx="2483273" cy="236792"/>
          </a:xfrm>
          <a:prstGeom prst="rect">
            <a:avLst/>
          </a:prstGeom>
        </p:spPr>
        <p:txBody>
          <a:bodyPr vert="horz" anchor="t"/>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8" name="Text Placeholder 8"/>
          <p:cNvSpPr>
            <a:spLocks noGrp="1"/>
          </p:cNvSpPr>
          <p:nvPr>
            <p:ph type="body" sz="quarter" idx="11"/>
          </p:nvPr>
        </p:nvSpPr>
        <p:spPr>
          <a:xfrm>
            <a:off x="266699" y="6199311"/>
            <a:ext cx="2483275" cy="248524"/>
          </a:xfrm>
          <a:prstGeom prst="rect">
            <a:avLst/>
          </a:prstGeom>
        </p:spPr>
        <p:txBody>
          <a:bodyPr vert="horz"/>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17"/>
          <p:cNvSpPr>
            <a:spLocks noGrp="1"/>
          </p:cNvSpPr>
          <p:nvPr>
            <p:ph type="body" sz="quarter" idx="12"/>
          </p:nvPr>
        </p:nvSpPr>
        <p:spPr>
          <a:xfrm>
            <a:off x="2864781" y="5960247"/>
            <a:ext cx="6617887" cy="249655"/>
          </a:xfrm>
          <a:prstGeom prst="rect">
            <a:avLst/>
          </a:prstGeom>
        </p:spPr>
        <p:txBody>
          <a:bodyPr vert="horz" anchor="ctr"/>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cxnSp>
        <p:nvCxnSpPr>
          <p:cNvPr id="19" name="Straight Connector 18"/>
          <p:cNvCxnSpPr/>
          <p:nvPr userDrawn="1"/>
        </p:nvCxnSpPr>
        <p:spPr>
          <a:xfrm>
            <a:off x="2851856" y="5959477"/>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3" name="Picture Placeholder 2"/>
          <p:cNvSpPr>
            <a:spLocks noGrp="1"/>
          </p:cNvSpPr>
          <p:nvPr>
            <p:ph type="pic" sz="quarter" idx="14"/>
          </p:nvPr>
        </p:nvSpPr>
        <p:spPr>
          <a:xfrm>
            <a:off x="0" y="-7940"/>
            <a:ext cx="4631880" cy="5648301"/>
          </a:xfrm>
          <a:custGeom>
            <a:avLst/>
            <a:gdLst>
              <a:gd name="connsiteX0" fmla="*/ 0 w 3473451"/>
              <a:gd name="connsiteY0" fmla="*/ 0 h 5632423"/>
              <a:gd name="connsiteX1" fmla="*/ 3473451 w 3473451"/>
              <a:gd name="connsiteY1" fmla="*/ 0 h 5632423"/>
              <a:gd name="connsiteX2" fmla="*/ 3473451 w 3473451"/>
              <a:gd name="connsiteY2" fmla="*/ 5632423 h 5632423"/>
              <a:gd name="connsiteX3" fmla="*/ 0 w 3473451"/>
              <a:gd name="connsiteY3" fmla="*/ 5632423 h 5632423"/>
              <a:gd name="connsiteX4" fmla="*/ 0 w 3473451"/>
              <a:gd name="connsiteY4" fmla="*/ 0 h 5632423"/>
              <a:gd name="connsiteX0" fmla="*/ 0 w 3473451"/>
              <a:gd name="connsiteY0" fmla="*/ 0 h 5632423"/>
              <a:gd name="connsiteX1" fmla="*/ 3473451 w 3473451"/>
              <a:gd name="connsiteY1" fmla="*/ 0 h 5632423"/>
              <a:gd name="connsiteX2" fmla="*/ 3473451 w 3473451"/>
              <a:gd name="connsiteY2" fmla="*/ 5632423 h 5632423"/>
              <a:gd name="connsiteX3" fmla="*/ 635001 w 3473451"/>
              <a:gd name="connsiteY3" fmla="*/ 5626100 h 5632423"/>
              <a:gd name="connsiteX4" fmla="*/ 0 w 3473451"/>
              <a:gd name="connsiteY4" fmla="*/ 5632423 h 5632423"/>
              <a:gd name="connsiteX5" fmla="*/ 0 w 3473451"/>
              <a:gd name="connsiteY5" fmla="*/ 0 h 5632423"/>
              <a:gd name="connsiteX0" fmla="*/ 0 w 3473451"/>
              <a:gd name="connsiteY0" fmla="*/ 0 h 6047537"/>
              <a:gd name="connsiteX1" fmla="*/ 3473451 w 3473451"/>
              <a:gd name="connsiteY1" fmla="*/ 0 h 6047537"/>
              <a:gd name="connsiteX2" fmla="*/ 3473451 w 3473451"/>
              <a:gd name="connsiteY2" fmla="*/ 5632423 h 6047537"/>
              <a:gd name="connsiteX3" fmla="*/ 635001 w 3473451"/>
              <a:gd name="connsiteY3" fmla="*/ 5626100 h 6047537"/>
              <a:gd name="connsiteX4" fmla="*/ 0 w 3473451"/>
              <a:gd name="connsiteY4" fmla="*/ 5632423 h 6047537"/>
              <a:gd name="connsiteX5" fmla="*/ 0 w 3473451"/>
              <a:gd name="connsiteY5" fmla="*/ 0 h 6047537"/>
              <a:gd name="connsiteX0" fmla="*/ 0 w 3473451"/>
              <a:gd name="connsiteY0" fmla="*/ 0 h 6047537"/>
              <a:gd name="connsiteX1" fmla="*/ 3473451 w 3473451"/>
              <a:gd name="connsiteY1" fmla="*/ 0 h 6047537"/>
              <a:gd name="connsiteX2" fmla="*/ 3473451 w 3473451"/>
              <a:gd name="connsiteY2" fmla="*/ 5632423 h 6047537"/>
              <a:gd name="connsiteX3" fmla="*/ 1277938 w 3473451"/>
              <a:gd name="connsiteY3" fmla="*/ 5626100 h 6047537"/>
              <a:gd name="connsiteX4" fmla="*/ 0 w 3473451"/>
              <a:gd name="connsiteY4" fmla="*/ 5632423 h 6047537"/>
              <a:gd name="connsiteX5" fmla="*/ 0 w 3473451"/>
              <a:gd name="connsiteY5" fmla="*/ 0 h 6047537"/>
              <a:gd name="connsiteX0" fmla="*/ 0 w 3473451"/>
              <a:gd name="connsiteY0" fmla="*/ 0 h 5632423"/>
              <a:gd name="connsiteX1" fmla="*/ 3473451 w 3473451"/>
              <a:gd name="connsiteY1" fmla="*/ 0 h 5632423"/>
              <a:gd name="connsiteX2" fmla="*/ 3473451 w 3473451"/>
              <a:gd name="connsiteY2" fmla="*/ 5632423 h 5632423"/>
              <a:gd name="connsiteX3" fmla="*/ 1277938 w 3473451"/>
              <a:gd name="connsiteY3" fmla="*/ 5626100 h 5632423"/>
              <a:gd name="connsiteX4" fmla="*/ 0 w 3473451"/>
              <a:gd name="connsiteY4" fmla="*/ 5632423 h 5632423"/>
              <a:gd name="connsiteX5" fmla="*/ 0 w 3473451"/>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4764 w 3478215"/>
              <a:gd name="connsiteY0" fmla="*/ 0 h 5632423"/>
              <a:gd name="connsiteX1" fmla="*/ 3478215 w 3478215"/>
              <a:gd name="connsiteY1" fmla="*/ 0 h 5632423"/>
              <a:gd name="connsiteX2" fmla="*/ 3478215 w 3478215"/>
              <a:gd name="connsiteY2" fmla="*/ 5632423 h 5632423"/>
              <a:gd name="connsiteX3" fmla="*/ 1282702 w 3478215"/>
              <a:gd name="connsiteY3" fmla="*/ 5626100 h 5632423"/>
              <a:gd name="connsiteX4" fmla="*/ 1 w 3478215"/>
              <a:gd name="connsiteY4" fmla="*/ 4356073 h 5632423"/>
              <a:gd name="connsiteX5" fmla="*/ 4764 w 3478215"/>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87"/>
              <a:gd name="connsiteX1" fmla="*/ 3473910 w 3473910"/>
              <a:gd name="connsiteY1" fmla="*/ 0 h 5633287"/>
              <a:gd name="connsiteX2" fmla="*/ 3473910 w 3473910"/>
              <a:gd name="connsiteY2" fmla="*/ 5632423 h 5633287"/>
              <a:gd name="connsiteX3" fmla="*/ 1376028 w 3473910"/>
              <a:gd name="connsiteY3" fmla="*/ 5633244 h 5633287"/>
              <a:gd name="connsiteX4" fmla="*/ 459 w 3473910"/>
              <a:gd name="connsiteY4" fmla="*/ 4260824 h 5633287"/>
              <a:gd name="connsiteX5" fmla="*/ 459 w 3473910"/>
              <a:gd name="connsiteY5" fmla="*/ 0 h 5633287"/>
              <a:gd name="connsiteX0" fmla="*/ 459 w 3473910"/>
              <a:gd name="connsiteY0" fmla="*/ 0 h 5633281"/>
              <a:gd name="connsiteX1" fmla="*/ 3473910 w 3473910"/>
              <a:gd name="connsiteY1" fmla="*/ 0 h 5633281"/>
              <a:gd name="connsiteX2" fmla="*/ 3473910 w 3473910"/>
              <a:gd name="connsiteY2" fmla="*/ 5632423 h 5633281"/>
              <a:gd name="connsiteX3" fmla="*/ 1376028 w 3473910"/>
              <a:gd name="connsiteY3" fmla="*/ 5633244 h 5633281"/>
              <a:gd name="connsiteX4" fmla="*/ 459 w 3473910"/>
              <a:gd name="connsiteY4" fmla="*/ 4260824 h 5633281"/>
              <a:gd name="connsiteX5" fmla="*/ 459 w 3473910"/>
              <a:gd name="connsiteY5" fmla="*/ 0 h 5633281"/>
              <a:gd name="connsiteX0" fmla="*/ 459 w 3473910"/>
              <a:gd name="connsiteY0" fmla="*/ 0 h 5633279"/>
              <a:gd name="connsiteX1" fmla="*/ 3473910 w 3473910"/>
              <a:gd name="connsiteY1" fmla="*/ 0 h 5633279"/>
              <a:gd name="connsiteX2" fmla="*/ 3473910 w 3473910"/>
              <a:gd name="connsiteY2" fmla="*/ 5632423 h 5633279"/>
              <a:gd name="connsiteX3" fmla="*/ 1376028 w 3473910"/>
              <a:gd name="connsiteY3" fmla="*/ 5633244 h 5633279"/>
              <a:gd name="connsiteX4" fmla="*/ 459 w 3473910"/>
              <a:gd name="connsiteY4" fmla="*/ 4260824 h 5633279"/>
              <a:gd name="connsiteX5" fmla="*/ 459 w 3473910"/>
              <a:gd name="connsiteY5" fmla="*/ 0 h 5633279"/>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3910" h="5633244">
                <a:moveTo>
                  <a:pt x="459" y="0"/>
                </a:moveTo>
                <a:lnTo>
                  <a:pt x="3473910" y="0"/>
                </a:lnTo>
                <a:lnTo>
                  <a:pt x="3473910" y="5632423"/>
                </a:lnTo>
                <a:lnTo>
                  <a:pt x="1376028" y="5633244"/>
                </a:lnTo>
                <a:cubicBezTo>
                  <a:pt x="720920" y="5628481"/>
                  <a:pt x="1517" y="5072302"/>
                  <a:pt x="459" y="4260824"/>
                </a:cubicBezTo>
                <a:cubicBezTo>
                  <a:pt x="2047" y="2808800"/>
                  <a:pt x="-1129" y="1452024"/>
                  <a:pt x="459" y="0"/>
                </a:cubicBezTo>
                <a:close/>
              </a:path>
            </a:pathLst>
          </a:custGeom>
          <a:solidFill>
            <a:schemeClr val="bg1">
              <a:lumMod val="85000"/>
            </a:schemeClr>
          </a:solidFill>
        </p:spPr>
        <p:txBody>
          <a:bodyPr/>
          <a:lstStyle>
            <a:lvl1pPr>
              <a:defRPr sz="200"/>
            </a:lvl1pPr>
          </a:lstStyle>
          <a:p>
            <a:r>
              <a:rPr lang="en-US"/>
              <a:t>Click icon to add picture</a:t>
            </a:r>
          </a:p>
        </p:txBody>
      </p:sp>
      <p:sp>
        <p:nvSpPr>
          <p:cNvPr id="23" name="Picture Placeholder 22"/>
          <p:cNvSpPr>
            <a:spLocks noGrp="1"/>
          </p:cNvSpPr>
          <p:nvPr>
            <p:ph type="pic" sz="quarter" idx="15"/>
          </p:nvPr>
        </p:nvSpPr>
        <p:spPr>
          <a:xfrm>
            <a:off x="4756157" y="-14134"/>
            <a:ext cx="7435844" cy="1889124"/>
          </a:xfrm>
          <a:prstGeom prst="rect">
            <a:avLst/>
          </a:prstGeom>
          <a:solidFill>
            <a:schemeClr val="bg1">
              <a:lumMod val="85000"/>
            </a:schemeClr>
          </a:solidFill>
        </p:spPr>
        <p:txBody>
          <a:bodyPr/>
          <a:lstStyle>
            <a:lvl1pPr>
              <a:defRPr sz="200"/>
            </a:lvl1pPr>
          </a:lstStyle>
          <a:p>
            <a:r>
              <a:rPr lang="en-US"/>
              <a:t>Click icon to add picture</a:t>
            </a:r>
          </a:p>
        </p:txBody>
      </p:sp>
      <p:sp>
        <p:nvSpPr>
          <p:cNvPr id="25" name="Picture Placeholder 24"/>
          <p:cNvSpPr>
            <a:spLocks noGrp="1"/>
          </p:cNvSpPr>
          <p:nvPr>
            <p:ph type="pic" sz="quarter" idx="16"/>
          </p:nvPr>
        </p:nvSpPr>
        <p:spPr>
          <a:xfrm>
            <a:off x="4756151" y="1969504"/>
            <a:ext cx="3676648" cy="1961147"/>
          </a:xfrm>
          <a:prstGeom prst="rect">
            <a:avLst/>
          </a:prstGeom>
          <a:solidFill>
            <a:schemeClr val="bg1">
              <a:lumMod val="85000"/>
            </a:schemeClr>
          </a:solidFill>
        </p:spPr>
        <p:txBody>
          <a:bodyPr/>
          <a:lstStyle>
            <a:lvl1pPr>
              <a:defRPr sz="200"/>
            </a:lvl1pPr>
          </a:lstStyle>
          <a:p>
            <a:r>
              <a:rPr lang="en-US"/>
              <a:t>Click icon to add picture</a:t>
            </a:r>
          </a:p>
        </p:txBody>
      </p:sp>
      <p:sp>
        <p:nvSpPr>
          <p:cNvPr id="26" name="Picture Placeholder 24"/>
          <p:cNvSpPr>
            <a:spLocks noGrp="1"/>
          </p:cNvSpPr>
          <p:nvPr>
            <p:ph type="pic" sz="quarter" idx="17"/>
          </p:nvPr>
        </p:nvSpPr>
        <p:spPr>
          <a:xfrm>
            <a:off x="4756156" y="4025164"/>
            <a:ext cx="3676648" cy="1615199"/>
          </a:xfrm>
          <a:prstGeom prst="rect">
            <a:avLst/>
          </a:prstGeom>
          <a:solidFill>
            <a:schemeClr val="bg1">
              <a:lumMod val="85000"/>
            </a:schemeClr>
          </a:solidFill>
        </p:spPr>
        <p:txBody>
          <a:bodyPr/>
          <a:lstStyle>
            <a:lvl1pPr>
              <a:defRPr sz="200"/>
            </a:lvl1pPr>
          </a:lstStyle>
          <a:p>
            <a:r>
              <a:rPr lang="en-US"/>
              <a:t>Click icon to add picture</a:t>
            </a:r>
          </a:p>
        </p:txBody>
      </p:sp>
      <p:sp>
        <p:nvSpPr>
          <p:cNvPr id="27" name="Picture Placeholder 24"/>
          <p:cNvSpPr>
            <a:spLocks noGrp="1"/>
          </p:cNvSpPr>
          <p:nvPr>
            <p:ph type="pic" sz="quarter" idx="18"/>
          </p:nvPr>
        </p:nvSpPr>
        <p:spPr>
          <a:xfrm>
            <a:off x="8557069" y="1969502"/>
            <a:ext cx="3634931" cy="3677174"/>
          </a:xfrm>
          <a:prstGeom prst="rect">
            <a:avLst/>
          </a:prstGeom>
          <a:solidFill>
            <a:schemeClr val="bg1">
              <a:lumMod val="85000"/>
            </a:schemeClr>
          </a:solidFill>
        </p:spPr>
        <p:txBody>
          <a:bodyPr/>
          <a:lstStyle>
            <a:lvl1pPr>
              <a:defRPr sz="200"/>
            </a:lvl1pPr>
          </a:lstStyle>
          <a:p>
            <a:r>
              <a:rPr lang="en-US"/>
              <a:t>Click icon to add picture</a:t>
            </a:r>
          </a:p>
        </p:txBody>
      </p:sp>
      <p:pic>
        <p:nvPicPr>
          <p:cNvPr id="14" name="Picture 13" descr="\\localhost\Volumes\DMS-Server\Clients\Honeywell PPT \Honeywell - Freestanding Logos\Honeywell - Freestanding Logo RGB.pn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9668934" y="6097589"/>
            <a:ext cx="1896092" cy="3537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607961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14" name="Picture Placeholder 2"/>
          <p:cNvSpPr>
            <a:spLocks noGrp="1"/>
          </p:cNvSpPr>
          <p:nvPr>
            <p:ph type="pic" sz="quarter" idx="14"/>
          </p:nvPr>
        </p:nvSpPr>
        <p:spPr>
          <a:xfrm>
            <a:off x="0" y="-851"/>
            <a:ext cx="12196736" cy="6863613"/>
          </a:xfrm>
          <a:custGeom>
            <a:avLst/>
            <a:gdLst>
              <a:gd name="connsiteX0" fmla="*/ 0 w 3473451"/>
              <a:gd name="connsiteY0" fmla="*/ 0 h 5632423"/>
              <a:gd name="connsiteX1" fmla="*/ 3473451 w 3473451"/>
              <a:gd name="connsiteY1" fmla="*/ 0 h 5632423"/>
              <a:gd name="connsiteX2" fmla="*/ 3473451 w 3473451"/>
              <a:gd name="connsiteY2" fmla="*/ 5632423 h 5632423"/>
              <a:gd name="connsiteX3" fmla="*/ 0 w 3473451"/>
              <a:gd name="connsiteY3" fmla="*/ 5632423 h 5632423"/>
              <a:gd name="connsiteX4" fmla="*/ 0 w 3473451"/>
              <a:gd name="connsiteY4" fmla="*/ 0 h 5632423"/>
              <a:gd name="connsiteX0" fmla="*/ 0 w 3473451"/>
              <a:gd name="connsiteY0" fmla="*/ 0 h 5632423"/>
              <a:gd name="connsiteX1" fmla="*/ 3473451 w 3473451"/>
              <a:gd name="connsiteY1" fmla="*/ 0 h 5632423"/>
              <a:gd name="connsiteX2" fmla="*/ 3473451 w 3473451"/>
              <a:gd name="connsiteY2" fmla="*/ 5632423 h 5632423"/>
              <a:gd name="connsiteX3" fmla="*/ 635001 w 3473451"/>
              <a:gd name="connsiteY3" fmla="*/ 5626100 h 5632423"/>
              <a:gd name="connsiteX4" fmla="*/ 0 w 3473451"/>
              <a:gd name="connsiteY4" fmla="*/ 5632423 h 5632423"/>
              <a:gd name="connsiteX5" fmla="*/ 0 w 3473451"/>
              <a:gd name="connsiteY5" fmla="*/ 0 h 5632423"/>
              <a:gd name="connsiteX0" fmla="*/ 0 w 3473451"/>
              <a:gd name="connsiteY0" fmla="*/ 0 h 6047537"/>
              <a:gd name="connsiteX1" fmla="*/ 3473451 w 3473451"/>
              <a:gd name="connsiteY1" fmla="*/ 0 h 6047537"/>
              <a:gd name="connsiteX2" fmla="*/ 3473451 w 3473451"/>
              <a:gd name="connsiteY2" fmla="*/ 5632423 h 6047537"/>
              <a:gd name="connsiteX3" fmla="*/ 635001 w 3473451"/>
              <a:gd name="connsiteY3" fmla="*/ 5626100 h 6047537"/>
              <a:gd name="connsiteX4" fmla="*/ 0 w 3473451"/>
              <a:gd name="connsiteY4" fmla="*/ 5632423 h 6047537"/>
              <a:gd name="connsiteX5" fmla="*/ 0 w 3473451"/>
              <a:gd name="connsiteY5" fmla="*/ 0 h 6047537"/>
              <a:gd name="connsiteX0" fmla="*/ 0 w 3473451"/>
              <a:gd name="connsiteY0" fmla="*/ 0 h 6047537"/>
              <a:gd name="connsiteX1" fmla="*/ 3473451 w 3473451"/>
              <a:gd name="connsiteY1" fmla="*/ 0 h 6047537"/>
              <a:gd name="connsiteX2" fmla="*/ 3473451 w 3473451"/>
              <a:gd name="connsiteY2" fmla="*/ 5632423 h 6047537"/>
              <a:gd name="connsiteX3" fmla="*/ 1277938 w 3473451"/>
              <a:gd name="connsiteY3" fmla="*/ 5626100 h 6047537"/>
              <a:gd name="connsiteX4" fmla="*/ 0 w 3473451"/>
              <a:gd name="connsiteY4" fmla="*/ 5632423 h 6047537"/>
              <a:gd name="connsiteX5" fmla="*/ 0 w 3473451"/>
              <a:gd name="connsiteY5" fmla="*/ 0 h 6047537"/>
              <a:gd name="connsiteX0" fmla="*/ 0 w 3473451"/>
              <a:gd name="connsiteY0" fmla="*/ 0 h 5632423"/>
              <a:gd name="connsiteX1" fmla="*/ 3473451 w 3473451"/>
              <a:gd name="connsiteY1" fmla="*/ 0 h 5632423"/>
              <a:gd name="connsiteX2" fmla="*/ 3473451 w 3473451"/>
              <a:gd name="connsiteY2" fmla="*/ 5632423 h 5632423"/>
              <a:gd name="connsiteX3" fmla="*/ 1277938 w 3473451"/>
              <a:gd name="connsiteY3" fmla="*/ 5626100 h 5632423"/>
              <a:gd name="connsiteX4" fmla="*/ 0 w 3473451"/>
              <a:gd name="connsiteY4" fmla="*/ 5632423 h 5632423"/>
              <a:gd name="connsiteX5" fmla="*/ 0 w 3473451"/>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4764 w 3478215"/>
              <a:gd name="connsiteY0" fmla="*/ 0 h 5632423"/>
              <a:gd name="connsiteX1" fmla="*/ 3478215 w 3478215"/>
              <a:gd name="connsiteY1" fmla="*/ 0 h 5632423"/>
              <a:gd name="connsiteX2" fmla="*/ 3478215 w 3478215"/>
              <a:gd name="connsiteY2" fmla="*/ 5632423 h 5632423"/>
              <a:gd name="connsiteX3" fmla="*/ 1282702 w 3478215"/>
              <a:gd name="connsiteY3" fmla="*/ 5626100 h 5632423"/>
              <a:gd name="connsiteX4" fmla="*/ 1 w 3478215"/>
              <a:gd name="connsiteY4" fmla="*/ 4356073 h 5632423"/>
              <a:gd name="connsiteX5" fmla="*/ 4764 w 3478215"/>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87"/>
              <a:gd name="connsiteX1" fmla="*/ 3473910 w 3473910"/>
              <a:gd name="connsiteY1" fmla="*/ 0 h 5633287"/>
              <a:gd name="connsiteX2" fmla="*/ 3473910 w 3473910"/>
              <a:gd name="connsiteY2" fmla="*/ 5632423 h 5633287"/>
              <a:gd name="connsiteX3" fmla="*/ 1376028 w 3473910"/>
              <a:gd name="connsiteY3" fmla="*/ 5633244 h 5633287"/>
              <a:gd name="connsiteX4" fmla="*/ 459 w 3473910"/>
              <a:gd name="connsiteY4" fmla="*/ 4260824 h 5633287"/>
              <a:gd name="connsiteX5" fmla="*/ 459 w 3473910"/>
              <a:gd name="connsiteY5" fmla="*/ 0 h 5633287"/>
              <a:gd name="connsiteX0" fmla="*/ 459 w 3473910"/>
              <a:gd name="connsiteY0" fmla="*/ 0 h 5633281"/>
              <a:gd name="connsiteX1" fmla="*/ 3473910 w 3473910"/>
              <a:gd name="connsiteY1" fmla="*/ 0 h 5633281"/>
              <a:gd name="connsiteX2" fmla="*/ 3473910 w 3473910"/>
              <a:gd name="connsiteY2" fmla="*/ 5632423 h 5633281"/>
              <a:gd name="connsiteX3" fmla="*/ 1376028 w 3473910"/>
              <a:gd name="connsiteY3" fmla="*/ 5633244 h 5633281"/>
              <a:gd name="connsiteX4" fmla="*/ 459 w 3473910"/>
              <a:gd name="connsiteY4" fmla="*/ 4260824 h 5633281"/>
              <a:gd name="connsiteX5" fmla="*/ 459 w 3473910"/>
              <a:gd name="connsiteY5" fmla="*/ 0 h 5633281"/>
              <a:gd name="connsiteX0" fmla="*/ 459 w 3473910"/>
              <a:gd name="connsiteY0" fmla="*/ 0 h 5633279"/>
              <a:gd name="connsiteX1" fmla="*/ 3473910 w 3473910"/>
              <a:gd name="connsiteY1" fmla="*/ 0 h 5633279"/>
              <a:gd name="connsiteX2" fmla="*/ 3473910 w 3473910"/>
              <a:gd name="connsiteY2" fmla="*/ 5632423 h 5633279"/>
              <a:gd name="connsiteX3" fmla="*/ 1376028 w 3473910"/>
              <a:gd name="connsiteY3" fmla="*/ 5633244 h 5633279"/>
              <a:gd name="connsiteX4" fmla="*/ 459 w 3473910"/>
              <a:gd name="connsiteY4" fmla="*/ 4260824 h 5633279"/>
              <a:gd name="connsiteX5" fmla="*/ 459 w 3473910"/>
              <a:gd name="connsiteY5" fmla="*/ 0 h 5633279"/>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428967 h 6062211"/>
              <a:gd name="connsiteX1" fmla="*/ 3473910 w 3473910"/>
              <a:gd name="connsiteY1" fmla="*/ 428967 h 6062211"/>
              <a:gd name="connsiteX2" fmla="*/ 3473910 w 3473910"/>
              <a:gd name="connsiteY2" fmla="*/ 6061390 h 6062211"/>
              <a:gd name="connsiteX3" fmla="*/ 1376028 w 3473910"/>
              <a:gd name="connsiteY3" fmla="*/ 6062211 h 6062211"/>
              <a:gd name="connsiteX4" fmla="*/ 459 w 3473910"/>
              <a:gd name="connsiteY4" fmla="*/ 417892 h 6062211"/>
              <a:gd name="connsiteX5" fmla="*/ 459 w 3473910"/>
              <a:gd name="connsiteY5" fmla="*/ 428967 h 6062211"/>
              <a:gd name="connsiteX0" fmla="*/ 459 w 3480809"/>
              <a:gd name="connsiteY0" fmla="*/ 428967 h 6071038"/>
              <a:gd name="connsiteX1" fmla="*/ 3473910 w 3480809"/>
              <a:gd name="connsiteY1" fmla="*/ 428967 h 6071038"/>
              <a:gd name="connsiteX2" fmla="*/ 3473910 w 3480809"/>
              <a:gd name="connsiteY2" fmla="*/ 6061390 h 6071038"/>
              <a:gd name="connsiteX3" fmla="*/ 3480809 w 3480809"/>
              <a:gd name="connsiteY3" fmla="*/ 6071038 h 6071038"/>
              <a:gd name="connsiteX4" fmla="*/ 459 w 3480809"/>
              <a:gd name="connsiteY4" fmla="*/ 417892 h 6071038"/>
              <a:gd name="connsiteX5" fmla="*/ 459 w 3480809"/>
              <a:gd name="connsiteY5" fmla="*/ 428967 h 6071038"/>
              <a:gd name="connsiteX0" fmla="*/ 459 w 3480809"/>
              <a:gd name="connsiteY0" fmla="*/ 428967 h 6071038"/>
              <a:gd name="connsiteX1" fmla="*/ 3473910 w 3480809"/>
              <a:gd name="connsiteY1" fmla="*/ 428967 h 6071038"/>
              <a:gd name="connsiteX2" fmla="*/ 3473910 w 3480809"/>
              <a:gd name="connsiteY2" fmla="*/ 6061390 h 6071038"/>
              <a:gd name="connsiteX3" fmla="*/ 3480809 w 3480809"/>
              <a:gd name="connsiteY3" fmla="*/ 6071038 h 6071038"/>
              <a:gd name="connsiteX4" fmla="*/ 459 w 3480809"/>
              <a:gd name="connsiteY4" fmla="*/ 417892 h 6071038"/>
              <a:gd name="connsiteX5" fmla="*/ 459 w 3480809"/>
              <a:gd name="connsiteY5" fmla="*/ 428967 h 6071038"/>
              <a:gd name="connsiteX0" fmla="*/ 0 w 3480350"/>
              <a:gd name="connsiteY0" fmla="*/ 879000 h 6521071"/>
              <a:gd name="connsiteX1" fmla="*/ 3473451 w 3480350"/>
              <a:gd name="connsiteY1" fmla="*/ 879000 h 6521071"/>
              <a:gd name="connsiteX2" fmla="*/ 3473451 w 3480350"/>
              <a:gd name="connsiteY2" fmla="*/ 6511423 h 6521071"/>
              <a:gd name="connsiteX3" fmla="*/ 3480350 w 3480350"/>
              <a:gd name="connsiteY3" fmla="*/ 6521071 h 6521071"/>
              <a:gd name="connsiteX4" fmla="*/ 0 w 3480350"/>
              <a:gd name="connsiteY4" fmla="*/ 867925 h 6521071"/>
              <a:gd name="connsiteX5" fmla="*/ 0 w 3480350"/>
              <a:gd name="connsiteY5" fmla="*/ 879000 h 6521071"/>
              <a:gd name="connsiteX0" fmla="*/ 227406 w 3707756"/>
              <a:gd name="connsiteY0" fmla="*/ 479454 h 6121525"/>
              <a:gd name="connsiteX1" fmla="*/ 3700857 w 3707756"/>
              <a:gd name="connsiteY1" fmla="*/ 479454 h 6121525"/>
              <a:gd name="connsiteX2" fmla="*/ 3700857 w 3707756"/>
              <a:gd name="connsiteY2" fmla="*/ 6111877 h 6121525"/>
              <a:gd name="connsiteX3" fmla="*/ 3707756 w 3707756"/>
              <a:gd name="connsiteY3" fmla="*/ 6121525 h 6121525"/>
              <a:gd name="connsiteX4" fmla="*/ 227406 w 3707756"/>
              <a:gd name="connsiteY4" fmla="*/ 468379 h 6121525"/>
              <a:gd name="connsiteX5" fmla="*/ 227406 w 3707756"/>
              <a:gd name="connsiteY5" fmla="*/ 479454 h 6121525"/>
              <a:gd name="connsiteX0" fmla="*/ 1 w 3480351"/>
              <a:gd name="connsiteY0" fmla="*/ 699834 h 6352980"/>
              <a:gd name="connsiteX1" fmla="*/ 3473452 w 3480351"/>
              <a:gd name="connsiteY1" fmla="*/ 710909 h 6352980"/>
              <a:gd name="connsiteX2" fmla="*/ 3473452 w 3480351"/>
              <a:gd name="connsiteY2" fmla="*/ 6343332 h 6352980"/>
              <a:gd name="connsiteX3" fmla="*/ 3480351 w 3480351"/>
              <a:gd name="connsiteY3" fmla="*/ 6352980 h 6352980"/>
              <a:gd name="connsiteX4" fmla="*/ 1 w 3480351"/>
              <a:gd name="connsiteY4" fmla="*/ 699834 h 6352980"/>
              <a:gd name="connsiteX0" fmla="*/ 0 w 3480350"/>
              <a:gd name="connsiteY0" fmla="*/ 421064 h 6074210"/>
              <a:gd name="connsiteX1" fmla="*/ 3473451 w 3480350"/>
              <a:gd name="connsiteY1" fmla="*/ 432139 h 6074210"/>
              <a:gd name="connsiteX2" fmla="*/ 3473451 w 3480350"/>
              <a:gd name="connsiteY2" fmla="*/ 6064562 h 6074210"/>
              <a:gd name="connsiteX3" fmla="*/ 3480350 w 3480350"/>
              <a:gd name="connsiteY3" fmla="*/ 6074210 h 6074210"/>
              <a:gd name="connsiteX4" fmla="*/ 0 w 3480350"/>
              <a:gd name="connsiteY4" fmla="*/ 421064 h 6074210"/>
              <a:gd name="connsiteX0" fmla="*/ 0 w 3480350"/>
              <a:gd name="connsiteY0" fmla="*/ 26311 h 5679457"/>
              <a:gd name="connsiteX1" fmla="*/ 3473451 w 3480350"/>
              <a:gd name="connsiteY1" fmla="*/ 37386 h 5679457"/>
              <a:gd name="connsiteX2" fmla="*/ 3473451 w 3480350"/>
              <a:gd name="connsiteY2" fmla="*/ 5669809 h 5679457"/>
              <a:gd name="connsiteX3" fmla="*/ 3480350 w 3480350"/>
              <a:gd name="connsiteY3" fmla="*/ 5679457 h 5679457"/>
              <a:gd name="connsiteX4" fmla="*/ 0 w 3480350"/>
              <a:gd name="connsiteY4" fmla="*/ 26311 h 5679457"/>
              <a:gd name="connsiteX0" fmla="*/ 0 w 3480350"/>
              <a:gd name="connsiteY0" fmla="*/ 26311 h 5679457"/>
              <a:gd name="connsiteX1" fmla="*/ 3473451 w 3480350"/>
              <a:gd name="connsiteY1" fmla="*/ 37386 h 5679457"/>
              <a:gd name="connsiteX2" fmla="*/ 3473451 w 3480350"/>
              <a:gd name="connsiteY2" fmla="*/ 5669809 h 5679457"/>
              <a:gd name="connsiteX3" fmla="*/ 3480350 w 3480350"/>
              <a:gd name="connsiteY3" fmla="*/ 5679457 h 5679457"/>
              <a:gd name="connsiteX4" fmla="*/ 0 w 3480350"/>
              <a:gd name="connsiteY4" fmla="*/ 26311 h 5679457"/>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702 h 5653848"/>
              <a:gd name="connsiteX1" fmla="*/ 3475260 w 3480350"/>
              <a:gd name="connsiteY1" fmla="*/ 0 h 5653848"/>
              <a:gd name="connsiteX2" fmla="*/ 3473451 w 3480350"/>
              <a:gd name="connsiteY2" fmla="*/ 5644200 h 5653848"/>
              <a:gd name="connsiteX3" fmla="*/ 3480350 w 3480350"/>
              <a:gd name="connsiteY3" fmla="*/ 5653848 h 5653848"/>
              <a:gd name="connsiteX4" fmla="*/ 0 w 3480350"/>
              <a:gd name="connsiteY4" fmla="*/ 702 h 5653848"/>
              <a:gd name="connsiteX0" fmla="*/ 0 w 3475260"/>
              <a:gd name="connsiteY0" fmla="*/ 702 h 5651884"/>
              <a:gd name="connsiteX1" fmla="*/ 3475260 w 3475260"/>
              <a:gd name="connsiteY1" fmla="*/ 0 h 5651884"/>
              <a:gd name="connsiteX2" fmla="*/ 3473451 w 3475260"/>
              <a:gd name="connsiteY2" fmla="*/ 5644200 h 5651884"/>
              <a:gd name="connsiteX3" fmla="*/ 3472208 w 3475260"/>
              <a:gd name="connsiteY3" fmla="*/ 5651884 h 5651884"/>
              <a:gd name="connsiteX4" fmla="*/ 0 w 3475260"/>
              <a:gd name="connsiteY4" fmla="*/ 702 h 5651884"/>
              <a:gd name="connsiteX0" fmla="*/ 0 w 3475260"/>
              <a:gd name="connsiteY0" fmla="*/ 702 h 5661699"/>
              <a:gd name="connsiteX1" fmla="*/ 3475260 w 3475260"/>
              <a:gd name="connsiteY1" fmla="*/ 0 h 5661699"/>
              <a:gd name="connsiteX2" fmla="*/ 3473451 w 3475260"/>
              <a:gd name="connsiteY2" fmla="*/ 5644200 h 5661699"/>
              <a:gd name="connsiteX3" fmla="*/ 3472208 w 3475260"/>
              <a:gd name="connsiteY3" fmla="*/ 5661699 h 5661699"/>
              <a:gd name="connsiteX4" fmla="*/ 0 w 3475260"/>
              <a:gd name="connsiteY4" fmla="*/ 702 h 5661699"/>
              <a:gd name="connsiteX0" fmla="*/ 0 w 3475260"/>
              <a:gd name="connsiteY0" fmla="*/ 702 h 5649922"/>
              <a:gd name="connsiteX1" fmla="*/ 3475260 w 3475260"/>
              <a:gd name="connsiteY1" fmla="*/ 0 h 5649922"/>
              <a:gd name="connsiteX2" fmla="*/ 3473451 w 3475260"/>
              <a:gd name="connsiteY2" fmla="*/ 5644200 h 5649922"/>
              <a:gd name="connsiteX3" fmla="*/ 3472208 w 3475260"/>
              <a:gd name="connsiteY3" fmla="*/ 5649922 h 5649922"/>
              <a:gd name="connsiteX4" fmla="*/ 0 w 3475260"/>
              <a:gd name="connsiteY4" fmla="*/ 702 h 5649922"/>
              <a:gd name="connsiteX0" fmla="*/ 0 w 3475260"/>
              <a:gd name="connsiteY0" fmla="*/ 702 h 5657774"/>
              <a:gd name="connsiteX1" fmla="*/ 3475260 w 3475260"/>
              <a:gd name="connsiteY1" fmla="*/ 0 h 5657774"/>
              <a:gd name="connsiteX2" fmla="*/ 3473451 w 3475260"/>
              <a:gd name="connsiteY2" fmla="*/ 5644200 h 5657774"/>
              <a:gd name="connsiteX3" fmla="*/ 3472208 w 3475260"/>
              <a:gd name="connsiteY3" fmla="*/ 5657774 h 5657774"/>
              <a:gd name="connsiteX4" fmla="*/ 0 w 3475260"/>
              <a:gd name="connsiteY4" fmla="*/ 702 h 5657774"/>
              <a:gd name="connsiteX0" fmla="*/ 0 w 3475260"/>
              <a:gd name="connsiteY0" fmla="*/ 702 h 5657774"/>
              <a:gd name="connsiteX1" fmla="*/ 3475260 w 3475260"/>
              <a:gd name="connsiteY1" fmla="*/ 0 h 5657774"/>
              <a:gd name="connsiteX2" fmla="*/ 3472208 w 3475260"/>
              <a:gd name="connsiteY2" fmla="*/ 5657774 h 5657774"/>
              <a:gd name="connsiteX3" fmla="*/ 0 w 3475260"/>
              <a:gd name="connsiteY3" fmla="*/ 702 h 5657774"/>
              <a:gd name="connsiteX0" fmla="*/ 0 w 3475260"/>
              <a:gd name="connsiteY0" fmla="*/ 702 h 5657774"/>
              <a:gd name="connsiteX1" fmla="*/ 3475260 w 3475260"/>
              <a:gd name="connsiteY1" fmla="*/ 0 h 5657774"/>
              <a:gd name="connsiteX2" fmla="*/ 3472208 w 3475260"/>
              <a:gd name="connsiteY2" fmla="*/ 5657774 h 5657774"/>
              <a:gd name="connsiteX3" fmla="*/ 0 w 3475260"/>
              <a:gd name="connsiteY3" fmla="*/ 702 h 5657774"/>
              <a:gd name="connsiteX0" fmla="*/ 0 w 3475260"/>
              <a:gd name="connsiteY0" fmla="*/ 702 h 5657774"/>
              <a:gd name="connsiteX1" fmla="*/ 3475260 w 3475260"/>
              <a:gd name="connsiteY1" fmla="*/ 0 h 5657774"/>
              <a:gd name="connsiteX2" fmla="*/ 3472208 w 3475260"/>
              <a:gd name="connsiteY2" fmla="*/ 5657774 h 5657774"/>
              <a:gd name="connsiteX3" fmla="*/ 0 w 3475260"/>
              <a:gd name="connsiteY3" fmla="*/ 702 h 5657774"/>
            </a:gdLst>
            <a:ahLst/>
            <a:cxnLst>
              <a:cxn ang="0">
                <a:pos x="connsiteX0" y="connsiteY0"/>
              </a:cxn>
              <a:cxn ang="0">
                <a:pos x="connsiteX1" y="connsiteY1"/>
              </a:cxn>
              <a:cxn ang="0">
                <a:pos x="connsiteX2" y="connsiteY2"/>
              </a:cxn>
              <a:cxn ang="0">
                <a:pos x="connsiteX3" y="connsiteY3"/>
              </a:cxn>
            </a:cxnLst>
            <a:rect l="l" t="t" r="r" b="b"/>
            <a:pathLst>
              <a:path w="3475260" h="5657774">
                <a:moveTo>
                  <a:pt x="0" y="702"/>
                </a:moveTo>
                <a:lnTo>
                  <a:pt x="3475260" y="0"/>
                </a:lnTo>
                <a:cubicBezTo>
                  <a:pt x="3474243" y="1885925"/>
                  <a:pt x="3473225" y="3771849"/>
                  <a:pt x="3472208" y="5657774"/>
                </a:cubicBezTo>
                <a:cubicBezTo>
                  <a:pt x="3223557" y="3132241"/>
                  <a:pt x="2392218" y="565826"/>
                  <a:pt x="0" y="702"/>
                </a:cubicBezTo>
                <a:close/>
              </a:path>
            </a:pathLst>
          </a:custGeom>
          <a:solidFill>
            <a:schemeClr val="bg1">
              <a:lumMod val="85000"/>
            </a:schemeClr>
          </a:solidFill>
        </p:spPr>
        <p:txBody>
          <a:bodyPr/>
          <a:lstStyle>
            <a:lvl1pPr>
              <a:defRPr sz="200"/>
            </a:lvl1pPr>
          </a:lstStyle>
          <a:p>
            <a:r>
              <a:rPr lang="en-US"/>
              <a:t>Click icon to add picture</a:t>
            </a:r>
          </a:p>
        </p:txBody>
      </p:sp>
      <p:sp>
        <p:nvSpPr>
          <p:cNvPr id="5" name="Text Placeholder 19"/>
          <p:cNvSpPr>
            <a:spLocks noGrp="1"/>
          </p:cNvSpPr>
          <p:nvPr>
            <p:ph type="body" sz="quarter" idx="13"/>
          </p:nvPr>
        </p:nvSpPr>
        <p:spPr>
          <a:xfrm>
            <a:off x="771420" y="3657600"/>
            <a:ext cx="6617885" cy="365760"/>
          </a:xfrm>
          <a:prstGeom prst="rect">
            <a:avLst/>
          </a:prstGeom>
        </p:spPr>
        <p:txBody>
          <a:bodyPr vert="horz" anchor="t"/>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17"/>
          <p:cNvSpPr>
            <a:spLocks noGrp="1"/>
          </p:cNvSpPr>
          <p:nvPr>
            <p:ph type="body" sz="quarter" idx="12"/>
          </p:nvPr>
        </p:nvSpPr>
        <p:spPr>
          <a:xfrm>
            <a:off x="771421" y="3200400"/>
            <a:ext cx="8599823" cy="457200"/>
          </a:xfrm>
          <a:prstGeom prst="rect">
            <a:avLst/>
          </a:prstGeom>
        </p:spPr>
        <p:txBody>
          <a:bodyPr vert="horz" anchor="b"/>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2" name="Footer Placeholder 1"/>
          <p:cNvSpPr>
            <a:spLocks noGrp="1"/>
          </p:cNvSpPr>
          <p:nvPr>
            <p:ph type="ftr" sz="quarter" idx="15"/>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3" name="Slide Number Placeholder 2"/>
          <p:cNvSpPr>
            <a:spLocks noGrp="1"/>
          </p:cNvSpPr>
          <p:nvPr>
            <p:ph type="sldNum" sz="quarter" idx="16"/>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pic>
        <p:nvPicPr>
          <p:cNvPr id="9" name="Picture 8" descr="\\localhost\Volumes\DMS-Server\Clients\Honeywell PPT \Honeywell - Freestanding Logos\Honeywell - Freestanding Logo RGB.png"/>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0388601" y="6519863"/>
            <a:ext cx="1370935" cy="2598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834593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Header Alternate">
    <p:bg>
      <p:bgPr>
        <a:solidFill>
          <a:srgbClr val="4C4C4C"/>
        </a:solidFill>
        <a:effectLst/>
      </p:bgPr>
    </p:bg>
    <p:spTree>
      <p:nvGrpSpPr>
        <p:cNvPr id="1" name=""/>
        <p:cNvGrpSpPr/>
        <p:nvPr/>
      </p:nvGrpSpPr>
      <p:grpSpPr>
        <a:xfrm>
          <a:off x="0" y="0"/>
          <a:ext cx="0" cy="0"/>
          <a:chOff x="0" y="0"/>
          <a:chExt cx="0" cy="0"/>
        </a:xfrm>
      </p:grpSpPr>
      <p:sp>
        <p:nvSpPr>
          <p:cNvPr id="6"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cxnSp>
        <p:nvCxnSpPr>
          <p:cNvPr id="5" name="Straight Connector 7"/>
          <p:cNvCxnSpPr/>
          <p:nvPr userDrawn="1"/>
        </p:nvCxnSpPr>
        <p:spPr>
          <a:xfrm rot="5400000">
            <a:off x="4572001" y="5394479"/>
            <a:ext cx="3047998" cy="1"/>
          </a:xfrm>
          <a:prstGeom prst="bentConnector3">
            <a:avLst>
              <a:gd name="adj1" fmla="val 50000"/>
            </a:avLst>
          </a:prstGeom>
          <a:ln w="114300" cap="rnd">
            <a:solidFill>
              <a:srgbClr val="595959"/>
            </a:solidFill>
            <a:prstDash val="sysDot"/>
          </a:ln>
          <a:effectLst/>
        </p:spPr>
        <p:style>
          <a:lnRef idx="2">
            <a:schemeClr val="accent1"/>
          </a:lnRef>
          <a:fillRef idx="0">
            <a:schemeClr val="accent1"/>
          </a:fillRef>
          <a:effectRef idx="1">
            <a:schemeClr val="accent1"/>
          </a:effectRef>
          <a:fontRef idx="minor">
            <a:schemeClr val="tx1"/>
          </a:fontRef>
        </p:style>
      </p:cxnSp>
      <p:sp>
        <p:nvSpPr>
          <p:cNvPr id="7" name="Text Placeholder 17"/>
          <p:cNvSpPr>
            <a:spLocks noGrp="1"/>
          </p:cNvSpPr>
          <p:nvPr>
            <p:ph type="body" sz="quarter" idx="12" hasCustomPrompt="1"/>
          </p:nvPr>
        </p:nvSpPr>
        <p:spPr>
          <a:xfrm>
            <a:off x="771420" y="2883050"/>
            <a:ext cx="10732091" cy="774551"/>
          </a:xfrm>
          <a:prstGeom prst="rect">
            <a:avLst/>
          </a:prstGeom>
        </p:spPr>
        <p:txBody>
          <a:bodyPr vert="horz" anchor="b"/>
          <a:lstStyle>
            <a:lvl1pPr marL="0" indent="0" algn="ctr">
              <a:buNone/>
              <a:defRPr sz="4800" b="1" i="0" cap="all" baseline="0">
                <a:solidFill>
                  <a:schemeClr val="bg1"/>
                </a:solidFill>
                <a:latin typeface="Arial" pitchFamily="34" charset="0"/>
                <a:cs typeface="Arial" pitchFamily="34" charset="0"/>
              </a:defRPr>
            </a:lvl1pPr>
          </a:lstStyle>
          <a:p>
            <a:pPr lvl="0"/>
            <a:r>
              <a:rPr lang="en-US"/>
              <a:t>Section Title</a:t>
            </a:r>
          </a:p>
        </p:txBody>
      </p:sp>
      <p:pic>
        <p:nvPicPr>
          <p:cNvPr id="9" name="Picture 8"/>
          <p:cNvPicPr>
            <a:picLocks/>
          </p:cNvPicPr>
          <p:nvPr userDrawn="1"/>
        </p:nvPicPr>
        <p:blipFill rotWithShape="1">
          <a:blip r:embed="rId3" cstate="screen">
            <a:extLst>
              <a:ext uri="{28A0092B-C50C-407E-A947-70E740481C1C}">
                <a14:useLocalDpi xmlns:a14="http://schemas.microsoft.com/office/drawing/2010/main"/>
              </a:ext>
            </a:extLst>
          </a:blip>
          <a:srcRect/>
          <a:stretch/>
        </p:blipFill>
        <p:spPr>
          <a:xfrm>
            <a:off x="10388601" y="6519672"/>
            <a:ext cx="1371600" cy="256032"/>
          </a:xfrm>
          <a:prstGeom prst="rect">
            <a:avLst/>
          </a:prstGeom>
        </p:spPr>
      </p:pic>
    </p:spTree>
    <p:extLst>
      <p:ext uri="{BB962C8B-B14F-4D97-AF65-F5344CB8AC3E}">
        <p14:creationId xmlns:p14="http://schemas.microsoft.com/office/powerpoint/2010/main" val="30047219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sz="quarter" idx="12"/>
          </p:nvPr>
        </p:nvSpPr>
        <p:spPr>
          <a:xfrm>
            <a:off x="713232" y="1074738"/>
            <a:ext cx="10642685" cy="5308600"/>
          </a:xfrm>
          <a:prstGeom prst="rect">
            <a:avLst/>
          </a:prstGeom>
        </p:spPr>
        <p:txBody>
          <a:bodyPr>
            <a:normAutofit/>
          </a:bodyPr>
          <a:lstStyle>
            <a:lvl1pPr>
              <a:buClr>
                <a:schemeClr val="tx2"/>
              </a:buClr>
              <a:defRPr>
                <a:solidFill>
                  <a:schemeClr val="tx1"/>
                </a:solidFill>
              </a:defRPr>
            </a:lvl1pPr>
            <a:lvl2pPr marL="457200" indent="-169863">
              <a:buClr>
                <a:schemeClr val="accent2"/>
              </a:buClr>
              <a:defRPr>
                <a:solidFill>
                  <a:schemeClr val="tx1"/>
                </a:solidFill>
              </a:defRPr>
            </a:lvl2pPr>
            <a:lvl3pPr marL="804863" indent="-177800">
              <a:buClr>
                <a:schemeClr val="accent2"/>
              </a:buClr>
              <a:defRPr>
                <a:solidFill>
                  <a:schemeClr val="tx1"/>
                </a:solidFill>
              </a:defRPr>
            </a:lvl3pPr>
            <a:lvl4pPr marL="1201738" indent="-168275">
              <a:buClr>
                <a:schemeClr val="accent2"/>
              </a:buClr>
              <a:buFontTx/>
              <a:buChar char="-"/>
              <a:defRPr sz="1400">
                <a:solidFill>
                  <a:schemeClr val="tx1"/>
                </a:solidFill>
              </a:defRPr>
            </a:lvl4pPr>
            <a:lvl5pPr marL="1719263" indent="-177800">
              <a:buClr>
                <a:schemeClr val="accent2"/>
              </a:buCl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8937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Takeaway">
    <p:spTree>
      <p:nvGrpSpPr>
        <p:cNvPr id="1" name=""/>
        <p:cNvGrpSpPr/>
        <p:nvPr/>
      </p:nvGrpSpPr>
      <p:grpSpPr>
        <a:xfrm>
          <a:off x="0" y="0"/>
          <a:ext cx="0" cy="0"/>
          <a:chOff x="0" y="0"/>
          <a:chExt cx="0" cy="0"/>
        </a:xfrm>
      </p:grpSpPr>
      <p:sp>
        <p:nvSpPr>
          <p:cNvPr id="10"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sz="quarter" idx="12"/>
          </p:nvPr>
        </p:nvSpPr>
        <p:spPr>
          <a:xfrm>
            <a:off x="713232" y="1074739"/>
            <a:ext cx="10642685" cy="5070159"/>
          </a:xfrm>
          <a:prstGeom prst="rect">
            <a:avLst/>
          </a:prstGeom>
        </p:spPr>
        <p:txBody>
          <a:bodyPr>
            <a:normAutofit/>
          </a:bodyPr>
          <a:lstStyle>
            <a:lvl1pPr>
              <a:buClr>
                <a:schemeClr val="tx2"/>
              </a:buClr>
              <a:defRPr>
                <a:solidFill>
                  <a:schemeClr val="tx1"/>
                </a:solidFill>
              </a:defRPr>
            </a:lvl1pPr>
            <a:lvl2pPr marL="457200" indent="-169863">
              <a:buClr>
                <a:schemeClr val="accent2"/>
              </a:buClr>
              <a:defRPr>
                <a:solidFill>
                  <a:schemeClr val="tx1"/>
                </a:solidFill>
              </a:defRPr>
            </a:lvl2pPr>
            <a:lvl3pPr marL="804863" indent="-177800">
              <a:buClr>
                <a:schemeClr val="accent2"/>
              </a:buClr>
              <a:defRPr>
                <a:solidFill>
                  <a:schemeClr val="tx1"/>
                </a:solidFill>
              </a:defRPr>
            </a:lvl3pPr>
            <a:lvl4pPr marL="1201738" indent="-168275">
              <a:buClr>
                <a:schemeClr val="accent2"/>
              </a:buClr>
              <a:buFontTx/>
              <a:buChar char="-"/>
              <a:defRPr sz="1400">
                <a:solidFill>
                  <a:schemeClr val="tx1"/>
                </a:solidFill>
              </a:defRPr>
            </a:lvl4pPr>
            <a:lvl5pPr marL="1719263" indent="-177800">
              <a:buClr>
                <a:schemeClr val="accent2"/>
              </a:buCl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66731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sz="quarter" idx="12"/>
          </p:nvPr>
        </p:nvSpPr>
        <p:spPr>
          <a:xfrm>
            <a:off x="713232" y="1074738"/>
            <a:ext cx="5281115" cy="5308600"/>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3"/>
          </p:nvPr>
        </p:nvSpPr>
        <p:spPr>
          <a:xfrm>
            <a:off x="6217721" y="1074738"/>
            <a:ext cx="5177446" cy="5308600"/>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userDrawn="1"/>
        </p:nvCxnSpPr>
        <p:spPr>
          <a:xfrm>
            <a:off x="6090303" y="1000125"/>
            <a:ext cx="0" cy="547687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72634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wo Content with Takeaway">
    <p:spTree>
      <p:nvGrpSpPr>
        <p:cNvPr id="1" name=""/>
        <p:cNvGrpSpPr/>
        <p:nvPr/>
      </p:nvGrpSpPr>
      <p:grpSpPr>
        <a:xfrm>
          <a:off x="0" y="0"/>
          <a:ext cx="0" cy="0"/>
          <a:chOff x="0" y="0"/>
          <a:chExt cx="0" cy="0"/>
        </a:xfrm>
      </p:grpSpPr>
      <p:sp>
        <p:nvSpPr>
          <p:cNvPr id="12"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sz="quarter" idx="12"/>
          </p:nvPr>
        </p:nvSpPr>
        <p:spPr>
          <a:xfrm>
            <a:off x="713232" y="1074738"/>
            <a:ext cx="5281115" cy="509746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p:cNvSpPr>
            <a:spLocks noGrp="1"/>
          </p:cNvSpPr>
          <p:nvPr>
            <p:ph type="body" sz="quarter" idx="13"/>
          </p:nvPr>
        </p:nvSpPr>
        <p:spPr>
          <a:xfrm>
            <a:off x="6217720" y="1074738"/>
            <a:ext cx="5249655" cy="509746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0303" y="1000125"/>
            <a:ext cx="0" cy="5259044"/>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10639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sz="quarter" idx="12"/>
          </p:nvPr>
        </p:nvSpPr>
        <p:spPr>
          <a:xfrm>
            <a:off x="713232" y="1794670"/>
            <a:ext cx="5281115" cy="4588669"/>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3"/>
          </p:nvPr>
        </p:nvSpPr>
        <p:spPr>
          <a:xfrm>
            <a:off x="6217720" y="1794668"/>
            <a:ext cx="5240855" cy="4588669"/>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userDrawn="1"/>
        </p:nvCxnSpPr>
        <p:spPr>
          <a:xfrm>
            <a:off x="6090303" y="1000125"/>
            <a:ext cx="0" cy="547687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8" name="Text Placeholder 2"/>
          <p:cNvSpPr>
            <a:spLocks noGrp="1"/>
          </p:cNvSpPr>
          <p:nvPr>
            <p:ph type="body" idx="1"/>
          </p:nvPr>
        </p:nvSpPr>
        <p:spPr>
          <a:xfrm>
            <a:off x="713232" y="1066007"/>
            <a:ext cx="528111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14"/>
          </p:nvPr>
        </p:nvSpPr>
        <p:spPr>
          <a:xfrm>
            <a:off x="6217720" y="1061641"/>
            <a:ext cx="524085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7989411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mparison with Takeaway">
    <p:spTree>
      <p:nvGrpSpPr>
        <p:cNvPr id="1" name=""/>
        <p:cNvGrpSpPr/>
        <p:nvPr/>
      </p:nvGrpSpPr>
      <p:grpSpPr>
        <a:xfrm>
          <a:off x="0" y="0"/>
          <a:ext cx="0" cy="0"/>
          <a:chOff x="0" y="0"/>
          <a:chExt cx="0" cy="0"/>
        </a:xfrm>
      </p:grpSpPr>
      <p:sp>
        <p:nvSpPr>
          <p:cNvPr id="14"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sz="quarter" idx="12"/>
          </p:nvPr>
        </p:nvSpPr>
        <p:spPr>
          <a:xfrm>
            <a:off x="713232" y="1747388"/>
            <a:ext cx="5281115" cy="442481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p:cNvSpPr>
            <a:spLocks noGrp="1"/>
          </p:cNvSpPr>
          <p:nvPr>
            <p:ph type="body" sz="quarter" idx="13"/>
          </p:nvPr>
        </p:nvSpPr>
        <p:spPr>
          <a:xfrm>
            <a:off x="6217720" y="1747388"/>
            <a:ext cx="5249655" cy="442481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0303" y="1000125"/>
            <a:ext cx="0" cy="5259044"/>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1" name="Text Placeholder 2"/>
          <p:cNvSpPr>
            <a:spLocks noGrp="1"/>
          </p:cNvSpPr>
          <p:nvPr>
            <p:ph type="body" idx="1"/>
          </p:nvPr>
        </p:nvSpPr>
        <p:spPr>
          <a:xfrm>
            <a:off x="713232" y="1066007"/>
            <a:ext cx="528111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2"/>
          <p:cNvSpPr>
            <a:spLocks noGrp="1"/>
          </p:cNvSpPr>
          <p:nvPr>
            <p:ph type="body" idx="14"/>
          </p:nvPr>
        </p:nvSpPr>
        <p:spPr>
          <a:xfrm>
            <a:off x="6217720" y="1061641"/>
            <a:ext cx="524965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41934484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idx="1"/>
          </p:nvPr>
        </p:nvSpPr>
        <p:spPr>
          <a:xfrm>
            <a:off x="728903"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Text Placeholder 3"/>
          <p:cNvSpPr>
            <a:spLocks noGrp="1"/>
          </p:cNvSpPr>
          <p:nvPr>
            <p:ph type="body" sz="half" idx="15"/>
          </p:nvPr>
        </p:nvSpPr>
        <p:spPr>
          <a:xfrm>
            <a:off x="728903" y="1691844"/>
            <a:ext cx="3413760" cy="472875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Text Placeholder 4"/>
          <p:cNvSpPr>
            <a:spLocks noGrp="1"/>
          </p:cNvSpPr>
          <p:nvPr>
            <p:ph type="body" sz="quarter" idx="3"/>
          </p:nvPr>
        </p:nvSpPr>
        <p:spPr>
          <a:xfrm>
            <a:off x="4354939"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6"/>
          </p:nvPr>
        </p:nvSpPr>
        <p:spPr>
          <a:xfrm>
            <a:off x="4354939" y="1691844"/>
            <a:ext cx="3413760" cy="472875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13"/>
          </p:nvPr>
        </p:nvSpPr>
        <p:spPr>
          <a:xfrm>
            <a:off x="7988545"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7"/>
          </p:nvPr>
        </p:nvSpPr>
        <p:spPr>
          <a:xfrm>
            <a:off x="7988740" y="1691844"/>
            <a:ext cx="3413760" cy="472875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1" name="Straight Connector 10"/>
          <p:cNvCxnSpPr/>
          <p:nvPr userDrawn="1"/>
        </p:nvCxnSpPr>
        <p:spPr>
          <a:xfrm>
            <a:off x="4246189" y="1098772"/>
            <a:ext cx="0" cy="53218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7872812" y="1098786"/>
            <a:ext cx="0" cy="53218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93120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3 Column with Takeaway">
    <p:spTree>
      <p:nvGrpSpPr>
        <p:cNvPr id="1" name=""/>
        <p:cNvGrpSpPr/>
        <p:nvPr/>
      </p:nvGrpSpPr>
      <p:grpSpPr>
        <a:xfrm>
          <a:off x="0" y="0"/>
          <a:ext cx="0" cy="0"/>
          <a:chOff x="0" y="0"/>
          <a:chExt cx="0" cy="0"/>
        </a:xfrm>
      </p:grpSpPr>
      <p:sp>
        <p:nvSpPr>
          <p:cNvPr id="20"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idx="1"/>
          </p:nvPr>
        </p:nvSpPr>
        <p:spPr>
          <a:xfrm>
            <a:off x="728903"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3"/>
          <p:cNvSpPr>
            <a:spLocks noGrp="1"/>
          </p:cNvSpPr>
          <p:nvPr>
            <p:ph type="body" sz="half" idx="16"/>
          </p:nvPr>
        </p:nvSpPr>
        <p:spPr>
          <a:xfrm>
            <a:off x="728903" y="1691845"/>
            <a:ext cx="3413760" cy="4257135"/>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4"/>
          <p:cNvSpPr>
            <a:spLocks noGrp="1"/>
          </p:cNvSpPr>
          <p:nvPr>
            <p:ph type="body" sz="quarter" idx="3"/>
          </p:nvPr>
        </p:nvSpPr>
        <p:spPr>
          <a:xfrm>
            <a:off x="4354939"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3"/>
          <p:cNvSpPr>
            <a:spLocks noGrp="1"/>
          </p:cNvSpPr>
          <p:nvPr>
            <p:ph type="body" sz="half" idx="17"/>
          </p:nvPr>
        </p:nvSpPr>
        <p:spPr>
          <a:xfrm>
            <a:off x="4354939" y="1691845"/>
            <a:ext cx="3413760" cy="4257135"/>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2" name="Text Placeholder 4"/>
          <p:cNvSpPr>
            <a:spLocks noGrp="1"/>
          </p:cNvSpPr>
          <p:nvPr>
            <p:ph type="body" sz="quarter" idx="13"/>
          </p:nvPr>
        </p:nvSpPr>
        <p:spPr>
          <a:xfrm>
            <a:off x="7988545"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Text Placeholder 3"/>
          <p:cNvSpPr>
            <a:spLocks noGrp="1"/>
          </p:cNvSpPr>
          <p:nvPr>
            <p:ph type="body" sz="half" idx="18"/>
          </p:nvPr>
        </p:nvSpPr>
        <p:spPr>
          <a:xfrm>
            <a:off x="7988740" y="1691845"/>
            <a:ext cx="3413760" cy="4257135"/>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4" name="Straight Connector 13"/>
          <p:cNvCxnSpPr/>
          <p:nvPr userDrawn="1"/>
        </p:nvCxnSpPr>
        <p:spPr>
          <a:xfrm>
            <a:off x="4246189" y="1098772"/>
            <a:ext cx="0" cy="48646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7872812" y="1098786"/>
            <a:ext cx="0" cy="48646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97352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idx="1"/>
          </p:nvPr>
        </p:nvSpPr>
        <p:spPr>
          <a:xfrm>
            <a:off x="728903" y="4192264"/>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Text Placeholder 3"/>
          <p:cNvSpPr>
            <a:spLocks noGrp="1"/>
          </p:cNvSpPr>
          <p:nvPr>
            <p:ph type="body" sz="half" idx="15"/>
          </p:nvPr>
        </p:nvSpPr>
        <p:spPr>
          <a:xfrm>
            <a:off x="728903" y="4779284"/>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Text Placeholder 4"/>
          <p:cNvSpPr>
            <a:spLocks noGrp="1"/>
          </p:cNvSpPr>
          <p:nvPr>
            <p:ph type="body" sz="quarter" idx="3"/>
          </p:nvPr>
        </p:nvSpPr>
        <p:spPr>
          <a:xfrm>
            <a:off x="4354939" y="4192264"/>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6"/>
          </p:nvPr>
        </p:nvSpPr>
        <p:spPr>
          <a:xfrm>
            <a:off x="4354939" y="4779284"/>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13"/>
          </p:nvPr>
        </p:nvSpPr>
        <p:spPr>
          <a:xfrm>
            <a:off x="7988545" y="4192264"/>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7"/>
          </p:nvPr>
        </p:nvSpPr>
        <p:spPr>
          <a:xfrm>
            <a:off x="7988740" y="4779284"/>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1" name="Straight Connector 10"/>
          <p:cNvCxnSpPr/>
          <p:nvPr userDrawn="1"/>
        </p:nvCxnSpPr>
        <p:spPr>
          <a:xfrm>
            <a:off x="4246189" y="2013175"/>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7872812" y="2013189"/>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3" name="Picture Placeholder 2"/>
          <p:cNvSpPr>
            <a:spLocks noGrp="1" noChangeAspect="1"/>
          </p:cNvSpPr>
          <p:nvPr>
            <p:ph type="pic" idx="18"/>
          </p:nvPr>
        </p:nvSpPr>
        <p:spPr>
          <a:xfrm>
            <a:off x="789863" y="1990315"/>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14" name="Picture Placeholder 2"/>
          <p:cNvSpPr>
            <a:spLocks noGrp="1" noChangeAspect="1"/>
          </p:cNvSpPr>
          <p:nvPr>
            <p:ph type="pic" idx="21"/>
          </p:nvPr>
        </p:nvSpPr>
        <p:spPr>
          <a:xfrm>
            <a:off x="4438565" y="1990315"/>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15" name="Picture Placeholder 2"/>
          <p:cNvSpPr>
            <a:spLocks noGrp="1" noChangeAspect="1"/>
          </p:cNvSpPr>
          <p:nvPr>
            <p:ph type="pic" idx="22"/>
          </p:nvPr>
        </p:nvSpPr>
        <p:spPr>
          <a:xfrm>
            <a:off x="8048279" y="1990314"/>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Tree>
    <p:extLst>
      <p:ext uri="{BB962C8B-B14F-4D97-AF65-F5344CB8AC3E}">
        <p14:creationId xmlns:p14="http://schemas.microsoft.com/office/powerpoint/2010/main" val="37743016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 Picture Column with Takeaway">
    <p:spTree>
      <p:nvGrpSpPr>
        <p:cNvPr id="1" name=""/>
        <p:cNvGrpSpPr/>
        <p:nvPr/>
      </p:nvGrpSpPr>
      <p:grpSpPr>
        <a:xfrm>
          <a:off x="0" y="0"/>
          <a:ext cx="0" cy="0"/>
          <a:chOff x="0" y="0"/>
          <a:chExt cx="0" cy="0"/>
        </a:xfrm>
      </p:grpSpPr>
      <p:sp>
        <p:nvSpPr>
          <p:cNvPr id="23"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idx="1"/>
          </p:nvPr>
        </p:nvSpPr>
        <p:spPr>
          <a:xfrm>
            <a:off x="728903" y="3772710"/>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3"/>
          <p:cNvSpPr>
            <a:spLocks noGrp="1"/>
          </p:cNvSpPr>
          <p:nvPr>
            <p:ph type="body" sz="half" idx="16"/>
          </p:nvPr>
        </p:nvSpPr>
        <p:spPr>
          <a:xfrm>
            <a:off x="728903" y="4359730"/>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4"/>
          <p:cNvSpPr>
            <a:spLocks noGrp="1"/>
          </p:cNvSpPr>
          <p:nvPr>
            <p:ph type="body" sz="quarter" idx="3"/>
          </p:nvPr>
        </p:nvSpPr>
        <p:spPr>
          <a:xfrm>
            <a:off x="4354939" y="3772710"/>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3"/>
          <p:cNvSpPr>
            <a:spLocks noGrp="1"/>
          </p:cNvSpPr>
          <p:nvPr>
            <p:ph type="body" sz="half" idx="17"/>
          </p:nvPr>
        </p:nvSpPr>
        <p:spPr>
          <a:xfrm>
            <a:off x="4354939" y="4359730"/>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2" name="Text Placeholder 4"/>
          <p:cNvSpPr>
            <a:spLocks noGrp="1"/>
          </p:cNvSpPr>
          <p:nvPr>
            <p:ph type="body" sz="quarter" idx="13"/>
          </p:nvPr>
        </p:nvSpPr>
        <p:spPr>
          <a:xfrm>
            <a:off x="7988545" y="3772710"/>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Text Placeholder 3"/>
          <p:cNvSpPr>
            <a:spLocks noGrp="1"/>
          </p:cNvSpPr>
          <p:nvPr>
            <p:ph type="body" sz="half" idx="18"/>
          </p:nvPr>
        </p:nvSpPr>
        <p:spPr>
          <a:xfrm>
            <a:off x="7988740" y="4359730"/>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4" name="Straight Connector 13"/>
          <p:cNvCxnSpPr/>
          <p:nvPr userDrawn="1"/>
        </p:nvCxnSpPr>
        <p:spPr>
          <a:xfrm>
            <a:off x="4246189" y="1593621"/>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7872812" y="1593635"/>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6" name="Picture Placeholder 2"/>
          <p:cNvSpPr>
            <a:spLocks noGrp="1" noChangeAspect="1"/>
          </p:cNvSpPr>
          <p:nvPr>
            <p:ph type="pic" idx="19"/>
          </p:nvPr>
        </p:nvSpPr>
        <p:spPr>
          <a:xfrm>
            <a:off x="789863" y="1570761"/>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0" name="Picture Placeholder 2"/>
          <p:cNvSpPr>
            <a:spLocks noGrp="1" noChangeAspect="1"/>
          </p:cNvSpPr>
          <p:nvPr>
            <p:ph type="pic" idx="21"/>
          </p:nvPr>
        </p:nvSpPr>
        <p:spPr>
          <a:xfrm>
            <a:off x="4438565" y="1570761"/>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1" name="Picture Placeholder 2"/>
          <p:cNvSpPr>
            <a:spLocks noGrp="1" noChangeAspect="1"/>
          </p:cNvSpPr>
          <p:nvPr>
            <p:ph type="pic" idx="22"/>
          </p:nvPr>
        </p:nvSpPr>
        <p:spPr>
          <a:xfrm>
            <a:off x="8048279" y="1570760"/>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Tree>
    <p:extLst>
      <p:ext uri="{BB962C8B-B14F-4D97-AF65-F5344CB8AC3E}">
        <p14:creationId xmlns:p14="http://schemas.microsoft.com/office/powerpoint/2010/main" val="23918006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Layout">
    <p:spTree>
      <p:nvGrpSpPr>
        <p:cNvPr id="1" name=""/>
        <p:cNvGrpSpPr/>
        <p:nvPr/>
      </p:nvGrpSpPr>
      <p:grpSpPr>
        <a:xfrm>
          <a:off x="0" y="0"/>
          <a:ext cx="0" cy="0"/>
          <a:chOff x="0" y="0"/>
          <a:chExt cx="0" cy="0"/>
        </a:xfrm>
      </p:grpSpPr>
      <p:sp>
        <p:nvSpPr>
          <p:cNvPr id="2" name="Title 1"/>
          <p:cNvSpPr>
            <a:spLocks noGrp="1"/>
          </p:cNvSpPr>
          <p:nvPr>
            <p:ph type="title"/>
          </p:nvPr>
        </p:nvSpPr>
        <p:spPr>
          <a:xfrm>
            <a:off x="592667" y="357189"/>
            <a:ext cx="10893552" cy="498475"/>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cxnSp>
        <p:nvCxnSpPr>
          <p:cNvPr id="5" name="Straight Connector 4"/>
          <p:cNvCxnSpPr/>
          <p:nvPr userDrawn="1"/>
        </p:nvCxnSpPr>
        <p:spPr bwMode="auto">
          <a:xfrm flipH="1">
            <a:off x="609602" y="3698875"/>
            <a:ext cx="11095303" cy="0"/>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Connector 5"/>
          <p:cNvCxnSpPr/>
          <p:nvPr userDrawn="1"/>
        </p:nvCxnSpPr>
        <p:spPr bwMode="auto">
          <a:xfrm>
            <a:off x="6157384" y="962026"/>
            <a:ext cx="0" cy="5445125"/>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 Placeholder 2"/>
          <p:cNvSpPr>
            <a:spLocks noGrp="1"/>
          </p:cNvSpPr>
          <p:nvPr>
            <p:ph type="body" sz="quarter" idx="18"/>
          </p:nvPr>
        </p:nvSpPr>
        <p:spPr>
          <a:xfrm>
            <a:off x="6259493" y="962652"/>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p:cNvSpPr>
            <a:spLocks noGrp="1"/>
          </p:cNvSpPr>
          <p:nvPr>
            <p:ph type="body" sz="quarter" idx="12"/>
          </p:nvPr>
        </p:nvSpPr>
        <p:spPr>
          <a:xfrm>
            <a:off x="592666" y="962652"/>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p:cNvSpPr>
            <a:spLocks noGrp="1"/>
          </p:cNvSpPr>
          <p:nvPr>
            <p:ph type="body" sz="quarter" idx="19"/>
          </p:nvPr>
        </p:nvSpPr>
        <p:spPr>
          <a:xfrm>
            <a:off x="6275653" y="3804586"/>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2"/>
          <p:cNvSpPr>
            <a:spLocks noGrp="1"/>
          </p:cNvSpPr>
          <p:nvPr>
            <p:ph type="body" sz="quarter" idx="20"/>
          </p:nvPr>
        </p:nvSpPr>
        <p:spPr>
          <a:xfrm>
            <a:off x="608827" y="3804586"/>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968257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Up Layout with Takeaway">
    <p:spTree>
      <p:nvGrpSpPr>
        <p:cNvPr id="1" name=""/>
        <p:cNvGrpSpPr/>
        <p:nvPr/>
      </p:nvGrpSpPr>
      <p:grpSpPr>
        <a:xfrm>
          <a:off x="0" y="0"/>
          <a:ext cx="0" cy="0"/>
          <a:chOff x="0" y="0"/>
          <a:chExt cx="0" cy="0"/>
        </a:xfrm>
      </p:grpSpPr>
      <p:sp>
        <p:nvSpPr>
          <p:cNvPr id="24"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a:xfrm>
            <a:off x="608827" y="357189"/>
            <a:ext cx="10877392" cy="498475"/>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cxnSp>
        <p:nvCxnSpPr>
          <p:cNvPr id="14" name="Straight Connector 13"/>
          <p:cNvCxnSpPr/>
          <p:nvPr userDrawn="1"/>
        </p:nvCxnSpPr>
        <p:spPr bwMode="auto">
          <a:xfrm>
            <a:off x="6140451" y="962025"/>
            <a:ext cx="0" cy="5257800"/>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p:cNvCxnSpPr/>
          <p:nvPr userDrawn="1"/>
        </p:nvCxnSpPr>
        <p:spPr bwMode="auto">
          <a:xfrm flipH="1">
            <a:off x="592667" y="3534457"/>
            <a:ext cx="11112500" cy="0"/>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 Placeholder 2"/>
          <p:cNvSpPr>
            <a:spLocks noGrp="1"/>
          </p:cNvSpPr>
          <p:nvPr>
            <p:ph type="body" sz="quarter" idx="12"/>
          </p:nvPr>
        </p:nvSpPr>
        <p:spPr>
          <a:xfrm>
            <a:off x="592666" y="962652"/>
            <a:ext cx="5429251" cy="2494472"/>
          </a:xfrm>
          <a:prstGeom prst="rect">
            <a:avLst/>
          </a:prstGeom>
        </p:spPr>
        <p:txBody>
          <a:bodyPr>
            <a:normAutofit/>
          </a:bodyPr>
          <a:lstStyle>
            <a:lvl1pPr>
              <a:buClr>
                <a:schemeClr val="tx2"/>
              </a:buClr>
              <a:defRPr sz="1800">
                <a:solidFill>
                  <a:schemeClr val="tx1"/>
                </a:solidFill>
              </a:defRPr>
            </a:lvl1pPr>
            <a:lvl2pPr marL="457200" indent="-169863">
              <a:buClr>
                <a:schemeClr val="accent2"/>
              </a:buClr>
              <a:defRPr sz="1600">
                <a:solidFill>
                  <a:schemeClr val="tx1"/>
                </a:solidFill>
              </a:defRPr>
            </a:lvl2pPr>
            <a:lvl3pPr marL="804863" indent="-177800">
              <a:buClr>
                <a:schemeClr val="accent2"/>
              </a:buClr>
              <a:defRPr sz="1400">
                <a:solidFill>
                  <a:schemeClr val="tx1"/>
                </a:solidFill>
              </a:defRPr>
            </a:lvl3pPr>
            <a:lvl4pPr marL="1201738" indent="-168275">
              <a:buClr>
                <a:schemeClr val="accent2"/>
              </a:buClr>
              <a:buFontTx/>
              <a:buChar char="-"/>
              <a:defRPr sz="1200">
                <a:solidFill>
                  <a:schemeClr val="tx1"/>
                </a:solidFill>
              </a:defRPr>
            </a:lvl4pPr>
            <a:lvl5pPr marL="1719263" indent="-177800">
              <a:buClr>
                <a:schemeClr val="accent2"/>
              </a:buCl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p:cNvSpPr>
            <a:spLocks noGrp="1"/>
          </p:cNvSpPr>
          <p:nvPr>
            <p:ph type="body" sz="quarter" idx="19"/>
          </p:nvPr>
        </p:nvSpPr>
        <p:spPr>
          <a:xfrm>
            <a:off x="6232621" y="962652"/>
            <a:ext cx="5429251" cy="2494472"/>
          </a:xfrm>
          <a:prstGeom prst="rect">
            <a:avLst/>
          </a:prstGeom>
        </p:spPr>
        <p:txBody>
          <a:bodyPr>
            <a:normAutofit/>
          </a:bodyPr>
          <a:lstStyle>
            <a:lvl1pPr>
              <a:buClr>
                <a:schemeClr val="tx2"/>
              </a:buClr>
              <a:defRPr sz="1800"/>
            </a:lvl1pPr>
            <a:lvl2pPr marL="457200" indent="-169863">
              <a:buClr>
                <a:schemeClr val="accent2"/>
              </a:buClr>
              <a:buFont typeface="Arial" panose="020B0604020202020204" pitchFamily="34" charset="0"/>
              <a:buChar cha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p:cNvSpPr>
            <a:spLocks noGrp="1"/>
          </p:cNvSpPr>
          <p:nvPr>
            <p:ph type="body" sz="quarter" idx="20"/>
          </p:nvPr>
        </p:nvSpPr>
        <p:spPr>
          <a:xfrm>
            <a:off x="592159" y="3625380"/>
            <a:ext cx="5429251" cy="2469486"/>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2"/>
          <p:cNvSpPr>
            <a:spLocks noGrp="1"/>
          </p:cNvSpPr>
          <p:nvPr>
            <p:ph type="body" sz="quarter" idx="21"/>
          </p:nvPr>
        </p:nvSpPr>
        <p:spPr>
          <a:xfrm>
            <a:off x="6227335" y="3625380"/>
            <a:ext cx="5429251" cy="2469486"/>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15493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7647477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Only with Takeaway">
    <p:spTree>
      <p:nvGrpSpPr>
        <p:cNvPr id="1" name=""/>
        <p:cNvGrpSpPr/>
        <p:nvPr/>
      </p:nvGrpSpPr>
      <p:grpSpPr>
        <a:xfrm>
          <a:off x="0" y="0"/>
          <a:ext cx="0" cy="0"/>
          <a:chOff x="0" y="0"/>
          <a:chExt cx="0" cy="0"/>
        </a:xfrm>
      </p:grpSpPr>
      <p:sp>
        <p:nvSpPr>
          <p:cNvPr id="9"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7618629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3424471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Blank with Takeaway">
    <p:spTree>
      <p:nvGrpSpPr>
        <p:cNvPr id="1" name=""/>
        <p:cNvGrpSpPr/>
        <p:nvPr/>
      </p:nvGrpSpPr>
      <p:grpSpPr>
        <a:xfrm>
          <a:off x="0" y="0"/>
          <a:ext cx="0" cy="0"/>
          <a:chOff x="0" y="0"/>
          <a:chExt cx="0" cy="0"/>
        </a:xfrm>
      </p:grpSpPr>
      <p:sp>
        <p:nvSpPr>
          <p:cNvPr id="8" name="Round Single Corner Rectangle 1"/>
          <p:cNvSpPr>
            <a:spLocks noChangeAspect="1"/>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04057" y="74381"/>
                  <a:pt x="41048" y="713194"/>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19493408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Infographic">
    <p:spTree>
      <p:nvGrpSpPr>
        <p:cNvPr id="1" name=""/>
        <p:cNvGrpSpPr/>
        <p:nvPr/>
      </p:nvGrpSpPr>
      <p:grpSpPr>
        <a:xfrm>
          <a:off x="0" y="0"/>
          <a:ext cx="0" cy="0"/>
          <a:chOff x="0" y="0"/>
          <a:chExt cx="0" cy="0"/>
        </a:xfrm>
      </p:grpSpPr>
      <p:sp>
        <p:nvSpPr>
          <p:cNvPr id="5" name="Picture Placeholder 9"/>
          <p:cNvSpPr>
            <a:spLocks noGrp="1"/>
          </p:cNvSpPr>
          <p:nvPr>
            <p:ph type="pic" sz="quarter" idx="12"/>
          </p:nvPr>
        </p:nvSpPr>
        <p:spPr>
          <a:xfrm>
            <a:off x="10388601" y="6519863"/>
            <a:ext cx="1371600" cy="256032"/>
          </a:xfrm>
          <a:prstGeom prst="rect">
            <a:avLst/>
          </a:prstGeom>
          <a:blipFill>
            <a:blip r:embed="rId3" cstate="screen">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6" name="Picture Placeholder 4"/>
          <p:cNvSpPr>
            <a:spLocks noGrp="1"/>
          </p:cNvSpPr>
          <p:nvPr>
            <p:ph type="pic" sz="quarter" idx="13"/>
          </p:nvPr>
        </p:nvSpPr>
        <p:spPr>
          <a:xfrm>
            <a:off x="10363277" y="0"/>
            <a:ext cx="1828800" cy="18288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20967665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nfographic with Takeaway">
    <p:spTree>
      <p:nvGrpSpPr>
        <p:cNvPr id="1" name=""/>
        <p:cNvGrpSpPr/>
        <p:nvPr/>
      </p:nvGrpSpPr>
      <p:grpSpPr>
        <a:xfrm>
          <a:off x="0" y="0"/>
          <a:ext cx="0" cy="0"/>
          <a:chOff x="0" y="0"/>
          <a:chExt cx="0" cy="0"/>
        </a:xfrm>
      </p:grpSpPr>
      <p:sp>
        <p:nvSpPr>
          <p:cNvPr id="8" name="Picture Placeholder 3"/>
          <p:cNvSpPr>
            <a:spLocks noGrp="1"/>
          </p:cNvSpPr>
          <p:nvPr>
            <p:ph type="pic" sz="quarter" idx="17"/>
          </p:nvPr>
        </p:nvSpPr>
        <p:spPr>
          <a:xfrm>
            <a:off x="0" y="6384611"/>
            <a:ext cx="11584517" cy="504825"/>
          </a:xfrm>
          <a:prstGeom prst="rect">
            <a:avLst/>
          </a:prstGeom>
          <a:blipFill>
            <a:blip r:embed="rId3"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7" name="Picture Placeholder 4"/>
          <p:cNvSpPr>
            <a:spLocks noGrp="1"/>
          </p:cNvSpPr>
          <p:nvPr>
            <p:ph type="pic" sz="quarter" idx="13"/>
          </p:nvPr>
        </p:nvSpPr>
        <p:spPr>
          <a:xfrm>
            <a:off x="10363277" y="0"/>
            <a:ext cx="1828800" cy="18288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5997642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itle 1"/>
          <p:cNvSpPr>
            <a:spLocks noGrp="1"/>
          </p:cNvSpPr>
          <p:nvPr>
            <p:ph type="title"/>
          </p:nvPr>
        </p:nvSpPr>
        <p:spPr>
          <a:xfrm>
            <a:off x="6559421" y="408993"/>
            <a:ext cx="4800937" cy="1828800"/>
          </a:xfrm>
        </p:spPr>
        <p:txBody>
          <a:bodyPr anchor="b">
            <a:noAutofit/>
          </a:bodyPr>
          <a:lstStyle>
            <a:lvl1pPr>
              <a:defRPr sz="3300"/>
            </a:lvl1pPr>
          </a:lstStyle>
          <a:p>
            <a:r>
              <a:rPr lang="en-US"/>
              <a:t>Click to edit Master title style</a:t>
            </a:r>
          </a:p>
        </p:txBody>
      </p:sp>
      <p:sp>
        <p:nvSpPr>
          <p:cNvPr id="6" name="Content Placeholder 2"/>
          <p:cNvSpPr>
            <a:spLocks noGrp="1"/>
          </p:cNvSpPr>
          <p:nvPr>
            <p:ph idx="1"/>
          </p:nvPr>
        </p:nvSpPr>
        <p:spPr>
          <a:xfrm>
            <a:off x="713232" y="381000"/>
            <a:ext cx="5489511" cy="5791200"/>
          </a:xfrm>
          <a:prstGeom prst="rect">
            <a:avLst/>
          </a:prstGeom>
        </p:spPr>
        <p:txBody>
          <a:bodyPr>
            <a:normAutofit/>
          </a:bodyPr>
          <a:lstStyle>
            <a:lvl1pPr>
              <a:defRPr sz="1800"/>
            </a:lvl1pPr>
            <a:lvl2pPr>
              <a:defRPr sz="1500"/>
            </a:lvl2pPr>
            <a:lvl3pPr>
              <a:defRPr sz="1350"/>
            </a:lvl3pPr>
            <a:lvl4pPr>
              <a:defRPr sz="1200"/>
            </a:lvl4pPr>
            <a:lvl5pPr>
              <a:defRPr sz="12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p:cNvSpPr>
            <a:spLocks noGrp="1"/>
          </p:cNvSpPr>
          <p:nvPr>
            <p:ph type="body" sz="half" idx="2"/>
          </p:nvPr>
        </p:nvSpPr>
        <p:spPr>
          <a:xfrm>
            <a:off x="6559421" y="2237793"/>
            <a:ext cx="4800937" cy="1828800"/>
          </a:xfrm>
          <a:prstGeom prst="rect">
            <a:avLst/>
          </a:prstGeom>
        </p:spPr>
        <p:txBody>
          <a:bodyPr>
            <a:normAutofit/>
          </a:bodyPr>
          <a:lstStyle>
            <a:lvl1pPr marL="0" indent="0">
              <a:spcBef>
                <a:spcPts val="900"/>
              </a:spcBef>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2118972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itle 1"/>
          <p:cNvSpPr>
            <a:spLocks noGrp="1"/>
          </p:cNvSpPr>
          <p:nvPr>
            <p:ph type="title"/>
          </p:nvPr>
        </p:nvSpPr>
        <p:spPr>
          <a:xfrm>
            <a:off x="6559421" y="408993"/>
            <a:ext cx="4800937" cy="1828800"/>
          </a:xfrm>
        </p:spPr>
        <p:txBody>
          <a:bodyPr anchor="b">
            <a:noAutofit/>
          </a:bodyPr>
          <a:lstStyle>
            <a:lvl1pPr>
              <a:defRPr sz="3300"/>
            </a:lvl1pPr>
          </a:lstStyle>
          <a:p>
            <a:r>
              <a:rPr lang="en-US"/>
              <a:t>Click to edit Master title style</a:t>
            </a:r>
          </a:p>
        </p:txBody>
      </p:sp>
      <p:sp>
        <p:nvSpPr>
          <p:cNvPr id="6" name="Text Placeholder 3"/>
          <p:cNvSpPr>
            <a:spLocks noGrp="1"/>
          </p:cNvSpPr>
          <p:nvPr>
            <p:ph type="body" sz="half" idx="2"/>
          </p:nvPr>
        </p:nvSpPr>
        <p:spPr>
          <a:xfrm>
            <a:off x="6559421" y="2237793"/>
            <a:ext cx="4800937" cy="1828800"/>
          </a:xfrm>
          <a:prstGeom prst="rect">
            <a:avLst/>
          </a:prstGeom>
        </p:spPr>
        <p:txBody>
          <a:bodyPr>
            <a:normAutofit/>
          </a:bodyPr>
          <a:lstStyle>
            <a:lvl1pPr marL="0" indent="0">
              <a:spcBef>
                <a:spcPts val="900"/>
              </a:spcBef>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Picture Placeholder 6"/>
          <p:cNvSpPr>
            <a:spLocks noGrp="1"/>
          </p:cNvSpPr>
          <p:nvPr>
            <p:ph type="pic" sz="quarter" idx="12"/>
          </p:nvPr>
        </p:nvSpPr>
        <p:spPr>
          <a:xfrm>
            <a:off x="713232" y="384048"/>
            <a:ext cx="5486400" cy="5788152"/>
          </a:xfrm>
          <a:prstGeom prst="rect">
            <a:avLst/>
          </a:prstGeom>
        </p:spPr>
        <p:txBody>
          <a:bodyPr/>
          <a:lstStyle/>
          <a:p>
            <a:r>
              <a:rPr lang="en-US"/>
              <a:t>Click icon to add picture</a:t>
            </a:r>
          </a:p>
        </p:txBody>
      </p:sp>
    </p:spTree>
    <p:extLst>
      <p:ext uri="{BB962C8B-B14F-4D97-AF65-F5344CB8AC3E}">
        <p14:creationId xmlns:p14="http://schemas.microsoft.com/office/powerpoint/2010/main" val="28943168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9" name="Round Single Corner Rectangle 1"/>
          <p:cNvSpPr>
            <a:spLocks noChangeAspect="1"/>
          </p:cNvSpPr>
          <p:nvPr userDrawn="1"/>
        </p:nvSpPr>
        <p:spPr>
          <a:xfrm rot="5400000">
            <a:off x="10591800" y="-228591"/>
            <a:ext cx="1371600" cy="1828723"/>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Lst>
            <a:ahLst/>
            <a:cxnLst>
              <a:cxn ang="0">
                <a:pos x="connsiteX0" y="connsiteY0"/>
              </a:cxn>
              <a:cxn ang="0">
                <a:pos x="connsiteX1" y="connsiteY1"/>
              </a:cxn>
              <a:cxn ang="0">
                <a:pos x="connsiteX2" y="connsiteY2"/>
              </a:cxn>
              <a:cxn ang="0">
                <a:pos x="connsiteX3" y="connsiteY3"/>
              </a:cxn>
            </a:cxnLst>
            <a:rect l="l" t="t" r="r" b="b"/>
            <a:pathLst>
              <a:path w="1142995" h="1532236">
                <a:moveTo>
                  <a:pt x="0" y="0"/>
                </a:moveTo>
                <a:lnTo>
                  <a:pt x="1142995" y="0"/>
                </a:lnTo>
                <a:cubicBezTo>
                  <a:pt x="511969" y="21249"/>
                  <a:pt x="3930" y="739945"/>
                  <a:pt x="0" y="1532236"/>
                </a:cubicBezTo>
                <a:cubicBezTo>
                  <a:pt x="4519" y="403311"/>
                  <a:pt x="0" y="510745"/>
                  <a:pt x="0" y="0"/>
                </a:cubicBezTo>
                <a:close/>
              </a:path>
            </a:pathLst>
          </a:custGeom>
          <a:solidFill>
            <a:schemeClr val="accent3"/>
          </a:solidFill>
          <a:ln w="9525" cmpd="sng">
            <a:noFill/>
          </a:ln>
          <a:effectLst>
            <a:innerShdw blurRad="127000" dist="25400" dir="2700000">
              <a:schemeClr val="accent3">
                <a:lumMod val="50000"/>
                <a:alpha val="40000"/>
              </a:scheme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0" fontAlgn="base" hangingPunct="0">
              <a:spcBef>
                <a:spcPct val="0"/>
              </a:spcBef>
              <a:spcAft>
                <a:spcPct val="0"/>
              </a:spcAft>
            </a:pPr>
            <a:r>
              <a:rPr lang="en-US">
                <a:solidFill>
                  <a:srgbClr val="FFFFFF"/>
                </a:solidFill>
              </a:rPr>
              <a:t> </a:t>
            </a:r>
          </a:p>
        </p:txBody>
      </p:sp>
      <p:sp>
        <p:nvSpPr>
          <p:cNvPr id="3" name="Slide Number Placeholder 5"/>
          <p:cNvSpPr>
            <a:spLocks noGrp="1"/>
          </p:cNvSpPr>
          <p:nvPr>
            <p:ph type="sldNum" sz="quarter" idx="10"/>
          </p:nvPr>
        </p:nvSpPr>
        <p:spPr/>
        <p:txBody>
          <a:bodyPr/>
          <a:lstStyle>
            <a:lvl1pPr>
              <a:defRPr/>
            </a:lvl1pPr>
          </a:lstStyle>
          <a:p>
            <a:pPr>
              <a:defRPr/>
            </a:pPr>
            <a:fld id="{FF1F74E8-2156-B64F-A723-2FC713503C5D}" type="slidenum">
              <a:rPr lang="en-US">
                <a:solidFill>
                  <a:srgbClr val="FFFFFF"/>
                </a:solidFill>
              </a:rPr>
              <a:pPr>
                <a:defRPr/>
              </a:pPr>
              <a:t>‹#›</a:t>
            </a:fld>
            <a:endParaRPr lang="en-US">
              <a:solidFill>
                <a:srgbClr val="FFFFFF"/>
              </a:solidFill>
            </a:endParaRPr>
          </a:p>
        </p:txBody>
      </p:sp>
      <p:sp>
        <p:nvSpPr>
          <p:cNvPr id="6" name="Footer Placeholder 1"/>
          <p:cNvSpPr>
            <a:spLocks noGrp="1"/>
          </p:cNvSpPr>
          <p:nvPr>
            <p:ph type="ftr" sz="quarter" idx="3"/>
            <p:custDataLst>
              <p:tags r:id="rId1"/>
            </p:custDataLst>
          </p:nvPr>
        </p:nvSpPr>
        <p:spPr>
          <a:xfrm>
            <a:off x="0" y="6629400"/>
            <a:ext cx="12192000" cy="201168"/>
          </a:xfrm>
          <a:prstGeom prst="rect">
            <a:avLst/>
          </a:prstGeom>
        </p:spPr>
        <p:txBody>
          <a:bodyPr vert="horz" lIns="91440" tIns="45720" rIns="91440" bIns="45720" rtlCol="0" anchor="ctr"/>
          <a:lstStyle>
            <a:lvl1pPr algn="l">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7"/>
          <p:cNvSpPr>
            <a:spLocks noGrp="1"/>
          </p:cNvSpPr>
          <p:nvPr>
            <p:ph type="body" sz="quarter" idx="13"/>
          </p:nvPr>
        </p:nvSpPr>
        <p:spPr>
          <a:xfrm>
            <a:off x="0" y="4171950"/>
            <a:ext cx="12192000" cy="1276350"/>
          </a:xfrm>
          <a:prstGeom prst="rect">
            <a:avLst/>
          </a:prstGeom>
        </p:spPr>
        <p:txBody>
          <a:bodyPr/>
          <a:lstStyle>
            <a:lvl1pPr algn="ctr">
              <a:buNone/>
              <a:defRPr sz="2400" b="1"/>
            </a:lvl1pPr>
            <a:lvl2pPr>
              <a:buNone/>
              <a:defRPr/>
            </a:lvl2pPr>
          </a:lstStyle>
          <a:p>
            <a:pPr lvl="0"/>
            <a:r>
              <a:rPr lang="en-US"/>
              <a:t>Click to edit Master text styles</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19265" y="650759"/>
            <a:ext cx="11353470" cy="3588959"/>
          </a:xfrm>
          <a:prstGeom prst="rect">
            <a:avLst/>
          </a:prstGeom>
        </p:spPr>
      </p:pic>
    </p:spTree>
    <p:extLst>
      <p:ext uri="{BB962C8B-B14F-4D97-AF65-F5344CB8AC3E}">
        <p14:creationId xmlns:p14="http://schemas.microsoft.com/office/powerpoint/2010/main" val="10986703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Agenda">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D926425-8E0A-4F19-95F9-2CCCC40F8397}"/>
              </a:ext>
            </a:extLst>
          </p:cNvPr>
          <p:cNvGraphicFramePr>
            <a:graphicFrameLocks noChangeAspect="1"/>
          </p:cNvGraphicFramePr>
          <p:nvPr userDrawn="1">
            <p:custDataLst>
              <p:tags r:id="rId1"/>
            </p:custDataLst>
            <p:extLst>
              <p:ext uri="{D42A27DB-BD31-4B8C-83A1-F6EECF244321}">
                <p14:modId xmlns:p14="http://schemas.microsoft.com/office/powerpoint/2010/main" val="26696586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5" name="Object 4" hidden="1">
                        <a:extLst>
                          <a:ext uri="{FF2B5EF4-FFF2-40B4-BE49-F238E27FC236}">
                            <a16:creationId xmlns:a16="http://schemas.microsoft.com/office/drawing/2014/main" id="{7D926425-8E0A-4F19-95F9-2CCCC40F83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94E27FC-0EBE-49F1-BF4C-F70FB47B782E}"/>
              </a:ext>
            </a:extLst>
          </p:cNvPr>
          <p:cNvSpPr/>
          <p:nvPr userDrawn="1">
            <p:custDataLst>
              <p:tags r:id="rId2"/>
            </p:custDataLst>
          </p:nvPr>
        </p:nvSpPr>
        <p:spPr>
          <a:xfrm>
            <a:off x="0" y="0"/>
            <a:ext cx="158750" cy="1587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4000" b="0" i="0" baseline="0">
              <a:solidFill>
                <a:schemeClr val="tx1"/>
              </a:solidFill>
              <a:latin typeface="Arial Black" panose="020B0A04020102020204" pitchFamily="34" charset="0"/>
              <a:ea typeface="+mj-ea"/>
              <a:cs typeface="+mj-cs"/>
              <a:sym typeface="Arial Black" panose="020B0A04020102020204" pitchFamily="34" charset="0"/>
            </a:endParaRPr>
          </a:p>
        </p:txBody>
      </p:sp>
      <p:sp>
        <p:nvSpPr>
          <p:cNvPr id="2" name="Title 1">
            <a:extLst>
              <a:ext uri="{FF2B5EF4-FFF2-40B4-BE49-F238E27FC236}">
                <a16:creationId xmlns:a16="http://schemas.microsoft.com/office/drawing/2014/main" id="{5E480A38-A16A-446F-8129-A3FC34253B1F}"/>
              </a:ext>
            </a:extLst>
          </p:cNvPr>
          <p:cNvSpPr>
            <a:spLocks noGrp="1"/>
          </p:cNvSpPr>
          <p:nvPr>
            <p:ph type="title"/>
          </p:nvPr>
        </p:nvSpPr>
        <p:spPr>
          <a:xfrm>
            <a:off x="495299" y="495299"/>
            <a:ext cx="11201401" cy="615553"/>
          </a:xfrm>
        </p:spPr>
        <p:txBody>
          <a:bodyPr wrap="square">
            <a:spAutoFit/>
          </a:bodyPr>
          <a:lstStyle>
            <a:lvl1pPr>
              <a:defRPr sz="400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FFCBDF14-DE64-4CDC-8651-F845B5598829}"/>
              </a:ext>
            </a:extLst>
          </p:cNvPr>
          <p:cNvSpPr>
            <a:spLocks noGrp="1"/>
          </p:cNvSpPr>
          <p:nvPr>
            <p:ph idx="1"/>
          </p:nvPr>
        </p:nvSpPr>
        <p:spPr>
          <a:xfrm>
            <a:off x="495300" y="1409701"/>
            <a:ext cx="5372100" cy="4457700"/>
          </a:xfrm>
        </p:spPr>
        <p:txBody>
          <a:bodyPr wrap="square"/>
          <a:lstStyle>
            <a:lvl1pPr marL="457200" indent="-457200">
              <a:spcBef>
                <a:spcPts val="600"/>
              </a:spcBef>
              <a:buClr>
                <a:schemeClr val="accent1"/>
              </a:buClr>
              <a:buFont typeface="+mj-lt"/>
              <a:buAutoNum type="arabicPeriod"/>
              <a:defRPr sz="2400"/>
            </a:lvl1pPr>
            <a:lvl2pPr marL="457200" indent="0">
              <a:defRPr sz="2400"/>
            </a:lvl2pPr>
            <a:lvl3pPr marL="685800" indent="-228600">
              <a:defRPr sz="2000"/>
            </a:lvl3pPr>
            <a:lvl4pPr marL="1028700" indent="-228600">
              <a:defRPr sz="1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37A6FEB-0F20-4122-83B7-A3A8BF9EA12C}"/>
              </a:ext>
            </a:extLst>
          </p:cNvPr>
          <p:cNvSpPr>
            <a:spLocks noGrp="1"/>
          </p:cNvSpPr>
          <p:nvPr>
            <p:ph type="sldNum" sz="quarter" idx="12"/>
          </p:nvPr>
        </p:nvSpPr>
        <p:spPr/>
        <p:txBody>
          <a:bodyPr/>
          <a:lstStyle/>
          <a:p>
            <a:fld id="{7B94EC18-1D2B-4535-B738-0E53AFE26620}" type="slidenum">
              <a:rPr lang="en-US" smtClean="0"/>
              <a:t>‹#›</a:t>
            </a:fld>
            <a:endParaRPr lang="en-US"/>
          </a:p>
        </p:txBody>
      </p:sp>
      <p:sp>
        <p:nvSpPr>
          <p:cNvPr id="8" name="Content Placeholder 2">
            <a:extLst>
              <a:ext uri="{FF2B5EF4-FFF2-40B4-BE49-F238E27FC236}">
                <a16:creationId xmlns:a16="http://schemas.microsoft.com/office/drawing/2014/main" id="{081AB863-6602-411C-B695-D0F3F7473088}"/>
              </a:ext>
            </a:extLst>
          </p:cNvPr>
          <p:cNvSpPr>
            <a:spLocks noGrp="1"/>
          </p:cNvSpPr>
          <p:nvPr>
            <p:ph idx="13"/>
          </p:nvPr>
        </p:nvSpPr>
        <p:spPr>
          <a:xfrm>
            <a:off x="6324600" y="1409701"/>
            <a:ext cx="5372100" cy="4457700"/>
          </a:xfrm>
        </p:spPr>
        <p:txBody>
          <a:bodyPr wrap="square"/>
          <a:lstStyle>
            <a:lvl1pPr marL="457200" indent="-457200">
              <a:spcBef>
                <a:spcPts val="600"/>
              </a:spcBef>
              <a:buClr>
                <a:schemeClr val="accent1"/>
              </a:buClr>
              <a:buFont typeface="+mj-lt"/>
              <a:buAutoNum type="arabicPeriod"/>
              <a:defRPr sz="2400"/>
            </a:lvl1pPr>
            <a:lvl2pPr marL="457200" indent="0">
              <a:defRPr sz="2400"/>
            </a:lvl2pPr>
            <a:lvl3pPr marL="685800" indent="-228600">
              <a:defRPr sz="2000"/>
            </a:lvl3pPr>
            <a:lvl4pPr marL="1028700" indent="-228600">
              <a:defRPr sz="1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28527791"/>
      </p:ext>
    </p:extLst>
  </p:cSld>
  <p:clrMapOvr>
    <a:masterClrMapping/>
  </p:clrMapOvr>
  <p:extLst>
    <p:ext uri="{DCECCB84-F9BA-43D5-87BE-67443E8EF086}">
      <p15:sldGuideLst xmlns:p15="http://schemas.microsoft.com/office/powerpoint/2012/main">
        <p15:guide id="2" pos="3696">
          <p15:clr>
            <a:srgbClr val="FBAE40"/>
          </p15:clr>
        </p15:guide>
        <p15:guide id="3" pos="398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Section Header + Pic">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1C84CC1-84B5-4D26-AEDB-357857ECF43B}"/>
              </a:ext>
            </a:extLst>
          </p:cNvPr>
          <p:cNvGraphicFramePr>
            <a:graphicFrameLocks noChangeAspect="1"/>
          </p:cNvGraphicFramePr>
          <p:nvPr userDrawn="1">
            <p:custDataLst>
              <p:tags r:id="rId1"/>
            </p:custDataLst>
            <p:extLst>
              <p:ext uri="{D42A27DB-BD31-4B8C-83A1-F6EECF244321}">
                <p14:modId xmlns:p14="http://schemas.microsoft.com/office/powerpoint/2010/main" val="15122547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5" name="Object 4" hidden="1">
                        <a:extLst>
                          <a:ext uri="{FF2B5EF4-FFF2-40B4-BE49-F238E27FC236}">
                            <a16:creationId xmlns:a16="http://schemas.microsoft.com/office/drawing/2014/main" id="{61C84CC1-84B5-4D26-AEDB-357857ECF43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C1BFB45-C43D-4713-A656-53090907DA31}"/>
              </a:ext>
            </a:extLst>
          </p:cNvPr>
          <p:cNvSpPr/>
          <p:nvPr userDrawn="1">
            <p:custDataLst>
              <p:tags r:id="rId2"/>
            </p:custDataLst>
          </p:nvPr>
        </p:nvSpPr>
        <p:spPr>
          <a:xfrm>
            <a:off x="0" y="0"/>
            <a:ext cx="158750" cy="1587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4400" b="0" i="0" baseline="0" dirty="0" err="1">
              <a:solidFill>
                <a:schemeClr val="tx1"/>
              </a:solidFill>
              <a:latin typeface="Arial Black" panose="020B0A04020102020204" pitchFamily="34" charset="0"/>
              <a:ea typeface="+mj-ea"/>
              <a:cs typeface="+mj-cs"/>
              <a:sym typeface="Arial Black" panose="020B0A04020102020204" pitchFamily="34" charset="0"/>
            </a:endParaRPr>
          </a:p>
        </p:txBody>
      </p:sp>
      <p:sp>
        <p:nvSpPr>
          <p:cNvPr id="2" name="Title 1">
            <a:extLst>
              <a:ext uri="{FF2B5EF4-FFF2-40B4-BE49-F238E27FC236}">
                <a16:creationId xmlns:a16="http://schemas.microsoft.com/office/drawing/2014/main" id="{05B4D9F8-D2F8-412B-8467-F3A1A6B4A5F0}"/>
              </a:ext>
            </a:extLst>
          </p:cNvPr>
          <p:cNvSpPr>
            <a:spLocks noGrp="1"/>
          </p:cNvSpPr>
          <p:nvPr>
            <p:ph type="title"/>
          </p:nvPr>
        </p:nvSpPr>
        <p:spPr>
          <a:xfrm>
            <a:off x="495300" y="3848099"/>
            <a:ext cx="11700254" cy="677108"/>
          </a:xfrm>
        </p:spPr>
        <p:txBody>
          <a:bodyPr wrap="square" tIns="0" anchor="t">
            <a:spAutoFit/>
          </a:bodyPr>
          <a:lstStyle>
            <a:lvl1pPr>
              <a:lnSpc>
                <a:spcPct val="100000"/>
              </a:lnSpc>
              <a:defRPr sz="4400" b="0"/>
            </a:lvl1pPr>
          </a:lstStyle>
          <a:p>
            <a:r>
              <a:rPr lang="en-US" dirty="0"/>
              <a:t>Click to edit Master title style</a:t>
            </a:r>
          </a:p>
        </p:txBody>
      </p:sp>
      <p:sp>
        <p:nvSpPr>
          <p:cNvPr id="3" name="Text Placeholder 2">
            <a:extLst>
              <a:ext uri="{FF2B5EF4-FFF2-40B4-BE49-F238E27FC236}">
                <a16:creationId xmlns:a16="http://schemas.microsoft.com/office/drawing/2014/main" id="{AA64BA69-0C36-44D3-95D1-C8122369423E}"/>
              </a:ext>
            </a:extLst>
          </p:cNvPr>
          <p:cNvSpPr>
            <a:spLocks noGrp="1"/>
          </p:cNvSpPr>
          <p:nvPr>
            <p:ph type="body" idx="1"/>
          </p:nvPr>
        </p:nvSpPr>
        <p:spPr>
          <a:xfrm>
            <a:off x="495300" y="5105400"/>
            <a:ext cx="2702663" cy="492443"/>
          </a:xfrm>
        </p:spPr>
        <p:txBody>
          <a:bodyPr wrap="none" tIns="182880">
            <a:sp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a:extLst>
              <a:ext uri="{FF2B5EF4-FFF2-40B4-BE49-F238E27FC236}">
                <a16:creationId xmlns:a16="http://schemas.microsoft.com/office/drawing/2014/main" id="{7C9446BA-0FD3-4FFF-B220-7298D3F88A4C}"/>
              </a:ext>
            </a:extLst>
          </p:cNvPr>
          <p:cNvSpPr>
            <a:spLocks noGrp="1"/>
          </p:cNvSpPr>
          <p:nvPr>
            <p:ph type="sldNum" sz="quarter" idx="12"/>
          </p:nvPr>
        </p:nvSpPr>
        <p:spPr/>
        <p:txBody>
          <a:bodyPr/>
          <a:lstStyle>
            <a:lvl1pPr>
              <a:defRPr>
                <a:solidFill>
                  <a:schemeClr val="accent3"/>
                </a:solidFill>
              </a:defRPr>
            </a:lvl1pPr>
          </a:lstStyle>
          <a:p>
            <a:fld id="{7B94EC18-1D2B-4535-B738-0E53AFE26620}" type="slidenum">
              <a:rPr lang="en-US" smtClean="0"/>
              <a:pPr/>
              <a:t>‹#›</a:t>
            </a:fld>
            <a:endParaRPr lang="en-US"/>
          </a:p>
        </p:txBody>
      </p:sp>
      <p:pic>
        <p:nvPicPr>
          <p:cNvPr id="7" name="Graphic 6">
            <a:extLst>
              <a:ext uri="{FF2B5EF4-FFF2-40B4-BE49-F238E27FC236}">
                <a16:creationId xmlns:a16="http://schemas.microsoft.com/office/drawing/2014/main" id="{7546317B-3751-4D87-BA2D-3B5F59761950}"/>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96237" y="6464744"/>
            <a:ext cx="1143000" cy="213769"/>
          </a:xfrm>
          <a:prstGeom prst="rect">
            <a:avLst/>
          </a:prstGeom>
        </p:spPr>
      </p:pic>
      <p:sp>
        <p:nvSpPr>
          <p:cNvPr id="11" name="Picture Placeholder 10">
            <a:extLst>
              <a:ext uri="{FF2B5EF4-FFF2-40B4-BE49-F238E27FC236}">
                <a16:creationId xmlns:a16="http://schemas.microsoft.com/office/drawing/2014/main" id="{9AAC5B92-BD5C-40B8-8837-AA1A4971E6F0}"/>
              </a:ext>
            </a:extLst>
          </p:cNvPr>
          <p:cNvSpPr>
            <a:spLocks noGrp="1"/>
          </p:cNvSpPr>
          <p:nvPr>
            <p:ph type="pic" sz="quarter" idx="13"/>
          </p:nvPr>
        </p:nvSpPr>
        <p:spPr>
          <a:xfrm>
            <a:off x="0" y="0"/>
            <a:ext cx="12192000" cy="3429000"/>
          </a:xfrm>
          <a:pattFill prst="wdUpDiag">
            <a:fgClr>
              <a:schemeClr val="bg2"/>
            </a:fgClr>
            <a:bgClr>
              <a:schemeClr val="bg1"/>
            </a:bgClr>
          </a:pattFill>
        </p:spPr>
        <p:txBody>
          <a:bodyPr/>
          <a:lstStyle/>
          <a:p>
            <a:r>
              <a:rPr lang="en-US"/>
              <a:t>Click icon to add picture</a:t>
            </a:r>
          </a:p>
        </p:txBody>
      </p:sp>
    </p:spTree>
    <p:extLst>
      <p:ext uri="{BB962C8B-B14F-4D97-AF65-F5344CB8AC3E}">
        <p14:creationId xmlns:p14="http://schemas.microsoft.com/office/powerpoint/2010/main" val="763113591"/>
      </p:ext>
    </p:extLst>
  </p:cSld>
  <p:clrMapOvr>
    <a:masterClrMapping/>
  </p:clrMapOvr>
  <p:extLst>
    <p:ext uri="{DCECCB84-F9BA-43D5-87BE-67443E8EF086}">
      <p15:sldGuideLst xmlns:p15="http://schemas.microsoft.com/office/powerpoint/2012/main">
        <p15:guide id="1" orient="horz" pos="3216">
          <p15:clr>
            <a:srgbClr val="FBAE40"/>
          </p15:clr>
        </p15:guide>
        <p15:guide id="2" pos="559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1_XL Content Gray">
    <p:bg>
      <p:bgPr>
        <a:solidFill>
          <a:schemeClr val="accent3"/>
        </a:solidFill>
        <a:effectLst/>
      </p:bgPr>
    </p:bg>
    <p:spTree>
      <p:nvGrpSpPr>
        <p:cNvPr id="1" name=""/>
        <p:cNvGrpSpPr/>
        <p:nvPr/>
      </p:nvGrpSpPr>
      <p:grpSpPr>
        <a:xfrm>
          <a:off x="0" y="0"/>
          <a:ext cx="0" cy="0"/>
          <a:chOff x="0" y="0"/>
          <a:chExt cx="0" cy="0"/>
        </a:xfrm>
      </p:grpSpPr>
      <p:pic>
        <p:nvPicPr>
          <p:cNvPr id="5" name="Graphic 4"/>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8212" y="6008332"/>
            <a:ext cx="2444600" cy="457200"/>
          </a:xfrm>
          <a:prstGeom prst="rect">
            <a:avLst/>
          </a:prstGeom>
        </p:spPr>
      </p:pic>
      <p:sp>
        <p:nvSpPr>
          <p:cNvPr id="4" name="Rectangle 3"/>
          <p:cNvSpPr/>
          <p:nvPr userDrawn="1"/>
        </p:nvSpPr>
        <p:spPr>
          <a:xfrm>
            <a:off x="495299" y="495300"/>
            <a:ext cx="6096000" cy="2437590"/>
          </a:xfrm>
          <a:prstGeom prst="rect">
            <a:avLst/>
          </a:prstGeom>
        </p:spPr>
        <p:txBody>
          <a:bodyPr lIns="0" tIns="0" rIns="0" bIns="0">
            <a:spAutoFit/>
          </a:bodyPr>
          <a:lstStyle/>
          <a:p>
            <a:pPr>
              <a:lnSpc>
                <a:spcPct val="90000"/>
              </a:lnSpc>
            </a:pPr>
            <a:r>
              <a:rPr kumimoji="0" lang="en-US" sz="8800" b="0" i="0" u="none" strike="noStrike" kern="1200" cap="all" spc="0" normalizeH="0" baseline="0" noProof="0" dirty="0">
                <a:ln>
                  <a:noFill/>
                </a:ln>
                <a:solidFill>
                  <a:schemeClr val="bg1"/>
                </a:solidFill>
                <a:effectLst/>
                <a:uLnTx/>
                <a:uFillTx/>
                <a:latin typeface="+mj-lt"/>
                <a:ea typeface="+mj-ea"/>
                <a:cs typeface="+mj-cs"/>
              </a:rPr>
              <a:t>THANK</a:t>
            </a:r>
            <a:br>
              <a:rPr kumimoji="0" lang="en-US" sz="8800" b="0" i="0" u="none" strike="noStrike" kern="1200" cap="all" spc="0" normalizeH="0" baseline="0" noProof="0" dirty="0">
                <a:ln>
                  <a:noFill/>
                </a:ln>
                <a:solidFill>
                  <a:schemeClr val="bg1"/>
                </a:solidFill>
                <a:effectLst/>
                <a:uLnTx/>
                <a:uFillTx/>
                <a:latin typeface="+mj-lt"/>
                <a:ea typeface="+mj-ea"/>
                <a:cs typeface="+mj-cs"/>
              </a:rPr>
            </a:br>
            <a:r>
              <a:rPr kumimoji="0" lang="en-US" sz="8800" b="0" i="0" u="none" strike="noStrike" kern="1200" cap="all" spc="0" normalizeH="0" baseline="0" noProof="0" dirty="0">
                <a:ln>
                  <a:noFill/>
                </a:ln>
                <a:solidFill>
                  <a:schemeClr val="bg1"/>
                </a:solidFill>
                <a:effectLst/>
                <a:uLnTx/>
                <a:uFillTx/>
                <a:latin typeface="+mj-lt"/>
                <a:ea typeface="+mj-ea"/>
                <a:cs typeface="+mj-cs"/>
              </a:rPr>
              <a:t>YOU</a:t>
            </a:r>
            <a:endParaRPr lang="en-US" sz="8800" dirty="0">
              <a:solidFill>
                <a:schemeClr val="bg1"/>
              </a:solidFill>
              <a:latin typeface="+mj-lt"/>
            </a:endParaRPr>
          </a:p>
        </p:txBody>
      </p:sp>
    </p:spTree>
    <p:extLst>
      <p:ext uri="{BB962C8B-B14F-4D97-AF65-F5344CB8AC3E}">
        <p14:creationId xmlns:p14="http://schemas.microsoft.com/office/powerpoint/2010/main" val="670704878"/>
      </p:ext>
    </p:extLst>
  </p:cSld>
  <p:clrMapOvr>
    <a:masterClrMapping/>
  </p:clrMapOvr>
  <p:extLst>
    <p:ext uri="{DCECCB84-F9BA-43D5-87BE-67443E8EF086}">
      <p15:sldGuideLst xmlns:p15="http://schemas.microsoft.com/office/powerpoint/2012/main">
        <p15:guide id="2" pos="5592">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 Id="rId9"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6.xml"/><Relationship Id="rId7" Type="http://schemas.openxmlformats.org/officeDocument/2006/relationships/tags" Target="../tags/tag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3.xml"/><Relationship Id="rId5" Type="http://schemas.openxmlformats.org/officeDocument/2006/relationships/slideLayout" Target="../slideLayouts/slideLayout8.xml"/><Relationship Id="rId4" Type="http://schemas.openxmlformats.org/officeDocument/2006/relationships/slideLayout" Target="../slideLayouts/slideLayout7.xml"/><Relationship Id="rId9" Type="http://schemas.openxmlformats.org/officeDocument/2006/relationships/image" Target="../media/image10.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9.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ags" Target="../tags/tag8.xml"/><Relationship Id="rId5" Type="http://schemas.openxmlformats.org/officeDocument/2006/relationships/theme" Target="../theme/theme4.xml"/><Relationship Id="rId4"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image" Target="../media/image11.png"/><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tags" Target="../tags/tag1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1" descr="ATail.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201525" cy="607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51" name="Picture 5" descr="Corner-01 copy.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3792538"/>
            <a:ext cx="12188825" cy="30527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 name="Picture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23200" y="6016165"/>
            <a:ext cx="1788000" cy="516858"/>
          </a:xfrm>
          <a:prstGeom prst="rect">
            <a:avLst/>
          </a:prstGeom>
        </p:spPr>
      </p:pic>
    </p:spTree>
    <p:extLst>
      <p:ext uri="{BB962C8B-B14F-4D97-AF65-F5344CB8AC3E}">
        <p14:creationId xmlns:p14="http://schemas.microsoft.com/office/powerpoint/2010/main" val="3502156893"/>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dt="0"/>
  <p:txStyles>
    <p:titleStyle>
      <a:lvl1pPr algn="l" defTabSz="457200" rtl="0" eaLnBrk="1" fontAlgn="base" hangingPunct="1">
        <a:spcBef>
          <a:spcPct val="0"/>
        </a:spcBef>
        <a:spcAft>
          <a:spcPct val="0"/>
        </a:spcAft>
        <a:defRPr sz="2400" kern="1200">
          <a:solidFill>
            <a:schemeClr val="tx1"/>
          </a:solidFill>
          <a:latin typeface="HelveticaNeue BoldCond"/>
          <a:ea typeface="HelveticaNeue BoldCond"/>
          <a:cs typeface="HelveticaNeue BoldCond"/>
        </a:defRPr>
      </a:lvl1pPr>
      <a:lvl2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2pPr>
      <a:lvl3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3pPr>
      <a:lvl4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4pPr>
      <a:lvl5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5pPr>
      <a:lvl6pPr marL="4572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9pPr>
    </p:titleStyle>
    <p:bodyStyle>
      <a:lvl1pPr algn="l" defTabSz="457200" rtl="0" eaLnBrk="1" fontAlgn="base" hangingPunct="1">
        <a:spcBef>
          <a:spcPct val="20000"/>
        </a:spcBef>
        <a:spcAft>
          <a:spcPct val="0"/>
        </a:spcAft>
        <a:buFont typeface="Arial" panose="020B0604020202020204" pitchFamily="34" charset="0"/>
        <a:defRPr kern="1200">
          <a:solidFill>
            <a:schemeClr val="tx1"/>
          </a:solidFill>
          <a:latin typeface="Helvetica 55 Roman"/>
          <a:ea typeface="Helvetica 55 Roman"/>
          <a:cs typeface="Helvetica 55 Roman"/>
        </a:defRPr>
      </a:lvl1pPr>
      <a:lvl2pPr marL="742950" indent="-285750" algn="l" defTabSz="457200" rtl="0" eaLnBrk="1" fontAlgn="base" hangingPunct="1">
        <a:spcBef>
          <a:spcPct val="20000"/>
        </a:spcBef>
        <a:spcAft>
          <a:spcPct val="0"/>
        </a:spcAft>
        <a:buFont typeface="Arial" panose="020B0604020202020204" pitchFamily="34" charset="0"/>
        <a:buChar char="•"/>
        <a:defRPr sz="1600" kern="1200">
          <a:solidFill>
            <a:schemeClr val="tx1"/>
          </a:solidFill>
          <a:latin typeface="Helvetica Neue"/>
          <a:ea typeface="Helvetica Neue"/>
          <a:cs typeface="Helvetica Neue"/>
        </a:defRPr>
      </a:lvl2pPr>
      <a:lvl3pPr marL="1143000" indent="-228600" algn="l" defTabSz="457200" rtl="0" eaLnBrk="1" fontAlgn="base" hangingPunct="1">
        <a:spcBef>
          <a:spcPct val="20000"/>
        </a:spcBef>
        <a:spcAft>
          <a:spcPct val="0"/>
        </a:spcAft>
        <a:buSzPct val="90000"/>
        <a:buFont typeface="Courier New" panose="02070309020205020404" pitchFamily="49" charset="0"/>
        <a:buChar char="o"/>
        <a:defRPr sz="1400" kern="1200">
          <a:solidFill>
            <a:schemeClr val="tx1"/>
          </a:solidFill>
          <a:latin typeface="Helvetica Neue"/>
          <a:ea typeface="Helvetica Neue"/>
          <a:cs typeface="Helvetica Neue"/>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
          <p:cNvPicPr>
            <a:picLocks noChangeAspect="1"/>
          </p:cNvPicPr>
          <p:nvPr/>
        </p:nvPicPr>
        <p:blipFill>
          <a:blip r:embed="rId3" cstate="print">
            <a:extLst>
              <a:ext uri="{28A0092B-C50C-407E-A947-70E740481C1C}">
                <a14:useLocalDpi xmlns:a14="http://schemas.microsoft.com/office/drawing/2010/main" val="0"/>
              </a:ext>
            </a:extLst>
          </a:blip>
          <a:srcRect l="14668" r="29726"/>
          <a:stretch>
            <a:fillRect/>
          </a:stretch>
        </p:blipFill>
        <p:spPr bwMode="auto">
          <a:xfrm>
            <a:off x="0" y="0"/>
            <a:ext cx="4703763" cy="563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27"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558213" y="1973263"/>
            <a:ext cx="3644900" cy="36655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28" name="Picture 12" descr="Picture2.jp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79963" y="-15875"/>
            <a:ext cx="7424737" cy="19065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29" name="Picture 13" descr="Picture3.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64088" y="1973263"/>
            <a:ext cx="3668712" cy="2017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30" name="Picture 14" descr="Picture5.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779963" y="4052888"/>
            <a:ext cx="3659187" cy="15859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5" descr="Corner-01 copy.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016" y="3792538"/>
            <a:ext cx="12209129" cy="30527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723200" y="6016165"/>
            <a:ext cx="1788000" cy="516858"/>
          </a:xfrm>
          <a:prstGeom prst="rect">
            <a:avLst/>
          </a:prstGeom>
        </p:spPr>
      </p:pic>
    </p:spTree>
    <p:extLst>
      <p:ext uri="{BB962C8B-B14F-4D97-AF65-F5344CB8AC3E}">
        <p14:creationId xmlns:p14="http://schemas.microsoft.com/office/powerpoint/2010/main" val="4213545949"/>
      </p:ext>
    </p:extLst>
  </p:cSld>
  <p:clrMap bg1="lt1" tx1="dk1" bg2="lt2" tx2="dk2" accent1="accent1" accent2="accent2" accent3="accent3" accent4="accent4" accent5="accent5" accent6="accent6" hlink="hlink" folHlink="folHlink"/>
  <p:sldLayoutIdLst>
    <p:sldLayoutId id="2147483664" r:id="rId1"/>
  </p:sldLayoutIdLst>
  <p:hf hdr="0" dt="0"/>
  <p:txStyles>
    <p:titleStyle>
      <a:lvl1pPr algn="l" defTabSz="457200" rtl="0" eaLnBrk="1" fontAlgn="base" hangingPunct="1">
        <a:spcBef>
          <a:spcPct val="0"/>
        </a:spcBef>
        <a:spcAft>
          <a:spcPct val="0"/>
        </a:spcAft>
        <a:defRPr sz="2400" kern="1200">
          <a:solidFill>
            <a:schemeClr val="tx1"/>
          </a:solidFill>
          <a:latin typeface="HelveticaNeue BoldCond"/>
          <a:ea typeface="HelveticaNeue BoldCond"/>
          <a:cs typeface="HelveticaNeue BoldCond"/>
        </a:defRPr>
      </a:lvl1pPr>
      <a:lvl2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2pPr>
      <a:lvl3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3pPr>
      <a:lvl4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4pPr>
      <a:lvl5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5pPr>
      <a:lvl6pPr marL="4572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9pPr>
    </p:titleStyle>
    <p:bodyStyle>
      <a:lvl1pPr algn="l" defTabSz="457200" rtl="0" eaLnBrk="1" fontAlgn="base" hangingPunct="1">
        <a:spcBef>
          <a:spcPct val="20000"/>
        </a:spcBef>
        <a:spcAft>
          <a:spcPct val="0"/>
        </a:spcAft>
        <a:buFont typeface="Arial" panose="020B0604020202020204" pitchFamily="34" charset="0"/>
        <a:defRPr kern="1200">
          <a:solidFill>
            <a:schemeClr val="tx1"/>
          </a:solidFill>
          <a:latin typeface="Helvetica 55 Roman"/>
          <a:ea typeface="Helvetica 55 Roman"/>
          <a:cs typeface="Helvetica 55 Roman"/>
        </a:defRPr>
      </a:lvl1pPr>
      <a:lvl2pPr marL="742950" indent="-285750" algn="l" defTabSz="457200" rtl="0" eaLnBrk="1" fontAlgn="base" hangingPunct="1">
        <a:spcBef>
          <a:spcPct val="20000"/>
        </a:spcBef>
        <a:spcAft>
          <a:spcPct val="0"/>
        </a:spcAft>
        <a:buFont typeface="Arial" panose="020B0604020202020204" pitchFamily="34" charset="0"/>
        <a:buChar char="•"/>
        <a:defRPr sz="1600" kern="1200">
          <a:solidFill>
            <a:schemeClr val="tx1"/>
          </a:solidFill>
          <a:latin typeface="Helvetica Neue"/>
          <a:ea typeface="Helvetica Neue"/>
          <a:cs typeface="Helvetica Neue"/>
        </a:defRPr>
      </a:lvl2pPr>
      <a:lvl3pPr marL="1143000" indent="-228600" algn="l" defTabSz="457200" rtl="0" eaLnBrk="1" fontAlgn="base" hangingPunct="1">
        <a:spcBef>
          <a:spcPct val="20000"/>
        </a:spcBef>
        <a:spcAft>
          <a:spcPct val="0"/>
        </a:spcAft>
        <a:buSzPct val="90000"/>
        <a:buFont typeface="Courier New" panose="02070309020205020404" pitchFamily="49" charset="0"/>
        <a:buChar char="o"/>
        <a:defRPr sz="1400" kern="1200">
          <a:solidFill>
            <a:schemeClr val="tx1"/>
          </a:solidFill>
          <a:latin typeface="Helvetica Neue"/>
          <a:ea typeface="Helvetica Neue"/>
          <a:cs typeface="Helvetica Neue"/>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81863" y="0"/>
            <a:ext cx="1810137" cy="1810137"/>
          </a:xfrm>
          <a:prstGeom prst="rect">
            <a:avLst/>
          </a:prstGeom>
        </p:spPr>
      </p:pic>
      <p:sp>
        <p:nvSpPr>
          <p:cNvPr id="3075" name="Title Placeholder 1"/>
          <p:cNvSpPr>
            <a:spLocks noGrp="1"/>
          </p:cNvSpPr>
          <p:nvPr>
            <p:ph type="title"/>
          </p:nvPr>
        </p:nvSpPr>
        <p:spPr bwMode="auto">
          <a:xfrm>
            <a:off x="712788" y="357188"/>
            <a:ext cx="10480675" cy="498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lIns="91440" tIns="45720" rIns="91440" bIns="45720" rtlCol="0" anchor="ctr"/>
          <a:lstStyle>
            <a:lvl1pPr algn="l" eaLnBrk="1" fontAlgn="auto" hangingPunct="1">
              <a:spcBef>
                <a:spcPts val="0"/>
              </a:spcBef>
              <a:spcAft>
                <a:spcPts val="0"/>
              </a:spcAft>
              <a:defRPr sz="1100" b="1" i="0">
                <a:solidFill>
                  <a:schemeClr val="bg1"/>
                </a:solidFill>
                <a:latin typeface="+mn-lt"/>
                <a:cs typeface="HelveticaNeue MediumCond"/>
              </a:defRPr>
            </a:lvl1pPr>
          </a:lstStyle>
          <a:p>
            <a:pPr>
              <a:defRPr/>
            </a:pPr>
            <a:fld id="{C05CE228-874B-4B88-8E7B-BE8A2097705B}" type="slidenum">
              <a:rPr lang="en-US"/>
              <a:pPr>
                <a:defRPr/>
              </a:pPr>
              <a:t>‹#›</a:t>
            </a:fld>
            <a:endParaRPr lang="en-US"/>
          </a:p>
        </p:txBody>
      </p:sp>
      <p:sp>
        <p:nvSpPr>
          <p:cNvPr id="10" name="Rectangle 23"/>
          <p:cNvSpPr>
            <a:spLocks noChangeArrowheads="1"/>
          </p:cNvSpPr>
          <p:nvPr/>
        </p:nvSpPr>
        <p:spPr bwMode="auto">
          <a:xfrm>
            <a:off x="4407310" y="6657975"/>
            <a:ext cx="3506788" cy="200025"/>
          </a:xfrm>
          <a:prstGeom prst="rect">
            <a:avLst/>
          </a:prstGeom>
          <a:noFill/>
          <a:ln>
            <a:noFill/>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altLang="en-US" sz="700">
                <a:solidFill>
                  <a:schemeClr val="accent3"/>
                </a:solidFill>
                <a:cs typeface="Arial" panose="020B0604020202020204" pitchFamily="34" charset="0"/>
              </a:rPr>
              <a:t>Honeywell Confidential - © 2017 by Honeywell International Inc. All rights reserved. </a:t>
            </a:r>
          </a:p>
        </p:txBody>
      </p:sp>
      <p:sp>
        <p:nvSpPr>
          <p:cNvPr id="2" name="Footer Placeholder 1"/>
          <p:cNvSpPr>
            <a:spLocks noGrp="1"/>
          </p:cNvSpPr>
          <p:nvPr>
            <p:ph type="ftr" sz="quarter" idx="3"/>
            <p:custDataLst>
              <p:tags r:id="rId7"/>
            </p:custDataLst>
          </p:nvPr>
        </p:nvSpPr>
        <p:spPr>
          <a:xfrm>
            <a:off x="0" y="6656832"/>
            <a:ext cx="12192000" cy="200055"/>
          </a:xfrm>
          <a:prstGeom prst="rect">
            <a:avLst/>
          </a:prstGeom>
        </p:spPr>
        <p:txBody>
          <a:bodyPr vert="horz" wrap="square" lIns="91440" tIns="45720" rIns="91440" bIns="45720" rtlCol="0" anchor="t" anchorCtr="0">
            <a:spAutoFit/>
          </a:bodyPr>
          <a:lstStyle>
            <a:lvl1pPr algn="l">
              <a:defRPr lang="en-US" sz="700" b="0" i="0" u="none">
                <a:solidFill>
                  <a:srgbClr val="7F7F7F"/>
                </a:solidFill>
                <a:latin typeface="Arial" panose="020B0604020202020204" pitchFamily="34" charset="0"/>
              </a:defRPr>
            </a:lvl1pPr>
          </a:lstStyle>
          <a:p>
            <a:r>
              <a:rPr lang="en-US"/>
              <a:t>Honeywell Internal</a:t>
            </a:r>
          </a:p>
        </p:txBody>
      </p:sp>
      <p:pic>
        <p:nvPicPr>
          <p:cNvPr id="12" name="Picture 1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758037" y="6340391"/>
            <a:ext cx="1215079" cy="337150"/>
          </a:xfrm>
          <a:prstGeom prst="rect">
            <a:avLst/>
          </a:prstGeom>
        </p:spPr>
      </p:pic>
    </p:spTree>
    <p:extLst>
      <p:ext uri="{BB962C8B-B14F-4D97-AF65-F5344CB8AC3E}">
        <p14:creationId xmlns:p14="http://schemas.microsoft.com/office/powerpoint/2010/main" val="243774926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dt="0"/>
  <p:txStyles>
    <p:titleStyle>
      <a:lvl1pPr algn="l" defTabSz="457200" rtl="0" eaLnBrk="1" fontAlgn="base" hangingPunct="1">
        <a:spcBef>
          <a:spcPct val="0"/>
        </a:spcBef>
        <a:spcAft>
          <a:spcPct val="0"/>
        </a:spcAft>
        <a:defRPr lang="en-US" sz="2800" b="1" kern="1200" dirty="0">
          <a:solidFill>
            <a:schemeClr val="tx1"/>
          </a:solidFill>
          <a:latin typeface="Arial" pitchFamily="34" charset="0"/>
          <a:ea typeface="Arial" charset="0"/>
          <a:cs typeface="Arial" pitchFamily="34" charset="0"/>
        </a:defRPr>
      </a:lvl1pPr>
      <a:lvl2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1" fontAlgn="base" hangingPunct="1">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1" fontAlgn="base" hangingPunct="1">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1" fontAlgn="base" hangingPunct="1">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81863" y="0"/>
            <a:ext cx="1810137" cy="1810137"/>
          </a:xfrm>
          <a:prstGeom prst="rect">
            <a:avLst/>
          </a:prstGeom>
        </p:spPr>
      </p:pic>
      <p:sp>
        <p:nvSpPr>
          <p:cNvPr id="4099" name="Title Placeholder 1"/>
          <p:cNvSpPr>
            <a:spLocks noGrp="1"/>
          </p:cNvSpPr>
          <p:nvPr>
            <p:ph type="title"/>
          </p:nvPr>
        </p:nvSpPr>
        <p:spPr bwMode="auto">
          <a:xfrm>
            <a:off x="712788" y="357188"/>
            <a:ext cx="10509250" cy="498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3076" name="Rectangle 23"/>
          <p:cNvSpPr>
            <a:spLocks noChangeArrowheads="1"/>
          </p:cNvSpPr>
          <p:nvPr/>
        </p:nvSpPr>
        <p:spPr bwMode="auto">
          <a:xfrm>
            <a:off x="4407408" y="6163056"/>
            <a:ext cx="3506788" cy="200025"/>
          </a:xfrm>
          <a:prstGeom prst="rect">
            <a:avLst/>
          </a:prstGeom>
          <a:noFill/>
          <a:ln>
            <a:noFill/>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altLang="en-US" sz="700">
                <a:solidFill>
                  <a:schemeClr val="accent3"/>
                </a:solidFill>
                <a:cs typeface="Arial" panose="020B0604020202020204" pitchFamily="34" charset="0"/>
              </a:rPr>
              <a:t>Honeywell Confidential - © 2017 by Honeywell International Inc. All rights reserved. </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lIns="91440" tIns="45720" rIns="91440" bIns="45720" rtlCol="0" anchor="ctr"/>
          <a:lstStyle>
            <a:lvl1pPr algn="l" eaLnBrk="1" fontAlgn="auto" hangingPunct="1">
              <a:spcBef>
                <a:spcPts val="0"/>
              </a:spcBef>
              <a:spcAft>
                <a:spcPts val="0"/>
              </a:spcAft>
              <a:defRPr sz="1100" b="1" i="0">
                <a:solidFill>
                  <a:schemeClr val="bg1"/>
                </a:solidFill>
                <a:latin typeface="+mn-lt"/>
                <a:cs typeface="HelveticaNeue MediumCond"/>
              </a:defRPr>
            </a:lvl1pPr>
          </a:lstStyle>
          <a:p>
            <a:pPr>
              <a:defRPr/>
            </a:pPr>
            <a:fld id="{C7F57E65-5E51-47D0-99CC-FC05E212C347}" type="slidenum">
              <a:rPr lang="en-US"/>
              <a:pPr>
                <a:defRPr/>
              </a:pPr>
              <a:t>‹#›</a:t>
            </a:fld>
            <a:endParaRPr lang="en-US"/>
          </a:p>
        </p:txBody>
      </p:sp>
      <p:sp>
        <p:nvSpPr>
          <p:cNvPr id="3" name="Footer Placeholder 2"/>
          <p:cNvSpPr>
            <a:spLocks noGrp="1"/>
          </p:cNvSpPr>
          <p:nvPr>
            <p:ph type="ftr" sz="quarter" idx="3"/>
            <p:custDataLst>
              <p:tags r:id="rId6"/>
            </p:custDataLst>
          </p:nvPr>
        </p:nvSpPr>
        <p:spPr>
          <a:xfrm>
            <a:off x="0" y="6147014"/>
            <a:ext cx="12192000" cy="200055"/>
          </a:xfrm>
          <a:prstGeom prst="rect">
            <a:avLst/>
          </a:prstGeom>
        </p:spPr>
        <p:txBody>
          <a:bodyPr vert="horz" wrap="square" lIns="91440" tIns="45720" rIns="91440" bIns="45720" rtlCol="0" anchor="t" anchorCtr="0">
            <a:spAutoFit/>
          </a:bodyPr>
          <a:lstStyle>
            <a:lvl1pPr algn="l">
              <a:defRPr lang="en-US" sz="700" b="0" i="0" u="none">
                <a:solidFill>
                  <a:srgbClr val="7F7F7F"/>
                </a:solidFill>
                <a:latin typeface="Arial" panose="020B0604020202020204" pitchFamily="34" charset="0"/>
              </a:defRPr>
            </a:lvl1pPr>
          </a:lstStyle>
          <a:p>
            <a:r>
              <a:rPr lang="en-US"/>
              <a:t>Honeywell Internal</a:t>
            </a:r>
          </a:p>
        </p:txBody>
      </p:sp>
      <p:sp>
        <p:nvSpPr>
          <p:cNvPr id="8" name="Round Single Corner Rectangle 7"/>
          <p:cNvSpPr/>
          <p:nvPr/>
        </p:nvSpPr>
        <p:spPr>
          <a:xfrm>
            <a:off x="0" y="6377149"/>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extLst>
      <p:ext uri="{BB962C8B-B14F-4D97-AF65-F5344CB8AC3E}">
        <p14:creationId xmlns:p14="http://schemas.microsoft.com/office/powerpoint/2010/main" val="2323076596"/>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Lst>
  <p:hf hdr="0" dt="0"/>
  <p:txStyles>
    <p:titleStyle>
      <a:lvl1pPr algn="l" defTabSz="457200" rtl="0" eaLnBrk="1" fontAlgn="base" hangingPunct="1">
        <a:spcBef>
          <a:spcPct val="0"/>
        </a:spcBef>
        <a:spcAft>
          <a:spcPct val="0"/>
        </a:spcAft>
        <a:defRPr lang="en-US" sz="2800" b="1" kern="1200" dirty="0">
          <a:solidFill>
            <a:schemeClr val="tx1"/>
          </a:solidFill>
          <a:latin typeface="Arial" pitchFamily="34" charset="0"/>
          <a:ea typeface="Arial" charset="0"/>
          <a:cs typeface="Arial" pitchFamily="34" charset="0"/>
        </a:defRPr>
      </a:lvl1pPr>
      <a:lvl2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1" fontAlgn="base" hangingPunct="1">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1" fontAlgn="base" hangingPunct="1">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1" fontAlgn="base" hangingPunct="1">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ound Single Corner Rectangle 1"/>
          <p:cNvSpPr>
            <a:spLocks/>
          </p:cNvSpPr>
          <p:nvPr/>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3075" name="Title Placeholder 1"/>
          <p:cNvSpPr>
            <a:spLocks noGrp="1"/>
          </p:cNvSpPr>
          <p:nvPr>
            <p:ph type="title"/>
          </p:nvPr>
        </p:nvSpPr>
        <p:spPr bwMode="auto">
          <a:xfrm>
            <a:off x="713232" y="357189"/>
            <a:ext cx="10681934"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 name="Slide Number Placeholder 5"/>
          <p:cNvSpPr>
            <a:spLocks noGrp="1"/>
          </p:cNvSpPr>
          <p:nvPr>
            <p:ph type="sldNum" sz="quarter" idx="4"/>
          </p:nvPr>
        </p:nvSpPr>
        <p:spPr>
          <a:xfrm>
            <a:off x="11645901" y="-28574"/>
            <a:ext cx="675217" cy="504825"/>
          </a:xfrm>
          <a:prstGeom prst="rect">
            <a:avLst/>
          </a:prstGeom>
        </p:spPr>
        <p:txBody>
          <a:bodyPr vert="horz" lIns="91440" tIns="45720" rIns="91440" bIns="45720" rtlCol="0" anchor="ctr"/>
          <a:lstStyle>
            <a:lvl1pPr algn="l" eaLnBrk="1" fontAlgn="auto" hangingPunct="1">
              <a:spcBef>
                <a:spcPts val="0"/>
              </a:spcBef>
              <a:spcAft>
                <a:spcPts val="0"/>
              </a:spcAft>
              <a:defRPr sz="1000" b="1" i="0">
                <a:solidFill>
                  <a:schemeClr val="bg1"/>
                </a:solidFill>
                <a:latin typeface="HelveticaNeue MediumCond"/>
                <a:cs typeface="HelveticaNeue MediumCond"/>
              </a:defRPr>
            </a:lvl1pPr>
          </a:lstStyle>
          <a:p>
            <a:pPr defTabSz="457200">
              <a:defRPr/>
            </a:pPr>
            <a:fld id="{58E27D68-75D7-1046-B88F-55C44A5ED9A6}" type="slidenum">
              <a:rPr lang="en-US">
                <a:solidFill>
                  <a:srgbClr val="FFFFFF"/>
                </a:solidFill>
              </a:rPr>
              <a:pPr defTabSz="457200">
                <a:defRPr/>
              </a:pPr>
              <a:t>‹#›</a:t>
            </a:fld>
            <a:endParaRPr lang="en-US">
              <a:solidFill>
                <a:srgbClr val="FFFFFF"/>
              </a:solidFill>
            </a:endParaRPr>
          </a:p>
        </p:txBody>
      </p:sp>
      <p:sp>
        <p:nvSpPr>
          <p:cNvPr id="2" name="Footer Placeholder 1"/>
          <p:cNvSpPr>
            <a:spLocks noGrp="1"/>
          </p:cNvSpPr>
          <p:nvPr>
            <p:ph type="ftr" sz="quarter" idx="3"/>
            <p:custDataLst>
              <p:tags r:id="rId31"/>
            </p:custDataLst>
          </p:nvPr>
        </p:nvSpPr>
        <p:spPr>
          <a:xfrm>
            <a:off x="0" y="6629400"/>
            <a:ext cx="12192000" cy="201168"/>
          </a:xfrm>
          <a:prstGeom prst="rect">
            <a:avLst/>
          </a:prstGeom>
        </p:spPr>
        <p:txBody>
          <a:bodyPr vert="horz" lIns="91440" tIns="45720" rIns="91440" bIns="45720" rtlCol="0" anchor="ctr"/>
          <a:lstStyle>
            <a:lvl1pPr algn="l">
              <a:defRPr lang="en-US" sz="700" b="0" i="0" u="none">
                <a:solidFill>
                  <a:srgbClr val="7F7F7F"/>
                </a:solidFill>
                <a:latin typeface="Arial" panose="020B0604020202020204" pitchFamily="34" charset="0"/>
              </a:defRPr>
            </a:lvl1pPr>
          </a:lstStyle>
          <a:p>
            <a:pPr defTabSz="457200" eaLnBrk="0" fontAlgn="base" hangingPunct="0">
              <a:spcBef>
                <a:spcPct val="0"/>
              </a:spcBef>
              <a:spcAft>
                <a:spcPct val="0"/>
              </a:spcAft>
            </a:pPr>
            <a:r>
              <a:rPr lang="en-US"/>
              <a:t>Honeywell Internal</a:t>
            </a:r>
          </a:p>
        </p:txBody>
      </p:sp>
      <p:pic>
        <p:nvPicPr>
          <p:cNvPr id="7" name="Picture 6" descr="\\localhost\Volumes\DMS-Server\Clients\Honeywell PPT \Honeywell - Freestanding Logos\Honeywell - Freestanding Logo RGB.png"/>
          <p:cNvPicPr>
            <a:picLocks noChangeAspect="1"/>
          </p:cNvPicPr>
          <p:nvPr/>
        </p:nvPicPr>
        <p:blipFill>
          <a:blip r:embed="rId32" cstate="email">
            <a:extLst>
              <a:ext uri="{28A0092B-C50C-407E-A947-70E740481C1C}">
                <a14:useLocalDpi xmlns:a14="http://schemas.microsoft.com/office/drawing/2010/main"/>
              </a:ext>
            </a:extLst>
          </a:blip>
          <a:srcRect/>
          <a:stretch>
            <a:fillRect/>
          </a:stretch>
        </p:blipFill>
        <p:spPr bwMode="auto">
          <a:xfrm>
            <a:off x="10388601" y="6519863"/>
            <a:ext cx="1370935" cy="2598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62932767"/>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6" r:id="rId27"/>
    <p:sldLayoutId id="2147483707" r:id="rId28"/>
    <p:sldLayoutId id="2147483708" r:id="rId29"/>
  </p:sldLayoutIdLst>
  <p:hf hdr="0" dt="0"/>
  <p:txStyles>
    <p:titleStyle>
      <a:lvl1pPr algn="l" defTabSz="457200" rtl="0" eaLnBrk="1" fontAlgn="base" hangingPunct="1">
        <a:spcBef>
          <a:spcPct val="0"/>
        </a:spcBef>
        <a:spcAft>
          <a:spcPct val="0"/>
        </a:spcAft>
        <a:defRPr lang="en-US" sz="2800" b="1" kern="1200" dirty="0">
          <a:solidFill>
            <a:schemeClr val="tx1"/>
          </a:solidFill>
          <a:latin typeface="Arial" pitchFamily="34" charset="0"/>
          <a:ea typeface="Arial" charset="0"/>
          <a:cs typeface="Arial" pitchFamily="34" charset="0"/>
        </a:defRPr>
      </a:lvl1pPr>
      <a:lvl2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1" fontAlgn="base" hangingPunct="1">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1" fontAlgn="base" hangingPunct="1">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1" fontAlgn="base" hangingPunct="1">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43.xml"/><Relationship Id="rId4" Type="http://schemas.microsoft.com/office/2018/10/relationships/comments" Target="../comments/modernComment_100_8DA45388.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tags" Target="../tags/tag4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microsoft.com/office/2018/10/relationships/comments" Target="../comments/modernComment_21B_1B2CB331.xml"/><Relationship Id="rId1" Type="http://schemas.openxmlformats.org/officeDocument/2006/relationships/slideLayout" Target="../slideLayouts/slideLayout39.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9.xml"/><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9.xml"/><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9.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9.xml"/></Relationships>
</file>

<file path=ppt/slides/_rels/slide3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9.xml"/></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39.xml"/><Relationship Id="rId4" Type="http://schemas.openxmlformats.org/officeDocument/2006/relationships/image" Target="../media/image52.png"/></Relationships>
</file>

<file path=ppt/slides/_rels/slide3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9.xml"/></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39.xml"/><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59.png"/><Relationship Id="rId1" Type="http://schemas.openxmlformats.org/officeDocument/2006/relationships/slideLayout" Target="../slideLayouts/slideLayout39.xml"/><Relationship Id="rId4" Type="http://schemas.openxmlformats.org/officeDocument/2006/relationships/image" Target="../media/image60.wmf"/></Relationships>
</file>

<file path=ppt/slides/_rels/slide4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9.xml"/></Relationships>
</file>

<file path=ppt/slides/_rels/slide4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9.xml"/></Relationships>
</file>

<file path=ppt/slides/_rels/slide4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image" Target="../media/image63.png"/><Relationship Id="rId1" Type="http://schemas.openxmlformats.org/officeDocument/2006/relationships/slideLayout" Target="../slideLayouts/slideLayout39.xml"/><Relationship Id="rId4" Type="http://schemas.openxmlformats.org/officeDocument/2006/relationships/image" Target="../media/image64.wmf"/></Relationships>
</file>

<file path=ppt/slides/_rels/slide4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9.xml"/></Relationships>
</file>

<file path=ppt/slides/_rels/slide45.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package" Target="../embeddings/Microsoft_Excel_Worksheet2.xlsx"/><Relationship Id="rId1" Type="http://schemas.openxmlformats.org/officeDocument/2006/relationships/slideLayout" Target="../slideLayouts/slideLayout39.xml"/><Relationship Id="rId4" Type="http://schemas.openxmlformats.org/officeDocument/2006/relationships/image" Target="../media/image67.png"/></Relationships>
</file>

<file path=ppt/slides/_rels/slide4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39.xml"/></Relationships>
</file>

<file path=ppt/slides/_rels/slide5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9.xml"/></Relationships>
</file>

<file path=ppt/slides/_rels/slide5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9.xml"/></Relationships>
</file>

<file path=ppt/slides/_rels/slide5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39.xml"/></Relationships>
</file>

<file path=ppt/slides/_rels/slide5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9.xml"/></Relationships>
</file>

<file path=ppt/slides/_rels/slide5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39.xml"/></Relationships>
</file>

<file path=ppt/slides/_rels/slide5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39.xml"/></Relationships>
</file>

<file path=ppt/slides/_rels/slide5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39.xml"/></Relationships>
</file>

<file path=ppt/slides/_rels/slide6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3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80.jpeg"/><Relationship Id="rId5" Type="http://schemas.openxmlformats.org/officeDocument/2006/relationships/image" Target="../media/image21.emf"/><Relationship Id="rId4" Type="http://schemas.openxmlformats.org/officeDocument/2006/relationships/oleObject" Target="../embeddings/oleObject3.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864782" y="6222291"/>
            <a:ext cx="6880797" cy="422953"/>
          </a:xfrm>
        </p:spPr>
        <p:txBody>
          <a:bodyPr vert="horz" lIns="91440" tIns="45720" rIns="91440" bIns="45720" anchor="ctr"/>
          <a:lstStyle/>
          <a:p>
            <a:r>
              <a:rPr lang="en-US" dirty="0">
                <a:latin typeface="Arial"/>
                <a:cs typeface="Arial"/>
              </a:rPr>
              <a:t>Admin Training – Asset Performance Management</a:t>
            </a:r>
          </a:p>
        </p:txBody>
      </p:sp>
      <p:sp>
        <p:nvSpPr>
          <p:cNvPr id="3" name="Text Placeholder 2"/>
          <p:cNvSpPr>
            <a:spLocks noGrp="1"/>
          </p:cNvSpPr>
          <p:nvPr>
            <p:ph type="body" sz="quarter" idx="12"/>
          </p:nvPr>
        </p:nvSpPr>
        <p:spPr/>
        <p:txBody>
          <a:bodyPr/>
          <a:lstStyle/>
          <a:p>
            <a:r>
              <a:rPr lang="en-US" dirty="0"/>
              <a:t> APM</a:t>
            </a:r>
          </a:p>
        </p:txBody>
      </p:sp>
      <p:sp>
        <p:nvSpPr>
          <p:cNvPr id="4" name="Content Placeholder 3"/>
          <p:cNvSpPr>
            <a:spLocks noGrp="1"/>
          </p:cNvSpPr>
          <p:nvPr>
            <p:ph sz="quarter" idx="10"/>
          </p:nvPr>
        </p:nvSpPr>
        <p:spPr/>
        <p:txBody>
          <a:bodyPr/>
          <a:lstStyle/>
          <a:p>
            <a:r>
              <a:rPr lang="en-US"/>
              <a:t>Honeywell</a:t>
            </a:r>
          </a:p>
        </p:txBody>
      </p:sp>
      <p:sp>
        <p:nvSpPr>
          <p:cNvPr id="5" name="Text Placeholder 4"/>
          <p:cNvSpPr>
            <a:spLocks noGrp="1"/>
          </p:cNvSpPr>
          <p:nvPr>
            <p:ph type="body" sz="quarter" idx="11"/>
          </p:nvPr>
        </p:nvSpPr>
        <p:spPr/>
        <p:txBody>
          <a:bodyPr/>
          <a:lstStyle/>
          <a:p>
            <a:r>
              <a:rPr lang="en-US"/>
              <a:t>&lt;&lt;Month&gt;&gt; &lt;&lt;Year&gt;&gt;</a:t>
            </a:r>
          </a:p>
        </p:txBody>
      </p:sp>
      <p:sp>
        <p:nvSpPr>
          <p:cNvPr id="6" name="BJPseudoFooter">
            <a:extLst>
              <a:ext uri="{FF2B5EF4-FFF2-40B4-BE49-F238E27FC236}">
                <a16:creationId xmlns:a16="http://schemas.microsoft.com/office/drawing/2014/main" id="{24533E8C-1C5A-4E14-9E9F-00D7BE2E2A86}"/>
              </a:ext>
            </a:extLst>
          </p:cNvPr>
          <p:cNvSpPr txBox="1"/>
          <p:nvPr>
            <p:custDataLst>
              <p:tags r:id="rId1"/>
            </p:custDataLst>
          </p:nvPr>
        </p:nvSpPr>
        <p:spPr>
          <a:xfrm>
            <a:off x="127000" y="6645245"/>
            <a:ext cx="11938000" cy="200055"/>
          </a:xfrm>
          <a:prstGeom prst="rect">
            <a:avLst/>
          </a:prstGeom>
          <a:noFill/>
        </p:spPr>
        <p:txBody>
          <a:bodyPr vert="horz" rtlCol="0">
            <a:spAutoFit/>
          </a:bodyPr>
          <a:lstStyle/>
          <a:p>
            <a:r>
              <a:rPr lang="en-US" sz="700">
                <a:solidFill>
                  <a:srgbClr val="7F7F7F"/>
                </a:solidFill>
                <a:latin typeface="Arial" panose="020B0604020202020204" pitchFamily="34" charset="0"/>
              </a:rPr>
              <a:t>Honeywell Internal</a:t>
            </a:r>
          </a:p>
        </p:txBody>
      </p:sp>
    </p:spTree>
    <p:extLst>
      <p:ext uri="{BB962C8B-B14F-4D97-AF65-F5344CB8AC3E}">
        <p14:creationId xmlns:p14="http://schemas.microsoft.com/office/powerpoint/2010/main" val="2376356744"/>
      </p:ext>
    </p:extLst>
  </p:cSld>
  <p:clrMapOvr>
    <a:masterClrMapping/>
  </p:clrMapOvr>
  <p:extLst>
    <p:ext uri="{6950BFC3-D8DA-4A85-94F7-54DA5524770B}">
      <p188:commentRel xmlns:p188="http://schemas.microsoft.com/office/powerpoint/2018/8/main" r:id="rId4"/>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2</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p>
            <a:r>
              <a:rPr lang="en-US"/>
              <a:t>Honeywell Internal</a:t>
            </a:r>
            <a:endParaRPr lang="en-US" dirty="0"/>
          </a:p>
        </p:txBody>
      </p:sp>
      <p:sp>
        <p:nvSpPr>
          <p:cNvPr id="5" name="Text Placeholder 4"/>
          <p:cNvSpPr>
            <a:spLocks noGrp="1"/>
          </p:cNvSpPr>
          <p:nvPr>
            <p:ph type="body" sz="quarter" idx="12"/>
          </p:nvPr>
        </p:nvSpPr>
        <p:spPr>
          <a:xfrm>
            <a:off x="713232" y="1074738"/>
            <a:ext cx="10642685" cy="3870241"/>
          </a:xfrm>
        </p:spPr>
        <p:txBody>
          <a:bodyPr/>
          <a:lstStyle/>
          <a:p>
            <a:r>
              <a:rPr lang="en-US" dirty="0"/>
              <a:t>Module 1 : Asset Performance Management (APM) – Introduction</a:t>
            </a:r>
          </a:p>
          <a:p>
            <a:r>
              <a:rPr lang="en-US" dirty="0"/>
              <a:t>Module 2 : APM – End User Training Modules</a:t>
            </a:r>
          </a:p>
          <a:p>
            <a:r>
              <a:rPr lang="en-US" dirty="0"/>
              <a:t>Module 3 : APM - Typical Architecture and Concepts</a:t>
            </a:r>
          </a:p>
          <a:p>
            <a:r>
              <a:rPr lang="en-US" dirty="0"/>
              <a:t>Module 4 : APM – Configuration Overview &amp; Reports View</a:t>
            </a:r>
          </a:p>
          <a:p>
            <a:r>
              <a:rPr lang="en-US" dirty="0"/>
              <a:t>Module 5 : APM– Type of Users and Roles</a:t>
            </a:r>
          </a:p>
          <a:p>
            <a:r>
              <a:rPr lang="en-US" dirty="0"/>
              <a:t>Module 6 : APM – Security Configuration</a:t>
            </a:r>
          </a:p>
          <a:p>
            <a:r>
              <a:rPr lang="en-US" dirty="0"/>
              <a:t>Module 7 : APM – Maintenance and Troubleshooting</a:t>
            </a:r>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809690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4707-8FB4-4837-8F2A-424463829031}"/>
              </a:ext>
            </a:extLst>
          </p:cNvPr>
          <p:cNvSpPr>
            <a:spLocks noGrp="1"/>
          </p:cNvSpPr>
          <p:nvPr>
            <p:ph type="title"/>
          </p:nvPr>
        </p:nvSpPr>
        <p:spPr>
          <a:xfrm>
            <a:off x="495299" y="495299"/>
            <a:ext cx="11201401" cy="5518242"/>
          </a:xfrm>
        </p:spPr>
        <p:txBody>
          <a:bodyPr/>
          <a:lstStyle/>
          <a:p>
            <a:pPr algn="ctr">
              <a:lnSpc>
                <a:spcPct val="150000"/>
              </a:lnSpc>
            </a:pPr>
            <a:br>
              <a:rPr lang="en-US" sz="4000" b="1" dirty="0"/>
            </a:br>
            <a:br>
              <a:rPr lang="en-US" sz="4000" b="1" dirty="0"/>
            </a:br>
            <a:r>
              <a:rPr lang="en-US" sz="4000" b="1" dirty="0"/>
              <a:t>Module 1</a:t>
            </a:r>
            <a:br>
              <a:rPr lang="en-US" sz="4000" b="1" dirty="0"/>
            </a:br>
            <a:r>
              <a:rPr lang="en-US" dirty="0"/>
              <a:t>Asset Performance </a:t>
            </a:r>
            <a:r>
              <a:rPr lang="en-US" dirty="0" err="1"/>
              <a:t>Mangagement</a:t>
            </a:r>
            <a:r>
              <a:rPr lang="en-US" dirty="0"/>
              <a:t> </a:t>
            </a:r>
            <a:r>
              <a:rPr lang="en-US" sz="4000" b="1" dirty="0"/>
              <a:t>- Introduction</a:t>
            </a:r>
            <a:br>
              <a:rPr lang="en-US" sz="4000" b="1" dirty="0"/>
            </a:br>
            <a:endParaRPr lang="en-US" dirty="0"/>
          </a:p>
        </p:txBody>
      </p:sp>
      <p:sp>
        <p:nvSpPr>
          <p:cNvPr id="4" name="Slide Number Placeholder 3">
            <a:extLst>
              <a:ext uri="{FF2B5EF4-FFF2-40B4-BE49-F238E27FC236}">
                <a16:creationId xmlns:a16="http://schemas.microsoft.com/office/drawing/2014/main" id="{6512DE64-3037-4C6D-B430-409915B6E66D}"/>
              </a:ext>
            </a:extLst>
          </p:cNvPr>
          <p:cNvSpPr>
            <a:spLocks noGrp="1"/>
          </p:cNvSpPr>
          <p:nvPr>
            <p:ph type="sldNum" sz="quarter" idx="12"/>
          </p:nvPr>
        </p:nvSpPr>
        <p:spPr/>
        <p:txBody>
          <a:bodyPr/>
          <a:lstStyle/>
          <a:p>
            <a:fld id="{7B94EC18-1D2B-4535-B738-0E53AFE26620}" type="slidenum">
              <a:rPr lang="en-US" smtClean="0"/>
              <a:t>3</a:t>
            </a:fld>
            <a:endParaRPr lang="en-US"/>
          </a:p>
        </p:txBody>
      </p:sp>
    </p:spTree>
    <p:extLst>
      <p:ext uri="{BB962C8B-B14F-4D97-AF65-F5344CB8AC3E}">
        <p14:creationId xmlns:p14="http://schemas.microsoft.com/office/powerpoint/2010/main" val="3041054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53F1B-6376-441E-9B0B-A1647DB38846}"/>
              </a:ext>
            </a:extLst>
          </p:cNvPr>
          <p:cNvSpPr>
            <a:spLocks noGrp="1"/>
          </p:cNvSpPr>
          <p:nvPr>
            <p:ph type="title"/>
          </p:nvPr>
        </p:nvSpPr>
        <p:spPr>
          <a:xfrm>
            <a:off x="495299" y="495299"/>
            <a:ext cx="11201401" cy="492443"/>
          </a:xfrm>
        </p:spPr>
        <p:txBody>
          <a:bodyPr/>
          <a:lstStyle/>
          <a:p>
            <a:r>
              <a:rPr lang="en-US" sz="3200" dirty="0"/>
              <a:t>Learning Objective &amp; Audience</a:t>
            </a:r>
          </a:p>
        </p:txBody>
      </p:sp>
      <p:sp>
        <p:nvSpPr>
          <p:cNvPr id="3" name="Content Placeholder 2">
            <a:extLst>
              <a:ext uri="{FF2B5EF4-FFF2-40B4-BE49-F238E27FC236}">
                <a16:creationId xmlns:a16="http://schemas.microsoft.com/office/drawing/2014/main" id="{A0A2537C-374A-4A2B-A428-0E9E28DB52A1}"/>
              </a:ext>
            </a:extLst>
          </p:cNvPr>
          <p:cNvSpPr>
            <a:spLocks noGrp="1"/>
          </p:cNvSpPr>
          <p:nvPr>
            <p:ph idx="1"/>
          </p:nvPr>
        </p:nvSpPr>
        <p:spPr>
          <a:xfrm>
            <a:off x="495300" y="1409701"/>
            <a:ext cx="11292748" cy="4457700"/>
          </a:xfrm>
        </p:spPr>
        <p:txBody>
          <a:bodyPr/>
          <a:lstStyle/>
          <a:p>
            <a:pPr indent="-457200" algn="just">
              <a:lnSpc>
                <a:spcPct val="120000"/>
              </a:lnSpc>
              <a:buFont typeface="Wingdings" panose="05000000000000000000" pitchFamily="2" charset="2"/>
              <a:buChar char="Ø"/>
            </a:pPr>
            <a:r>
              <a:rPr lang="en-US" altLang="en-US" sz="1600" kern="0" dirty="0"/>
              <a:t>This training is intended for asset management users and will aid them to understand the asset performance monitoring and its functionality. After completing this training, user will be able to perform the following tasks: </a:t>
            </a:r>
          </a:p>
          <a:p>
            <a:pPr lvl="3" algn="just">
              <a:lnSpc>
                <a:spcPct val="120000"/>
              </a:lnSpc>
              <a:buClr>
                <a:srgbClr val="C00000"/>
              </a:buClr>
              <a:buFont typeface="Symbol" panose="05050102010706020507" pitchFamily="18" charset="2"/>
              <a:buChar char=""/>
            </a:pPr>
            <a:r>
              <a:rPr lang="en-US" altLang="en-US" sz="1200" kern="0" dirty="0"/>
              <a:t>Navigate from Dashboard to Asset Performance Monitoring Application</a:t>
            </a:r>
          </a:p>
          <a:p>
            <a:pPr lvl="3" algn="just">
              <a:lnSpc>
                <a:spcPct val="120000"/>
              </a:lnSpc>
              <a:buClr>
                <a:srgbClr val="C00000"/>
              </a:buClr>
              <a:buFont typeface="Symbol" panose="05050102010706020507" pitchFamily="18" charset="2"/>
              <a:buChar char=""/>
            </a:pPr>
            <a:r>
              <a:rPr lang="en-US" altLang="en-US" sz="1200" kern="0" dirty="0"/>
              <a:t>Drilldown to the heat map and required asset</a:t>
            </a:r>
          </a:p>
          <a:p>
            <a:pPr lvl="3" algn="just">
              <a:lnSpc>
                <a:spcPct val="120000"/>
              </a:lnSpc>
              <a:buClr>
                <a:srgbClr val="C00000"/>
              </a:buClr>
              <a:buFont typeface="Symbol" panose="05050102010706020507" pitchFamily="18" charset="2"/>
              <a:buChar char=""/>
            </a:pPr>
            <a:r>
              <a:rPr lang="en-US" altLang="en-US" sz="1200" kern="0" dirty="0"/>
              <a:t>Monitor and investigate assets health status </a:t>
            </a:r>
          </a:p>
          <a:p>
            <a:pPr lvl="3" algn="just">
              <a:lnSpc>
                <a:spcPct val="120000"/>
              </a:lnSpc>
              <a:buClr>
                <a:srgbClr val="C00000"/>
              </a:buClr>
              <a:buFont typeface="Symbol" panose="05050102010706020507" pitchFamily="18" charset="2"/>
              <a:buChar char=""/>
            </a:pPr>
            <a:r>
              <a:rPr lang="en-US" altLang="en-US" sz="1200" kern="0" dirty="0"/>
              <a:t>View asset performance, attributes, trends, fault tree etc.</a:t>
            </a:r>
          </a:p>
          <a:p>
            <a:pPr lvl="3" algn="just">
              <a:lnSpc>
                <a:spcPct val="120000"/>
              </a:lnSpc>
              <a:buClr>
                <a:srgbClr val="C00000"/>
              </a:buClr>
              <a:buFont typeface="Symbol" panose="05050102010706020507" pitchFamily="18" charset="2"/>
              <a:buChar char=""/>
            </a:pPr>
            <a:r>
              <a:rPr lang="en-US" altLang="en-US" sz="1200" kern="0" dirty="0"/>
              <a:t>Plan action for faults to avoid future failures.</a:t>
            </a:r>
          </a:p>
          <a:p>
            <a:pPr lvl="3" algn="just">
              <a:lnSpc>
                <a:spcPct val="120000"/>
              </a:lnSpc>
              <a:buClr>
                <a:srgbClr val="C00000"/>
              </a:buClr>
              <a:buFont typeface="Symbol" panose="05050102010706020507" pitchFamily="18" charset="2"/>
              <a:buChar char=""/>
            </a:pPr>
            <a:r>
              <a:rPr lang="en-AU" sz="1200" dirty="0">
                <a:solidFill>
                  <a:srgbClr val="000000"/>
                </a:solidFill>
              </a:rPr>
              <a:t>Maintain/administrate UAS system and enable to do the troubleshooting for some issues encountered in UAS</a:t>
            </a:r>
            <a:endParaRPr lang="en-US" altLang="en-US" sz="1200" kern="0" dirty="0"/>
          </a:p>
          <a:p>
            <a:pPr indent="-457200">
              <a:buFont typeface="Wingdings" panose="05000000000000000000" pitchFamily="2" charset="2"/>
              <a:buChar char="Ø"/>
            </a:pPr>
            <a:r>
              <a:rPr lang="en-US" sz="1600" dirty="0"/>
              <a:t>The course is intended for users for user who maintain/administrate Asset Performance Management system</a:t>
            </a:r>
            <a:endParaRPr lang="en-US" altLang="en-US" kern="0" dirty="0"/>
          </a:p>
          <a:p>
            <a:endParaRPr lang="en-US" dirty="0"/>
          </a:p>
        </p:txBody>
      </p:sp>
      <p:sp>
        <p:nvSpPr>
          <p:cNvPr id="4" name="Slide Number Placeholder 3">
            <a:extLst>
              <a:ext uri="{FF2B5EF4-FFF2-40B4-BE49-F238E27FC236}">
                <a16:creationId xmlns:a16="http://schemas.microsoft.com/office/drawing/2014/main" id="{D5F11B3A-5BBE-42BC-B42B-419BD4C08FEB}"/>
              </a:ext>
            </a:extLst>
          </p:cNvPr>
          <p:cNvSpPr>
            <a:spLocks noGrp="1"/>
          </p:cNvSpPr>
          <p:nvPr>
            <p:ph type="sldNum" sz="quarter" idx="12"/>
          </p:nvPr>
        </p:nvSpPr>
        <p:spPr/>
        <p:txBody>
          <a:bodyPr/>
          <a:lstStyle/>
          <a:p>
            <a:fld id="{7B94EC18-1D2B-4535-B738-0E53AFE26620}" type="slidenum">
              <a:rPr lang="en-US" smtClean="0"/>
              <a:t>4</a:t>
            </a:fld>
            <a:endParaRPr lang="en-US"/>
          </a:p>
        </p:txBody>
      </p:sp>
    </p:spTree>
    <p:extLst>
      <p:ext uri="{BB962C8B-B14F-4D97-AF65-F5344CB8AC3E}">
        <p14:creationId xmlns:p14="http://schemas.microsoft.com/office/powerpoint/2010/main" val="2571513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7F4E1-CDD1-45B9-A7F2-4D27A1167CD8}"/>
              </a:ext>
            </a:extLst>
          </p:cNvPr>
          <p:cNvSpPr>
            <a:spLocks noGrp="1"/>
          </p:cNvSpPr>
          <p:nvPr>
            <p:ph type="title"/>
          </p:nvPr>
        </p:nvSpPr>
        <p:spPr>
          <a:xfrm>
            <a:off x="495299" y="471236"/>
            <a:ext cx="11201401" cy="584775"/>
          </a:xfrm>
        </p:spPr>
        <p:txBody>
          <a:bodyPr/>
          <a:lstStyle/>
          <a:p>
            <a:r>
              <a:rPr lang="en-US" sz="3200" dirty="0"/>
              <a:t>Asset Performance Monitoring Overview</a:t>
            </a:r>
          </a:p>
        </p:txBody>
      </p:sp>
      <p:sp>
        <p:nvSpPr>
          <p:cNvPr id="3" name="Content Placeholder 2">
            <a:extLst>
              <a:ext uri="{FF2B5EF4-FFF2-40B4-BE49-F238E27FC236}">
                <a16:creationId xmlns:a16="http://schemas.microsoft.com/office/drawing/2014/main" id="{DE9843D5-B717-4BF2-AF6E-91D4CD0626D1}"/>
              </a:ext>
            </a:extLst>
          </p:cNvPr>
          <p:cNvSpPr>
            <a:spLocks noGrp="1"/>
          </p:cNvSpPr>
          <p:nvPr>
            <p:ph idx="1"/>
          </p:nvPr>
        </p:nvSpPr>
        <p:spPr>
          <a:xfrm>
            <a:off x="495300" y="1409701"/>
            <a:ext cx="11201400" cy="4457700"/>
          </a:xfrm>
        </p:spPr>
        <p:txBody>
          <a:bodyPr/>
          <a:lstStyle/>
          <a:p>
            <a:pPr marL="225425" lvl="0" indent="-225425" eaLnBrk="0" fontAlgn="base" hangingPunct="0">
              <a:spcBef>
                <a:spcPct val="30000"/>
              </a:spcBef>
              <a:spcAft>
                <a:spcPct val="0"/>
              </a:spcAft>
              <a:buClr>
                <a:srgbClr val="FC0128"/>
              </a:buClr>
              <a:buSzPct val="117000"/>
              <a:buFontTx/>
              <a:buChar char="•"/>
            </a:pPr>
            <a:r>
              <a:rPr lang="en-US" sz="1600" b="1" kern="0" dirty="0">
                <a:solidFill>
                  <a:srgbClr val="000000"/>
                </a:solidFill>
              </a:rPr>
              <a:t>Who?</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Operations</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Process Engineer</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Mechanical Maintenance or Reliability Engineer</a:t>
            </a:r>
          </a:p>
          <a:p>
            <a:pPr marL="225425" lvl="0" indent="-225425" eaLnBrk="0" fontAlgn="base" hangingPunct="0">
              <a:spcBef>
                <a:spcPct val="30000"/>
              </a:spcBef>
              <a:spcAft>
                <a:spcPct val="0"/>
              </a:spcAft>
              <a:buClr>
                <a:srgbClr val="FC0128"/>
              </a:buClr>
              <a:buSzPct val="117000"/>
              <a:buFontTx/>
              <a:buChar char="•"/>
            </a:pPr>
            <a:r>
              <a:rPr lang="en-US" sz="1600" b="1" kern="0" dirty="0">
                <a:solidFill>
                  <a:srgbClr val="000000"/>
                </a:solidFill>
              </a:rPr>
              <a:t>When?</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Daily</a:t>
            </a:r>
          </a:p>
          <a:p>
            <a:pPr marL="225425" lvl="0" indent="-225425" eaLnBrk="0" fontAlgn="base" hangingPunct="0">
              <a:spcBef>
                <a:spcPct val="30000"/>
              </a:spcBef>
              <a:spcAft>
                <a:spcPct val="0"/>
              </a:spcAft>
              <a:buClr>
                <a:srgbClr val="FC0128"/>
              </a:buClr>
              <a:buSzPct val="117000"/>
              <a:buFontTx/>
              <a:buChar char="•"/>
            </a:pPr>
            <a:r>
              <a:rPr lang="en-US" sz="1600" b="1" kern="0" dirty="0">
                <a:solidFill>
                  <a:srgbClr val="000000"/>
                </a:solidFill>
              </a:rPr>
              <a:t>Why?</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Monitor assets and predict/prevent problems and recommend actions.</a:t>
            </a:r>
          </a:p>
          <a:p>
            <a:pPr marL="225425" lvl="0" indent="-225425" eaLnBrk="0" fontAlgn="base" hangingPunct="0">
              <a:spcBef>
                <a:spcPct val="30000"/>
              </a:spcBef>
              <a:spcAft>
                <a:spcPct val="0"/>
              </a:spcAft>
              <a:buClr>
                <a:srgbClr val="FC0128"/>
              </a:buClr>
              <a:buSzPct val="117000"/>
              <a:buFontTx/>
              <a:buChar char="•"/>
            </a:pPr>
            <a:r>
              <a:rPr lang="en-US" sz="1600" b="1" kern="0" dirty="0">
                <a:solidFill>
                  <a:srgbClr val="000000"/>
                </a:solidFill>
              </a:rPr>
              <a:t>How?</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Using Fault tree, Health Index, Asset Performance Management, Heat Map, reports and trends.</a:t>
            </a:r>
          </a:p>
          <a:p>
            <a:endParaRPr lang="en-US" dirty="0"/>
          </a:p>
        </p:txBody>
      </p:sp>
      <p:sp>
        <p:nvSpPr>
          <p:cNvPr id="4" name="Slide Number Placeholder 3">
            <a:extLst>
              <a:ext uri="{FF2B5EF4-FFF2-40B4-BE49-F238E27FC236}">
                <a16:creationId xmlns:a16="http://schemas.microsoft.com/office/drawing/2014/main" id="{A951E5E4-5622-43B8-82E7-FF3818012669}"/>
              </a:ext>
            </a:extLst>
          </p:cNvPr>
          <p:cNvSpPr>
            <a:spLocks noGrp="1"/>
          </p:cNvSpPr>
          <p:nvPr>
            <p:ph type="sldNum" sz="quarter" idx="12"/>
          </p:nvPr>
        </p:nvSpPr>
        <p:spPr/>
        <p:txBody>
          <a:bodyPr/>
          <a:lstStyle/>
          <a:p>
            <a:fld id="{7B94EC18-1D2B-4535-B738-0E53AFE26620}" type="slidenum">
              <a:rPr lang="en-US" smtClean="0"/>
              <a:t>5</a:t>
            </a:fld>
            <a:endParaRPr lang="en-US"/>
          </a:p>
        </p:txBody>
      </p:sp>
    </p:spTree>
    <p:extLst>
      <p:ext uri="{BB962C8B-B14F-4D97-AF65-F5344CB8AC3E}">
        <p14:creationId xmlns:p14="http://schemas.microsoft.com/office/powerpoint/2010/main" val="181530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1077218"/>
          </a:xfrm>
        </p:spPr>
        <p:txBody>
          <a:bodyPr/>
          <a:lstStyle/>
          <a:p>
            <a:r>
              <a:rPr lang="en-US" sz="3200" dirty="0"/>
              <a:t>Performance Models</a:t>
            </a:r>
            <a:br>
              <a:rPr lang="en-GB" sz="3200" dirty="0"/>
            </a:br>
            <a:endParaRPr lang="en-US" sz="3200" dirty="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300" y="1409701"/>
            <a:ext cx="11201400" cy="4457700"/>
          </a:xfrm>
        </p:spPr>
        <p:txBody>
          <a:bodyPr/>
          <a:lstStyle/>
          <a:p>
            <a:pPr marL="0" lvl="0" indent="0">
              <a:buNone/>
            </a:pPr>
            <a:r>
              <a:rPr lang="en-US" sz="1600" dirty="0"/>
              <a:t>Process Performance Monitoring Models in Asset Performance Management help you do the following:</a:t>
            </a:r>
          </a:p>
          <a:p>
            <a:pPr lvl="0"/>
            <a:endParaRPr lang="en-US" sz="1600" dirty="0"/>
          </a:p>
          <a:p>
            <a:pPr marL="285750" lvl="0" indent="-285750">
              <a:buFont typeface="Wingdings" panose="05000000000000000000" pitchFamily="2" charset="2"/>
              <a:buChar char="§"/>
            </a:pPr>
            <a:r>
              <a:rPr lang="en-US" sz="1600" dirty="0"/>
              <a:t>Use faults, symptoms and fault models so your operators can be informed about the potential damage in assets under unfavorable operating conditions.</a:t>
            </a:r>
          </a:p>
          <a:p>
            <a:pPr marL="285750" lvl="0" indent="-285750">
              <a:buFont typeface="Wingdings" panose="05000000000000000000" pitchFamily="2" charset="2"/>
              <a:buChar char="§"/>
            </a:pPr>
            <a:r>
              <a:rPr lang="en-US" sz="1600" dirty="0"/>
              <a:t>Use fault management for KPIs, so your operators can be informed about violations of the nominal asset operating range and deviations from the expected characteristics. </a:t>
            </a:r>
          </a:p>
          <a:p>
            <a:pPr marL="285750" lvl="0" indent="-285750">
              <a:buFont typeface="Wingdings" panose="05000000000000000000" pitchFamily="2" charset="2"/>
              <a:buChar char="§"/>
            </a:pPr>
            <a:r>
              <a:rPr lang="en-US" sz="1600" dirty="0"/>
              <a:t>Run the process more efficiently with the help of online thermodynamic based performance calculations for process equipment.</a:t>
            </a:r>
          </a:p>
          <a:p>
            <a:pPr marL="285750" lvl="0" indent="-285750">
              <a:buFont typeface="Wingdings" panose="05000000000000000000" pitchFamily="2" charset="2"/>
              <a:buChar char="§"/>
            </a:pPr>
            <a:r>
              <a:rPr lang="en-US" sz="1600" dirty="0"/>
              <a:t>Track key performance indicators in real-time and compare against target operation values.</a:t>
            </a:r>
          </a:p>
          <a:p>
            <a:pPr marL="285750" lvl="0" indent="-285750">
              <a:buFont typeface="Wingdings" panose="05000000000000000000" pitchFamily="2" charset="2"/>
              <a:buChar char="§"/>
            </a:pPr>
            <a:r>
              <a:rPr lang="en-US" sz="1600" dirty="0"/>
              <a:t>Improve operating margins by avoiding unnecessary shutdowns.</a:t>
            </a:r>
          </a:p>
          <a:p>
            <a:pPr marL="285750" lvl="0" indent="-285750">
              <a:buFont typeface="Wingdings" panose="05000000000000000000" pitchFamily="2" charset="2"/>
              <a:buChar char="§"/>
            </a:pPr>
            <a:r>
              <a:rPr lang="en-US" sz="1600" dirty="0"/>
              <a:t>Prioritize and plan maintenance activities with better decision making.</a:t>
            </a:r>
          </a:p>
          <a:p>
            <a:endParaRPr lang="en-US" sz="1600" dirty="0"/>
          </a:p>
          <a:p>
            <a:pPr algn="l"/>
            <a:endParaRPr lang="en-US" sz="1600" dirty="0"/>
          </a:p>
          <a:p>
            <a:endParaRPr lang="en-US" sz="1600" dirty="0"/>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6</a:t>
            </a:fld>
            <a:endParaRPr lang="en-US"/>
          </a:p>
        </p:txBody>
      </p:sp>
    </p:spTree>
    <p:extLst>
      <p:ext uri="{BB962C8B-B14F-4D97-AF65-F5344CB8AC3E}">
        <p14:creationId xmlns:p14="http://schemas.microsoft.com/office/powerpoint/2010/main" val="3774027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FB5DE-824D-4043-B4D6-1DB9F49592F5}"/>
              </a:ext>
            </a:extLst>
          </p:cNvPr>
          <p:cNvSpPr>
            <a:spLocks noGrp="1"/>
          </p:cNvSpPr>
          <p:nvPr>
            <p:ph type="title"/>
          </p:nvPr>
        </p:nvSpPr>
        <p:spPr>
          <a:xfrm>
            <a:off x="495299" y="289701"/>
            <a:ext cx="11201401" cy="1077218"/>
          </a:xfrm>
        </p:spPr>
        <p:txBody>
          <a:bodyPr/>
          <a:lstStyle/>
          <a:p>
            <a:r>
              <a:rPr lang="en-US" sz="3200" dirty="0"/>
              <a:t>Health &amp; Fault Models</a:t>
            </a:r>
            <a:br>
              <a:rPr lang="en-GB" sz="3200" dirty="0"/>
            </a:br>
            <a:endParaRPr lang="en-US" sz="3200" dirty="0"/>
          </a:p>
        </p:txBody>
      </p:sp>
      <p:sp>
        <p:nvSpPr>
          <p:cNvPr id="3" name="Content Placeholder 2">
            <a:extLst>
              <a:ext uri="{FF2B5EF4-FFF2-40B4-BE49-F238E27FC236}">
                <a16:creationId xmlns:a16="http://schemas.microsoft.com/office/drawing/2014/main" id="{FB402644-EB69-491D-856F-6DC8A5EC8E98}"/>
              </a:ext>
            </a:extLst>
          </p:cNvPr>
          <p:cNvSpPr>
            <a:spLocks noGrp="1"/>
          </p:cNvSpPr>
          <p:nvPr>
            <p:ph idx="1"/>
          </p:nvPr>
        </p:nvSpPr>
        <p:spPr/>
        <p:txBody>
          <a:bodyPr/>
          <a:lstStyle/>
          <a:p>
            <a:pPr marL="0" indent="0">
              <a:buNone/>
            </a:pPr>
            <a:r>
              <a:rPr lang="en-US" sz="1600" dirty="0"/>
              <a:t>Health and Fault Models in Asset Performance Management help you do the following:</a:t>
            </a:r>
          </a:p>
          <a:p>
            <a:pPr marL="342900" lvl="0" indent="-342900">
              <a:buFont typeface="Wingdings" panose="05000000000000000000" pitchFamily="2" charset="2"/>
              <a:buChar char="§"/>
            </a:pPr>
            <a:endParaRPr lang="en-US" sz="1600" dirty="0"/>
          </a:p>
          <a:p>
            <a:pPr marL="342900" lvl="0" indent="-342900">
              <a:buFont typeface="Wingdings" panose="05000000000000000000" pitchFamily="2" charset="2"/>
              <a:buChar char="§"/>
            </a:pPr>
            <a:r>
              <a:rPr lang="en-US" sz="1600" dirty="0"/>
              <a:t>Health models allow for traditional health monitoring relative to established alarm limits</a:t>
            </a:r>
          </a:p>
          <a:p>
            <a:pPr marL="342900" lvl="0" indent="-342900">
              <a:buFont typeface="Wingdings" panose="05000000000000000000" pitchFamily="2" charset="2"/>
              <a:buChar char="§"/>
            </a:pPr>
            <a:r>
              <a:rPr lang="en-US" sz="1600" dirty="0"/>
              <a:t>Health models monitor and record standard KPI’s such as RUL, machine availability, efficiency, power, running status or status of needed maintenance, etc..</a:t>
            </a:r>
          </a:p>
          <a:p>
            <a:pPr marL="342900" lvl="0" indent="-342900">
              <a:buFont typeface="Wingdings" panose="05000000000000000000" pitchFamily="2" charset="2"/>
              <a:buChar char="§"/>
            </a:pPr>
            <a:r>
              <a:rPr lang="en-US" sz="1600" dirty="0"/>
              <a:t>Fault models provide a ready form of fault tree for identifying where in a system a fault or alarm is creating impact.  It also assists in drilling to root cause of faults.</a:t>
            </a:r>
          </a:p>
          <a:p>
            <a:pPr marL="342900" lvl="0" indent="-342900">
              <a:buFont typeface="Wingdings" panose="05000000000000000000" pitchFamily="2" charset="2"/>
              <a:buChar char="§"/>
            </a:pPr>
            <a:r>
              <a:rPr lang="en-US" sz="1600" dirty="0"/>
              <a:t>Fault Tree</a:t>
            </a:r>
          </a:p>
          <a:p>
            <a:endParaRPr lang="en-US" sz="1600" dirty="0"/>
          </a:p>
          <a:p>
            <a:endParaRPr lang="en-US" sz="1600" dirty="0"/>
          </a:p>
        </p:txBody>
      </p:sp>
      <p:sp>
        <p:nvSpPr>
          <p:cNvPr id="4" name="Slide Number Placeholder 3">
            <a:extLst>
              <a:ext uri="{FF2B5EF4-FFF2-40B4-BE49-F238E27FC236}">
                <a16:creationId xmlns:a16="http://schemas.microsoft.com/office/drawing/2014/main" id="{071F641A-B611-4DBD-9F4C-EF1014DB8581}"/>
              </a:ext>
            </a:extLst>
          </p:cNvPr>
          <p:cNvSpPr>
            <a:spLocks noGrp="1"/>
          </p:cNvSpPr>
          <p:nvPr>
            <p:ph type="sldNum" sz="quarter" idx="12"/>
          </p:nvPr>
        </p:nvSpPr>
        <p:spPr/>
        <p:txBody>
          <a:bodyPr/>
          <a:lstStyle/>
          <a:p>
            <a:fld id="{7B94EC18-1D2B-4535-B738-0E53AFE26620}" type="slidenum">
              <a:rPr lang="en-US" smtClean="0"/>
              <a:t>7</a:t>
            </a:fld>
            <a:endParaRPr lang="en-US"/>
          </a:p>
        </p:txBody>
      </p:sp>
      <p:pic>
        <p:nvPicPr>
          <p:cNvPr id="6" name="Picture 5">
            <a:extLst>
              <a:ext uri="{FF2B5EF4-FFF2-40B4-BE49-F238E27FC236}">
                <a16:creationId xmlns:a16="http://schemas.microsoft.com/office/drawing/2014/main" id="{9EE1BCF7-7D3C-4E45-BAA3-02A26C284461}"/>
              </a:ext>
            </a:extLst>
          </p:cNvPr>
          <p:cNvPicPr>
            <a:picLocks noChangeAspect="1"/>
          </p:cNvPicPr>
          <p:nvPr/>
        </p:nvPicPr>
        <p:blipFill>
          <a:blip r:embed="rId2"/>
          <a:stretch>
            <a:fillRect/>
          </a:stretch>
        </p:blipFill>
        <p:spPr>
          <a:xfrm>
            <a:off x="5867400" y="2085304"/>
            <a:ext cx="5376890" cy="1943194"/>
          </a:xfrm>
          <a:prstGeom prst="rect">
            <a:avLst/>
          </a:prstGeom>
        </p:spPr>
      </p:pic>
    </p:spTree>
    <p:extLst>
      <p:ext uri="{BB962C8B-B14F-4D97-AF65-F5344CB8AC3E}">
        <p14:creationId xmlns:p14="http://schemas.microsoft.com/office/powerpoint/2010/main" val="3744329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74D19-2DAC-4ACF-B1D1-C249E0805002}"/>
              </a:ext>
            </a:extLst>
          </p:cNvPr>
          <p:cNvSpPr>
            <a:spLocks noGrp="1"/>
          </p:cNvSpPr>
          <p:nvPr>
            <p:ph type="title"/>
          </p:nvPr>
        </p:nvSpPr>
        <p:spPr>
          <a:xfrm>
            <a:off x="495299" y="495299"/>
            <a:ext cx="11201401" cy="1077218"/>
          </a:xfrm>
        </p:spPr>
        <p:txBody>
          <a:bodyPr/>
          <a:lstStyle/>
          <a:p>
            <a:r>
              <a:rPr lang="en-US" sz="3200" dirty="0"/>
              <a:t>Advantages/Scope of APM </a:t>
            </a:r>
            <a:br>
              <a:rPr lang="en-GB" sz="3200" dirty="0"/>
            </a:br>
            <a:endParaRPr lang="en-US" sz="3200" dirty="0"/>
          </a:p>
        </p:txBody>
      </p:sp>
      <p:sp>
        <p:nvSpPr>
          <p:cNvPr id="3" name="Content Placeholder 2">
            <a:extLst>
              <a:ext uri="{FF2B5EF4-FFF2-40B4-BE49-F238E27FC236}">
                <a16:creationId xmlns:a16="http://schemas.microsoft.com/office/drawing/2014/main" id="{162849FD-3980-49D0-B1D6-157C0732F156}"/>
              </a:ext>
            </a:extLst>
          </p:cNvPr>
          <p:cNvSpPr>
            <a:spLocks noGrp="1"/>
          </p:cNvSpPr>
          <p:nvPr>
            <p:ph idx="1"/>
          </p:nvPr>
        </p:nvSpPr>
        <p:spPr>
          <a:xfrm>
            <a:off x="495299" y="1200150"/>
            <a:ext cx="11201400" cy="4457700"/>
          </a:xfrm>
        </p:spPr>
        <p:txBody>
          <a:bodyPr/>
          <a:lstStyle/>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Monitoring critical parameters to perform predictive and preventive analysis.</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Easy identification of root cause. </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Standard calculations/monitoring across all sites for similar equipment/plants.</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Readily available quality data.</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Integration of data with relevant source system.</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Removal of time-consuming manual work in collecting, validating and processing the data.</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Data analysis in the form of trends.</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Monitor past data by moving back in time.</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Capture abnormal variation in trends using annotations.</a:t>
            </a:r>
          </a:p>
          <a:p>
            <a:endParaRPr lang="en-US" sz="1600" dirty="0"/>
          </a:p>
        </p:txBody>
      </p:sp>
      <p:sp>
        <p:nvSpPr>
          <p:cNvPr id="4" name="Slide Number Placeholder 3">
            <a:extLst>
              <a:ext uri="{FF2B5EF4-FFF2-40B4-BE49-F238E27FC236}">
                <a16:creationId xmlns:a16="http://schemas.microsoft.com/office/drawing/2014/main" id="{E49F14EE-81B1-4649-A996-A19BA572FC87}"/>
              </a:ext>
            </a:extLst>
          </p:cNvPr>
          <p:cNvSpPr>
            <a:spLocks noGrp="1"/>
          </p:cNvSpPr>
          <p:nvPr>
            <p:ph type="sldNum" sz="quarter" idx="12"/>
          </p:nvPr>
        </p:nvSpPr>
        <p:spPr/>
        <p:txBody>
          <a:bodyPr/>
          <a:lstStyle/>
          <a:p>
            <a:fld id="{7B94EC18-1D2B-4535-B738-0E53AFE26620}" type="slidenum">
              <a:rPr lang="en-US" smtClean="0"/>
              <a:t>8</a:t>
            </a:fld>
            <a:endParaRPr lang="en-US"/>
          </a:p>
        </p:txBody>
      </p:sp>
    </p:spTree>
    <p:extLst>
      <p:ext uri="{BB962C8B-B14F-4D97-AF65-F5344CB8AC3E}">
        <p14:creationId xmlns:p14="http://schemas.microsoft.com/office/powerpoint/2010/main" val="4199854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4707-8FB4-4837-8F2A-424463829031}"/>
              </a:ext>
            </a:extLst>
          </p:cNvPr>
          <p:cNvSpPr>
            <a:spLocks noGrp="1"/>
          </p:cNvSpPr>
          <p:nvPr>
            <p:ph type="title"/>
          </p:nvPr>
        </p:nvSpPr>
        <p:spPr>
          <a:xfrm>
            <a:off x="495299" y="495299"/>
            <a:ext cx="11201401" cy="4594912"/>
          </a:xfrm>
        </p:spPr>
        <p:txBody>
          <a:bodyPr/>
          <a:lstStyle/>
          <a:p>
            <a:pPr algn="ctr">
              <a:lnSpc>
                <a:spcPct val="150000"/>
              </a:lnSpc>
            </a:pPr>
            <a:br>
              <a:rPr lang="en-US" sz="4000" b="1" dirty="0"/>
            </a:br>
            <a:br>
              <a:rPr lang="en-US" sz="4000" b="1" dirty="0"/>
            </a:br>
            <a:r>
              <a:rPr lang="en-US" sz="4000" b="1" dirty="0"/>
              <a:t>Module 2</a:t>
            </a:r>
            <a:br>
              <a:rPr lang="en-US" sz="4000" b="1" dirty="0"/>
            </a:br>
            <a:r>
              <a:rPr lang="en-US" sz="4000" b="1" dirty="0"/>
              <a:t>APM- End User Training Modules</a:t>
            </a:r>
            <a:br>
              <a:rPr lang="en-US" sz="4000" b="1" dirty="0"/>
            </a:br>
            <a:endParaRPr lang="en-US" dirty="0"/>
          </a:p>
        </p:txBody>
      </p:sp>
      <p:sp>
        <p:nvSpPr>
          <p:cNvPr id="4" name="Slide Number Placeholder 3">
            <a:extLst>
              <a:ext uri="{FF2B5EF4-FFF2-40B4-BE49-F238E27FC236}">
                <a16:creationId xmlns:a16="http://schemas.microsoft.com/office/drawing/2014/main" id="{6512DE64-3037-4C6D-B430-409915B6E66D}"/>
              </a:ext>
            </a:extLst>
          </p:cNvPr>
          <p:cNvSpPr>
            <a:spLocks noGrp="1"/>
          </p:cNvSpPr>
          <p:nvPr>
            <p:ph type="sldNum" sz="quarter" idx="12"/>
          </p:nvPr>
        </p:nvSpPr>
        <p:spPr/>
        <p:txBody>
          <a:bodyPr/>
          <a:lstStyle/>
          <a:p>
            <a:fld id="{7B94EC18-1D2B-4535-B738-0E53AFE26620}" type="slidenum">
              <a:rPr lang="en-US" smtClean="0"/>
              <a:t>9</a:t>
            </a:fld>
            <a:endParaRPr lang="en-US"/>
          </a:p>
        </p:txBody>
      </p:sp>
    </p:spTree>
    <p:extLst>
      <p:ext uri="{BB962C8B-B14F-4D97-AF65-F5344CB8AC3E}">
        <p14:creationId xmlns:p14="http://schemas.microsoft.com/office/powerpoint/2010/main" val="1119227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4707-8FB4-4837-8F2A-424463829031}"/>
              </a:ext>
            </a:extLst>
          </p:cNvPr>
          <p:cNvSpPr>
            <a:spLocks noGrp="1"/>
          </p:cNvSpPr>
          <p:nvPr>
            <p:ph type="title"/>
          </p:nvPr>
        </p:nvSpPr>
        <p:spPr>
          <a:xfrm>
            <a:off x="495299" y="495299"/>
            <a:ext cx="11201401" cy="4594912"/>
          </a:xfrm>
        </p:spPr>
        <p:txBody>
          <a:bodyPr/>
          <a:lstStyle/>
          <a:p>
            <a:pPr algn="ctr">
              <a:lnSpc>
                <a:spcPct val="150000"/>
              </a:lnSpc>
            </a:pPr>
            <a:br>
              <a:rPr lang="en-US" sz="4000" b="1" dirty="0"/>
            </a:br>
            <a:br>
              <a:rPr lang="en-US" sz="4000" b="1" dirty="0"/>
            </a:br>
            <a:r>
              <a:rPr lang="en-US" sz="4000" b="1" dirty="0"/>
              <a:t>Module 3</a:t>
            </a:r>
            <a:br>
              <a:rPr lang="en-US" sz="4000" b="1" dirty="0"/>
            </a:br>
            <a:r>
              <a:rPr lang="en-US" sz="4000" b="1" dirty="0"/>
              <a:t>APM- Typical Architecture and Concepts</a:t>
            </a:r>
            <a:br>
              <a:rPr lang="en-US" sz="4000" b="1" dirty="0"/>
            </a:br>
            <a:endParaRPr lang="en-US" dirty="0"/>
          </a:p>
        </p:txBody>
      </p:sp>
      <p:sp>
        <p:nvSpPr>
          <p:cNvPr id="4" name="Slide Number Placeholder 3">
            <a:extLst>
              <a:ext uri="{FF2B5EF4-FFF2-40B4-BE49-F238E27FC236}">
                <a16:creationId xmlns:a16="http://schemas.microsoft.com/office/drawing/2014/main" id="{6512DE64-3037-4C6D-B430-409915B6E66D}"/>
              </a:ext>
            </a:extLst>
          </p:cNvPr>
          <p:cNvSpPr>
            <a:spLocks noGrp="1"/>
          </p:cNvSpPr>
          <p:nvPr>
            <p:ph type="sldNum" sz="quarter" idx="12"/>
          </p:nvPr>
        </p:nvSpPr>
        <p:spPr/>
        <p:txBody>
          <a:bodyPr/>
          <a:lstStyle/>
          <a:p>
            <a:fld id="{7B94EC18-1D2B-4535-B738-0E53AFE26620}" type="slidenum">
              <a:rPr lang="en-US" smtClean="0"/>
              <a:t>10</a:t>
            </a:fld>
            <a:endParaRPr lang="en-US"/>
          </a:p>
        </p:txBody>
      </p:sp>
    </p:spTree>
    <p:extLst>
      <p:ext uri="{BB962C8B-B14F-4D97-AF65-F5344CB8AC3E}">
        <p14:creationId xmlns:p14="http://schemas.microsoft.com/office/powerpoint/2010/main" val="2099398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AFD28-67CD-4096-9AF0-42E844D5099C}"/>
              </a:ext>
            </a:extLst>
          </p:cNvPr>
          <p:cNvSpPr>
            <a:spLocks noGrp="1"/>
          </p:cNvSpPr>
          <p:nvPr>
            <p:ph type="title"/>
          </p:nvPr>
        </p:nvSpPr>
        <p:spPr>
          <a:xfrm>
            <a:off x="495299" y="495299"/>
            <a:ext cx="11201401" cy="1077218"/>
          </a:xfrm>
        </p:spPr>
        <p:txBody>
          <a:bodyPr/>
          <a:lstStyle/>
          <a:p>
            <a:r>
              <a:rPr lang="en-US" sz="3200" dirty="0"/>
              <a:t>Asset Performance Management</a:t>
            </a:r>
            <a:br>
              <a:rPr lang="en-US" sz="3200" b="1" dirty="0"/>
            </a:br>
            <a:endParaRPr lang="en-US" sz="3200" dirty="0"/>
          </a:p>
        </p:txBody>
      </p:sp>
      <p:sp>
        <p:nvSpPr>
          <p:cNvPr id="3" name="Content Placeholder 2">
            <a:extLst>
              <a:ext uri="{FF2B5EF4-FFF2-40B4-BE49-F238E27FC236}">
                <a16:creationId xmlns:a16="http://schemas.microsoft.com/office/drawing/2014/main" id="{60C088D1-3B30-47D7-ABCC-7C97C262C4C7}"/>
              </a:ext>
            </a:extLst>
          </p:cNvPr>
          <p:cNvSpPr>
            <a:spLocks noGrp="1"/>
          </p:cNvSpPr>
          <p:nvPr>
            <p:ph idx="1"/>
          </p:nvPr>
        </p:nvSpPr>
        <p:spPr>
          <a:xfrm>
            <a:off x="495300" y="1145219"/>
            <a:ext cx="11201400" cy="4722182"/>
          </a:xfrm>
        </p:spPr>
        <p:txBody>
          <a:bodyPr/>
          <a:lstStyle/>
          <a:p>
            <a:pPr marL="285750" indent="-285750">
              <a:spcBef>
                <a:spcPts val="0"/>
              </a:spcBef>
              <a:buFont typeface="Wingdings" panose="05000000000000000000" pitchFamily="2" charset="2"/>
              <a:buChar char="v"/>
            </a:pPr>
            <a:r>
              <a:rPr lang="en-US" sz="1600" dirty="0"/>
              <a:t>Asset Performance Management </a:t>
            </a:r>
            <a:r>
              <a:rPr lang="en-US" sz="1600" dirty="0">
                <a:latin typeface="+mn-lt"/>
                <a:cs typeface="Calibri" panose="020F0502020204030204" pitchFamily="34" charset="0"/>
              </a:rPr>
              <a:t>is an application designed and developed by Honeywell to monitor close to near real time, maintain, and track the reliability of assets in a plant.</a:t>
            </a:r>
          </a:p>
          <a:p>
            <a:pPr>
              <a:spcBef>
                <a:spcPts val="0"/>
              </a:spcBef>
            </a:pPr>
            <a:endParaRPr lang="en-US" sz="1600" dirty="0">
              <a:latin typeface="+mn-lt"/>
              <a:cs typeface="Calibri" panose="020F0502020204030204" pitchFamily="34" charset="0"/>
            </a:endParaRPr>
          </a:p>
          <a:p>
            <a:pPr marL="285750" indent="-285750">
              <a:spcBef>
                <a:spcPts val="0"/>
              </a:spcBef>
              <a:buFont typeface="Wingdings" panose="05000000000000000000" pitchFamily="2" charset="2"/>
              <a:buChar char="v"/>
            </a:pPr>
            <a:r>
              <a:rPr lang="en-US" sz="1600" dirty="0">
                <a:latin typeface="+mn-lt"/>
                <a:cs typeface="Calibri" panose="020F0502020204030204" pitchFamily="34" charset="0"/>
              </a:rPr>
              <a:t> </a:t>
            </a:r>
            <a:r>
              <a:rPr lang="en-US" sz="1600" dirty="0"/>
              <a:t>Asset Performance Management </a:t>
            </a:r>
            <a:r>
              <a:rPr lang="en-US" sz="1600" dirty="0">
                <a:latin typeface="+mn-lt"/>
                <a:cs typeface="Calibri" panose="020F0502020204030204" pitchFamily="34" charset="0"/>
              </a:rPr>
              <a:t>identifies the failures at an early stage and notifies through event monitor window, heatmap, Fault Tree, Performance View, Trends, Equipment Display and Email Notification which eliminates the unplanned downtime.</a:t>
            </a:r>
          </a:p>
          <a:p>
            <a:pPr marL="285750" indent="-285750">
              <a:spcBef>
                <a:spcPts val="0"/>
              </a:spcBef>
              <a:buFont typeface="Wingdings" panose="05000000000000000000" pitchFamily="2" charset="2"/>
              <a:buChar char="v"/>
            </a:pPr>
            <a:endParaRPr lang="en-US" sz="1600" dirty="0">
              <a:latin typeface="+mn-lt"/>
              <a:cs typeface="Calibri" panose="020F0502020204030204" pitchFamily="34" charset="0"/>
            </a:endParaRPr>
          </a:p>
          <a:p>
            <a:pPr marL="285750" indent="-285750">
              <a:spcBef>
                <a:spcPts val="0"/>
              </a:spcBef>
              <a:buFont typeface="Wingdings" panose="05000000000000000000" pitchFamily="2" charset="2"/>
              <a:buChar char="v"/>
            </a:pPr>
            <a:r>
              <a:rPr lang="en-US" sz="1600" dirty="0">
                <a:latin typeface="+mn-lt"/>
                <a:cs typeface="Calibri" panose="020F0502020204030204" pitchFamily="34" charset="0"/>
              </a:rPr>
              <a:t>The monitoring and quick identification of failures helps in taking decisions and planning for maintenance.</a:t>
            </a:r>
          </a:p>
          <a:p>
            <a:pPr marL="285750" indent="-285750">
              <a:spcBef>
                <a:spcPts val="0"/>
              </a:spcBef>
              <a:buFont typeface="Wingdings" panose="05000000000000000000" pitchFamily="2" charset="2"/>
              <a:buChar char="v"/>
            </a:pPr>
            <a:endParaRPr lang="en-US" sz="1600" dirty="0">
              <a:latin typeface="+mn-lt"/>
              <a:cs typeface="Calibri" panose="020F0502020204030204" pitchFamily="34" charset="0"/>
            </a:endParaRPr>
          </a:p>
          <a:p>
            <a:pPr marL="285750" indent="-285750">
              <a:spcBef>
                <a:spcPts val="0"/>
              </a:spcBef>
              <a:buFont typeface="Wingdings" panose="05000000000000000000" pitchFamily="2" charset="2"/>
              <a:buChar char="v"/>
            </a:pPr>
            <a:r>
              <a:rPr lang="en-US" sz="1600" dirty="0">
                <a:latin typeface="+mn-lt"/>
                <a:cs typeface="Calibri" panose="020F0502020204030204" pitchFamily="34" charset="0"/>
              </a:rPr>
              <a:t>The Reliability Engineer uses the </a:t>
            </a:r>
            <a:r>
              <a:rPr lang="en-US" sz="1600" dirty="0"/>
              <a:t>Asset Performance Management </a:t>
            </a:r>
            <a:r>
              <a:rPr lang="en-US" sz="1600" dirty="0">
                <a:latin typeface="+mn-lt"/>
                <a:cs typeface="Calibri" panose="020F0502020204030204" pitchFamily="34" charset="0"/>
              </a:rPr>
              <a:t>application in a plant/ship to monitor the reliability of equipment such as, turbines, engines, reduction gears, generators, pumps, valves, heat exchangers, and to identify any failure/fault.</a:t>
            </a:r>
          </a:p>
          <a:p>
            <a:pPr marL="285750" indent="-285750">
              <a:spcBef>
                <a:spcPts val="0"/>
              </a:spcBef>
              <a:buFont typeface="Wingdings" panose="05000000000000000000" pitchFamily="2" charset="2"/>
              <a:buChar char="v"/>
            </a:pPr>
            <a:endParaRPr lang="en-US" sz="1600" dirty="0">
              <a:latin typeface="+mn-lt"/>
              <a:cs typeface="Calibri" panose="020F0502020204030204" pitchFamily="34" charset="0"/>
            </a:endParaRPr>
          </a:p>
          <a:p>
            <a:pPr marL="285750" indent="-285750">
              <a:spcBef>
                <a:spcPts val="0"/>
              </a:spcBef>
              <a:buFont typeface="Wingdings" panose="05000000000000000000" pitchFamily="2" charset="2"/>
              <a:buChar char="v"/>
            </a:pPr>
            <a:r>
              <a:rPr lang="en-US" sz="1600" dirty="0">
                <a:latin typeface="+mn-lt"/>
                <a:cs typeface="Calibri" panose="020F0502020204030204" pitchFamily="34" charset="0"/>
              </a:rPr>
              <a:t>The application provides various operating conditions of an equipment to the operator. It also consists of a calculation engine that helps the operator to calculate efficiency, ship load factor, and failure modes depending on the operating conditions. It cleanses data before using in models.</a:t>
            </a:r>
          </a:p>
          <a:p>
            <a:pPr marL="285750" indent="-285750">
              <a:spcBef>
                <a:spcPts val="0"/>
              </a:spcBef>
              <a:buFont typeface="Wingdings" panose="05000000000000000000" pitchFamily="2" charset="2"/>
              <a:buChar char="v"/>
            </a:pPr>
            <a:endParaRPr lang="en-US" sz="1600" dirty="0">
              <a:latin typeface="+mn-lt"/>
              <a:cs typeface="Calibri" panose="020F0502020204030204" pitchFamily="34" charset="0"/>
            </a:endParaRPr>
          </a:p>
          <a:p>
            <a:pPr marL="285750" indent="-285750">
              <a:spcBef>
                <a:spcPts val="0"/>
              </a:spcBef>
              <a:buFont typeface="Wingdings" panose="05000000000000000000" pitchFamily="2" charset="2"/>
              <a:buChar char="v"/>
            </a:pPr>
            <a:r>
              <a:rPr lang="en-AU" sz="1600" b="0" dirty="0">
                <a:effectLst/>
                <a:ea typeface="Calibri" panose="020F0502020204030204" pitchFamily="34" charset="0"/>
                <a:cs typeface="Trebuchet MS" panose="020B0603020202020204" pitchFamily="34" charset="0"/>
              </a:rPr>
              <a:t>In-built Performance and Fault Symptom models for major equipment types like Centrifugal pump, Centrifugal Compressor, Furnace, Heat Exchangers etc., are available in the system. Capable of customizing the fault and calculation models</a:t>
            </a:r>
          </a:p>
          <a:p>
            <a:pPr marL="285750" indent="-285750">
              <a:spcBef>
                <a:spcPts val="0"/>
              </a:spcBef>
              <a:buFont typeface="Wingdings" panose="05000000000000000000" pitchFamily="2" charset="2"/>
              <a:buChar char="v"/>
            </a:pPr>
            <a:endParaRPr lang="en-US" sz="1600" b="0" dirty="0">
              <a:effectLst/>
              <a:ea typeface="Calibri" panose="020F0502020204030204" pitchFamily="34" charset="0"/>
              <a:cs typeface="Arial" panose="020B0604020202020204" pitchFamily="34" charset="0"/>
            </a:endParaRPr>
          </a:p>
          <a:p>
            <a:pPr marL="285750" indent="-285750">
              <a:spcBef>
                <a:spcPts val="0"/>
              </a:spcBef>
              <a:buFont typeface="Wingdings" panose="05000000000000000000" pitchFamily="2" charset="2"/>
              <a:buChar char="v"/>
            </a:pPr>
            <a:r>
              <a:rPr lang="en-AU" sz="1600" b="0" dirty="0">
                <a:effectLst/>
                <a:ea typeface="Calibri" panose="020F0502020204030204" pitchFamily="34" charset="0"/>
                <a:cs typeface="Trebuchet MS" panose="020B0603020202020204" pitchFamily="34" charset="0"/>
              </a:rPr>
              <a:t>Allows linking of all related documents to the asset/equipment</a:t>
            </a:r>
            <a:endParaRPr lang="en-US" sz="1600" dirty="0">
              <a:latin typeface="+mn-lt"/>
              <a:cs typeface="Calibri" panose="020F0502020204030204" pitchFamily="34" charset="0"/>
            </a:endParaRPr>
          </a:p>
          <a:p>
            <a:pPr marL="285750" indent="-285750">
              <a:buFont typeface="Wingdings" panose="05000000000000000000" pitchFamily="2" charset="2"/>
              <a:buChar char="v"/>
            </a:pPr>
            <a:endParaRPr lang="en-US" sz="1600" dirty="0">
              <a:latin typeface="+mn-lt"/>
              <a:cs typeface="Calibri" panose="020F0502020204030204" pitchFamily="34" charset="0"/>
            </a:endParaRPr>
          </a:p>
          <a:p>
            <a:pPr algn="l"/>
            <a:endParaRPr lang="en-US" sz="1600" dirty="0">
              <a:latin typeface="+mn-lt"/>
            </a:endParaRPr>
          </a:p>
          <a:p>
            <a:endParaRPr lang="en-US" sz="1600" dirty="0">
              <a:latin typeface="+mn-lt"/>
            </a:endParaRPr>
          </a:p>
        </p:txBody>
      </p:sp>
      <p:sp>
        <p:nvSpPr>
          <p:cNvPr id="4" name="Slide Number Placeholder 3">
            <a:extLst>
              <a:ext uri="{FF2B5EF4-FFF2-40B4-BE49-F238E27FC236}">
                <a16:creationId xmlns:a16="http://schemas.microsoft.com/office/drawing/2014/main" id="{A45F10E8-C13E-4D4C-89DB-51EFC69D59EC}"/>
              </a:ext>
            </a:extLst>
          </p:cNvPr>
          <p:cNvSpPr>
            <a:spLocks noGrp="1"/>
          </p:cNvSpPr>
          <p:nvPr>
            <p:ph type="sldNum" sz="quarter" idx="12"/>
          </p:nvPr>
        </p:nvSpPr>
        <p:spPr/>
        <p:txBody>
          <a:bodyPr/>
          <a:lstStyle/>
          <a:p>
            <a:fld id="{7B94EC18-1D2B-4535-B738-0E53AFE26620}" type="slidenum">
              <a:rPr lang="en-US" smtClean="0"/>
              <a:t>11</a:t>
            </a:fld>
            <a:endParaRPr lang="en-US"/>
          </a:p>
        </p:txBody>
      </p:sp>
    </p:spTree>
    <p:extLst>
      <p:ext uri="{BB962C8B-B14F-4D97-AF65-F5344CB8AC3E}">
        <p14:creationId xmlns:p14="http://schemas.microsoft.com/office/powerpoint/2010/main" val="3453583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53F1B-6376-441E-9B0B-A1647DB38846}"/>
              </a:ext>
            </a:extLst>
          </p:cNvPr>
          <p:cNvSpPr>
            <a:spLocks noGrp="1"/>
          </p:cNvSpPr>
          <p:nvPr>
            <p:ph type="title"/>
          </p:nvPr>
        </p:nvSpPr>
        <p:spPr>
          <a:xfrm>
            <a:off x="495299" y="495299"/>
            <a:ext cx="11201401" cy="584775"/>
          </a:xfrm>
        </p:spPr>
        <p:txBody>
          <a:bodyPr/>
          <a:lstStyle/>
          <a:p>
            <a:pPr algn="ctr"/>
            <a:r>
              <a:rPr lang="en-US" sz="3200" dirty="0"/>
              <a:t>APM</a:t>
            </a:r>
            <a:r>
              <a:rPr lang="en-US" sz="3200" b="1" dirty="0"/>
              <a:t> Typical Architecture’s </a:t>
            </a:r>
            <a:endParaRPr lang="en-US" sz="3200" dirty="0"/>
          </a:p>
        </p:txBody>
      </p:sp>
      <p:sp>
        <p:nvSpPr>
          <p:cNvPr id="4" name="Slide Number Placeholder 3">
            <a:extLst>
              <a:ext uri="{FF2B5EF4-FFF2-40B4-BE49-F238E27FC236}">
                <a16:creationId xmlns:a16="http://schemas.microsoft.com/office/drawing/2014/main" id="{D5F11B3A-5BBE-42BC-B42B-419BD4C08FEB}"/>
              </a:ext>
            </a:extLst>
          </p:cNvPr>
          <p:cNvSpPr>
            <a:spLocks noGrp="1"/>
          </p:cNvSpPr>
          <p:nvPr>
            <p:ph type="sldNum" sz="quarter" idx="12"/>
          </p:nvPr>
        </p:nvSpPr>
        <p:spPr/>
        <p:txBody>
          <a:bodyPr/>
          <a:lstStyle/>
          <a:p>
            <a:fld id="{7B94EC18-1D2B-4535-B738-0E53AFE26620}" type="slidenum">
              <a:rPr lang="en-US" smtClean="0"/>
              <a:t>12</a:t>
            </a:fld>
            <a:endParaRPr lang="en-US"/>
          </a:p>
        </p:txBody>
      </p:sp>
      <p:pic>
        <p:nvPicPr>
          <p:cNvPr id="3" name="Picture 2">
            <a:extLst>
              <a:ext uri="{FF2B5EF4-FFF2-40B4-BE49-F238E27FC236}">
                <a16:creationId xmlns:a16="http://schemas.microsoft.com/office/drawing/2014/main" id="{2DDCD955-A4E3-A53A-155E-F49B5DA4056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63031" y="1376564"/>
            <a:ext cx="3659013" cy="5110008"/>
          </a:xfrm>
          <a:prstGeom prst="rect">
            <a:avLst/>
          </a:prstGeom>
        </p:spPr>
      </p:pic>
      <p:pic>
        <p:nvPicPr>
          <p:cNvPr id="6" name="Picture 5">
            <a:extLst>
              <a:ext uri="{FF2B5EF4-FFF2-40B4-BE49-F238E27FC236}">
                <a16:creationId xmlns:a16="http://schemas.microsoft.com/office/drawing/2014/main" id="{1E4A2BEE-AAEA-F53A-8E38-5946CF9959F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260838" y="1376564"/>
            <a:ext cx="3659013" cy="5110008"/>
          </a:xfrm>
          <a:prstGeom prst="rect">
            <a:avLst/>
          </a:prstGeom>
        </p:spPr>
      </p:pic>
    </p:spTree>
    <p:extLst>
      <p:ext uri="{BB962C8B-B14F-4D97-AF65-F5344CB8AC3E}">
        <p14:creationId xmlns:p14="http://schemas.microsoft.com/office/powerpoint/2010/main" val="455914289"/>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62889-6209-2AED-5FFB-800147127C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452E59-C4BF-B1E5-CA50-13A471B1CEB0}"/>
              </a:ext>
            </a:extLst>
          </p:cNvPr>
          <p:cNvSpPr>
            <a:spLocks noGrp="1"/>
          </p:cNvSpPr>
          <p:nvPr>
            <p:ph type="title"/>
          </p:nvPr>
        </p:nvSpPr>
        <p:spPr>
          <a:xfrm>
            <a:off x="495299" y="495299"/>
            <a:ext cx="11201401" cy="584775"/>
          </a:xfrm>
        </p:spPr>
        <p:txBody>
          <a:bodyPr/>
          <a:lstStyle/>
          <a:p>
            <a:pPr algn="ctr"/>
            <a:r>
              <a:rPr lang="en-US" sz="3200" dirty="0"/>
              <a:t>APM</a:t>
            </a:r>
            <a:r>
              <a:rPr lang="en-US" sz="3200" b="1" dirty="0"/>
              <a:t> Typical Architecture’s </a:t>
            </a:r>
            <a:endParaRPr lang="en-US" sz="3200" dirty="0"/>
          </a:p>
        </p:txBody>
      </p:sp>
      <p:sp>
        <p:nvSpPr>
          <p:cNvPr id="4" name="Slide Number Placeholder 3">
            <a:extLst>
              <a:ext uri="{FF2B5EF4-FFF2-40B4-BE49-F238E27FC236}">
                <a16:creationId xmlns:a16="http://schemas.microsoft.com/office/drawing/2014/main" id="{DAA1F75C-365B-3CCB-CA1F-C17C9A5FF342}"/>
              </a:ext>
            </a:extLst>
          </p:cNvPr>
          <p:cNvSpPr>
            <a:spLocks noGrp="1"/>
          </p:cNvSpPr>
          <p:nvPr>
            <p:ph type="sldNum" sz="quarter" idx="12"/>
          </p:nvPr>
        </p:nvSpPr>
        <p:spPr/>
        <p:txBody>
          <a:bodyPr/>
          <a:lstStyle/>
          <a:p>
            <a:fld id="{7B94EC18-1D2B-4535-B738-0E53AFE26620}" type="slidenum">
              <a:rPr lang="en-US" smtClean="0"/>
              <a:t>13</a:t>
            </a:fld>
            <a:endParaRPr lang="en-US"/>
          </a:p>
        </p:txBody>
      </p:sp>
      <p:pic>
        <p:nvPicPr>
          <p:cNvPr id="5" name="Picture 4">
            <a:extLst>
              <a:ext uri="{FF2B5EF4-FFF2-40B4-BE49-F238E27FC236}">
                <a16:creationId xmlns:a16="http://schemas.microsoft.com/office/drawing/2014/main" id="{ECD88356-7C8A-DBA8-9DD6-E5B057F825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67467" y="1318103"/>
            <a:ext cx="7450665" cy="5259181"/>
          </a:xfrm>
          <a:prstGeom prst="rect">
            <a:avLst/>
          </a:prstGeom>
        </p:spPr>
      </p:pic>
    </p:spTree>
    <p:extLst>
      <p:ext uri="{BB962C8B-B14F-4D97-AF65-F5344CB8AC3E}">
        <p14:creationId xmlns:p14="http://schemas.microsoft.com/office/powerpoint/2010/main" val="3829302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002DF-6042-A2CB-10C8-B06062274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7E8F3-2E04-05D5-BFD6-53EE96D26A67}"/>
              </a:ext>
            </a:extLst>
          </p:cNvPr>
          <p:cNvSpPr>
            <a:spLocks noGrp="1"/>
          </p:cNvSpPr>
          <p:nvPr>
            <p:ph type="title"/>
          </p:nvPr>
        </p:nvSpPr>
        <p:spPr>
          <a:xfrm>
            <a:off x="495299" y="495299"/>
            <a:ext cx="11201401" cy="584775"/>
          </a:xfrm>
        </p:spPr>
        <p:txBody>
          <a:bodyPr/>
          <a:lstStyle/>
          <a:p>
            <a:pPr algn="ctr"/>
            <a:r>
              <a:rPr lang="en-US" sz="3200" dirty="0"/>
              <a:t>APM</a:t>
            </a:r>
            <a:r>
              <a:rPr lang="en-US" sz="3200" b="1" dirty="0"/>
              <a:t> Typical Architecture’s </a:t>
            </a:r>
            <a:endParaRPr lang="en-US" sz="3200" dirty="0"/>
          </a:p>
        </p:txBody>
      </p:sp>
      <p:sp>
        <p:nvSpPr>
          <p:cNvPr id="4" name="Slide Number Placeholder 3">
            <a:extLst>
              <a:ext uri="{FF2B5EF4-FFF2-40B4-BE49-F238E27FC236}">
                <a16:creationId xmlns:a16="http://schemas.microsoft.com/office/drawing/2014/main" id="{862AFB39-B0CC-3108-04D6-8B0657A683C9}"/>
              </a:ext>
            </a:extLst>
          </p:cNvPr>
          <p:cNvSpPr>
            <a:spLocks noGrp="1"/>
          </p:cNvSpPr>
          <p:nvPr>
            <p:ph type="sldNum" sz="quarter" idx="12"/>
          </p:nvPr>
        </p:nvSpPr>
        <p:spPr/>
        <p:txBody>
          <a:bodyPr/>
          <a:lstStyle/>
          <a:p>
            <a:fld id="{7B94EC18-1D2B-4535-B738-0E53AFE26620}" type="slidenum">
              <a:rPr lang="en-US" smtClean="0"/>
              <a:t>14</a:t>
            </a:fld>
            <a:endParaRPr lang="en-US"/>
          </a:p>
        </p:txBody>
      </p:sp>
      <p:pic>
        <p:nvPicPr>
          <p:cNvPr id="3" name="Picture 2">
            <a:extLst>
              <a:ext uri="{FF2B5EF4-FFF2-40B4-BE49-F238E27FC236}">
                <a16:creationId xmlns:a16="http://schemas.microsoft.com/office/drawing/2014/main" id="{DE3820EC-B2C0-4F32-F82B-345A3C51534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31999" y="1318103"/>
            <a:ext cx="7529689" cy="5259181"/>
          </a:xfrm>
          <a:prstGeom prst="rect">
            <a:avLst/>
          </a:prstGeom>
        </p:spPr>
      </p:pic>
    </p:spTree>
    <p:extLst>
      <p:ext uri="{BB962C8B-B14F-4D97-AF65-F5344CB8AC3E}">
        <p14:creationId xmlns:p14="http://schemas.microsoft.com/office/powerpoint/2010/main" val="747903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1179E-3EE1-AB3F-C649-03110117C3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7747FD-4EB2-2687-2943-FB8D51A7CEB8}"/>
              </a:ext>
            </a:extLst>
          </p:cNvPr>
          <p:cNvSpPr>
            <a:spLocks noGrp="1"/>
          </p:cNvSpPr>
          <p:nvPr>
            <p:ph type="title"/>
          </p:nvPr>
        </p:nvSpPr>
        <p:spPr>
          <a:xfrm>
            <a:off x="495299" y="495299"/>
            <a:ext cx="11201401" cy="584775"/>
          </a:xfrm>
        </p:spPr>
        <p:txBody>
          <a:bodyPr/>
          <a:lstStyle/>
          <a:p>
            <a:pPr algn="ctr"/>
            <a:r>
              <a:rPr lang="en-US" sz="3200" dirty="0"/>
              <a:t>APM</a:t>
            </a:r>
            <a:r>
              <a:rPr lang="en-US" sz="3200" b="1" dirty="0"/>
              <a:t> Typical Architecture’s </a:t>
            </a:r>
            <a:endParaRPr lang="en-US" sz="3200" dirty="0"/>
          </a:p>
        </p:txBody>
      </p:sp>
      <p:sp>
        <p:nvSpPr>
          <p:cNvPr id="4" name="Slide Number Placeholder 3">
            <a:extLst>
              <a:ext uri="{FF2B5EF4-FFF2-40B4-BE49-F238E27FC236}">
                <a16:creationId xmlns:a16="http://schemas.microsoft.com/office/drawing/2014/main" id="{F42F0153-EDAF-0A54-5F73-C387A1C1C4F5}"/>
              </a:ext>
            </a:extLst>
          </p:cNvPr>
          <p:cNvSpPr>
            <a:spLocks noGrp="1"/>
          </p:cNvSpPr>
          <p:nvPr>
            <p:ph type="sldNum" sz="quarter" idx="12"/>
          </p:nvPr>
        </p:nvSpPr>
        <p:spPr/>
        <p:txBody>
          <a:bodyPr/>
          <a:lstStyle/>
          <a:p>
            <a:fld id="{7B94EC18-1D2B-4535-B738-0E53AFE26620}" type="slidenum">
              <a:rPr lang="en-US" smtClean="0"/>
              <a:t>15</a:t>
            </a:fld>
            <a:endParaRPr lang="en-US"/>
          </a:p>
        </p:txBody>
      </p:sp>
      <p:pic>
        <p:nvPicPr>
          <p:cNvPr id="5" name="Picture 4">
            <a:extLst>
              <a:ext uri="{FF2B5EF4-FFF2-40B4-BE49-F238E27FC236}">
                <a16:creationId xmlns:a16="http://schemas.microsoft.com/office/drawing/2014/main" id="{BE77A2E9-46B9-B2B7-3476-41DB1F47308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975556" y="1318103"/>
            <a:ext cx="7676444" cy="5259181"/>
          </a:xfrm>
          <a:prstGeom prst="rect">
            <a:avLst/>
          </a:prstGeom>
        </p:spPr>
      </p:pic>
    </p:spTree>
    <p:extLst>
      <p:ext uri="{BB962C8B-B14F-4D97-AF65-F5344CB8AC3E}">
        <p14:creationId xmlns:p14="http://schemas.microsoft.com/office/powerpoint/2010/main" val="1573171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D499D-159C-49A6-A242-73B11799E0AA}"/>
              </a:ext>
            </a:extLst>
          </p:cNvPr>
          <p:cNvSpPr>
            <a:spLocks noGrp="1"/>
          </p:cNvSpPr>
          <p:nvPr>
            <p:ph type="title"/>
          </p:nvPr>
        </p:nvSpPr>
        <p:spPr>
          <a:xfrm>
            <a:off x="495299" y="2687655"/>
            <a:ext cx="11201401" cy="707886"/>
          </a:xfrm>
        </p:spPr>
        <p:txBody>
          <a:bodyPr/>
          <a:lstStyle/>
          <a:p>
            <a:r>
              <a:rPr lang="en-US" dirty="0"/>
              <a:t>APM Concepts</a:t>
            </a:r>
          </a:p>
        </p:txBody>
      </p:sp>
      <p:sp>
        <p:nvSpPr>
          <p:cNvPr id="4" name="Slide Number Placeholder 3">
            <a:extLst>
              <a:ext uri="{FF2B5EF4-FFF2-40B4-BE49-F238E27FC236}">
                <a16:creationId xmlns:a16="http://schemas.microsoft.com/office/drawing/2014/main" id="{CF9203B2-1F50-44C3-ABB1-C17F8F9C4140}"/>
              </a:ext>
            </a:extLst>
          </p:cNvPr>
          <p:cNvSpPr>
            <a:spLocks noGrp="1"/>
          </p:cNvSpPr>
          <p:nvPr>
            <p:ph type="sldNum" sz="quarter" idx="12"/>
          </p:nvPr>
        </p:nvSpPr>
        <p:spPr/>
        <p:txBody>
          <a:bodyPr/>
          <a:lstStyle/>
          <a:p>
            <a:fld id="{7B94EC18-1D2B-4535-B738-0E53AFE26620}" type="slidenum">
              <a:rPr lang="en-US" smtClean="0"/>
              <a:t>16</a:t>
            </a:fld>
            <a:endParaRPr lang="en-US"/>
          </a:p>
        </p:txBody>
      </p:sp>
    </p:spTree>
    <p:extLst>
      <p:ext uri="{BB962C8B-B14F-4D97-AF65-F5344CB8AC3E}">
        <p14:creationId xmlns:p14="http://schemas.microsoft.com/office/powerpoint/2010/main" val="265317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7F4E1-CDD1-45B9-A7F2-4D27A1167CD8}"/>
              </a:ext>
            </a:extLst>
          </p:cNvPr>
          <p:cNvSpPr>
            <a:spLocks noGrp="1"/>
          </p:cNvSpPr>
          <p:nvPr>
            <p:ph type="title"/>
          </p:nvPr>
        </p:nvSpPr>
        <p:spPr>
          <a:xfrm>
            <a:off x="495299" y="495299"/>
            <a:ext cx="11201401" cy="492443"/>
          </a:xfrm>
        </p:spPr>
        <p:txBody>
          <a:bodyPr/>
          <a:lstStyle/>
          <a:p>
            <a:r>
              <a:rPr lang="en-US" sz="3200"/>
              <a:t>Data Sources</a:t>
            </a:r>
          </a:p>
        </p:txBody>
      </p:sp>
      <p:sp>
        <p:nvSpPr>
          <p:cNvPr id="3" name="Content Placeholder 2">
            <a:extLst>
              <a:ext uri="{FF2B5EF4-FFF2-40B4-BE49-F238E27FC236}">
                <a16:creationId xmlns:a16="http://schemas.microsoft.com/office/drawing/2014/main" id="{DE9843D5-B717-4BF2-AF6E-91D4CD0626D1}"/>
              </a:ext>
            </a:extLst>
          </p:cNvPr>
          <p:cNvSpPr>
            <a:spLocks noGrp="1"/>
          </p:cNvSpPr>
          <p:nvPr>
            <p:ph idx="1"/>
          </p:nvPr>
        </p:nvSpPr>
        <p:spPr>
          <a:xfrm>
            <a:off x="495300" y="1505103"/>
            <a:ext cx="11201400" cy="4457700"/>
          </a:xfrm>
        </p:spPr>
        <p:txBody>
          <a:bodyPr/>
          <a:lstStyle/>
          <a:p>
            <a:pPr marL="342900" marR="0" lvl="0" indent="-342900" fontAlgn="base" hangingPunct="0">
              <a:lnSpc>
                <a:spcPct val="115000"/>
              </a:lnSpc>
              <a:spcBef>
                <a:spcPts val="0"/>
              </a:spcBef>
              <a:spcAft>
                <a:spcPts val="1000"/>
              </a:spcAft>
              <a:buFont typeface="Wingdings" panose="05000000000000000000" pitchFamily="2" charset="2"/>
              <a:buChar char=""/>
              <a:tabLst>
                <a:tab pos="266700" algn="l"/>
              </a:tabLst>
            </a:pPr>
            <a:r>
              <a:rPr lang="en-AU" sz="1600" b="0" kern="1200" dirty="0">
                <a:solidFill>
                  <a:srgbClr val="000000"/>
                </a:solidFill>
                <a:effectLst/>
                <a:ea typeface="Arial" panose="020B0604020202020204" pitchFamily="34" charset="0"/>
                <a:cs typeface="Trebuchet MS" panose="020B0603020202020204" pitchFamily="34" charset="0"/>
              </a:rPr>
              <a:t>User can configure data source for connecting to the external applications like OPC, Excel, DAS etc., to read and write the data. </a:t>
            </a:r>
            <a:endParaRPr lang="en-US" sz="1600" b="0" dirty="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1000"/>
              </a:spcAft>
              <a:buFont typeface="Wingdings" panose="05000000000000000000" pitchFamily="2" charset="2"/>
              <a:buChar char=""/>
              <a:tabLst>
                <a:tab pos="266700" algn="l"/>
              </a:tabLst>
            </a:pPr>
            <a:r>
              <a:rPr lang="en-AU" sz="1600" b="0" kern="1200" dirty="0">
                <a:solidFill>
                  <a:srgbClr val="000000"/>
                </a:solidFill>
                <a:effectLst/>
                <a:ea typeface="Arial" panose="020B0604020202020204" pitchFamily="34" charset="0"/>
                <a:cs typeface="Trebuchet MS" panose="020B0603020202020204" pitchFamily="34" charset="0"/>
              </a:rPr>
              <a:t>Configured data source acts as an interface between UAS and external application.</a:t>
            </a:r>
            <a:endParaRPr lang="en-US" sz="1600" b="0" dirty="0">
              <a:effectLst/>
              <a:ea typeface="Calibri" panose="020F0502020204030204" pitchFamily="34" charset="0"/>
              <a:cs typeface="Arial" panose="020B0604020202020204" pitchFamily="34" charset="0"/>
            </a:endParaRPr>
          </a:p>
          <a:p>
            <a:pPr marL="0" marR="0" fontAlgn="base" hangingPunct="0">
              <a:lnSpc>
                <a:spcPct val="115000"/>
              </a:lnSpc>
              <a:spcBef>
                <a:spcPts val="0"/>
              </a:spcBef>
              <a:spcAft>
                <a:spcPts val="1000"/>
              </a:spcAft>
            </a:pPr>
            <a:r>
              <a:rPr lang="en-AU" sz="1600" b="0" kern="1200" dirty="0">
                <a:solidFill>
                  <a:srgbClr val="000000"/>
                </a:solidFill>
                <a:effectLst/>
                <a:ea typeface="Arial" panose="020B0604020202020204" pitchFamily="34" charset="0"/>
                <a:cs typeface="Trebuchet MS" panose="020B0603020202020204" pitchFamily="34" charset="0"/>
              </a:rPr>
              <a:t>The following data sources are configured in Asset Performance Management:</a:t>
            </a:r>
            <a:endParaRPr lang="en-US" sz="1600" b="0" dirty="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1000"/>
              </a:spcAft>
              <a:buFont typeface="+mj-lt"/>
              <a:buAutoNum type="arabicPeriod"/>
              <a:tabLst>
                <a:tab pos="269875" algn="l"/>
              </a:tabLst>
            </a:pPr>
            <a:r>
              <a:rPr lang="en-AU" sz="1600" b="0" kern="1200" dirty="0">
                <a:solidFill>
                  <a:srgbClr val="000000"/>
                </a:solidFill>
                <a:effectLst/>
                <a:ea typeface="Helvetica Neue"/>
                <a:cs typeface="Trebuchet MS" panose="020B0603020202020204" pitchFamily="34" charset="0"/>
              </a:rPr>
              <a:t>OPC DA</a:t>
            </a:r>
            <a:endParaRPr lang="en-US" sz="1600" b="0" dirty="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1000"/>
              </a:spcAft>
              <a:buFont typeface="+mj-lt"/>
              <a:buAutoNum type="arabicPeriod"/>
              <a:tabLst>
                <a:tab pos="269875" algn="l"/>
              </a:tabLst>
            </a:pPr>
            <a:r>
              <a:rPr lang="en-AU" sz="1600" b="0" kern="1200" dirty="0">
                <a:solidFill>
                  <a:srgbClr val="000000"/>
                </a:solidFill>
                <a:effectLst/>
                <a:ea typeface="Helvetica Neue"/>
                <a:cs typeface="Trebuchet MS" panose="020B0603020202020204" pitchFamily="34" charset="0"/>
              </a:rPr>
              <a:t>OPC HDA</a:t>
            </a:r>
            <a:endParaRPr lang="en-US" sz="1600" b="0" dirty="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1000"/>
              </a:spcAft>
              <a:buFont typeface="+mj-lt"/>
              <a:buAutoNum type="arabicPeriod"/>
              <a:tabLst>
                <a:tab pos="269875" algn="l"/>
              </a:tabLst>
            </a:pPr>
            <a:r>
              <a:rPr lang="en-AU" sz="1600" b="0" kern="1200" dirty="0">
                <a:solidFill>
                  <a:srgbClr val="000000"/>
                </a:solidFill>
                <a:effectLst/>
                <a:ea typeface="Helvetica Neue"/>
                <a:cs typeface="Trebuchet MS" panose="020B0603020202020204" pitchFamily="34" charset="0"/>
              </a:rPr>
              <a:t>PHDAPI</a:t>
            </a:r>
            <a:endParaRPr lang="en-US" sz="1600" b="0" dirty="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1000"/>
              </a:spcAft>
              <a:buFont typeface="+mj-lt"/>
              <a:buAutoNum type="arabicPeriod"/>
              <a:tabLst>
                <a:tab pos="269875" algn="l"/>
              </a:tabLst>
            </a:pPr>
            <a:r>
              <a:rPr lang="en-AU" sz="1600" b="0" kern="1200" dirty="0">
                <a:solidFill>
                  <a:srgbClr val="000000"/>
                </a:solidFill>
                <a:effectLst/>
                <a:ea typeface="Helvetica Neue"/>
                <a:cs typeface="Trebuchet MS" panose="020B0603020202020204" pitchFamily="34" charset="0"/>
              </a:rPr>
              <a:t>DAS</a:t>
            </a:r>
            <a:endParaRPr lang="en-US" sz="1600" b="0" dirty="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1000"/>
              </a:spcAft>
              <a:buFont typeface="+mj-lt"/>
              <a:buAutoNum type="arabicPeriod"/>
              <a:tabLst>
                <a:tab pos="269875" algn="l"/>
              </a:tabLst>
            </a:pPr>
            <a:r>
              <a:rPr lang="en-AU" sz="1600" b="0" kern="1200" dirty="0">
                <a:solidFill>
                  <a:srgbClr val="000000"/>
                </a:solidFill>
                <a:effectLst/>
                <a:ea typeface="Helvetica Neue"/>
                <a:cs typeface="Trebuchet MS" panose="020B0603020202020204" pitchFamily="34" charset="0"/>
              </a:rPr>
              <a:t>Excel</a:t>
            </a:r>
            <a:endParaRPr lang="en-US" sz="1600" b="0" dirty="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51E5E4-5622-43B8-82E7-FF3818012669}"/>
              </a:ext>
            </a:extLst>
          </p:cNvPr>
          <p:cNvSpPr>
            <a:spLocks noGrp="1"/>
          </p:cNvSpPr>
          <p:nvPr>
            <p:ph type="sldNum" sz="quarter" idx="12"/>
          </p:nvPr>
        </p:nvSpPr>
        <p:spPr/>
        <p:txBody>
          <a:bodyPr/>
          <a:lstStyle/>
          <a:p>
            <a:fld id="{7B94EC18-1D2B-4535-B738-0E53AFE26620}" type="slidenum">
              <a:rPr lang="en-US" smtClean="0"/>
              <a:t>17</a:t>
            </a:fld>
            <a:endParaRPr lang="en-US"/>
          </a:p>
        </p:txBody>
      </p:sp>
    </p:spTree>
    <p:extLst>
      <p:ext uri="{BB962C8B-B14F-4D97-AF65-F5344CB8AC3E}">
        <p14:creationId xmlns:p14="http://schemas.microsoft.com/office/powerpoint/2010/main" val="285090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74D19-2DAC-4ACF-B1D1-C249E0805002}"/>
              </a:ext>
            </a:extLst>
          </p:cNvPr>
          <p:cNvSpPr>
            <a:spLocks noGrp="1"/>
          </p:cNvSpPr>
          <p:nvPr>
            <p:ph type="title"/>
          </p:nvPr>
        </p:nvSpPr>
        <p:spPr>
          <a:xfrm>
            <a:off x="495299" y="495299"/>
            <a:ext cx="11201401" cy="492443"/>
          </a:xfrm>
        </p:spPr>
        <p:txBody>
          <a:bodyPr/>
          <a:lstStyle/>
          <a:p>
            <a:r>
              <a:rPr lang="en-US" sz="3200"/>
              <a:t>Asset class and types</a:t>
            </a:r>
          </a:p>
        </p:txBody>
      </p:sp>
      <p:sp>
        <p:nvSpPr>
          <p:cNvPr id="3" name="Content Placeholder 2">
            <a:extLst>
              <a:ext uri="{FF2B5EF4-FFF2-40B4-BE49-F238E27FC236}">
                <a16:creationId xmlns:a16="http://schemas.microsoft.com/office/drawing/2014/main" id="{162849FD-3980-49D0-B1D6-157C0732F156}"/>
              </a:ext>
            </a:extLst>
          </p:cNvPr>
          <p:cNvSpPr>
            <a:spLocks noGrp="1"/>
          </p:cNvSpPr>
          <p:nvPr>
            <p:ph idx="1"/>
          </p:nvPr>
        </p:nvSpPr>
        <p:spPr>
          <a:xfrm>
            <a:off x="495299" y="1200150"/>
            <a:ext cx="4770764" cy="4457700"/>
          </a:xfrm>
        </p:spPr>
        <p:txBody>
          <a:bodyPr/>
          <a:lstStyle/>
          <a:p>
            <a:pPr marL="0" marR="0" indent="0" algn="just" fontAlgn="base" hangingPunct="0">
              <a:lnSpc>
                <a:spcPct val="115000"/>
              </a:lnSpc>
              <a:spcBef>
                <a:spcPts val="0"/>
              </a:spcBef>
              <a:spcAft>
                <a:spcPts val="1000"/>
              </a:spcAft>
              <a:buNone/>
            </a:pPr>
            <a:r>
              <a:rPr lang="en-AU" sz="1600" kern="1200">
                <a:solidFill>
                  <a:srgbClr val="000000"/>
                </a:solidFill>
                <a:effectLst/>
                <a:ea typeface="Arial" panose="020B0604020202020204" pitchFamily="34" charset="0"/>
                <a:cs typeface="Trebuchet MS" panose="020B0603020202020204" pitchFamily="34" charset="0"/>
              </a:rPr>
              <a:t>Asset Class</a:t>
            </a:r>
            <a:endParaRPr lang="en-US" sz="1600">
              <a:effectLst/>
              <a:ea typeface="Calibri" panose="020F0502020204030204" pitchFamily="34" charset="0"/>
              <a:cs typeface="Arial" panose="020B0604020202020204" pitchFamily="34" charset="0"/>
            </a:endParaRPr>
          </a:p>
          <a:p>
            <a:pPr marL="0" marR="0" algn="just" fontAlgn="base" hangingPunct="0">
              <a:lnSpc>
                <a:spcPct val="115000"/>
              </a:lnSpc>
              <a:spcBef>
                <a:spcPts val="0"/>
              </a:spcBef>
              <a:spcAft>
                <a:spcPts val="1000"/>
              </a:spcAft>
              <a:buFont typeface="Arial" panose="020B0604020202020204" pitchFamily="34" charset="0"/>
              <a:buChar char="•"/>
            </a:pPr>
            <a:r>
              <a:rPr lang="en-AU" sz="1600" b="0" kern="1200">
                <a:solidFill>
                  <a:srgbClr val="000000"/>
                </a:solidFill>
                <a:effectLst/>
                <a:ea typeface="Arial" panose="020B0604020202020204" pitchFamily="34" charset="0"/>
                <a:cs typeface="Trebuchet MS" panose="020B0603020202020204" pitchFamily="34" charset="0"/>
              </a:rPr>
              <a:t>Asset classes are custom grouping of assets based on the common characteristics of different types of equipment</a:t>
            </a:r>
            <a:r>
              <a:rPr lang="en-US" sz="1600" b="0" kern="1200">
                <a:solidFill>
                  <a:srgbClr val="000000"/>
                </a:solidFill>
                <a:effectLst/>
                <a:ea typeface="Arial" panose="020B0604020202020204" pitchFamily="34" charset="0"/>
                <a:cs typeface="Trebuchet MS" panose="020B0603020202020204" pitchFamily="34" charset="0"/>
              </a:rPr>
              <a:t>.</a:t>
            </a:r>
            <a:endParaRPr lang="en-US" sz="1600" b="0">
              <a:effectLst/>
              <a:ea typeface="Calibri" panose="020F0502020204030204" pitchFamily="34" charset="0"/>
              <a:cs typeface="Arial" panose="020B0604020202020204" pitchFamily="34" charset="0"/>
            </a:endParaRPr>
          </a:p>
          <a:p>
            <a:pPr marL="0" marR="0" algn="just" fontAlgn="base" hangingPunct="0">
              <a:lnSpc>
                <a:spcPct val="115000"/>
              </a:lnSpc>
              <a:spcBef>
                <a:spcPts val="0"/>
              </a:spcBef>
              <a:spcAft>
                <a:spcPts val="1000"/>
              </a:spcAft>
              <a:buFont typeface="Wingdings" panose="05000000000000000000" pitchFamily="2" charset="2"/>
              <a:buChar char="§"/>
            </a:pPr>
            <a:r>
              <a:rPr lang="en-AU" sz="1600" b="0" kern="1200">
                <a:solidFill>
                  <a:srgbClr val="000000"/>
                </a:solidFill>
                <a:effectLst/>
                <a:ea typeface="Arial" panose="020B0604020202020204" pitchFamily="34" charset="0"/>
                <a:cs typeface="Trebuchet MS" panose="020B0603020202020204" pitchFamily="34" charset="0"/>
              </a:rPr>
              <a:t>An example of an asset class is a Pump. Different types of pumps like the centrifugal pump, reciprocating pump, rotary pump, and so on are grouped under the Pump class</a:t>
            </a:r>
            <a:r>
              <a:rPr lang="en-US" sz="1600" b="0" kern="1200">
                <a:solidFill>
                  <a:srgbClr val="000000"/>
                </a:solidFill>
                <a:effectLst/>
                <a:ea typeface="Arial" panose="020B0604020202020204" pitchFamily="34" charset="0"/>
                <a:cs typeface="Trebuchet MS" panose="020B0603020202020204" pitchFamily="34" charset="0"/>
              </a:rPr>
              <a:t>.</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1000"/>
              </a:spcAft>
              <a:buNone/>
            </a:pPr>
            <a:r>
              <a:rPr lang="en-AU" sz="1600" kern="1200">
                <a:solidFill>
                  <a:srgbClr val="000000"/>
                </a:solidFill>
                <a:effectLst/>
                <a:ea typeface="Arial" panose="020B0604020202020204" pitchFamily="34" charset="0"/>
                <a:cs typeface="Trebuchet MS" panose="020B0603020202020204" pitchFamily="34" charset="0"/>
              </a:rPr>
              <a:t>Asset Types</a:t>
            </a:r>
            <a:endParaRPr lang="en-US" sz="1600">
              <a:effectLst/>
              <a:ea typeface="Calibri" panose="020F0502020204030204" pitchFamily="34" charset="0"/>
              <a:cs typeface="Arial" panose="020B0604020202020204" pitchFamily="34" charset="0"/>
            </a:endParaRPr>
          </a:p>
          <a:p>
            <a:pPr marL="285750" marR="0" indent="-285750" algn="just" fontAlgn="base" hangingPunct="0">
              <a:lnSpc>
                <a:spcPct val="115000"/>
              </a:lnSpc>
              <a:spcBef>
                <a:spcPts val="0"/>
              </a:spcBef>
              <a:spcAft>
                <a:spcPts val="1000"/>
              </a:spcAft>
              <a:buFont typeface="Arial" panose="020B0604020202020204" pitchFamily="34" charset="0"/>
              <a:buChar char="•"/>
            </a:pPr>
            <a:r>
              <a:rPr lang="en-AU" sz="1600" b="0" kern="1200">
                <a:solidFill>
                  <a:srgbClr val="000000"/>
                </a:solidFill>
                <a:effectLst/>
                <a:ea typeface="Arial" panose="020B0604020202020204" pitchFamily="34" charset="0"/>
                <a:cs typeface="Trebuchet MS" panose="020B0603020202020204" pitchFamily="34" charset="0"/>
              </a:rPr>
              <a:t>Asset Type is the next level of grouping similar assets. An Asset class can have one or more asset types. The asset type represents the primary purpose of the asset, model, and the revision of the device.</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49F14EE-81B1-4649-A996-A19BA572FC87}"/>
              </a:ext>
            </a:extLst>
          </p:cNvPr>
          <p:cNvSpPr>
            <a:spLocks noGrp="1"/>
          </p:cNvSpPr>
          <p:nvPr>
            <p:ph type="sldNum" sz="quarter" idx="12"/>
          </p:nvPr>
        </p:nvSpPr>
        <p:spPr/>
        <p:txBody>
          <a:bodyPr/>
          <a:lstStyle/>
          <a:p>
            <a:fld id="{7B94EC18-1D2B-4535-B738-0E53AFE26620}" type="slidenum">
              <a:rPr lang="en-US" smtClean="0"/>
              <a:t>18</a:t>
            </a:fld>
            <a:endParaRPr lang="en-US"/>
          </a:p>
        </p:txBody>
      </p:sp>
      <p:pic>
        <p:nvPicPr>
          <p:cNvPr id="5" name="Picture 4">
            <a:extLst>
              <a:ext uri="{FF2B5EF4-FFF2-40B4-BE49-F238E27FC236}">
                <a16:creationId xmlns:a16="http://schemas.microsoft.com/office/drawing/2014/main" id="{D50A3B0D-E851-4387-9A87-6057CCE8C6E1}"/>
              </a:ext>
            </a:extLst>
          </p:cNvPr>
          <p:cNvPicPr>
            <a:picLocks noChangeAspect="1"/>
          </p:cNvPicPr>
          <p:nvPr/>
        </p:nvPicPr>
        <p:blipFill>
          <a:blip r:embed="rId2"/>
          <a:stretch>
            <a:fillRect/>
          </a:stretch>
        </p:blipFill>
        <p:spPr>
          <a:xfrm>
            <a:off x="6925936" y="1200150"/>
            <a:ext cx="4770764" cy="4457700"/>
          </a:xfrm>
          <a:prstGeom prst="rect">
            <a:avLst/>
          </a:prstGeom>
          <a:ln w="12700">
            <a:solidFill>
              <a:schemeClr val="tx1"/>
            </a:solidFill>
          </a:ln>
        </p:spPr>
      </p:pic>
    </p:spTree>
    <p:extLst>
      <p:ext uri="{BB962C8B-B14F-4D97-AF65-F5344CB8AC3E}">
        <p14:creationId xmlns:p14="http://schemas.microsoft.com/office/powerpoint/2010/main" val="4223666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1D112-11DB-42EF-9E33-8103059B4CC3}"/>
              </a:ext>
            </a:extLst>
          </p:cNvPr>
          <p:cNvSpPr>
            <a:spLocks noGrp="1"/>
          </p:cNvSpPr>
          <p:nvPr>
            <p:ph type="title"/>
          </p:nvPr>
        </p:nvSpPr>
        <p:spPr>
          <a:xfrm>
            <a:off x="495299" y="495299"/>
            <a:ext cx="11201401" cy="492443"/>
          </a:xfrm>
        </p:spPr>
        <p:txBody>
          <a:bodyPr/>
          <a:lstStyle/>
          <a:p>
            <a:r>
              <a:rPr lang="en-US" sz="3200"/>
              <a:t>Asset &amp; Asset status</a:t>
            </a:r>
          </a:p>
        </p:txBody>
      </p:sp>
      <p:sp>
        <p:nvSpPr>
          <p:cNvPr id="3" name="Content Placeholder 2">
            <a:extLst>
              <a:ext uri="{FF2B5EF4-FFF2-40B4-BE49-F238E27FC236}">
                <a16:creationId xmlns:a16="http://schemas.microsoft.com/office/drawing/2014/main" id="{2AE15501-FF02-4F9D-B592-ACEE78F6FDB5}"/>
              </a:ext>
            </a:extLst>
          </p:cNvPr>
          <p:cNvSpPr>
            <a:spLocks noGrp="1"/>
          </p:cNvSpPr>
          <p:nvPr>
            <p:ph idx="1"/>
          </p:nvPr>
        </p:nvSpPr>
        <p:spPr>
          <a:xfrm>
            <a:off x="495299" y="1200150"/>
            <a:ext cx="5372100" cy="4457700"/>
          </a:xfrm>
        </p:spPr>
        <p:txBody>
          <a:bodyPr/>
          <a:lstStyle/>
          <a:p>
            <a:pPr marL="0" marR="0" indent="0" algn="just" fontAlgn="base" hangingPunct="0">
              <a:lnSpc>
                <a:spcPct val="115000"/>
              </a:lnSpc>
              <a:spcBef>
                <a:spcPts val="0"/>
              </a:spcBef>
              <a:spcAft>
                <a:spcPts val="1000"/>
              </a:spcAft>
              <a:buNone/>
            </a:pPr>
            <a:r>
              <a:rPr lang="en-AU" sz="1600" kern="1200" dirty="0">
                <a:solidFill>
                  <a:srgbClr val="000000"/>
                </a:solidFill>
                <a:effectLst/>
                <a:ea typeface="Arial" panose="020B0604020202020204" pitchFamily="34" charset="0"/>
                <a:cs typeface="Trebuchet MS" panose="020B0603020202020204" pitchFamily="34" charset="0"/>
              </a:rPr>
              <a:t>Asset</a:t>
            </a:r>
            <a:endParaRPr lang="en-US" sz="1600" dirty="0">
              <a:effectLst/>
              <a:ea typeface="Calibri" panose="020F0502020204030204" pitchFamily="34" charset="0"/>
              <a:cs typeface="Arial" panose="020B0604020202020204" pitchFamily="34" charset="0"/>
            </a:endParaRPr>
          </a:p>
          <a:p>
            <a:pPr marL="285750" marR="0" indent="-285750" algn="just" fontAlgn="base" hangingPunct="0">
              <a:lnSpc>
                <a:spcPct val="115000"/>
              </a:lnSpc>
              <a:spcBef>
                <a:spcPts val="0"/>
              </a:spcBef>
              <a:spcAft>
                <a:spcPts val="1000"/>
              </a:spcAft>
              <a:buFont typeface="Arial" panose="020B0604020202020204" pitchFamily="34" charset="0"/>
              <a:buChar char="•"/>
            </a:pPr>
            <a:r>
              <a:rPr lang="en-AU" sz="1600" b="0" kern="1200" dirty="0">
                <a:solidFill>
                  <a:srgbClr val="000000"/>
                </a:solidFill>
                <a:effectLst/>
                <a:ea typeface="Arial" panose="020B0604020202020204" pitchFamily="34" charset="0"/>
                <a:cs typeface="Trebuchet MS" panose="020B0603020202020204" pitchFamily="34" charset="0"/>
              </a:rPr>
              <a:t>Asset is an entity at the finest level of granularity within the system, on which you want to Perform data manipulations, tag mapping or calculations. View the status, collect metrics, or report information</a:t>
            </a:r>
            <a:r>
              <a:rPr lang="en-US" sz="1600" b="0" kern="1200" dirty="0">
                <a:solidFill>
                  <a:srgbClr val="000000"/>
                </a:solidFill>
                <a:effectLst/>
                <a:ea typeface="Arial" panose="020B0604020202020204" pitchFamily="34" charset="0"/>
                <a:cs typeface="Trebuchet MS" panose="020B0603020202020204" pitchFamily="34" charset="0"/>
              </a:rPr>
              <a:t>.</a:t>
            </a:r>
            <a:endParaRPr lang="en-US" sz="1600" b="0" dirty="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1000"/>
              </a:spcAft>
              <a:buNone/>
            </a:pPr>
            <a:r>
              <a:rPr lang="en-AU" sz="1600" kern="1200" dirty="0">
                <a:solidFill>
                  <a:srgbClr val="000000"/>
                </a:solidFill>
                <a:effectLst/>
                <a:ea typeface="Arial" panose="020B0604020202020204" pitchFamily="34" charset="0"/>
                <a:cs typeface="Trebuchet MS" panose="020B0603020202020204" pitchFamily="34" charset="0"/>
              </a:rPr>
              <a:t>Asset Status</a:t>
            </a:r>
            <a:endParaRPr lang="en-US" sz="1600" dirty="0">
              <a:effectLst/>
              <a:ea typeface="Calibri" panose="020F0502020204030204" pitchFamily="34" charset="0"/>
              <a:cs typeface="Arial" panose="020B0604020202020204" pitchFamily="34" charset="0"/>
            </a:endParaRPr>
          </a:p>
          <a:p>
            <a:pPr marL="285750" indent="-285750">
              <a:buFont typeface="Arial" panose="020B0604020202020204" pitchFamily="34" charset="0"/>
              <a:buChar char="•"/>
            </a:pPr>
            <a:r>
              <a:rPr lang="en-AU" sz="1600" b="0" kern="1200" dirty="0">
                <a:solidFill>
                  <a:srgbClr val="000000"/>
                </a:solidFill>
                <a:effectLst/>
                <a:ea typeface="Arial" panose="020B0604020202020204" pitchFamily="34" charset="0"/>
                <a:cs typeface="Trebuchet MS" panose="020B0603020202020204" pitchFamily="34" charset="0"/>
              </a:rPr>
              <a:t>Asset status changes in field due to planned maintenance, unexpected event and trip unit or put in service. In Asset Performance Management, the asset is in one of the following modes or States</a:t>
            </a:r>
          </a:p>
          <a:p>
            <a:pPr marL="0" lvl="1" algn="just" fontAlgn="base" hangingPunct="0">
              <a:lnSpc>
                <a:spcPct val="115000"/>
              </a:lnSpc>
              <a:spcAft>
                <a:spcPts val="1000"/>
              </a:spcAft>
              <a:tabLst>
                <a:tab pos="266700" algn="l"/>
              </a:tabLst>
            </a:pPr>
            <a:r>
              <a:rPr lang="en-AU" sz="1600" b="0" dirty="0">
                <a:solidFill>
                  <a:srgbClr val="000000"/>
                </a:solidFill>
              </a:rPr>
              <a:t>Monitor: Asset calculations and rules are configured to execute. The asset is available for operation when required.</a:t>
            </a:r>
            <a:endParaRPr lang="en-US" sz="1600" b="0" dirty="0">
              <a:solidFill>
                <a:srgbClr val="000000"/>
              </a:solidFill>
            </a:endParaRPr>
          </a:p>
          <a:p>
            <a:pPr marL="0" lvl="1" algn="just" fontAlgn="base" hangingPunct="0">
              <a:lnSpc>
                <a:spcPct val="115000"/>
              </a:lnSpc>
              <a:spcAft>
                <a:spcPts val="1000"/>
              </a:spcAft>
              <a:tabLst>
                <a:tab pos="266700" algn="l"/>
              </a:tabLst>
            </a:pPr>
            <a:r>
              <a:rPr lang="en-AU" sz="1600" b="0" dirty="0">
                <a:solidFill>
                  <a:srgbClr val="000000"/>
                </a:solidFill>
              </a:rPr>
              <a:t>Un</a:t>
            </a:r>
            <a:r>
              <a:rPr lang="en-US" sz="1600" b="0" dirty="0">
                <a:solidFill>
                  <a:srgbClr val="000000"/>
                </a:solidFill>
              </a:rPr>
              <a:t>-</a:t>
            </a:r>
            <a:r>
              <a:rPr lang="en-AU" sz="1600" b="0" dirty="0">
                <a:solidFill>
                  <a:srgbClr val="000000"/>
                </a:solidFill>
              </a:rPr>
              <a:t>Monitor: Asset calculations and rules are disabled. The asset is available for operation when required.</a:t>
            </a:r>
            <a:endParaRPr lang="en-US" sz="1600" b="0" dirty="0">
              <a:solidFill>
                <a:srgbClr val="000000"/>
              </a:solidFill>
            </a:endParaRPr>
          </a:p>
          <a:p>
            <a:pPr marL="0" lvl="1" algn="just" fontAlgn="base" hangingPunct="0">
              <a:lnSpc>
                <a:spcPct val="115000"/>
              </a:lnSpc>
              <a:spcAft>
                <a:spcPts val="1000"/>
              </a:spcAft>
            </a:pPr>
            <a:r>
              <a:rPr lang="en-AU" sz="1600" b="0" dirty="0">
                <a:solidFill>
                  <a:srgbClr val="000000"/>
                </a:solidFill>
              </a:rPr>
              <a:t>Out of Service: Asset calculations and rules are disabled. The </a:t>
            </a:r>
            <a:r>
              <a:rPr lang="en-US" sz="1600" b="0" dirty="0">
                <a:solidFill>
                  <a:srgbClr val="000000"/>
                </a:solidFill>
              </a:rPr>
              <a:t>	</a:t>
            </a:r>
            <a:r>
              <a:rPr lang="en-AU" sz="1600" b="0" dirty="0">
                <a:solidFill>
                  <a:srgbClr val="000000"/>
                </a:solidFill>
              </a:rPr>
              <a:t>asset is</a:t>
            </a:r>
            <a:r>
              <a:rPr lang="en-US" sz="1600" b="0" dirty="0">
                <a:solidFill>
                  <a:srgbClr val="000000"/>
                </a:solidFill>
              </a:rPr>
              <a:t>	</a:t>
            </a:r>
            <a:r>
              <a:rPr lang="en-AU" sz="1600" b="0" dirty="0">
                <a:solidFill>
                  <a:srgbClr val="000000"/>
                </a:solidFill>
              </a:rPr>
              <a:t>NOT available for</a:t>
            </a:r>
            <a:endParaRPr lang="en-US" sz="1600" b="0" dirty="0">
              <a:solidFill>
                <a:srgbClr val="000000"/>
              </a:solidFill>
            </a:endParaRPr>
          </a:p>
          <a:p>
            <a:pPr marL="0" indent="0">
              <a:buNone/>
            </a:pPr>
            <a:endParaRPr lang="en-US" sz="1600" b="0" dirty="0"/>
          </a:p>
        </p:txBody>
      </p:sp>
      <p:sp>
        <p:nvSpPr>
          <p:cNvPr id="4" name="Slide Number Placeholder 3">
            <a:extLst>
              <a:ext uri="{FF2B5EF4-FFF2-40B4-BE49-F238E27FC236}">
                <a16:creationId xmlns:a16="http://schemas.microsoft.com/office/drawing/2014/main" id="{32BF7A3C-13AD-4563-B4AD-BB914BE4D911}"/>
              </a:ext>
            </a:extLst>
          </p:cNvPr>
          <p:cNvSpPr>
            <a:spLocks noGrp="1"/>
          </p:cNvSpPr>
          <p:nvPr>
            <p:ph type="sldNum" sz="quarter" idx="12"/>
          </p:nvPr>
        </p:nvSpPr>
        <p:spPr/>
        <p:txBody>
          <a:bodyPr/>
          <a:lstStyle/>
          <a:p>
            <a:fld id="{7B94EC18-1D2B-4535-B738-0E53AFE26620}" type="slidenum">
              <a:rPr lang="en-US" smtClean="0"/>
              <a:t>19</a:t>
            </a:fld>
            <a:endParaRPr lang="en-US"/>
          </a:p>
        </p:txBody>
      </p:sp>
      <p:pic>
        <p:nvPicPr>
          <p:cNvPr id="6" name="Picture 5">
            <a:extLst>
              <a:ext uri="{FF2B5EF4-FFF2-40B4-BE49-F238E27FC236}">
                <a16:creationId xmlns:a16="http://schemas.microsoft.com/office/drawing/2014/main" id="{2E1A8143-83F7-451D-9C9F-A52BCF9DC676}"/>
              </a:ext>
            </a:extLst>
          </p:cNvPr>
          <p:cNvPicPr>
            <a:picLocks noChangeAspect="1"/>
          </p:cNvPicPr>
          <p:nvPr/>
        </p:nvPicPr>
        <p:blipFill>
          <a:blip r:embed="rId2"/>
          <a:stretch>
            <a:fillRect/>
          </a:stretch>
        </p:blipFill>
        <p:spPr>
          <a:xfrm>
            <a:off x="7138930" y="1685845"/>
            <a:ext cx="4060825" cy="1546225"/>
          </a:xfrm>
          <a:prstGeom prst="rect">
            <a:avLst/>
          </a:prstGeom>
        </p:spPr>
      </p:pic>
      <p:pic>
        <p:nvPicPr>
          <p:cNvPr id="7" name="Picture 6">
            <a:extLst>
              <a:ext uri="{FF2B5EF4-FFF2-40B4-BE49-F238E27FC236}">
                <a16:creationId xmlns:a16="http://schemas.microsoft.com/office/drawing/2014/main" id="{6DDCB487-C89D-44A8-A442-15C7B1EDF12F}"/>
              </a:ext>
            </a:extLst>
          </p:cNvPr>
          <p:cNvPicPr>
            <a:picLocks noChangeAspect="1"/>
          </p:cNvPicPr>
          <p:nvPr/>
        </p:nvPicPr>
        <p:blipFill>
          <a:blip r:embed="rId3"/>
          <a:stretch>
            <a:fillRect/>
          </a:stretch>
        </p:blipFill>
        <p:spPr>
          <a:xfrm>
            <a:off x="9181446" y="5104766"/>
            <a:ext cx="2038037" cy="1257935"/>
          </a:xfrm>
          <a:prstGeom prst="rect">
            <a:avLst/>
          </a:prstGeom>
        </p:spPr>
      </p:pic>
      <p:pic>
        <p:nvPicPr>
          <p:cNvPr id="8" name="Picture 7">
            <a:extLst>
              <a:ext uri="{FF2B5EF4-FFF2-40B4-BE49-F238E27FC236}">
                <a16:creationId xmlns:a16="http://schemas.microsoft.com/office/drawing/2014/main" id="{4E4302EC-69CD-47E0-AB7E-DCEEEF9D6C81}"/>
              </a:ext>
            </a:extLst>
          </p:cNvPr>
          <p:cNvPicPr>
            <a:picLocks noChangeAspect="1"/>
          </p:cNvPicPr>
          <p:nvPr/>
        </p:nvPicPr>
        <p:blipFill>
          <a:blip r:embed="rId4"/>
          <a:stretch>
            <a:fillRect/>
          </a:stretch>
        </p:blipFill>
        <p:spPr>
          <a:xfrm>
            <a:off x="8161349" y="3548023"/>
            <a:ext cx="2040194" cy="1251585"/>
          </a:xfrm>
          <a:prstGeom prst="rect">
            <a:avLst/>
          </a:prstGeom>
        </p:spPr>
      </p:pic>
      <p:pic>
        <p:nvPicPr>
          <p:cNvPr id="9" name="Picture 8">
            <a:extLst>
              <a:ext uri="{FF2B5EF4-FFF2-40B4-BE49-F238E27FC236}">
                <a16:creationId xmlns:a16="http://schemas.microsoft.com/office/drawing/2014/main" id="{FF49CB03-3B43-49A7-9795-E38010AD53D5}"/>
              </a:ext>
            </a:extLst>
          </p:cNvPr>
          <p:cNvPicPr>
            <a:picLocks noChangeAspect="1"/>
          </p:cNvPicPr>
          <p:nvPr/>
        </p:nvPicPr>
        <p:blipFill>
          <a:blip r:embed="rId5"/>
          <a:stretch>
            <a:fillRect/>
          </a:stretch>
        </p:blipFill>
        <p:spPr>
          <a:xfrm>
            <a:off x="6975139" y="5115561"/>
            <a:ext cx="2038037" cy="1247140"/>
          </a:xfrm>
          <a:prstGeom prst="rect">
            <a:avLst/>
          </a:prstGeom>
        </p:spPr>
      </p:pic>
    </p:spTree>
    <p:extLst>
      <p:ext uri="{BB962C8B-B14F-4D97-AF65-F5344CB8AC3E}">
        <p14:creationId xmlns:p14="http://schemas.microsoft.com/office/powerpoint/2010/main" val="100113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BE8CB-431D-4F25-AB38-2BBAF8340B3F}"/>
              </a:ext>
            </a:extLst>
          </p:cNvPr>
          <p:cNvSpPr>
            <a:spLocks noGrp="1"/>
          </p:cNvSpPr>
          <p:nvPr>
            <p:ph type="title"/>
          </p:nvPr>
        </p:nvSpPr>
        <p:spPr>
          <a:xfrm>
            <a:off x="495299" y="495299"/>
            <a:ext cx="11201401" cy="492443"/>
          </a:xfrm>
        </p:spPr>
        <p:txBody>
          <a:bodyPr/>
          <a:lstStyle/>
          <a:p>
            <a:r>
              <a:rPr lang="en-US" sz="3200"/>
              <a:t>Asset Attributes &amp; property</a:t>
            </a:r>
          </a:p>
        </p:txBody>
      </p:sp>
      <p:sp>
        <p:nvSpPr>
          <p:cNvPr id="5" name="Content Placeholder 4">
            <a:extLst>
              <a:ext uri="{FF2B5EF4-FFF2-40B4-BE49-F238E27FC236}">
                <a16:creationId xmlns:a16="http://schemas.microsoft.com/office/drawing/2014/main" id="{864F6B07-0FF4-4AEB-B3BA-C9CC9B7F914D}"/>
              </a:ext>
            </a:extLst>
          </p:cNvPr>
          <p:cNvSpPr>
            <a:spLocks noGrp="1"/>
          </p:cNvSpPr>
          <p:nvPr>
            <p:ph idx="1"/>
          </p:nvPr>
        </p:nvSpPr>
        <p:spPr>
          <a:xfrm>
            <a:off x="495299" y="1409701"/>
            <a:ext cx="10995293" cy="4457700"/>
          </a:xfrm>
        </p:spPr>
        <p:txBody>
          <a:bodyPr/>
          <a:lstStyle/>
          <a:p>
            <a:pPr marL="0" marR="0" indent="0" algn="just" fontAlgn="base" hangingPunct="0">
              <a:lnSpc>
                <a:spcPct val="115000"/>
              </a:lnSpc>
              <a:spcBef>
                <a:spcPts val="0"/>
              </a:spcBef>
              <a:spcAft>
                <a:spcPts val="1000"/>
              </a:spcAft>
              <a:buNone/>
            </a:pPr>
            <a:r>
              <a:rPr lang="en-AU" sz="1600" kern="1200">
                <a:solidFill>
                  <a:srgbClr val="000000"/>
                </a:solidFill>
                <a:effectLst/>
                <a:ea typeface="Arial" panose="020B0604020202020204" pitchFamily="34" charset="0"/>
                <a:cs typeface="Trebuchet MS" panose="020B0603020202020204" pitchFamily="34" charset="0"/>
              </a:rPr>
              <a:t>Attributes</a:t>
            </a:r>
            <a:endParaRPr lang="en-US" sz="1600">
              <a:effectLst/>
              <a:ea typeface="Calibri" panose="020F0502020204030204" pitchFamily="34" charset="0"/>
              <a:cs typeface="Arial" panose="020B0604020202020204" pitchFamily="34" charset="0"/>
            </a:endParaRPr>
          </a:p>
          <a:p>
            <a:pPr marL="0" marR="0" algn="just" fontAlgn="base" hangingPunct="0">
              <a:lnSpc>
                <a:spcPct val="115000"/>
              </a:lnSpc>
              <a:spcBef>
                <a:spcPts val="0"/>
              </a:spcBef>
              <a:spcAft>
                <a:spcPts val="1000"/>
              </a:spcAft>
              <a:buFont typeface="Arial" panose="020B0604020202020204" pitchFamily="34" charset="0"/>
              <a:buChar char="•"/>
            </a:pPr>
            <a:r>
              <a:rPr lang="en-AU" sz="1600" b="0" kern="1200">
                <a:solidFill>
                  <a:srgbClr val="000000"/>
                </a:solidFill>
                <a:effectLst/>
                <a:ea typeface="Arial" panose="020B0604020202020204" pitchFamily="34" charset="0"/>
                <a:cs typeface="Trebuchet MS" panose="020B0603020202020204" pitchFamily="34" charset="0"/>
              </a:rPr>
              <a:t>Asset attributes are dimensions associated to fault model/symptoms or calculations for its identification.</a:t>
            </a:r>
            <a:endParaRPr lang="en-US" sz="1600" b="0">
              <a:effectLst/>
              <a:ea typeface="Calibri" panose="020F0502020204030204" pitchFamily="34" charset="0"/>
              <a:cs typeface="Arial" panose="020B0604020202020204" pitchFamily="34" charset="0"/>
            </a:endParaRPr>
          </a:p>
          <a:p>
            <a:pPr marL="0" marR="0" algn="just" fontAlgn="base" hangingPunct="0">
              <a:lnSpc>
                <a:spcPct val="115000"/>
              </a:lnSpc>
              <a:spcBef>
                <a:spcPts val="0"/>
              </a:spcBef>
              <a:spcAft>
                <a:spcPts val="1000"/>
              </a:spcAft>
              <a:buFont typeface="Arial" panose="020B0604020202020204" pitchFamily="34" charset="0"/>
              <a:buChar char="•"/>
            </a:pPr>
            <a:r>
              <a:rPr lang="en-AU" sz="1600" b="0" kern="1200">
                <a:solidFill>
                  <a:srgbClr val="000000"/>
                </a:solidFill>
                <a:effectLst/>
                <a:ea typeface="Arial" panose="020B0604020202020204" pitchFamily="34" charset="0"/>
                <a:cs typeface="Trebuchet MS" panose="020B0603020202020204" pitchFamily="34" charset="0"/>
              </a:rPr>
              <a:t>For Example – Voltage, Flow, Density</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1000"/>
              </a:spcAft>
              <a:buNone/>
            </a:pPr>
            <a:r>
              <a:rPr lang="en-AU" sz="1600" kern="1200">
                <a:solidFill>
                  <a:srgbClr val="000000"/>
                </a:solidFill>
                <a:effectLst/>
                <a:ea typeface="Arial" panose="020B0604020202020204" pitchFamily="34" charset="0"/>
                <a:cs typeface="Trebuchet MS" panose="020B0603020202020204" pitchFamily="34" charset="0"/>
              </a:rPr>
              <a:t>Attribute Property</a:t>
            </a:r>
            <a:endParaRPr lang="en-US" sz="1600">
              <a:effectLst/>
              <a:ea typeface="Calibri" panose="020F0502020204030204" pitchFamily="34" charset="0"/>
              <a:cs typeface="Arial" panose="020B0604020202020204" pitchFamily="34" charset="0"/>
            </a:endParaRPr>
          </a:p>
          <a:p>
            <a:pPr>
              <a:buFont typeface="Arial" panose="020B0604020202020204" pitchFamily="34" charset="0"/>
              <a:buChar char="•"/>
            </a:pPr>
            <a:r>
              <a:rPr lang="en-AU" sz="1600" b="0" kern="1200">
                <a:solidFill>
                  <a:srgbClr val="000000"/>
                </a:solidFill>
                <a:effectLst/>
                <a:ea typeface="Arial" panose="020B0604020202020204" pitchFamily="34" charset="0"/>
                <a:cs typeface="Trebuchet MS" panose="020B0603020202020204" pitchFamily="34" charset="0"/>
              </a:rPr>
              <a:t>Properties are additional information of attribute to support improved visualization and managing attribute.</a:t>
            </a:r>
            <a:endParaRPr lang="en-US" sz="1600" b="0"/>
          </a:p>
        </p:txBody>
      </p:sp>
      <p:sp>
        <p:nvSpPr>
          <p:cNvPr id="4" name="Slide Number Placeholder 3">
            <a:extLst>
              <a:ext uri="{FF2B5EF4-FFF2-40B4-BE49-F238E27FC236}">
                <a16:creationId xmlns:a16="http://schemas.microsoft.com/office/drawing/2014/main" id="{A701370C-D5EA-1156-5671-DBB9E8E70203}"/>
              </a:ext>
            </a:extLst>
          </p:cNvPr>
          <p:cNvSpPr>
            <a:spLocks noGrp="1"/>
          </p:cNvSpPr>
          <p:nvPr>
            <p:ph type="sldNum" sz="quarter" idx="12"/>
          </p:nvPr>
        </p:nvSpPr>
        <p:spPr>
          <a:xfrm>
            <a:off x="11645901" y="-28574"/>
            <a:ext cx="675217" cy="504825"/>
          </a:xfrm>
        </p:spPr>
        <p:txBody>
          <a:bodyPr/>
          <a:lstStyle/>
          <a:p>
            <a:fld id="{7B94EC18-1D2B-4535-B738-0E53AFE26620}" type="slidenum">
              <a:rPr lang="en-US" smtClean="0"/>
              <a:t>20</a:t>
            </a:fld>
            <a:endParaRPr lang="en-US"/>
          </a:p>
        </p:txBody>
      </p:sp>
    </p:spTree>
    <p:extLst>
      <p:ext uri="{BB962C8B-B14F-4D97-AF65-F5344CB8AC3E}">
        <p14:creationId xmlns:p14="http://schemas.microsoft.com/office/powerpoint/2010/main" val="848004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58E19-7C28-4E1C-99B1-5F5603FB1EDF}"/>
              </a:ext>
            </a:extLst>
          </p:cNvPr>
          <p:cNvSpPr>
            <a:spLocks noGrp="1"/>
          </p:cNvSpPr>
          <p:nvPr>
            <p:ph type="title"/>
          </p:nvPr>
        </p:nvSpPr>
        <p:spPr>
          <a:xfrm>
            <a:off x="495299" y="178595"/>
            <a:ext cx="11201401" cy="492443"/>
          </a:xfrm>
        </p:spPr>
        <p:txBody>
          <a:bodyPr/>
          <a:lstStyle/>
          <a:p>
            <a:r>
              <a:rPr lang="en-US" sz="3200" b="1">
                <a:latin typeface="Calibri" panose="020F0502020204030204" pitchFamily="34" charset="0"/>
                <a:cs typeface="Calibri" panose="020F0502020204030204" pitchFamily="34" charset="0"/>
              </a:rPr>
              <a:t>Fault model &amp; symptom</a:t>
            </a:r>
            <a:endParaRPr lang="en-US" sz="3200"/>
          </a:p>
        </p:txBody>
      </p:sp>
      <p:sp>
        <p:nvSpPr>
          <p:cNvPr id="5" name="Content Placeholder 4">
            <a:extLst>
              <a:ext uri="{FF2B5EF4-FFF2-40B4-BE49-F238E27FC236}">
                <a16:creationId xmlns:a16="http://schemas.microsoft.com/office/drawing/2014/main" id="{CB4107C0-F30C-48CC-9F85-44139A0AF2EF}"/>
              </a:ext>
            </a:extLst>
          </p:cNvPr>
          <p:cNvSpPr>
            <a:spLocks noGrp="1"/>
          </p:cNvSpPr>
          <p:nvPr>
            <p:ph idx="1"/>
          </p:nvPr>
        </p:nvSpPr>
        <p:spPr>
          <a:xfrm>
            <a:off x="495300" y="1409701"/>
            <a:ext cx="11201400" cy="4457700"/>
          </a:xfrm>
        </p:spPr>
        <p:txBody>
          <a:bodyPr/>
          <a:lstStyle/>
          <a:p>
            <a:pPr marL="0" marR="0" indent="0" algn="just" fontAlgn="base" hangingPunct="0">
              <a:lnSpc>
                <a:spcPct val="115000"/>
              </a:lnSpc>
              <a:spcBef>
                <a:spcPts val="0"/>
              </a:spcBef>
              <a:spcAft>
                <a:spcPts val="1000"/>
              </a:spcAft>
              <a:buNone/>
            </a:pPr>
            <a:r>
              <a:rPr lang="en-AU" sz="1600" kern="1200">
                <a:solidFill>
                  <a:srgbClr val="000000"/>
                </a:solidFill>
                <a:effectLst/>
                <a:ea typeface="Arial" panose="020B0604020202020204" pitchFamily="34" charset="0"/>
                <a:cs typeface="Trebuchet MS" panose="020B0603020202020204" pitchFamily="34" charset="0"/>
              </a:rPr>
              <a:t>Fault</a:t>
            </a:r>
            <a:r>
              <a:rPr lang="en-AU" sz="1600" b="0" kern="1200">
                <a:solidFill>
                  <a:srgbClr val="000000"/>
                </a:solidFill>
                <a:effectLst/>
                <a:ea typeface="Arial" panose="020B0604020202020204" pitchFamily="34" charset="0"/>
                <a:cs typeface="Trebuchet MS" panose="020B0603020202020204" pitchFamily="34" charset="0"/>
              </a:rPr>
              <a:t> – Fault is defined to identify the abnormality of an Equipment </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1000"/>
              </a:spcAft>
              <a:buNone/>
            </a:pPr>
            <a:r>
              <a:rPr lang="en-AU" sz="1600" kern="1200">
                <a:solidFill>
                  <a:srgbClr val="000000"/>
                </a:solidFill>
                <a:effectLst/>
                <a:ea typeface="Arial" panose="020B0604020202020204" pitchFamily="34" charset="0"/>
                <a:cs typeface="Trebuchet MS" panose="020B0603020202020204" pitchFamily="34" charset="0"/>
              </a:rPr>
              <a:t>Symptom</a:t>
            </a:r>
            <a:r>
              <a:rPr lang="en-AU" sz="1600" b="0" kern="1200">
                <a:solidFill>
                  <a:srgbClr val="000000"/>
                </a:solidFill>
                <a:effectLst/>
                <a:ea typeface="Arial" panose="020B0604020202020204" pitchFamily="34" charset="0"/>
                <a:cs typeface="Trebuchet MS" panose="020B0603020202020204" pitchFamily="34" charset="0"/>
              </a:rPr>
              <a:t> – Symptoms are defined based on the possible causes for the Fault</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1000"/>
              </a:spcAft>
              <a:buNone/>
            </a:pPr>
            <a:r>
              <a:rPr lang="en-AU" sz="1600" kern="1200">
                <a:solidFill>
                  <a:srgbClr val="000000"/>
                </a:solidFill>
                <a:effectLst/>
                <a:ea typeface="Arial" panose="020B0604020202020204" pitchFamily="34" charset="0"/>
                <a:cs typeface="Trebuchet MS" panose="020B0603020202020204" pitchFamily="34" charset="0"/>
              </a:rPr>
              <a:t>Reactive Symptoms </a:t>
            </a:r>
            <a:r>
              <a:rPr lang="en-AU" sz="1600" b="0" kern="1200">
                <a:solidFill>
                  <a:srgbClr val="000000"/>
                </a:solidFill>
                <a:effectLst/>
                <a:ea typeface="Arial" panose="020B0604020202020204" pitchFamily="34" charset="0"/>
                <a:cs typeface="Trebuchet MS" panose="020B0603020202020204" pitchFamily="34" charset="0"/>
              </a:rPr>
              <a:t>(Backward Chaining) events shall represent diagnostic conditions that characterize the effect of the failures that are represented by the faults they are associated to. </a:t>
            </a:r>
            <a:endParaRPr lang="en-US" sz="1600" b="0">
              <a:effectLst/>
              <a:ea typeface="Calibri" panose="020F0502020204030204" pitchFamily="34" charset="0"/>
              <a:cs typeface="Arial" panose="020B0604020202020204" pitchFamily="34" charset="0"/>
            </a:endParaRPr>
          </a:p>
          <a:p>
            <a:pPr marL="0" marR="0" lvl="0" indent="0" algn="just" fontAlgn="base" hangingPunct="0">
              <a:lnSpc>
                <a:spcPct val="115000"/>
              </a:lnSpc>
              <a:spcBef>
                <a:spcPts val="0"/>
              </a:spcBef>
              <a:spcAft>
                <a:spcPts val="1000"/>
              </a:spcAft>
              <a:buNone/>
              <a:tabLst>
                <a:tab pos="266700" algn="l"/>
              </a:tabLst>
            </a:pPr>
            <a:r>
              <a:rPr lang="en-AU" sz="1600" b="0" kern="1200">
                <a:solidFill>
                  <a:srgbClr val="000000"/>
                </a:solidFill>
                <a:effectLst/>
                <a:ea typeface="Arial" panose="020B0604020202020204" pitchFamily="34" charset="0"/>
                <a:cs typeface="Trebuchet MS" panose="020B0603020202020204" pitchFamily="34" charset="0"/>
              </a:rPr>
              <a:t>Diagnostic Symptoms shall be used as reactive indicators to warn users of imminent failure </a:t>
            </a:r>
            <a:endParaRPr lang="en-US" sz="1600" b="0">
              <a:effectLst/>
              <a:ea typeface="Calibri" panose="020F0502020204030204" pitchFamily="34" charset="0"/>
              <a:cs typeface="Arial" panose="020B0604020202020204" pitchFamily="34" charset="0"/>
            </a:endParaRPr>
          </a:p>
          <a:p>
            <a:pPr marL="0" marR="0" lvl="0" indent="0" algn="just" fontAlgn="base" hangingPunct="0">
              <a:lnSpc>
                <a:spcPct val="115000"/>
              </a:lnSpc>
              <a:spcBef>
                <a:spcPts val="0"/>
              </a:spcBef>
              <a:spcAft>
                <a:spcPts val="1000"/>
              </a:spcAft>
              <a:buNone/>
              <a:tabLst>
                <a:tab pos="266700" algn="l"/>
              </a:tabLst>
            </a:pPr>
            <a:r>
              <a:rPr lang="en-AU" sz="1600" b="0" kern="1200">
                <a:solidFill>
                  <a:srgbClr val="000000"/>
                </a:solidFill>
                <a:effectLst/>
                <a:ea typeface="Arial" panose="020B0604020202020204" pitchFamily="34" charset="0"/>
                <a:cs typeface="Trebuchet MS" panose="020B0603020202020204" pitchFamily="34" charset="0"/>
              </a:rPr>
              <a:t>These symptoms shall present advisories or corrective actions on how to repair the failure they are associated to. </a:t>
            </a:r>
            <a:endParaRPr lang="en-US" sz="1600" b="0">
              <a:effectLst/>
              <a:ea typeface="Calibri" panose="020F0502020204030204" pitchFamily="34" charset="0"/>
              <a:cs typeface="Arial" panose="020B0604020202020204" pitchFamily="34" charset="0"/>
            </a:endParaRPr>
          </a:p>
          <a:p>
            <a:pPr marL="0" marR="0" lvl="0" indent="0" algn="just" fontAlgn="base" hangingPunct="0">
              <a:lnSpc>
                <a:spcPct val="115000"/>
              </a:lnSpc>
              <a:spcBef>
                <a:spcPts val="0"/>
              </a:spcBef>
              <a:spcAft>
                <a:spcPts val="1000"/>
              </a:spcAft>
              <a:buNone/>
              <a:tabLst>
                <a:tab pos="266700" algn="l"/>
              </a:tabLst>
            </a:pPr>
            <a:r>
              <a:rPr lang="en-AU" sz="1600" b="0" kern="1200">
                <a:solidFill>
                  <a:srgbClr val="000000"/>
                </a:solidFill>
                <a:effectLst/>
                <a:ea typeface="Arial" panose="020B0604020202020204" pitchFamily="34" charset="0"/>
                <a:cs typeface="Trebuchet MS" panose="020B0603020202020204" pitchFamily="34" charset="0"/>
              </a:rPr>
              <a:t>Diagnostic Symptoms names shall be configured to start with “DS_”.</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1000"/>
              </a:spcAft>
              <a:buNone/>
            </a:pPr>
            <a:r>
              <a:rPr lang="en-AU" sz="1600" kern="1200">
                <a:solidFill>
                  <a:srgbClr val="000000"/>
                </a:solidFill>
                <a:effectLst/>
                <a:ea typeface="Arial" panose="020B0604020202020204" pitchFamily="34" charset="0"/>
                <a:cs typeface="Trebuchet MS" panose="020B0603020202020204" pitchFamily="34" charset="0"/>
              </a:rPr>
              <a:t>Proactive Symptoms </a:t>
            </a:r>
            <a:r>
              <a:rPr lang="en-AU" sz="1600" b="0" kern="1200">
                <a:solidFill>
                  <a:srgbClr val="000000"/>
                </a:solidFill>
                <a:effectLst/>
                <a:ea typeface="Arial" panose="020B0604020202020204" pitchFamily="34" charset="0"/>
                <a:cs typeface="Trebuchet MS" panose="020B0603020202020204" pitchFamily="34" charset="0"/>
              </a:rPr>
              <a:t>(Forward Chaining) events shall represent root cause conditions that can lead to failures that are represented by the fault they are associated to. </a:t>
            </a:r>
            <a:endParaRPr lang="en-US" sz="1600" b="0">
              <a:effectLst/>
              <a:ea typeface="Calibri" panose="020F0502020204030204" pitchFamily="34" charset="0"/>
              <a:cs typeface="Arial" panose="020B0604020202020204" pitchFamily="34" charset="0"/>
            </a:endParaRPr>
          </a:p>
          <a:p>
            <a:pPr marL="0" marR="0" lvl="0" indent="0" algn="just" fontAlgn="base" hangingPunct="0">
              <a:lnSpc>
                <a:spcPct val="115000"/>
              </a:lnSpc>
              <a:spcBef>
                <a:spcPts val="0"/>
              </a:spcBef>
              <a:spcAft>
                <a:spcPts val="1000"/>
              </a:spcAft>
              <a:buNone/>
              <a:tabLst>
                <a:tab pos="266700" algn="l"/>
              </a:tabLst>
            </a:pPr>
            <a:r>
              <a:rPr lang="en-AU" sz="1600" b="0" kern="1200">
                <a:solidFill>
                  <a:srgbClr val="000000"/>
                </a:solidFill>
                <a:effectLst/>
                <a:ea typeface="Arial" panose="020B0604020202020204" pitchFamily="34" charset="0"/>
                <a:cs typeface="Trebuchet MS" panose="020B0603020202020204" pitchFamily="34" charset="0"/>
              </a:rPr>
              <a:t>Root Cause symptoms shall be active generally before a failure is present. </a:t>
            </a:r>
            <a:endParaRPr lang="en-US" sz="1600" b="0">
              <a:effectLst/>
              <a:ea typeface="Calibri" panose="020F0502020204030204" pitchFamily="34" charset="0"/>
              <a:cs typeface="Arial" panose="020B0604020202020204" pitchFamily="34" charset="0"/>
            </a:endParaRPr>
          </a:p>
          <a:p>
            <a:pPr marL="0" marR="0" lvl="0" indent="0" algn="just" fontAlgn="base" hangingPunct="0">
              <a:lnSpc>
                <a:spcPct val="115000"/>
              </a:lnSpc>
              <a:spcBef>
                <a:spcPts val="0"/>
              </a:spcBef>
              <a:spcAft>
                <a:spcPts val="1000"/>
              </a:spcAft>
              <a:buNone/>
              <a:tabLst>
                <a:tab pos="266700" algn="l"/>
              </a:tabLst>
            </a:pPr>
            <a:r>
              <a:rPr lang="en-AU" sz="1600" b="0" kern="1200">
                <a:solidFill>
                  <a:srgbClr val="000000"/>
                </a:solidFill>
                <a:effectLst/>
                <a:ea typeface="Arial" panose="020B0604020202020204" pitchFamily="34" charset="0"/>
                <a:cs typeface="Trebuchet MS" panose="020B0603020202020204" pitchFamily="34" charset="0"/>
              </a:rPr>
              <a:t>These symptoms shall present Advisories or corrective actions to remove or mitigate the root cause and  prevent the failure from occurring. </a:t>
            </a:r>
            <a:endParaRPr lang="en-US" sz="1600" b="0">
              <a:effectLst/>
              <a:ea typeface="Calibri" panose="020F0502020204030204" pitchFamily="34" charset="0"/>
              <a:cs typeface="Arial" panose="020B0604020202020204" pitchFamily="34" charset="0"/>
            </a:endParaRPr>
          </a:p>
          <a:p>
            <a:pPr marL="0" marR="0" lvl="0" indent="0" algn="just" fontAlgn="base" hangingPunct="0">
              <a:lnSpc>
                <a:spcPct val="115000"/>
              </a:lnSpc>
              <a:spcBef>
                <a:spcPts val="0"/>
              </a:spcBef>
              <a:spcAft>
                <a:spcPts val="1000"/>
              </a:spcAft>
              <a:buNone/>
              <a:tabLst>
                <a:tab pos="266700" algn="l"/>
              </a:tabLst>
            </a:pPr>
            <a:r>
              <a:rPr lang="en-AU" sz="1600" b="0" kern="1200">
                <a:solidFill>
                  <a:srgbClr val="000000"/>
                </a:solidFill>
                <a:effectLst/>
                <a:ea typeface="Arial" panose="020B0604020202020204" pitchFamily="34" charset="0"/>
                <a:cs typeface="Trebuchet MS" panose="020B0603020202020204" pitchFamily="34" charset="0"/>
              </a:rPr>
              <a:t>Root Cause symptom names shall be configured to start with “RC_”. </a:t>
            </a:r>
            <a:endParaRPr lang="en-US" sz="1600" b="0">
              <a:effectLst/>
              <a:ea typeface="Calibri" panose="020F0502020204030204" pitchFamily="34" charset="0"/>
              <a:cs typeface="Arial" panose="020B0604020202020204" pitchFamily="34" charset="0"/>
            </a:endParaRPr>
          </a:p>
          <a:p>
            <a:pPr marL="0" indent="0">
              <a:buNone/>
            </a:pPr>
            <a:endParaRPr lang="en-US" sz="1600" b="0"/>
          </a:p>
        </p:txBody>
      </p:sp>
      <p:sp>
        <p:nvSpPr>
          <p:cNvPr id="4" name="Slide Number Placeholder 3">
            <a:extLst>
              <a:ext uri="{FF2B5EF4-FFF2-40B4-BE49-F238E27FC236}">
                <a16:creationId xmlns:a16="http://schemas.microsoft.com/office/drawing/2014/main" id="{EA8A1748-C9B6-E039-035C-26B5C295D513}"/>
              </a:ext>
            </a:extLst>
          </p:cNvPr>
          <p:cNvSpPr>
            <a:spLocks noGrp="1"/>
          </p:cNvSpPr>
          <p:nvPr>
            <p:ph type="sldNum" sz="quarter" idx="12"/>
          </p:nvPr>
        </p:nvSpPr>
        <p:spPr>
          <a:xfrm>
            <a:off x="11645901" y="-18805"/>
            <a:ext cx="675217" cy="504825"/>
          </a:xfrm>
        </p:spPr>
        <p:txBody>
          <a:bodyPr/>
          <a:lstStyle/>
          <a:p>
            <a:fld id="{7B94EC18-1D2B-4535-B738-0E53AFE26620}" type="slidenum">
              <a:rPr lang="en-US" smtClean="0"/>
              <a:t>21</a:t>
            </a:fld>
            <a:endParaRPr lang="en-US"/>
          </a:p>
        </p:txBody>
      </p:sp>
    </p:spTree>
    <p:extLst>
      <p:ext uri="{BB962C8B-B14F-4D97-AF65-F5344CB8AC3E}">
        <p14:creationId xmlns:p14="http://schemas.microsoft.com/office/powerpoint/2010/main" val="913474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58E19-7C28-4E1C-99B1-5F5603FB1EDF}"/>
              </a:ext>
            </a:extLst>
          </p:cNvPr>
          <p:cNvSpPr>
            <a:spLocks noGrp="1"/>
          </p:cNvSpPr>
          <p:nvPr>
            <p:ph type="title"/>
          </p:nvPr>
        </p:nvSpPr>
        <p:spPr>
          <a:xfrm>
            <a:off x="495299" y="178595"/>
            <a:ext cx="11201401" cy="492443"/>
          </a:xfrm>
        </p:spPr>
        <p:txBody>
          <a:bodyPr/>
          <a:lstStyle/>
          <a:p>
            <a:r>
              <a:rPr lang="en-US" sz="3200" b="1">
                <a:latin typeface="Calibri" panose="020F0502020204030204" pitchFamily="34" charset="0"/>
                <a:cs typeface="Calibri" panose="020F0502020204030204" pitchFamily="34" charset="0"/>
              </a:rPr>
              <a:t>Fault model &amp; symptom</a:t>
            </a:r>
            <a:endParaRPr lang="en-US" sz="3200"/>
          </a:p>
        </p:txBody>
      </p:sp>
      <p:pic>
        <p:nvPicPr>
          <p:cNvPr id="6" name="Content Placeholder 5">
            <a:extLst>
              <a:ext uri="{FF2B5EF4-FFF2-40B4-BE49-F238E27FC236}">
                <a16:creationId xmlns:a16="http://schemas.microsoft.com/office/drawing/2014/main" id="{74A9E1D0-D1EE-421A-A926-F431315AC540}"/>
              </a:ext>
            </a:extLst>
          </p:cNvPr>
          <p:cNvPicPr>
            <a:picLocks noGrp="1" noChangeAspect="1"/>
          </p:cNvPicPr>
          <p:nvPr>
            <p:ph idx="1"/>
          </p:nvPr>
        </p:nvPicPr>
        <p:blipFill>
          <a:blip r:embed="rId2"/>
          <a:stretch>
            <a:fillRect/>
          </a:stretch>
        </p:blipFill>
        <p:spPr>
          <a:xfrm>
            <a:off x="2204444" y="942719"/>
            <a:ext cx="7792878" cy="5089792"/>
          </a:xfrm>
          <a:prstGeom prst="rect">
            <a:avLst/>
          </a:prstGeom>
        </p:spPr>
      </p:pic>
      <p:sp>
        <p:nvSpPr>
          <p:cNvPr id="4" name="Slide Number Placeholder 3">
            <a:extLst>
              <a:ext uri="{FF2B5EF4-FFF2-40B4-BE49-F238E27FC236}">
                <a16:creationId xmlns:a16="http://schemas.microsoft.com/office/drawing/2014/main" id="{03FA4870-E910-0395-69E5-BE91B7E5B79A}"/>
              </a:ext>
            </a:extLst>
          </p:cNvPr>
          <p:cNvSpPr>
            <a:spLocks noGrp="1"/>
          </p:cNvSpPr>
          <p:nvPr>
            <p:ph type="sldNum" sz="quarter" idx="12"/>
          </p:nvPr>
        </p:nvSpPr>
        <p:spPr>
          <a:xfrm>
            <a:off x="11645901" y="-28574"/>
            <a:ext cx="675217" cy="504825"/>
          </a:xfrm>
        </p:spPr>
        <p:txBody>
          <a:bodyPr/>
          <a:lstStyle/>
          <a:p>
            <a:fld id="{7B94EC18-1D2B-4535-B738-0E53AFE26620}" type="slidenum">
              <a:rPr lang="en-US" smtClean="0"/>
              <a:t>22</a:t>
            </a:fld>
            <a:endParaRPr lang="en-US"/>
          </a:p>
        </p:txBody>
      </p:sp>
    </p:spTree>
    <p:extLst>
      <p:ext uri="{BB962C8B-B14F-4D97-AF65-F5344CB8AC3E}">
        <p14:creationId xmlns:p14="http://schemas.microsoft.com/office/powerpoint/2010/main" val="1750741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F418A-AB8A-4FB2-BE45-A15ACDE2B136}"/>
              </a:ext>
            </a:extLst>
          </p:cNvPr>
          <p:cNvSpPr>
            <a:spLocks noGrp="1"/>
          </p:cNvSpPr>
          <p:nvPr>
            <p:ph type="title"/>
          </p:nvPr>
        </p:nvSpPr>
        <p:spPr>
          <a:xfrm>
            <a:off x="495299" y="341062"/>
            <a:ext cx="11201401" cy="584775"/>
          </a:xfrm>
        </p:spPr>
        <p:txBody>
          <a:bodyPr/>
          <a:lstStyle/>
          <a:p>
            <a:r>
              <a:rPr lang="en-US" sz="3200">
                <a:latin typeface="Calibri" panose="020F0502020204030204" pitchFamily="34" charset="0"/>
                <a:cs typeface="Calibri" panose="020F0502020204030204" pitchFamily="34" charset="0"/>
              </a:rPr>
              <a:t>E</a:t>
            </a:r>
            <a:r>
              <a:rPr lang="en-US" sz="3200" b="1">
                <a:latin typeface="Calibri" panose="020F0502020204030204" pitchFamily="34" charset="0"/>
                <a:cs typeface="Calibri" panose="020F0502020204030204" pitchFamily="34" charset="0"/>
              </a:rPr>
              <a:t>vent status</a:t>
            </a:r>
            <a:endParaRPr lang="en-US" sz="3200"/>
          </a:p>
        </p:txBody>
      </p:sp>
      <p:sp>
        <p:nvSpPr>
          <p:cNvPr id="5" name="TextBox 4">
            <a:extLst>
              <a:ext uri="{FF2B5EF4-FFF2-40B4-BE49-F238E27FC236}">
                <a16:creationId xmlns:a16="http://schemas.microsoft.com/office/drawing/2014/main" id="{A5EC1755-296F-4B9F-BBDB-8C7BC530D922}"/>
              </a:ext>
            </a:extLst>
          </p:cNvPr>
          <p:cNvSpPr txBox="1"/>
          <p:nvPr/>
        </p:nvSpPr>
        <p:spPr>
          <a:xfrm>
            <a:off x="495299" y="1042826"/>
            <a:ext cx="7117356" cy="5404043"/>
          </a:xfrm>
          <a:prstGeom prst="rect">
            <a:avLst/>
          </a:prstGeom>
          <a:noFill/>
        </p:spPr>
        <p:txBody>
          <a:bodyPr wrap="square" lIns="0" tIns="0" rIns="0" bIns="0" rtlCol="0">
            <a:spAutoFit/>
          </a:bodyPr>
          <a:lstStyle/>
          <a:p>
            <a:pPr marL="0" marR="0" algn="just" fontAlgn="base" hangingPunct="0">
              <a:lnSpc>
                <a:spcPct val="115000"/>
              </a:lnSpc>
              <a:spcBef>
                <a:spcPts val="0"/>
              </a:spcBef>
              <a:spcAft>
                <a:spcPts val="1000"/>
              </a:spcAft>
            </a:pPr>
            <a:r>
              <a:rPr lang="en-AU" sz="1600" kern="1200">
                <a:solidFill>
                  <a:srgbClr val="000000"/>
                </a:solidFill>
                <a:effectLst/>
                <a:ea typeface="Arial" panose="020B0604020202020204" pitchFamily="34" charset="0"/>
                <a:cs typeface="Trebuchet MS" panose="020B0603020202020204" pitchFamily="34" charset="0"/>
              </a:rPr>
              <a:t>All events travel through transition statuses during their life cycle in </a:t>
            </a:r>
            <a:r>
              <a:rPr lang="en-AU" sz="1600" kern="1200" err="1">
                <a:solidFill>
                  <a:srgbClr val="000000"/>
                </a:solidFill>
                <a:effectLst/>
                <a:ea typeface="Arial" panose="020B0604020202020204" pitchFamily="34" charset="0"/>
                <a:cs typeface="Trebuchet MS" panose="020B0603020202020204" pitchFamily="34" charset="0"/>
              </a:rPr>
              <a:t>Uniformance</a:t>
            </a:r>
            <a:r>
              <a:rPr lang="en-AU" sz="1600" kern="1200">
                <a:solidFill>
                  <a:srgbClr val="000000"/>
                </a:solidFill>
                <a:effectLst/>
                <a:ea typeface="Arial" panose="020B0604020202020204" pitchFamily="34" charset="0"/>
                <a:cs typeface="Trebuchet MS" panose="020B0603020202020204" pitchFamily="34" charset="0"/>
              </a:rPr>
              <a:t> Asset Sentinel:</a:t>
            </a:r>
            <a:endParaRPr lang="en-US" sz="1600">
              <a:effectLst/>
              <a:ea typeface="Calibri" panose="020F0502020204030204" pitchFamily="34" charset="0"/>
              <a:cs typeface="Arial" panose="020B0604020202020204" pitchFamily="34" charset="0"/>
            </a:endParaRPr>
          </a:p>
          <a:p>
            <a:pPr marR="0" lvl="0" algn="just" fontAlgn="base" hangingPunct="0">
              <a:lnSpc>
                <a:spcPct val="115000"/>
              </a:lnSpc>
              <a:spcBef>
                <a:spcPts val="0"/>
              </a:spcBef>
              <a:spcAft>
                <a:spcPts val="1000"/>
              </a:spcAft>
              <a:tabLst>
                <a:tab pos="266700" algn="l"/>
              </a:tabLst>
            </a:pPr>
            <a:r>
              <a:rPr lang="en-AU" sz="1600" b="1" kern="1200">
                <a:solidFill>
                  <a:srgbClr val="000000"/>
                </a:solidFill>
                <a:effectLst/>
                <a:ea typeface="Arial" panose="020B0604020202020204" pitchFamily="34" charset="0"/>
                <a:cs typeface="Trebuchet MS" panose="020B0603020202020204" pitchFamily="34" charset="0"/>
              </a:rPr>
              <a:t>Potential</a:t>
            </a:r>
            <a:r>
              <a:rPr lang="en-AU" sz="1600" kern="1200">
                <a:solidFill>
                  <a:srgbClr val="000000"/>
                </a:solidFill>
                <a:effectLst/>
                <a:ea typeface="Arial" panose="020B0604020202020204" pitchFamily="34" charset="0"/>
                <a:cs typeface="Trebuchet MS" panose="020B0603020202020204" pitchFamily="34" charset="0"/>
              </a:rPr>
              <a:t>: one or more symptoms is active, but the fault conditions have not been reached.</a:t>
            </a:r>
            <a:endParaRPr lang="en-US" sz="1600">
              <a:effectLst/>
              <a:ea typeface="Calibri" panose="020F0502020204030204" pitchFamily="34" charset="0"/>
              <a:cs typeface="Arial" panose="020B0604020202020204" pitchFamily="34" charset="0"/>
            </a:endParaRPr>
          </a:p>
          <a:p>
            <a:pPr marR="0" lvl="0" algn="just" fontAlgn="base" hangingPunct="0">
              <a:lnSpc>
                <a:spcPct val="115000"/>
              </a:lnSpc>
              <a:spcBef>
                <a:spcPts val="0"/>
              </a:spcBef>
              <a:spcAft>
                <a:spcPts val="1000"/>
              </a:spcAft>
              <a:tabLst>
                <a:tab pos="266700" algn="l"/>
              </a:tabLst>
            </a:pPr>
            <a:r>
              <a:rPr lang="en-AU" sz="1600" b="1" kern="1200">
                <a:solidFill>
                  <a:srgbClr val="000000"/>
                </a:solidFill>
                <a:effectLst/>
                <a:ea typeface="Arial" panose="020B0604020202020204" pitchFamily="34" charset="0"/>
                <a:cs typeface="Trebuchet MS" panose="020B0603020202020204" pitchFamily="34" charset="0"/>
              </a:rPr>
              <a:t>Active</a:t>
            </a:r>
            <a:r>
              <a:rPr lang="en-AU" sz="1600" kern="1200">
                <a:solidFill>
                  <a:srgbClr val="000000"/>
                </a:solidFill>
                <a:effectLst/>
                <a:ea typeface="Arial" panose="020B0604020202020204" pitchFamily="34" charset="0"/>
                <a:cs typeface="Trebuchet MS" panose="020B0603020202020204" pitchFamily="34" charset="0"/>
              </a:rPr>
              <a:t>: the expression associated with the event (for example, a fault or symptom) returns value of !=0.</a:t>
            </a:r>
            <a:endParaRPr lang="en-US" sz="1600">
              <a:effectLst/>
              <a:ea typeface="Calibri" panose="020F0502020204030204" pitchFamily="34" charset="0"/>
              <a:cs typeface="Arial" panose="020B0604020202020204" pitchFamily="34" charset="0"/>
            </a:endParaRPr>
          </a:p>
          <a:p>
            <a:pPr marR="0" lvl="0" algn="just" fontAlgn="base" hangingPunct="0">
              <a:lnSpc>
                <a:spcPct val="115000"/>
              </a:lnSpc>
              <a:spcBef>
                <a:spcPts val="0"/>
              </a:spcBef>
              <a:spcAft>
                <a:spcPts val="1000"/>
              </a:spcAft>
              <a:tabLst>
                <a:tab pos="266700" algn="l"/>
              </a:tabLst>
            </a:pPr>
            <a:r>
              <a:rPr lang="en-AU" sz="1600" b="1" kern="1200">
                <a:solidFill>
                  <a:srgbClr val="000000"/>
                </a:solidFill>
                <a:effectLst/>
                <a:ea typeface="Arial" panose="020B0604020202020204" pitchFamily="34" charset="0"/>
                <a:cs typeface="Trebuchet MS" panose="020B0603020202020204" pitchFamily="34" charset="0"/>
              </a:rPr>
              <a:t>Inactive (Deactivated): </a:t>
            </a:r>
            <a:r>
              <a:rPr lang="en-AU" sz="1600" kern="1200">
                <a:solidFill>
                  <a:srgbClr val="000000"/>
                </a:solidFill>
                <a:effectLst/>
                <a:ea typeface="Arial" panose="020B0604020202020204" pitchFamily="34" charset="0"/>
                <a:cs typeface="Trebuchet MS" panose="020B0603020202020204" pitchFamily="34" charset="0"/>
              </a:rPr>
              <a:t>the expression associated with the event (for example, a fault or symptom) returns value of 0.</a:t>
            </a:r>
            <a:endParaRPr lang="en-US" sz="1600">
              <a:effectLst/>
              <a:ea typeface="Calibri" panose="020F0502020204030204" pitchFamily="34" charset="0"/>
              <a:cs typeface="Arial" panose="020B0604020202020204" pitchFamily="34" charset="0"/>
            </a:endParaRPr>
          </a:p>
          <a:p>
            <a:pPr marR="0" lvl="0" algn="just" fontAlgn="base" hangingPunct="0">
              <a:lnSpc>
                <a:spcPct val="115000"/>
              </a:lnSpc>
              <a:spcBef>
                <a:spcPts val="0"/>
              </a:spcBef>
              <a:spcAft>
                <a:spcPts val="1000"/>
              </a:spcAft>
              <a:tabLst>
                <a:tab pos="266700" algn="l"/>
              </a:tabLst>
            </a:pPr>
            <a:r>
              <a:rPr lang="en-AU" sz="1600" b="1" kern="1200">
                <a:solidFill>
                  <a:srgbClr val="000000"/>
                </a:solidFill>
                <a:effectLst/>
                <a:ea typeface="Arial" panose="020B0604020202020204" pitchFamily="34" charset="0"/>
                <a:cs typeface="Trebuchet MS" panose="020B0603020202020204" pitchFamily="34" charset="0"/>
              </a:rPr>
              <a:t>Accepted: </a:t>
            </a:r>
            <a:r>
              <a:rPr lang="en-AU" sz="1600" kern="1200">
                <a:solidFill>
                  <a:srgbClr val="000000"/>
                </a:solidFill>
                <a:effectLst/>
                <a:ea typeface="Arial" panose="020B0604020202020204" pitchFamily="34" charset="0"/>
                <a:cs typeface="Trebuchet MS" panose="020B0603020202020204" pitchFamily="34" charset="0"/>
              </a:rPr>
              <a:t>the event haves been accepted by a user to address.</a:t>
            </a:r>
            <a:endParaRPr lang="en-US" sz="1600">
              <a:effectLst/>
              <a:ea typeface="Calibri" panose="020F0502020204030204" pitchFamily="34" charset="0"/>
              <a:cs typeface="Arial" panose="020B0604020202020204" pitchFamily="34" charset="0"/>
            </a:endParaRPr>
          </a:p>
          <a:p>
            <a:pPr marR="0" lvl="0" algn="just" fontAlgn="base" hangingPunct="0">
              <a:lnSpc>
                <a:spcPct val="115000"/>
              </a:lnSpc>
              <a:spcBef>
                <a:spcPts val="0"/>
              </a:spcBef>
              <a:spcAft>
                <a:spcPts val="1000"/>
              </a:spcAft>
              <a:tabLst>
                <a:tab pos="266700" algn="l"/>
              </a:tabLst>
            </a:pPr>
            <a:r>
              <a:rPr lang="en-AU" sz="1600" b="1" kern="1200">
                <a:solidFill>
                  <a:srgbClr val="000000"/>
                </a:solidFill>
                <a:effectLst/>
                <a:ea typeface="Arial" panose="020B0604020202020204" pitchFamily="34" charset="0"/>
                <a:cs typeface="Trebuchet MS" panose="020B0603020202020204" pitchFamily="34" charset="0"/>
              </a:rPr>
              <a:t>Locked: </a:t>
            </a:r>
            <a:r>
              <a:rPr lang="en-AU" sz="1600" kern="1200">
                <a:solidFill>
                  <a:srgbClr val="000000"/>
                </a:solidFill>
                <a:effectLst/>
                <a:ea typeface="Arial" panose="020B0604020202020204" pitchFamily="34" charset="0"/>
                <a:cs typeface="Trebuchet MS" panose="020B0603020202020204" pitchFamily="34" charset="0"/>
              </a:rPr>
              <a:t>event is locked by the user, so the state does not change irrespective of the fault or the symptom condition. This is typically used to avoid duplicate events when the event is being addressed in field.</a:t>
            </a:r>
            <a:endParaRPr lang="en-US" sz="1600">
              <a:effectLst/>
              <a:ea typeface="Calibri" panose="020F0502020204030204" pitchFamily="34" charset="0"/>
              <a:cs typeface="Arial" panose="020B0604020202020204" pitchFamily="34" charset="0"/>
            </a:endParaRPr>
          </a:p>
          <a:p>
            <a:pPr marR="0" lvl="0" algn="just" fontAlgn="base" hangingPunct="0">
              <a:lnSpc>
                <a:spcPct val="115000"/>
              </a:lnSpc>
              <a:spcBef>
                <a:spcPts val="0"/>
              </a:spcBef>
              <a:spcAft>
                <a:spcPts val="1000"/>
              </a:spcAft>
              <a:tabLst>
                <a:tab pos="266700" algn="l"/>
              </a:tabLst>
            </a:pPr>
            <a:r>
              <a:rPr lang="en-AU" sz="1600" b="1" kern="1200">
                <a:solidFill>
                  <a:srgbClr val="000000"/>
                </a:solidFill>
                <a:effectLst/>
                <a:ea typeface="Arial" panose="020B0604020202020204" pitchFamily="34" charset="0"/>
                <a:cs typeface="Trebuchet MS" panose="020B0603020202020204" pitchFamily="34" charset="0"/>
              </a:rPr>
              <a:t>Closed: </a:t>
            </a:r>
            <a:r>
              <a:rPr lang="en-AU" sz="1600" kern="1200">
                <a:solidFill>
                  <a:srgbClr val="000000"/>
                </a:solidFill>
                <a:effectLst/>
                <a:ea typeface="Arial" panose="020B0604020202020204" pitchFamily="34" charset="0"/>
                <a:cs typeface="Trebuchet MS" panose="020B0603020202020204" pitchFamily="34" charset="0"/>
              </a:rPr>
              <a:t>event has been closed by the user (includes a record of the </a:t>
            </a:r>
            <a:r>
              <a:rPr lang="en-US" sz="1600" kern="1200">
                <a:solidFill>
                  <a:srgbClr val="000000"/>
                </a:solidFill>
                <a:effectLst/>
                <a:ea typeface="Arial" panose="020B0604020202020204" pitchFamily="34" charset="0"/>
                <a:cs typeface="Trebuchet MS" panose="020B0603020202020204" pitchFamily="34" charset="0"/>
              </a:rPr>
              <a:t>	</a:t>
            </a:r>
            <a:r>
              <a:rPr lang="en-AU" sz="1600" kern="1200">
                <a:solidFill>
                  <a:srgbClr val="000000"/>
                </a:solidFill>
                <a:effectLst/>
                <a:ea typeface="Arial" panose="020B0604020202020204" pitchFamily="34" charset="0"/>
                <a:cs typeface="Trebuchet MS" panose="020B0603020202020204" pitchFamily="34" charset="0"/>
              </a:rPr>
              <a:t>reason code, comments).</a:t>
            </a:r>
            <a:endParaRPr lang="en-US" sz="1600">
              <a:effectLst/>
              <a:ea typeface="Calibri" panose="020F0502020204030204" pitchFamily="34" charset="0"/>
              <a:cs typeface="Arial" panose="020B0604020202020204" pitchFamily="34" charset="0"/>
            </a:endParaRPr>
          </a:p>
          <a:p>
            <a:pPr marR="0" lvl="0" algn="just" fontAlgn="base" hangingPunct="0">
              <a:lnSpc>
                <a:spcPct val="115000"/>
              </a:lnSpc>
              <a:spcBef>
                <a:spcPts val="0"/>
              </a:spcBef>
              <a:spcAft>
                <a:spcPts val="1000"/>
              </a:spcAft>
              <a:tabLst>
                <a:tab pos="266700" algn="l"/>
              </a:tabLst>
            </a:pPr>
            <a:r>
              <a:rPr lang="en-AU" sz="1600" b="1" kern="1200">
                <a:solidFill>
                  <a:srgbClr val="000000"/>
                </a:solidFill>
                <a:effectLst/>
                <a:ea typeface="Arial" panose="020B0604020202020204" pitchFamily="34" charset="0"/>
                <a:cs typeface="Trebuchet MS" panose="020B0603020202020204" pitchFamily="34" charset="0"/>
              </a:rPr>
              <a:t>Rejected: </a:t>
            </a:r>
            <a:r>
              <a:rPr lang="en-AU" sz="1600" kern="1200">
                <a:solidFill>
                  <a:srgbClr val="000000"/>
                </a:solidFill>
                <a:effectLst/>
                <a:ea typeface="Arial" panose="020B0604020202020204" pitchFamily="34" charset="0"/>
                <a:cs typeface="Trebuchet MS" panose="020B0603020202020204" pitchFamily="34" charset="0"/>
              </a:rPr>
              <a:t>event has been falsely identified by the system and rejected by a user (possibly marked as a false positive).</a:t>
            </a:r>
            <a:endParaRPr lang="en-US" sz="160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6730FE-E5A2-E2C4-AE53-BA388F258A64}"/>
              </a:ext>
            </a:extLst>
          </p:cNvPr>
          <p:cNvSpPr>
            <a:spLocks noGrp="1"/>
          </p:cNvSpPr>
          <p:nvPr>
            <p:ph type="sldNum" sz="quarter" idx="12"/>
          </p:nvPr>
        </p:nvSpPr>
        <p:spPr>
          <a:xfrm>
            <a:off x="11645901" y="-18805"/>
            <a:ext cx="675217" cy="504825"/>
          </a:xfrm>
        </p:spPr>
        <p:txBody>
          <a:bodyPr/>
          <a:lstStyle/>
          <a:p>
            <a:fld id="{7B94EC18-1D2B-4535-B738-0E53AFE26620}" type="slidenum">
              <a:rPr lang="en-US" smtClean="0"/>
              <a:t>23</a:t>
            </a:fld>
            <a:endParaRPr lang="en-US"/>
          </a:p>
        </p:txBody>
      </p:sp>
      <p:pic>
        <p:nvPicPr>
          <p:cNvPr id="3" name="Picture 2">
            <a:extLst>
              <a:ext uri="{FF2B5EF4-FFF2-40B4-BE49-F238E27FC236}">
                <a16:creationId xmlns:a16="http://schemas.microsoft.com/office/drawing/2014/main" id="{BE737157-625E-69AD-0C63-30D536052EAE}"/>
              </a:ext>
            </a:extLst>
          </p:cNvPr>
          <p:cNvPicPr>
            <a:picLocks noChangeAspect="1"/>
          </p:cNvPicPr>
          <p:nvPr/>
        </p:nvPicPr>
        <p:blipFill>
          <a:blip r:embed="rId2"/>
          <a:stretch>
            <a:fillRect/>
          </a:stretch>
        </p:blipFill>
        <p:spPr>
          <a:xfrm>
            <a:off x="8177274" y="1042825"/>
            <a:ext cx="3105150" cy="1118483"/>
          </a:xfrm>
          <a:prstGeom prst="rect">
            <a:avLst/>
          </a:prstGeom>
        </p:spPr>
      </p:pic>
      <p:pic>
        <p:nvPicPr>
          <p:cNvPr id="6" name="Picture 5">
            <a:extLst>
              <a:ext uri="{FF2B5EF4-FFF2-40B4-BE49-F238E27FC236}">
                <a16:creationId xmlns:a16="http://schemas.microsoft.com/office/drawing/2014/main" id="{4FAD2565-F190-AF3E-A4DA-E7EFA5388810}"/>
              </a:ext>
            </a:extLst>
          </p:cNvPr>
          <p:cNvPicPr>
            <a:picLocks noChangeAspect="1"/>
          </p:cNvPicPr>
          <p:nvPr/>
        </p:nvPicPr>
        <p:blipFill>
          <a:blip r:embed="rId3"/>
          <a:stretch>
            <a:fillRect/>
          </a:stretch>
        </p:blipFill>
        <p:spPr>
          <a:xfrm>
            <a:off x="8177274" y="2063684"/>
            <a:ext cx="3133725" cy="3751490"/>
          </a:xfrm>
          <a:prstGeom prst="rect">
            <a:avLst/>
          </a:prstGeom>
        </p:spPr>
      </p:pic>
    </p:spTree>
    <p:extLst>
      <p:ext uri="{BB962C8B-B14F-4D97-AF65-F5344CB8AC3E}">
        <p14:creationId xmlns:p14="http://schemas.microsoft.com/office/powerpoint/2010/main" val="1095965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E8336-DCEE-433A-B929-7E1F94C66F97}"/>
              </a:ext>
            </a:extLst>
          </p:cNvPr>
          <p:cNvSpPr>
            <a:spLocks noGrp="1"/>
          </p:cNvSpPr>
          <p:nvPr>
            <p:ph type="title"/>
          </p:nvPr>
        </p:nvSpPr>
        <p:spPr>
          <a:xfrm>
            <a:off x="495299" y="495299"/>
            <a:ext cx="11201401" cy="1077218"/>
          </a:xfrm>
        </p:spPr>
        <p:txBody>
          <a:bodyPr/>
          <a:lstStyle/>
          <a:p>
            <a:r>
              <a:rPr lang="en-US" sz="3200"/>
              <a:t>Hierarchy</a:t>
            </a:r>
            <a:br>
              <a:rPr lang="en-US" sz="3200" b="1">
                <a:solidFill>
                  <a:srgbClr val="84BD00"/>
                </a:solidFill>
                <a:effectLst/>
                <a:latin typeface="Cambria" panose="02040503050406030204" pitchFamily="18" charset="0"/>
                <a:ea typeface="MS Gothic" panose="020B0609070205080204" pitchFamily="49" charset="-128"/>
                <a:cs typeface="Times New Roman" panose="02020603050405020304" pitchFamily="18" charset="0"/>
              </a:rPr>
            </a:br>
            <a:endParaRPr lang="en-US" sz="3200"/>
          </a:p>
        </p:txBody>
      </p:sp>
      <p:sp>
        <p:nvSpPr>
          <p:cNvPr id="3" name="Content Placeholder 2">
            <a:extLst>
              <a:ext uri="{FF2B5EF4-FFF2-40B4-BE49-F238E27FC236}">
                <a16:creationId xmlns:a16="http://schemas.microsoft.com/office/drawing/2014/main" id="{FC14B7D6-5B28-4DFF-A9CB-74ED393B5F09}"/>
              </a:ext>
            </a:extLst>
          </p:cNvPr>
          <p:cNvSpPr>
            <a:spLocks noGrp="1"/>
          </p:cNvSpPr>
          <p:nvPr>
            <p:ph idx="1"/>
          </p:nvPr>
        </p:nvSpPr>
        <p:spPr/>
        <p:txBody>
          <a:bodyPr/>
          <a:lstStyle/>
          <a:p>
            <a:pPr marL="0" indent="0">
              <a:buNone/>
            </a:pPr>
            <a:r>
              <a:rPr lang="en-US" sz="1600" dirty="0"/>
              <a:t>Asset </a:t>
            </a:r>
            <a:r>
              <a:rPr lang="en-AU" sz="1600" dirty="0"/>
              <a:t>Hierarchy</a:t>
            </a:r>
          </a:p>
          <a:p>
            <a:pPr marL="0" indent="0">
              <a:buNone/>
            </a:pPr>
            <a:endParaRPr lang="en-AU" sz="1600" dirty="0"/>
          </a:p>
          <a:p>
            <a:pPr marL="0" marR="0" indent="0" fontAlgn="base" hangingPunct="0">
              <a:lnSpc>
                <a:spcPct val="115000"/>
              </a:lnSpc>
              <a:spcBef>
                <a:spcPts val="0"/>
              </a:spcBef>
              <a:spcAft>
                <a:spcPts val="1000"/>
              </a:spcAft>
              <a:buNone/>
            </a:pPr>
            <a:r>
              <a:rPr lang="en-AU" sz="1600" b="0" kern="1200" dirty="0">
                <a:solidFill>
                  <a:srgbClr val="000000"/>
                </a:solidFill>
                <a:effectLst/>
                <a:ea typeface="Arial" panose="020B0604020202020204" pitchFamily="34" charset="0"/>
                <a:cs typeface="Trebuchet MS" panose="020B0603020202020204" pitchFamily="34" charset="0"/>
              </a:rPr>
              <a:t>In </a:t>
            </a:r>
            <a:r>
              <a:rPr lang="en-US" sz="1600" dirty="0"/>
              <a:t>Asset Performance Management </a:t>
            </a:r>
            <a:r>
              <a:rPr lang="en-AU" sz="1600" b="0" kern="1200" dirty="0">
                <a:solidFill>
                  <a:srgbClr val="000000"/>
                </a:solidFill>
                <a:effectLst/>
                <a:ea typeface="Arial" panose="020B0604020202020204" pitchFamily="34" charset="0"/>
                <a:cs typeface="Trebuchet MS" panose="020B0603020202020204" pitchFamily="34" charset="0"/>
              </a:rPr>
              <a:t>, an ass</a:t>
            </a:r>
            <a:r>
              <a:rPr lang="en-AU" sz="1600" b="0" kern="1200" dirty="0">
                <a:effectLst/>
                <a:ea typeface="Arial" panose="020B0604020202020204" pitchFamily="34" charset="0"/>
                <a:cs typeface="Trebuchet MS" panose="020B0603020202020204" pitchFamily="34" charset="0"/>
              </a:rPr>
              <a:t>et hierarchy is created to classify an asset into several segments and represent the segments in the tree view. The hierarchy enable you to view the whole structure of the plant in a graphical tree.</a:t>
            </a:r>
            <a:endParaRPr lang="en-US" sz="1600" dirty="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1000"/>
              </a:spcAft>
              <a:buNone/>
            </a:pPr>
            <a:r>
              <a:rPr lang="en-AU" sz="1600" b="0" kern="1200" dirty="0">
                <a:effectLst/>
                <a:ea typeface="Arial" panose="020B0604020202020204" pitchFamily="34" charset="0"/>
                <a:cs typeface="Trebuchet MS" panose="020B0603020202020204" pitchFamily="34" charset="0"/>
              </a:rPr>
              <a:t>Custom hierarchy – Assets can be grouped under a different category based on the monitoring requirement and can be viewed as a sperate hierarchy. For example, static equipment monitored, rotating equipment monitored</a:t>
            </a:r>
            <a:r>
              <a:rPr lang="en-US" sz="1600" b="0" kern="1200" dirty="0">
                <a:effectLst/>
                <a:ea typeface="Arial" panose="020B0604020202020204" pitchFamily="34" charset="0"/>
                <a:cs typeface="Trebuchet MS" panose="020B0603020202020204" pitchFamily="34" charset="0"/>
              </a:rPr>
              <a:t>.</a:t>
            </a:r>
            <a:endParaRPr lang="en-US" sz="1600" b="0" dirty="0">
              <a:effectLst/>
              <a:ea typeface="Calibri" panose="020F0502020204030204" pitchFamily="34" charset="0"/>
              <a:cs typeface="Arial" panose="020B0604020202020204" pitchFamily="34" charset="0"/>
            </a:endParaRPr>
          </a:p>
          <a:p>
            <a:pPr marL="0" marR="0" indent="0">
              <a:lnSpc>
                <a:spcPct val="115000"/>
              </a:lnSpc>
              <a:spcBef>
                <a:spcPts val="0"/>
              </a:spcBef>
              <a:spcAft>
                <a:spcPts val="1000"/>
              </a:spcAft>
              <a:buNone/>
            </a:pPr>
            <a:endParaRPr lang="en-US" sz="1600" b="0" dirty="0">
              <a:effectLst/>
              <a:ea typeface="Calibri" panose="020F0502020204030204" pitchFamily="34" charset="0"/>
              <a:cs typeface="Arial" panose="020B0604020202020204" pitchFamily="34" charset="0"/>
            </a:endParaRPr>
          </a:p>
          <a:p>
            <a:pPr marL="0" indent="0">
              <a:buNone/>
            </a:pPr>
            <a:endParaRPr lang="en-US" sz="1600" b="0" dirty="0"/>
          </a:p>
        </p:txBody>
      </p:sp>
      <p:sp>
        <p:nvSpPr>
          <p:cNvPr id="4" name="Slide Number Placeholder 3">
            <a:extLst>
              <a:ext uri="{FF2B5EF4-FFF2-40B4-BE49-F238E27FC236}">
                <a16:creationId xmlns:a16="http://schemas.microsoft.com/office/drawing/2014/main" id="{FA99A1CF-BDCE-4E53-B89A-AB1A38A1F99A}"/>
              </a:ext>
            </a:extLst>
          </p:cNvPr>
          <p:cNvSpPr>
            <a:spLocks noGrp="1"/>
          </p:cNvSpPr>
          <p:nvPr>
            <p:ph type="sldNum" sz="quarter" idx="12"/>
          </p:nvPr>
        </p:nvSpPr>
        <p:spPr/>
        <p:txBody>
          <a:bodyPr/>
          <a:lstStyle/>
          <a:p>
            <a:fld id="{7B94EC18-1D2B-4535-B738-0E53AFE26620}" type="slidenum">
              <a:rPr lang="en-US" smtClean="0"/>
              <a:t>24</a:t>
            </a:fld>
            <a:endParaRPr lang="en-US"/>
          </a:p>
        </p:txBody>
      </p:sp>
      <p:pic>
        <p:nvPicPr>
          <p:cNvPr id="6" name="Picture 5">
            <a:extLst>
              <a:ext uri="{FF2B5EF4-FFF2-40B4-BE49-F238E27FC236}">
                <a16:creationId xmlns:a16="http://schemas.microsoft.com/office/drawing/2014/main" id="{F759A568-4424-4927-8318-20E5ECBE351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045234" y="1371601"/>
            <a:ext cx="3948880" cy="4533900"/>
          </a:xfrm>
          <a:prstGeom prst="rect">
            <a:avLst/>
          </a:prstGeom>
        </p:spPr>
      </p:pic>
    </p:spTree>
    <p:extLst>
      <p:ext uri="{BB962C8B-B14F-4D97-AF65-F5344CB8AC3E}">
        <p14:creationId xmlns:p14="http://schemas.microsoft.com/office/powerpoint/2010/main" val="3633314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84794-A609-4FD8-BD08-1D8A2403A71E}"/>
              </a:ext>
            </a:extLst>
          </p:cNvPr>
          <p:cNvSpPr>
            <a:spLocks noGrp="1"/>
          </p:cNvSpPr>
          <p:nvPr>
            <p:ph type="title"/>
          </p:nvPr>
        </p:nvSpPr>
        <p:spPr>
          <a:xfrm>
            <a:off x="495299" y="1883425"/>
            <a:ext cx="11201401" cy="2702086"/>
          </a:xfrm>
        </p:spPr>
        <p:txBody>
          <a:bodyPr/>
          <a:lstStyle/>
          <a:p>
            <a:pPr algn="ctr">
              <a:lnSpc>
                <a:spcPct val="150000"/>
              </a:lnSpc>
            </a:pPr>
            <a:r>
              <a:rPr lang="en-US" b="1" dirty="0"/>
              <a:t>Module 4</a:t>
            </a:r>
            <a:br>
              <a:rPr lang="en-US" b="1" dirty="0"/>
            </a:br>
            <a:r>
              <a:rPr lang="en-US" sz="3800" dirty="0"/>
              <a:t>APM – Configuration Overview &amp; Reports view</a:t>
            </a:r>
            <a:br>
              <a:rPr lang="en-US" sz="4000" b="1" dirty="0">
                <a:solidFill>
                  <a:srgbClr val="FF0000"/>
                </a:solidFill>
              </a:rPr>
            </a:br>
            <a:endParaRPr lang="en-US" dirty="0">
              <a:solidFill>
                <a:srgbClr val="FF0000"/>
              </a:solidFill>
            </a:endParaRPr>
          </a:p>
        </p:txBody>
      </p:sp>
      <p:sp>
        <p:nvSpPr>
          <p:cNvPr id="4" name="Slide Number Placeholder 3">
            <a:extLst>
              <a:ext uri="{FF2B5EF4-FFF2-40B4-BE49-F238E27FC236}">
                <a16:creationId xmlns:a16="http://schemas.microsoft.com/office/drawing/2014/main" id="{A51929D8-4152-41DF-9F44-83EC45590D79}"/>
              </a:ext>
            </a:extLst>
          </p:cNvPr>
          <p:cNvSpPr>
            <a:spLocks noGrp="1"/>
          </p:cNvSpPr>
          <p:nvPr>
            <p:ph type="sldNum" sz="quarter" idx="12"/>
          </p:nvPr>
        </p:nvSpPr>
        <p:spPr/>
        <p:txBody>
          <a:bodyPr/>
          <a:lstStyle/>
          <a:p>
            <a:fld id="{7B94EC18-1D2B-4535-B738-0E53AFE26620}" type="slidenum">
              <a:rPr lang="en-US" smtClean="0"/>
              <a:t>25</a:t>
            </a:fld>
            <a:endParaRPr lang="en-US"/>
          </a:p>
        </p:txBody>
      </p:sp>
    </p:spTree>
    <p:extLst>
      <p:ext uri="{BB962C8B-B14F-4D97-AF65-F5344CB8AC3E}">
        <p14:creationId xmlns:p14="http://schemas.microsoft.com/office/powerpoint/2010/main" val="2231072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E1320-2529-4064-9439-E0AD406D9E84}"/>
              </a:ext>
            </a:extLst>
          </p:cNvPr>
          <p:cNvSpPr>
            <a:spLocks noGrp="1"/>
          </p:cNvSpPr>
          <p:nvPr>
            <p:ph type="title"/>
          </p:nvPr>
        </p:nvSpPr>
        <p:spPr>
          <a:xfrm>
            <a:off x="495299" y="495299"/>
            <a:ext cx="11201401" cy="5518242"/>
          </a:xfrm>
        </p:spPr>
        <p:txBody>
          <a:bodyPr/>
          <a:lstStyle/>
          <a:p>
            <a:pPr>
              <a:lnSpc>
                <a:spcPct val="150000"/>
              </a:lnSpc>
            </a:pPr>
            <a:br>
              <a:rPr lang="en-US" sz="4000" b="1" dirty="0"/>
            </a:br>
            <a:br>
              <a:rPr lang="en-US" sz="4000" b="1" dirty="0"/>
            </a:br>
            <a:r>
              <a:rPr lang="en-US" sz="4000" b="1" dirty="0"/>
              <a:t>APM – </a:t>
            </a:r>
            <a:r>
              <a:rPr lang="en-GB" b="1" dirty="0"/>
              <a:t>Configuration Overview</a:t>
            </a:r>
            <a:br>
              <a:rPr lang="en-US" sz="1800" b="1" dirty="0">
                <a:solidFill>
                  <a:srgbClr val="84BD00"/>
                </a:solidFill>
                <a:effectLst/>
                <a:latin typeface="Cambria" panose="02040503050406030204" pitchFamily="18" charset="0"/>
                <a:ea typeface="MS Gothic" panose="020B0609070205080204" pitchFamily="49" charset="-128"/>
                <a:cs typeface="Times New Roman" panose="02020603050405020304" pitchFamily="18" charset="0"/>
              </a:rPr>
            </a:br>
            <a:br>
              <a:rPr lang="en-US" sz="4000" b="1" dirty="0"/>
            </a:br>
            <a:br>
              <a:rPr lang="en-US" sz="4000" b="1" dirty="0"/>
            </a:br>
            <a:endParaRPr lang="en-US" dirty="0"/>
          </a:p>
        </p:txBody>
      </p:sp>
      <p:sp>
        <p:nvSpPr>
          <p:cNvPr id="4" name="Slide Number Placeholder 3">
            <a:extLst>
              <a:ext uri="{FF2B5EF4-FFF2-40B4-BE49-F238E27FC236}">
                <a16:creationId xmlns:a16="http://schemas.microsoft.com/office/drawing/2014/main" id="{443709C0-1799-4034-BDC0-4DC5860700FE}"/>
              </a:ext>
            </a:extLst>
          </p:cNvPr>
          <p:cNvSpPr>
            <a:spLocks noGrp="1"/>
          </p:cNvSpPr>
          <p:nvPr>
            <p:ph type="sldNum" sz="quarter" idx="12"/>
          </p:nvPr>
        </p:nvSpPr>
        <p:spPr/>
        <p:txBody>
          <a:bodyPr/>
          <a:lstStyle/>
          <a:p>
            <a:fld id="{7B94EC18-1D2B-4535-B738-0E53AFE26620}" type="slidenum">
              <a:rPr lang="en-US" smtClean="0"/>
              <a:t>26</a:t>
            </a:fld>
            <a:endParaRPr lang="en-US"/>
          </a:p>
        </p:txBody>
      </p:sp>
    </p:spTree>
    <p:extLst>
      <p:ext uri="{BB962C8B-B14F-4D97-AF65-F5344CB8AC3E}">
        <p14:creationId xmlns:p14="http://schemas.microsoft.com/office/powerpoint/2010/main" val="1299606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CA250-662C-4C33-95C6-17D1FC9D32ED}"/>
              </a:ext>
            </a:extLst>
          </p:cNvPr>
          <p:cNvSpPr>
            <a:spLocks noGrp="1"/>
          </p:cNvSpPr>
          <p:nvPr>
            <p:ph type="title"/>
          </p:nvPr>
        </p:nvSpPr>
        <p:spPr>
          <a:xfrm>
            <a:off x="495299" y="495299"/>
            <a:ext cx="11201401" cy="1077218"/>
          </a:xfrm>
        </p:spPr>
        <p:txBody>
          <a:bodyPr/>
          <a:lstStyle/>
          <a:p>
            <a:r>
              <a:rPr lang="en-US" sz="3200" b="1" dirty="0"/>
              <a:t>APM – Bulk Configuration Tool</a:t>
            </a:r>
            <a:br>
              <a:rPr lang="en-US" sz="3200" b="1" dirty="0"/>
            </a:br>
            <a:endParaRPr lang="en-US" sz="3200" dirty="0"/>
          </a:p>
        </p:txBody>
      </p:sp>
      <p:sp>
        <p:nvSpPr>
          <p:cNvPr id="4" name="Slide Number Placeholder 3">
            <a:extLst>
              <a:ext uri="{FF2B5EF4-FFF2-40B4-BE49-F238E27FC236}">
                <a16:creationId xmlns:a16="http://schemas.microsoft.com/office/drawing/2014/main" id="{5BDA52A0-0002-4BE9-8273-51AC57F1B8B1}"/>
              </a:ext>
            </a:extLst>
          </p:cNvPr>
          <p:cNvSpPr>
            <a:spLocks noGrp="1"/>
          </p:cNvSpPr>
          <p:nvPr>
            <p:ph type="sldNum" sz="quarter" idx="12"/>
          </p:nvPr>
        </p:nvSpPr>
        <p:spPr/>
        <p:txBody>
          <a:bodyPr/>
          <a:lstStyle/>
          <a:p>
            <a:fld id="{7B94EC18-1D2B-4535-B738-0E53AFE26620}" type="slidenum">
              <a:rPr lang="en-US" smtClean="0"/>
              <a:t>27</a:t>
            </a:fld>
            <a:endParaRPr lang="en-US"/>
          </a:p>
        </p:txBody>
      </p:sp>
      <p:sp>
        <p:nvSpPr>
          <p:cNvPr id="6" name="Content Placeholder 1">
            <a:extLst>
              <a:ext uri="{FF2B5EF4-FFF2-40B4-BE49-F238E27FC236}">
                <a16:creationId xmlns:a16="http://schemas.microsoft.com/office/drawing/2014/main" id="{C50CC3D7-0862-4CC6-9E67-00616A7800F2}"/>
              </a:ext>
            </a:extLst>
          </p:cNvPr>
          <p:cNvSpPr txBox="1">
            <a:spLocks/>
          </p:cNvSpPr>
          <p:nvPr/>
        </p:nvSpPr>
        <p:spPr>
          <a:xfrm>
            <a:off x="478018" y="1176551"/>
            <a:ext cx="10507947" cy="4999623"/>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600" b="1" dirty="0">
                <a:solidFill>
                  <a:srgbClr val="000000"/>
                </a:solidFill>
              </a:rPr>
              <a:t>Using Bulk Configuration sheet</a:t>
            </a:r>
            <a:r>
              <a:rPr lang="en-US" sz="1600" dirty="0">
                <a:solidFill>
                  <a:srgbClr val="000000"/>
                </a:solidFill>
              </a:rPr>
              <a:t>-</a:t>
            </a:r>
          </a:p>
          <a:p>
            <a:pPr algn="l"/>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Open the any excel file and Select the “Uniformance Sentinel” tab.</a:t>
            </a:r>
          </a:p>
          <a:p>
            <a:pPr marL="342900" indent="-342900" algn="l">
              <a:buFont typeface="Arial" panose="020B0604020202020204" pitchFamily="34" charset="0"/>
              <a:buChar char="•"/>
            </a:pPr>
            <a:r>
              <a:rPr lang="en-US" sz="1600" dirty="0">
                <a:solidFill>
                  <a:srgbClr val="000000"/>
                </a:solidFill>
              </a:rPr>
              <a:t>Click on “Load Template Sheets” and all the sheets related to Asset Templates will get loaded.</a:t>
            </a:r>
          </a:p>
          <a:p>
            <a:pPr marL="457200" indent="-457200" algn="l">
              <a:buFont typeface="Arial" panose="020B0604020202020204" pitchFamily="34" charset="0"/>
              <a:buChar char="•"/>
            </a:pPr>
            <a:r>
              <a:rPr lang="en-US" sz="1600" dirty="0">
                <a:solidFill>
                  <a:srgbClr val="000000"/>
                </a:solidFill>
              </a:rPr>
              <a:t>Uncheck the Use Secure Connection Box and click Load template sheets.</a:t>
            </a:r>
          </a:p>
          <a:p>
            <a:pPr algn="l"/>
            <a:endParaRPr lang="en-US" sz="1600" dirty="0">
              <a:solidFill>
                <a:srgbClr val="000000"/>
              </a:solidFill>
            </a:endParaRPr>
          </a:p>
          <a:p>
            <a:pPr algn="l"/>
            <a:endParaRPr lang="en-US" sz="1600" dirty="0">
              <a:solidFill>
                <a:srgbClr val="000000"/>
              </a:solidFill>
            </a:endParaRPr>
          </a:p>
          <a:p>
            <a:pPr algn="l"/>
            <a:endParaRPr lang="en-US" sz="1600" dirty="0"/>
          </a:p>
          <a:p>
            <a:pPr algn="l"/>
            <a:endParaRPr lang="en-US" sz="1600" dirty="0"/>
          </a:p>
        </p:txBody>
      </p:sp>
      <p:pic>
        <p:nvPicPr>
          <p:cNvPr id="8" name="Picture 7">
            <a:extLst>
              <a:ext uri="{FF2B5EF4-FFF2-40B4-BE49-F238E27FC236}">
                <a16:creationId xmlns:a16="http://schemas.microsoft.com/office/drawing/2014/main" id="{B5616D40-3315-44E6-9569-1C843B4E867A}"/>
              </a:ext>
            </a:extLst>
          </p:cNvPr>
          <p:cNvPicPr>
            <a:picLocks noChangeAspect="1"/>
          </p:cNvPicPr>
          <p:nvPr/>
        </p:nvPicPr>
        <p:blipFill>
          <a:blip r:embed="rId2"/>
          <a:stretch>
            <a:fillRect/>
          </a:stretch>
        </p:blipFill>
        <p:spPr>
          <a:xfrm>
            <a:off x="1110161" y="2837831"/>
            <a:ext cx="9243660" cy="1677064"/>
          </a:xfrm>
          <a:prstGeom prst="rect">
            <a:avLst/>
          </a:prstGeom>
        </p:spPr>
      </p:pic>
      <p:sp>
        <p:nvSpPr>
          <p:cNvPr id="10" name="Slide Number Placeholder 2">
            <a:extLst>
              <a:ext uri="{FF2B5EF4-FFF2-40B4-BE49-F238E27FC236}">
                <a16:creationId xmlns:a16="http://schemas.microsoft.com/office/drawing/2014/main" id="{CC530FFA-B2EE-4352-B7EA-E02389622717}"/>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641956-BF2E-4170-9809-8254439A8799}" type="slidenum">
              <a:rPr lang="en-GB" smtClean="0"/>
              <a:pPr/>
              <a:t>27</a:t>
            </a:fld>
            <a:endParaRPr lang="en-GB"/>
          </a:p>
        </p:txBody>
      </p:sp>
      <p:pic>
        <p:nvPicPr>
          <p:cNvPr id="3" name="Picture 4" descr="Graphical user interface, application&#10;&#10;Description automatically generated">
            <a:extLst>
              <a:ext uri="{FF2B5EF4-FFF2-40B4-BE49-F238E27FC236}">
                <a16:creationId xmlns:a16="http://schemas.microsoft.com/office/drawing/2014/main" id="{DE9EE4D8-6B84-03B4-BFEF-0872065BE4DE}"/>
              </a:ext>
            </a:extLst>
          </p:cNvPr>
          <p:cNvPicPr>
            <a:picLocks noChangeAspect="1"/>
          </p:cNvPicPr>
          <p:nvPr/>
        </p:nvPicPr>
        <p:blipFill>
          <a:blip r:embed="rId3"/>
          <a:stretch>
            <a:fillRect/>
          </a:stretch>
        </p:blipFill>
        <p:spPr>
          <a:xfrm>
            <a:off x="1104901" y="4578139"/>
            <a:ext cx="9250278" cy="1541801"/>
          </a:xfrm>
          <a:prstGeom prst="rect">
            <a:avLst/>
          </a:prstGeom>
        </p:spPr>
      </p:pic>
    </p:spTree>
    <p:extLst>
      <p:ext uri="{BB962C8B-B14F-4D97-AF65-F5344CB8AC3E}">
        <p14:creationId xmlns:p14="http://schemas.microsoft.com/office/powerpoint/2010/main" val="2595505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C57F2-EB99-4D5F-BE76-08CB0E55BD40}"/>
              </a:ext>
            </a:extLst>
          </p:cNvPr>
          <p:cNvSpPr>
            <a:spLocks noGrp="1"/>
          </p:cNvSpPr>
          <p:nvPr>
            <p:ph type="title"/>
          </p:nvPr>
        </p:nvSpPr>
        <p:spPr>
          <a:xfrm>
            <a:off x="495299" y="495299"/>
            <a:ext cx="11201401" cy="492443"/>
          </a:xfrm>
        </p:spPr>
        <p:txBody>
          <a:bodyPr/>
          <a:lstStyle/>
          <a:p>
            <a:r>
              <a:rPr lang="en-US" sz="3200" b="1"/>
              <a:t>Bulk Configuration Sheet</a:t>
            </a:r>
            <a:endParaRPr lang="en-US" sz="3200"/>
          </a:p>
        </p:txBody>
      </p:sp>
      <p:sp>
        <p:nvSpPr>
          <p:cNvPr id="4" name="Slide Number Placeholder 3">
            <a:extLst>
              <a:ext uri="{FF2B5EF4-FFF2-40B4-BE49-F238E27FC236}">
                <a16:creationId xmlns:a16="http://schemas.microsoft.com/office/drawing/2014/main" id="{3ACEC36C-85A6-4BE2-9680-FE2FE4206719}"/>
              </a:ext>
            </a:extLst>
          </p:cNvPr>
          <p:cNvSpPr>
            <a:spLocks noGrp="1"/>
          </p:cNvSpPr>
          <p:nvPr>
            <p:ph type="sldNum" sz="quarter" idx="12"/>
          </p:nvPr>
        </p:nvSpPr>
        <p:spPr/>
        <p:txBody>
          <a:bodyPr/>
          <a:lstStyle/>
          <a:p>
            <a:fld id="{7B94EC18-1D2B-4535-B738-0E53AFE26620}" type="slidenum">
              <a:rPr lang="en-US" smtClean="0"/>
              <a:t>28</a:t>
            </a:fld>
            <a:endParaRPr lang="en-US"/>
          </a:p>
        </p:txBody>
      </p:sp>
      <p:sp>
        <p:nvSpPr>
          <p:cNvPr id="6" name="Content Placeholder 1">
            <a:extLst>
              <a:ext uri="{FF2B5EF4-FFF2-40B4-BE49-F238E27FC236}">
                <a16:creationId xmlns:a16="http://schemas.microsoft.com/office/drawing/2014/main" id="{93346BCD-446E-4C4E-8BEA-14AB0E4664FF}"/>
              </a:ext>
            </a:extLst>
          </p:cNvPr>
          <p:cNvSpPr txBox="1">
            <a:spLocks/>
          </p:cNvSpPr>
          <p:nvPr/>
        </p:nvSpPr>
        <p:spPr>
          <a:xfrm>
            <a:off x="495299" y="1104622"/>
            <a:ext cx="10507947" cy="5494350"/>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600">
              <a:solidFill>
                <a:schemeClr val="tx1"/>
              </a:solidFill>
            </a:endParaRPr>
          </a:p>
          <a:p>
            <a:pPr algn="l"/>
            <a:r>
              <a:rPr lang="en-US" sz="1600">
                <a:solidFill>
                  <a:schemeClr val="tx1"/>
                </a:solidFill>
              </a:rPr>
              <a:t>Using the Sentinel Configuration Excel Plugin, you can,</a:t>
            </a:r>
          </a:p>
          <a:p>
            <a:pPr algn="l"/>
            <a:endParaRPr lang="en-US" sz="1600">
              <a:solidFill>
                <a:schemeClr val="tx1"/>
              </a:solidFill>
            </a:endParaRPr>
          </a:p>
          <a:p>
            <a:pPr algn="l"/>
            <a:r>
              <a:rPr lang="en-US" sz="1600">
                <a:solidFill>
                  <a:schemeClr val="tx1"/>
                </a:solidFill>
              </a:rPr>
              <a:t> a) Create, update, or delete assets and other system data.</a:t>
            </a:r>
          </a:p>
          <a:p>
            <a:pPr algn="l"/>
            <a:r>
              <a:rPr lang="en-US" sz="1600">
                <a:solidFill>
                  <a:schemeClr val="tx1"/>
                </a:solidFill>
              </a:rPr>
              <a:t> b) Retrieve data from the </a:t>
            </a:r>
            <a:r>
              <a:rPr lang="en-US" sz="1600" err="1">
                <a:solidFill>
                  <a:schemeClr val="tx1"/>
                </a:solidFill>
              </a:rPr>
              <a:t>Uniformance</a:t>
            </a:r>
            <a:r>
              <a:rPr lang="en-US" sz="1600">
                <a:solidFill>
                  <a:schemeClr val="tx1"/>
                </a:solidFill>
              </a:rPr>
              <a:t> Asset Sentinel database.</a:t>
            </a:r>
          </a:p>
          <a:p>
            <a:pPr algn="l"/>
            <a:r>
              <a:rPr lang="en-US" sz="1600">
                <a:solidFill>
                  <a:schemeClr val="tx1"/>
                </a:solidFill>
              </a:rPr>
              <a:t> c) Upload data to the </a:t>
            </a:r>
            <a:r>
              <a:rPr lang="en-US" sz="1600" err="1">
                <a:solidFill>
                  <a:schemeClr val="tx1"/>
                </a:solidFill>
              </a:rPr>
              <a:t>Uniformance</a:t>
            </a:r>
            <a:r>
              <a:rPr lang="en-US" sz="1600">
                <a:solidFill>
                  <a:schemeClr val="tx1"/>
                </a:solidFill>
              </a:rPr>
              <a:t> Asset Sentinel database.</a:t>
            </a:r>
          </a:p>
          <a:p>
            <a:pPr algn="l"/>
            <a:endParaRPr lang="en-US" sz="1600">
              <a:solidFill>
                <a:schemeClr val="tx1"/>
              </a:solidFill>
            </a:endParaRPr>
          </a:p>
          <a:p>
            <a:pPr algn="l"/>
            <a:r>
              <a:rPr lang="en-US" sz="1600">
                <a:solidFill>
                  <a:schemeClr val="tx1"/>
                </a:solidFill>
              </a:rPr>
              <a:t>There are two categories of sheets for configuring asset data: template sheets and asset sheets.</a:t>
            </a:r>
          </a:p>
          <a:p>
            <a:pPr algn="l"/>
            <a:endParaRPr lang="en-US" sz="1600">
              <a:solidFill>
                <a:schemeClr val="tx1"/>
              </a:solidFill>
            </a:endParaRPr>
          </a:p>
          <a:p>
            <a:pPr algn="l"/>
            <a:r>
              <a:rPr lang="en-US" sz="1600">
                <a:solidFill>
                  <a:schemeClr val="tx1"/>
                </a:solidFill>
              </a:rPr>
              <a:t> 1) Template sheet</a:t>
            </a:r>
          </a:p>
          <a:p>
            <a:pPr algn="l"/>
            <a:r>
              <a:rPr lang="en-US" sz="1600">
                <a:solidFill>
                  <a:schemeClr val="tx1"/>
                </a:solidFill>
              </a:rPr>
              <a:t> 2) Asset Sheet</a:t>
            </a:r>
          </a:p>
          <a:p>
            <a:pPr lvl="1">
              <a:buFont typeface="Courier New" panose="02070309020205020404" pitchFamily="49" charset="0"/>
              <a:buChar char="o"/>
            </a:pPr>
            <a:endParaRPr lang="en-US" sz="1600"/>
          </a:p>
          <a:p>
            <a:pPr algn="l"/>
            <a:endParaRPr lang="en-US" sz="1600">
              <a:solidFill>
                <a:schemeClr val="tx1"/>
              </a:solidFill>
            </a:endParaRPr>
          </a:p>
        </p:txBody>
      </p:sp>
    </p:spTree>
    <p:extLst>
      <p:ext uri="{BB962C8B-B14F-4D97-AF65-F5344CB8AC3E}">
        <p14:creationId xmlns:p14="http://schemas.microsoft.com/office/powerpoint/2010/main" val="42028694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BFE83-F976-4D4C-8C43-F2792BBEBA10}"/>
              </a:ext>
            </a:extLst>
          </p:cNvPr>
          <p:cNvSpPr>
            <a:spLocks noGrp="1"/>
          </p:cNvSpPr>
          <p:nvPr>
            <p:ph type="title"/>
          </p:nvPr>
        </p:nvSpPr>
        <p:spPr>
          <a:xfrm>
            <a:off x="495300" y="364655"/>
            <a:ext cx="11201401" cy="492443"/>
          </a:xfrm>
        </p:spPr>
        <p:txBody>
          <a:bodyPr/>
          <a:lstStyle/>
          <a:p>
            <a:r>
              <a:rPr lang="en-US" sz="3200" b="1"/>
              <a:t>Bulk Configuration Sheet</a:t>
            </a:r>
            <a:endParaRPr lang="en-US" sz="3200"/>
          </a:p>
        </p:txBody>
      </p:sp>
      <p:sp>
        <p:nvSpPr>
          <p:cNvPr id="4" name="Slide Number Placeholder 3">
            <a:extLst>
              <a:ext uri="{FF2B5EF4-FFF2-40B4-BE49-F238E27FC236}">
                <a16:creationId xmlns:a16="http://schemas.microsoft.com/office/drawing/2014/main" id="{372D22D8-ECA6-488E-A28E-960376A739C1}"/>
              </a:ext>
            </a:extLst>
          </p:cNvPr>
          <p:cNvSpPr>
            <a:spLocks noGrp="1"/>
          </p:cNvSpPr>
          <p:nvPr>
            <p:ph type="sldNum" sz="quarter" idx="12"/>
          </p:nvPr>
        </p:nvSpPr>
        <p:spPr/>
        <p:txBody>
          <a:bodyPr/>
          <a:lstStyle/>
          <a:p>
            <a:fld id="{7B94EC18-1D2B-4535-B738-0E53AFE26620}" type="slidenum">
              <a:rPr lang="en-US" smtClean="0"/>
              <a:t>29</a:t>
            </a:fld>
            <a:endParaRPr lang="en-US"/>
          </a:p>
        </p:txBody>
      </p:sp>
      <p:sp>
        <p:nvSpPr>
          <p:cNvPr id="6" name="Content Placeholder 1">
            <a:extLst>
              <a:ext uri="{FF2B5EF4-FFF2-40B4-BE49-F238E27FC236}">
                <a16:creationId xmlns:a16="http://schemas.microsoft.com/office/drawing/2014/main" id="{431FB56A-161A-4AB9-ADD3-55FF407A553E}"/>
              </a:ext>
            </a:extLst>
          </p:cNvPr>
          <p:cNvSpPr txBox="1">
            <a:spLocks/>
          </p:cNvSpPr>
          <p:nvPr/>
        </p:nvSpPr>
        <p:spPr>
          <a:xfrm>
            <a:off x="381744" y="1483683"/>
            <a:ext cx="10507947" cy="4748305"/>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600">
                <a:solidFill>
                  <a:schemeClr val="tx1"/>
                </a:solidFill>
              </a:rPr>
              <a:t>The Asset Templates Configuration consists of the following steps (for Bulk Configuration):</a:t>
            </a:r>
          </a:p>
          <a:p>
            <a:endParaRPr lang="en-US" sz="1600">
              <a:solidFill>
                <a:schemeClr val="tx1"/>
              </a:solidFill>
            </a:endParaRPr>
          </a:p>
          <a:p>
            <a:pPr lvl="1">
              <a:buFont typeface="Wingdings" panose="05000000000000000000" pitchFamily="2" charset="2"/>
              <a:buChar char="Ø"/>
            </a:pPr>
            <a:r>
              <a:rPr lang="en-US" sz="1600"/>
              <a:t> Asset Class</a:t>
            </a:r>
          </a:p>
          <a:p>
            <a:pPr lvl="1">
              <a:buFont typeface="Wingdings" panose="05000000000000000000" pitchFamily="2" charset="2"/>
              <a:buChar char="Ø"/>
            </a:pPr>
            <a:r>
              <a:rPr lang="en-US" sz="1600"/>
              <a:t> Asset Type</a:t>
            </a:r>
          </a:p>
          <a:p>
            <a:pPr lvl="1">
              <a:buFont typeface="Wingdings" panose="05000000000000000000" pitchFamily="2" charset="2"/>
              <a:buChar char="Ø"/>
            </a:pPr>
            <a:r>
              <a:rPr lang="en-US" sz="1600"/>
              <a:t> Asset Type Attributes</a:t>
            </a:r>
          </a:p>
          <a:p>
            <a:pPr lvl="1">
              <a:buFont typeface="Wingdings" panose="05000000000000000000" pitchFamily="2" charset="2"/>
              <a:buChar char="Ø"/>
            </a:pPr>
            <a:r>
              <a:rPr lang="en-US" sz="1600"/>
              <a:t> Basic Calculation</a:t>
            </a:r>
          </a:p>
          <a:p>
            <a:pPr lvl="1">
              <a:buFont typeface="Wingdings" panose="05000000000000000000" pitchFamily="2" charset="2"/>
              <a:buChar char="Ø"/>
            </a:pPr>
            <a:r>
              <a:rPr lang="en-US" sz="1600"/>
              <a:t> Fault</a:t>
            </a:r>
          </a:p>
          <a:p>
            <a:pPr lvl="1">
              <a:buFont typeface="Courier New" panose="02070309020205020404" pitchFamily="49" charset="0"/>
              <a:buChar char="o"/>
            </a:pPr>
            <a:endParaRPr lang="en-US" sz="1600"/>
          </a:p>
          <a:p>
            <a:pPr marL="342900" indent="-342900">
              <a:buFont typeface="Arial" panose="020B0604020202020204" pitchFamily="34" charset="0"/>
              <a:buChar char="•"/>
            </a:pPr>
            <a:r>
              <a:rPr lang="en-US" sz="1600">
                <a:solidFill>
                  <a:schemeClr val="tx1"/>
                </a:solidFill>
              </a:rPr>
              <a:t>The Asset Instances Configuration consists of the following steps (for Bulk Configuration):</a:t>
            </a:r>
          </a:p>
          <a:p>
            <a:endParaRPr lang="en-US" sz="1600">
              <a:solidFill>
                <a:schemeClr val="tx1"/>
              </a:solidFill>
            </a:endParaRPr>
          </a:p>
          <a:p>
            <a:pPr lvl="1">
              <a:buFont typeface="Wingdings" panose="05000000000000000000" pitchFamily="2" charset="2"/>
              <a:buChar char="Ø"/>
            </a:pPr>
            <a:r>
              <a:rPr lang="en-US" sz="1600"/>
              <a:t> Assets</a:t>
            </a:r>
          </a:p>
          <a:p>
            <a:pPr lvl="1">
              <a:buFont typeface="Wingdings" panose="05000000000000000000" pitchFamily="2" charset="2"/>
              <a:buChar char="Ø"/>
            </a:pPr>
            <a:r>
              <a:rPr lang="en-US" sz="1600"/>
              <a:t> Assets Calculation</a:t>
            </a:r>
          </a:p>
          <a:p>
            <a:pPr lvl="1">
              <a:buFont typeface="Wingdings" panose="05000000000000000000" pitchFamily="2" charset="2"/>
              <a:buChar char="Ø"/>
            </a:pPr>
            <a:r>
              <a:rPr lang="en-US" sz="1600"/>
              <a:t> Asset Calculation Mapping</a:t>
            </a:r>
          </a:p>
          <a:p>
            <a:pPr lvl="1">
              <a:buFont typeface="Wingdings" panose="05000000000000000000" pitchFamily="2" charset="2"/>
              <a:buChar char="Ø"/>
            </a:pPr>
            <a:r>
              <a:rPr lang="en-US" sz="1600"/>
              <a:t> Asset Attribute Mappings Configuration</a:t>
            </a:r>
          </a:p>
          <a:p>
            <a:endParaRPr lang="en-US" sz="1600">
              <a:solidFill>
                <a:schemeClr val="tx1"/>
              </a:solidFill>
            </a:endParaRPr>
          </a:p>
        </p:txBody>
      </p:sp>
    </p:spTree>
    <p:extLst>
      <p:ext uri="{BB962C8B-B14F-4D97-AF65-F5344CB8AC3E}">
        <p14:creationId xmlns:p14="http://schemas.microsoft.com/office/powerpoint/2010/main" val="25636145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80FBE-6AAE-4671-A898-FFD64CCD398E}"/>
              </a:ext>
            </a:extLst>
          </p:cNvPr>
          <p:cNvSpPr>
            <a:spLocks noGrp="1"/>
          </p:cNvSpPr>
          <p:nvPr>
            <p:ph type="title"/>
          </p:nvPr>
        </p:nvSpPr>
        <p:spPr>
          <a:xfrm>
            <a:off x="495299" y="32718"/>
            <a:ext cx="11201401" cy="584775"/>
          </a:xfrm>
        </p:spPr>
        <p:txBody>
          <a:bodyPr/>
          <a:lstStyle/>
          <a:p>
            <a:r>
              <a:rPr lang="en-AU" sz="3200" dirty="0">
                <a:latin typeface="+mn-lt"/>
              </a:rPr>
              <a:t>APM – User Interface - Attributes</a:t>
            </a:r>
            <a:endParaRPr lang="en-US" sz="3200" dirty="0"/>
          </a:p>
        </p:txBody>
      </p:sp>
      <p:sp>
        <p:nvSpPr>
          <p:cNvPr id="4" name="Slide Number Placeholder 3">
            <a:extLst>
              <a:ext uri="{FF2B5EF4-FFF2-40B4-BE49-F238E27FC236}">
                <a16:creationId xmlns:a16="http://schemas.microsoft.com/office/drawing/2014/main" id="{8441C2C1-B740-41A2-85A4-610F68D500D4}"/>
              </a:ext>
            </a:extLst>
          </p:cNvPr>
          <p:cNvSpPr>
            <a:spLocks noGrp="1"/>
          </p:cNvSpPr>
          <p:nvPr>
            <p:ph type="sldNum" sz="quarter" idx="12"/>
          </p:nvPr>
        </p:nvSpPr>
        <p:spPr>
          <a:xfrm>
            <a:off x="11645901" y="14458"/>
            <a:ext cx="675217" cy="504825"/>
          </a:xfrm>
        </p:spPr>
        <p:txBody>
          <a:bodyPr/>
          <a:lstStyle/>
          <a:p>
            <a:fld id="{7B94EC18-1D2B-4535-B738-0E53AFE26620}" type="slidenum">
              <a:rPr lang="en-US" smtClean="0"/>
              <a:t>30</a:t>
            </a:fld>
            <a:endParaRPr lang="en-US"/>
          </a:p>
        </p:txBody>
      </p:sp>
      <p:pic>
        <p:nvPicPr>
          <p:cNvPr id="6" name="Picture 5">
            <a:extLst>
              <a:ext uri="{FF2B5EF4-FFF2-40B4-BE49-F238E27FC236}">
                <a16:creationId xmlns:a16="http://schemas.microsoft.com/office/drawing/2014/main" id="{BD6E8DA8-74E9-4241-8098-CFB6CDF3B3B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00621" y="589880"/>
            <a:ext cx="1817845" cy="5764304"/>
          </a:xfrm>
          <a:prstGeom prst="rect">
            <a:avLst/>
          </a:prstGeom>
        </p:spPr>
      </p:pic>
      <p:sp>
        <p:nvSpPr>
          <p:cNvPr id="7" name="Rectangle 6">
            <a:extLst>
              <a:ext uri="{FF2B5EF4-FFF2-40B4-BE49-F238E27FC236}">
                <a16:creationId xmlns:a16="http://schemas.microsoft.com/office/drawing/2014/main" id="{ADEA6E27-1F17-44DE-92D6-6AF0623BBC48}"/>
              </a:ext>
            </a:extLst>
          </p:cNvPr>
          <p:cNvSpPr/>
          <p:nvPr/>
        </p:nvSpPr>
        <p:spPr>
          <a:xfrm>
            <a:off x="290727" y="1859339"/>
            <a:ext cx="5338734" cy="2554545"/>
          </a:xfrm>
          <a:prstGeom prst="rect">
            <a:avLst/>
          </a:prstGeom>
        </p:spPr>
        <p:txBody>
          <a:bodyPr wrap="square">
            <a:spAutoFit/>
          </a:bodyPr>
          <a:lstStyle/>
          <a:p>
            <a:r>
              <a:rPr lang="en-US" sz="1600">
                <a:solidFill>
                  <a:schemeClr val="tx1">
                    <a:lumMod val="50000"/>
                  </a:schemeClr>
                </a:solidFill>
                <a:cs typeface="Arial" panose="020B0604020202020204" pitchFamily="34" charset="0"/>
              </a:rPr>
              <a:t>To add an attribute:</a:t>
            </a:r>
          </a:p>
          <a:p>
            <a:endParaRPr lang="en-US" sz="1600">
              <a:solidFill>
                <a:schemeClr val="tx1">
                  <a:lumMod val="50000"/>
                </a:schemeClr>
              </a:solidFill>
              <a:cs typeface="Arial" panose="020B0604020202020204" pitchFamily="34" charset="0"/>
            </a:endParaRPr>
          </a:p>
          <a:p>
            <a:pPr marL="342900" indent="-342900">
              <a:buFont typeface="+mj-lt"/>
              <a:buAutoNum type="arabicParenR"/>
            </a:pPr>
            <a:r>
              <a:rPr lang="en-US" sz="1600">
                <a:solidFill>
                  <a:schemeClr val="tx1">
                    <a:lumMod val="50000"/>
                  </a:schemeClr>
                </a:solidFill>
                <a:cs typeface="Arial" panose="020B0604020202020204" pitchFamily="34" charset="0"/>
              </a:rPr>
              <a:t>On the CONTENT Menu, Click on the Asset under Configuration</a:t>
            </a:r>
          </a:p>
          <a:p>
            <a:pPr marL="342900" indent="-342900">
              <a:buFont typeface="+mj-lt"/>
              <a:buAutoNum type="arabicParenR"/>
            </a:pPr>
            <a:endParaRPr lang="en-US" sz="1600">
              <a:solidFill>
                <a:schemeClr val="tx1">
                  <a:lumMod val="50000"/>
                </a:schemeClr>
              </a:solidFill>
              <a:cs typeface="Arial" panose="020B0604020202020204" pitchFamily="34" charset="0"/>
            </a:endParaRPr>
          </a:p>
          <a:p>
            <a:pPr marL="342900" indent="-342900">
              <a:buFont typeface="+mj-lt"/>
              <a:buAutoNum type="arabicParenR"/>
            </a:pPr>
            <a:r>
              <a:rPr lang="en-US" sz="1600">
                <a:solidFill>
                  <a:schemeClr val="tx1">
                    <a:lumMod val="50000"/>
                  </a:schemeClr>
                </a:solidFill>
                <a:cs typeface="Arial" panose="020B0604020202020204" pitchFamily="34" charset="0"/>
              </a:rPr>
              <a:t>Select Asset Type Configuration under Asset dropdown.</a:t>
            </a:r>
          </a:p>
          <a:p>
            <a:pPr marL="342900" indent="-342900">
              <a:buFont typeface="+mj-lt"/>
              <a:buAutoNum type="arabicParenR"/>
            </a:pPr>
            <a:endParaRPr lang="en-US" sz="1600">
              <a:solidFill>
                <a:schemeClr val="tx1">
                  <a:lumMod val="50000"/>
                </a:schemeClr>
              </a:solidFill>
              <a:cs typeface="Arial" panose="020B0604020202020204" pitchFamily="34" charset="0"/>
            </a:endParaRPr>
          </a:p>
          <a:p>
            <a:pPr marL="342900" indent="-342900">
              <a:buFont typeface="+mj-lt"/>
              <a:buAutoNum type="arabicParenR"/>
            </a:pPr>
            <a:r>
              <a:rPr lang="en-US" sz="1600">
                <a:solidFill>
                  <a:schemeClr val="tx1">
                    <a:lumMod val="50000"/>
                  </a:schemeClr>
                </a:solidFill>
                <a:cs typeface="Arial" panose="020B0604020202020204" pitchFamily="34" charset="0"/>
              </a:rPr>
              <a:t>In the Tree View under Asset Type pane, expand the asset class you created and click the asset type.</a:t>
            </a:r>
          </a:p>
        </p:txBody>
      </p:sp>
      <p:cxnSp>
        <p:nvCxnSpPr>
          <p:cNvPr id="8" name="Straight Arrow Connector 7">
            <a:extLst>
              <a:ext uri="{FF2B5EF4-FFF2-40B4-BE49-F238E27FC236}">
                <a16:creationId xmlns:a16="http://schemas.microsoft.com/office/drawing/2014/main" id="{543D0396-5281-4055-8FC4-498772DAC8B2}"/>
              </a:ext>
            </a:extLst>
          </p:cNvPr>
          <p:cNvCxnSpPr>
            <a:cxnSpLocks/>
          </p:cNvCxnSpPr>
          <p:nvPr/>
        </p:nvCxnSpPr>
        <p:spPr>
          <a:xfrm>
            <a:off x="6752083" y="5569090"/>
            <a:ext cx="0" cy="937789"/>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0055B017-E63E-42D9-9D3E-92B97B928679}"/>
              </a:ext>
            </a:extLst>
          </p:cNvPr>
          <p:cNvSpPr/>
          <p:nvPr/>
        </p:nvSpPr>
        <p:spPr>
          <a:xfrm>
            <a:off x="6597084" y="6422618"/>
            <a:ext cx="309998" cy="369332"/>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1</a:t>
            </a:r>
          </a:p>
        </p:txBody>
      </p:sp>
      <p:cxnSp>
        <p:nvCxnSpPr>
          <p:cNvPr id="10" name="Straight Arrow Connector 9">
            <a:extLst>
              <a:ext uri="{FF2B5EF4-FFF2-40B4-BE49-F238E27FC236}">
                <a16:creationId xmlns:a16="http://schemas.microsoft.com/office/drawing/2014/main" id="{53D5E5D2-7FBD-49A6-B075-DF74F9F3C14C}"/>
              </a:ext>
            </a:extLst>
          </p:cNvPr>
          <p:cNvCxnSpPr>
            <a:cxnSpLocks/>
          </p:cNvCxnSpPr>
          <p:nvPr/>
        </p:nvCxnSpPr>
        <p:spPr>
          <a:xfrm>
            <a:off x="8721254" y="4743253"/>
            <a:ext cx="65099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56E2352E-F8F6-4984-ACBE-629F70E54FEE}"/>
              </a:ext>
            </a:extLst>
          </p:cNvPr>
          <p:cNvSpPr/>
          <p:nvPr/>
        </p:nvSpPr>
        <p:spPr>
          <a:xfrm>
            <a:off x="9379068" y="4551763"/>
            <a:ext cx="30999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3</a:t>
            </a:r>
          </a:p>
        </p:txBody>
      </p:sp>
      <p:pic>
        <p:nvPicPr>
          <p:cNvPr id="12" name="Picture 11">
            <a:extLst>
              <a:ext uri="{FF2B5EF4-FFF2-40B4-BE49-F238E27FC236}">
                <a16:creationId xmlns:a16="http://schemas.microsoft.com/office/drawing/2014/main" id="{D044C932-215C-4995-8C32-D9219425D77F}"/>
              </a:ext>
            </a:extLst>
          </p:cNvPr>
          <p:cNvPicPr>
            <a:picLocks noChangeAspect="1"/>
          </p:cNvPicPr>
          <p:nvPr/>
        </p:nvPicPr>
        <p:blipFill>
          <a:blip r:embed="rId3"/>
          <a:stretch>
            <a:fillRect/>
          </a:stretch>
        </p:blipFill>
        <p:spPr>
          <a:xfrm>
            <a:off x="8088868" y="1277919"/>
            <a:ext cx="2778387" cy="1267734"/>
          </a:xfrm>
          <a:prstGeom prst="rect">
            <a:avLst/>
          </a:prstGeom>
        </p:spPr>
      </p:pic>
      <p:cxnSp>
        <p:nvCxnSpPr>
          <p:cNvPr id="13" name="Straight Arrow Connector 12">
            <a:extLst>
              <a:ext uri="{FF2B5EF4-FFF2-40B4-BE49-F238E27FC236}">
                <a16:creationId xmlns:a16="http://schemas.microsoft.com/office/drawing/2014/main" id="{F285EA8C-76D3-424D-8EF5-0FBF433B8D4C}"/>
              </a:ext>
            </a:extLst>
          </p:cNvPr>
          <p:cNvCxnSpPr>
            <a:cxnSpLocks/>
            <a:endCxn id="14" idx="1"/>
          </p:cNvCxnSpPr>
          <p:nvPr/>
        </p:nvCxnSpPr>
        <p:spPr>
          <a:xfrm flipV="1">
            <a:off x="9330854" y="1648360"/>
            <a:ext cx="1582978" cy="380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C0440BE9-5102-4813-9F45-44431915A037}"/>
              </a:ext>
            </a:extLst>
          </p:cNvPr>
          <p:cNvSpPr/>
          <p:nvPr/>
        </p:nvSpPr>
        <p:spPr>
          <a:xfrm>
            <a:off x="10913832" y="1463694"/>
            <a:ext cx="30999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a:t>
            </a:r>
          </a:p>
        </p:txBody>
      </p:sp>
      <p:cxnSp>
        <p:nvCxnSpPr>
          <p:cNvPr id="15" name="Straight Arrow Connector 14">
            <a:extLst>
              <a:ext uri="{FF2B5EF4-FFF2-40B4-BE49-F238E27FC236}">
                <a16:creationId xmlns:a16="http://schemas.microsoft.com/office/drawing/2014/main" id="{FD59A1B4-26BA-4651-843C-29F696D4FCC7}"/>
              </a:ext>
            </a:extLst>
          </p:cNvPr>
          <p:cNvCxnSpPr>
            <a:cxnSpLocks/>
          </p:cNvCxnSpPr>
          <p:nvPr/>
        </p:nvCxnSpPr>
        <p:spPr>
          <a:xfrm>
            <a:off x="10439400" y="2191285"/>
            <a:ext cx="626832"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74C7701F-B7E9-403C-972E-0489065A05F5}"/>
              </a:ext>
            </a:extLst>
          </p:cNvPr>
          <p:cNvSpPr/>
          <p:nvPr/>
        </p:nvSpPr>
        <p:spPr>
          <a:xfrm>
            <a:off x="11037657" y="2016144"/>
            <a:ext cx="30999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a:t>
            </a:r>
          </a:p>
        </p:txBody>
      </p:sp>
      <p:pic>
        <p:nvPicPr>
          <p:cNvPr id="17" name="Picture 16">
            <a:extLst>
              <a:ext uri="{FF2B5EF4-FFF2-40B4-BE49-F238E27FC236}">
                <a16:creationId xmlns:a16="http://schemas.microsoft.com/office/drawing/2014/main" id="{B5319FA3-AECF-46E7-917A-FA72C09FC653}"/>
              </a:ext>
            </a:extLst>
          </p:cNvPr>
          <p:cNvPicPr>
            <a:picLocks noChangeAspect="1"/>
          </p:cNvPicPr>
          <p:nvPr/>
        </p:nvPicPr>
        <p:blipFill>
          <a:blip r:embed="rId4"/>
          <a:stretch>
            <a:fillRect/>
          </a:stretch>
        </p:blipFill>
        <p:spPr>
          <a:xfrm>
            <a:off x="8136035" y="3310022"/>
            <a:ext cx="2731220" cy="2259068"/>
          </a:xfrm>
          <a:prstGeom prst="rect">
            <a:avLst/>
          </a:prstGeom>
        </p:spPr>
      </p:pic>
      <p:cxnSp>
        <p:nvCxnSpPr>
          <p:cNvPr id="18" name="Straight Arrow Connector 17">
            <a:extLst>
              <a:ext uri="{FF2B5EF4-FFF2-40B4-BE49-F238E27FC236}">
                <a16:creationId xmlns:a16="http://schemas.microsoft.com/office/drawing/2014/main" id="{1AF8EC30-3164-4051-84EC-E66421AF4046}"/>
              </a:ext>
            </a:extLst>
          </p:cNvPr>
          <p:cNvCxnSpPr>
            <a:cxnSpLocks/>
          </p:cNvCxnSpPr>
          <p:nvPr/>
        </p:nvCxnSpPr>
        <p:spPr>
          <a:xfrm>
            <a:off x="9477375" y="5163085"/>
            <a:ext cx="1741257"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C0455E71-4889-48E4-809B-36B29ED5A368}"/>
              </a:ext>
            </a:extLst>
          </p:cNvPr>
          <p:cNvSpPr/>
          <p:nvPr/>
        </p:nvSpPr>
        <p:spPr>
          <a:xfrm>
            <a:off x="11190057" y="4997469"/>
            <a:ext cx="30999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3</a:t>
            </a:r>
          </a:p>
        </p:txBody>
      </p:sp>
      <p:sp>
        <p:nvSpPr>
          <p:cNvPr id="20" name="Slide Number Placeholder 2">
            <a:extLst>
              <a:ext uri="{FF2B5EF4-FFF2-40B4-BE49-F238E27FC236}">
                <a16:creationId xmlns:a16="http://schemas.microsoft.com/office/drawing/2014/main" id="{2A4289DC-D1B4-4CC0-9FEE-F525BADD543D}"/>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3" name="TextBox 2">
            <a:extLst>
              <a:ext uri="{FF2B5EF4-FFF2-40B4-BE49-F238E27FC236}">
                <a16:creationId xmlns:a16="http://schemas.microsoft.com/office/drawing/2014/main" id="{318CEA61-A108-8170-92C1-674ED2F5B1A5}"/>
              </a:ext>
            </a:extLst>
          </p:cNvPr>
          <p:cNvSpPr txBox="1"/>
          <p:nvPr/>
        </p:nvSpPr>
        <p:spPr>
          <a:xfrm>
            <a:off x="6507332" y="5366801"/>
            <a:ext cx="497150" cy="202289"/>
          </a:xfrm>
          <a:prstGeom prst="rect">
            <a:avLst/>
          </a:prstGeom>
          <a:noFill/>
          <a:ln w="28575">
            <a:solidFill>
              <a:schemeClr val="tx2"/>
            </a:solidFill>
          </a:ln>
        </p:spPr>
        <p:txBody>
          <a:bodyPr wrap="square" rtlCol="0">
            <a:spAutoFit/>
          </a:bodyPr>
          <a:lstStyle/>
          <a:p>
            <a:endParaRPr lang="en-US" dirty="0"/>
          </a:p>
        </p:txBody>
      </p:sp>
    </p:spTree>
    <p:extLst>
      <p:ext uri="{BB962C8B-B14F-4D97-AF65-F5344CB8AC3E}">
        <p14:creationId xmlns:p14="http://schemas.microsoft.com/office/powerpoint/2010/main" val="5974637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E15F8-6396-499D-BF5D-BA91DFF1152F}"/>
              </a:ext>
            </a:extLst>
          </p:cNvPr>
          <p:cNvSpPr>
            <a:spLocks noGrp="1"/>
          </p:cNvSpPr>
          <p:nvPr>
            <p:ph type="title"/>
          </p:nvPr>
        </p:nvSpPr>
        <p:spPr>
          <a:xfrm>
            <a:off x="495299" y="308081"/>
            <a:ext cx="11201401" cy="492443"/>
          </a:xfrm>
        </p:spPr>
        <p:txBody>
          <a:bodyPr/>
          <a:lstStyle/>
          <a:p>
            <a:r>
              <a:rPr lang="en-AU" sz="3200">
                <a:latin typeface="+mn-lt"/>
              </a:rPr>
              <a:t>Attributes (Contd.)</a:t>
            </a:r>
            <a:endParaRPr lang="en-US" sz="3200"/>
          </a:p>
        </p:txBody>
      </p:sp>
      <p:sp>
        <p:nvSpPr>
          <p:cNvPr id="4" name="Slide Number Placeholder 3">
            <a:extLst>
              <a:ext uri="{FF2B5EF4-FFF2-40B4-BE49-F238E27FC236}">
                <a16:creationId xmlns:a16="http://schemas.microsoft.com/office/drawing/2014/main" id="{43C312E5-306B-403E-BBB7-B2208EB86D00}"/>
              </a:ext>
            </a:extLst>
          </p:cNvPr>
          <p:cNvSpPr>
            <a:spLocks noGrp="1"/>
          </p:cNvSpPr>
          <p:nvPr>
            <p:ph type="sldNum" sz="quarter" idx="12"/>
          </p:nvPr>
        </p:nvSpPr>
        <p:spPr/>
        <p:txBody>
          <a:bodyPr/>
          <a:lstStyle/>
          <a:p>
            <a:fld id="{7B94EC18-1D2B-4535-B738-0E53AFE26620}" type="slidenum">
              <a:rPr lang="en-US" smtClean="0"/>
              <a:t>31</a:t>
            </a:fld>
            <a:endParaRPr lang="en-US"/>
          </a:p>
        </p:txBody>
      </p:sp>
      <p:sp>
        <p:nvSpPr>
          <p:cNvPr id="6" name="Rectangle 5">
            <a:extLst>
              <a:ext uri="{FF2B5EF4-FFF2-40B4-BE49-F238E27FC236}">
                <a16:creationId xmlns:a16="http://schemas.microsoft.com/office/drawing/2014/main" id="{107B0BB5-BC3F-40C4-B564-FE102A19FA19}"/>
              </a:ext>
            </a:extLst>
          </p:cNvPr>
          <p:cNvSpPr/>
          <p:nvPr/>
        </p:nvSpPr>
        <p:spPr>
          <a:xfrm>
            <a:off x="423892" y="802585"/>
            <a:ext cx="3509933" cy="5509200"/>
          </a:xfrm>
          <a:prstGeom prst="rect">
            <a:avLst/>
          </a:prstGeom>
        </p:spPr>
        <p:txBody>
          <a:bodyPr wrap="square">
            <a:spAutoFit/>
          </a:bodyPr>
          <a:lstStyle/>
          <a:p>
            <a:r>
              <a:rPr lang="en-US" sz="1600">
                <a:solidFill>
                  <a:schemeClr val="tx1">
                    <a:lumMod val="50000"/>
                  </a:schemeClr>
                </a:solidFill>
                <a:cs typeface="Arial" panose="020B0604020202020204" pitchFamily="34" charset="0"/>
              </a:rPr>
              <a:t>To add an attribute:</a:t>
            </a:r>
          </a:p>
          <a:p>
            <a:pPr marL="342900" indent="-342900">
              <a:buFont typeface="+mj-lt"/>
              <a:buAutoNum type="arabicParenR" startAt="4"/>
            </a:pPr>
            <a:r>
              <a:rPr lang="en-US" sz="1600">
                <a:solidFill>
                  <a:schemeClr val="tx1">
                    <a:lumMod val="50000"/>
                  </a:schemeClr>
                </a:solidFill>
                <a:cs typeface="Arial" panose="020B0604020202020204" pitchFamily="34" charset="0"/>
              </a:rPr>
              <a:t>Click on the Attribute Tab to create attribute.</a:t>
            </a:r>
          </a:p>
          <a:p>
            <a:pPr marL="342900" indent="-342900">
              <a:buFont typeface="+mj-lt"/>
              <a:buAutoNum type="arabicParenR" startAt="4"/>
            </a:pPr>
            <a:r>
              <a:rPr lang="en-US" sz="1600">
                <a:solidFill>
                  <a:schemeClr val="tx1">
                    <a:lumMod val="50000"/>
                  </a:schemeClr>
                </a:solidFill>
                <a:cs typeface="Arial" panose="020B0604020202020204" pitchFamily="34" charset="0"/>
              </a:rPr>
              <a:t>Click on the blank cell to add a new attribute or edit existing attribute.</a:t>
            </a:r>
          </a:p>
          <a:p>
            <a:pPr marL="342900" indent="-342900">
              <a:buFont typeface="+mj-lt"/>
              <a:buAutoNum type="arabicParenR" startAt="4"/>
            </a:pPr>
            <a:r>
              <a:rPr lang="en-US" sz="1600">
                <a:solidFill>
                  <a:schemeClr val="tx1">
                    <a:lumMod val="50000"/>
                  </a:schemeClr>
                </a:solidFill>
                <a:cs typeface="Arial" panose="020B0604020202020204" pitchFamily="34" charset="0"/>
              </a:rPr>
              <a:t>In the Display Name box, type the name of the attribute. The Display Name box is used for localization.</a:t>
            </a:r>
          </a:p>
          <a:p>
            <a:pPr marL="342900" indent="-342900">
              <a:buFont typeface="+mj-lt"/>
              <a:buAutoNum type="arabicParenR" startAt="4"/>
            </a:pPr>
            <a:r>
              <a:rPr lang="en-US" sz="1600">
                <a:solidFill>
                  <a:schemeClr val="tx1">
                    <a:lumMod val="50000"/>
                  </a:schemeClr>
                </a:solidFill>
                <a:cs typeface="Arial" panose="020B0604020202020204" pitchFamily="34" charset="0"/>
              </a:rPr>
              <a:t>In the Description box, provide more details about the attribute.</a:t>
            </a:r>
          </a:p>
          <a:p>
            <a:pPr marL="342900" indent="-342900">
              <a:buFont typeface="+mj-lt"/>
              <a:buAutoNum type="arabicParenR" startAt="4"/>
            </a:pPr>
            <a:r>
              <a:rPr lang="en-US" sz="1600">
                <a:solidFill>
                  <a:schemeClr val="tx1">
                    <a:lumMod val="50000"/>
                  </a:schemeClr>
                </a:solidFill>
                <a:cs typeface="Arial" panose="020B0604020202020204" pitchFamily="34" charset="0"/>
              </a:rPr>
              <a:t>Enter Attribute type</a:t>
            </a:r>
          </a:p>
          <a:p>
            <a:pPr marL="342900" indent="-342900">
              <a:buFont typeface="+mj-lt"/>
              <a:buAutoNum type="arabicParenR" startAt="4"/>
            </a:pPr>
            <a:r>
              <a:rPr lang="en-US" sz="1600">
                <a:solidFill>
                  <a:schemeClr val="tx1">
                    <a:lumMod val="50000"/>
                  </a:schemeClr>
                </a:solidFill>
                <a:cs typeface="Arial" panose="020B0604020202020204" pitchFamily="34" charset="0"/>
              </a:rPr>
              <a:t>From the Data Type drop-down list, select the data type to which the attribute belongs to.</a:t>
            </a:r>
          </a:p>
          <a:p>
            <a:pPr marL="342900" indent="-342900">
              <a:buFont typeface="+mj-lt"/>
              <a:buAutoNum type="arabicParenR" startAt="4"/>
            </a:pPr>
            <a:r>
              <a:rPr lang="en-US" sz="1600">
                <a:solidFill>
                  <a:schemeClr val="tx1">
                    <a:lumMod val="50000"/>
                  </a:schemeClr>
                </a:solidFill>
                <a:cs typeface="Arial" panose="020B0604020202020204" pitchFamily="34" charset="0"/>
              </a:rPr>
              <a:t> Enter Unit of Measure of attribute.</a:t>
            </a:r>
          </a:p>
          <a:p>
            <a:pPr marL="342900" indent="-342900">
              <a:buFont typeface="+mj-lt"/>
              <a:buAutoNum type="arabicParenR" startAt="4"/>
            </a:pPr>
            <a:r>
              <a:rPr lang="en-US" sz="1600">
                <a:solidFill>
                  <a:schemeClr val="tx1">
                    <a:lumMod val="50000"/>
                  </a:schemeClr>
                </a:solidFill>
                <a:cs typeface="Arial" panose="020B0604020202020204" pitchFamily="34" charset="0"/>
              </a:rPr>
              <a:t>Check if  last state to be displayed.</a:t>
            </a:r>
          </a:p>
          <a:p>
            <a:pPr marL="342900" indent="-342900">
              <a:buFont typeface="+mj-lt"/>
              <a:buAutoNum type="arabicParenR" startAt="4"/>
            </a:pPr>
            <a:r>
              <a:rPr lang="en-US" sz="1600">
                <a:solidFill>
                  <a:schemeClr val="tx1">
                    <a:lumMod val="50000"/>
                  </a:schemeClr>
                </a:solidFill>
                <a:cs typeface="Arial" panose="020B0604020202020204" pitchFamily="34" charset="0"/>
              </a:rPr>
              <a:t>Check if to be historized by default.</a:t>
            </a:r>
          </a:p>
        </p:txBody>
      </p:sp>
      <p:pic>
        <p:nvPicPr>
          <p:cNvPr id="7" name="Picture 6">
            <a:extLst>
              <a:ext uri="{FF2B5EF4-FFF2-40B4-BE49-F238E27FC236}">
                <a16:creationId xmlns:a16="http://schemas.microsoft.com/office/drawing/2014/main" id="{6F8C5C69-CF35-4C46-9C9D-4485282729EF}"/>
              </a:ext>
            </a:extLst>
          </p:cNvPr>
          <p:cNvPicPr>
            <a:picLocks noChangeAspect="1"/>
          </p:cNvPicPr>
          <p:nvPr/>
        </p:nvPicPr>
        <p:blipFill>
          <a:blip r:embed="rId2"/>
          <a:stretch>
            <a:fillRect/>
          </a:stretch>
        </p:blipFill>
        <p:spPr>
          <a:xfrm>
            <a:off x="4030031" y="2250361"/>
            <a:ext cx="7914319" cy="4337649"/>
          </a:xfrm>
          <a:prstGeom prst="rect">
            <a:avLst/>
          </a:prstGeom>
        </p:spPr>
      </p:pic>
      <p:cxnSp>
        <p:nvCxnSpPr>
          <p:cNvPr id="8" name="Straight Arrow Connector 7">
            <a:extLst>
              <a:ext uri="{FF2B5EF4-FFF2-40B4-BE49-F238E27FC236}">
                <a16:creationId xmlns:a16="http://schemas.microsoft.com/office/drawing/2014/main" id="{E447344F-1797-4B61-9C12-CCCC4D19039D}"/>
              </a:ext>
            </a:extLst>
          </p:cNvPr>
          <p:cNvCxnSpPr>
            <a:cxnSpLocks/>
          </p:cNvCxnSpPr>
          <p:nvPr/>
        </p:nvCxnSpPr>
        <p:spPr>
          <a:xfrm flipV="1">
            <a:off x="5038725" y="1276350"/>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6AD0F400-6B1F-4B8D-A779-5AE90F453B39}"/>
              </a:ext>
            </a:extLst>
          </p:cNvPr>
          <p:cNvSpPr/>
          <p:nvPr/>
        </p:nvSpPr>
        <p:spPr>
          <a:xfrm>
            <a:off x="4884507" y="849162"/>
            <a:ext cx="30999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4</a:t>
            </a:r>
          </a:p>
        </p:txBody>
      </p:sp>
      <p:sp>
        <p:nvSpPr>
          <p:cNvPr id="10" name="Rectangle 9">
            <a:extLst>
              <a:ext uri="{FF2B5EF4-FFF2-40B4-BE49-F238E27FC236}">
                <a16:creationId xmlns:a16="http://schemas.microsoft.com/office/drawing/2014/main" id="{C0C8AFFA-4EB8-4BEB-A151-D18464B6C14D}"/>
              </a:ext>
            </a:extLst>
          </p:cNvPr>
          <p:cNvSpPr/>
          <p:nvPr/>
        </p:nvSpPr>
        <p:spPr>
          <a:xfrm>
            <a:off x="4689680" y="2250361"/>
            <a:ext cx="710992" cy="226139"/>
          </a:xfrm>
          <a:prstGeom prst="rect">
            <a:avLst/>
          </a:prstGeom>
          <a:noFill/>
          <a:ln w="38100">
            <a:solidFill>
              <a:srgbClr val="E327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cxnSp>
        <p:nvCxnSpPr>
          <p:cNvPr id="11" name="Straight Arrow Connector 10">
            <a:extLst>
              <a:ext uri="{FF2B5EF4-FFF2-40B4-BE49-F238E27FC236}">
                <a16:creationId xmlns:a16="http://schemas.microsoft.com/office/drawing/2014/main" id="{B3DD45F0-18C2-49E0-998C-04F5AF99FF5A}"/>
              </a:ext>
            </a:extLst>
          </p:cNvPr>
          <p:cNvCxnSpPr>
            <a:cxnSpLocks/>
          </p:cNvCxnSpPr>
          <p:nvPr/>
        </p:nvCxnSpPr>
        <p:spPr>
          <a:xfrm flipV="1">
            <a:off x="4476750" y="1857375"/>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EF19816E-ACF3-4258-B388-D48099A011E5}"/>
              </a:ext>
            </a:extLst>
          </p:cNvPr>
          <p:cNvSpPr/>
          <p:nvPr/>
        </p:nvSpPr>
        <p:spPr>
          <a:xfrm>
            <a:off x="4322532" y="1430187"/>
            <a:ext cx="30999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5</a:t>
            </a:r>
          </a:p>
        </p:txBody>
      </p:sp>
      <p:cxnSp>
        <p:nvCxnSpPr>
          <p:cNvPr id="13" name="Straight Arrow Connector 12">
            <a:extLst>
              <a:ext uri="{FF2B5EF4-FFF2-40B4-BE49-F238E27FC236}">
                <a16:creationId xmlns:a16="http://schemas.microsoft.com/office/drawing/2014/main" id="{1E3D3B0D-7B42-4653-B5F0-CA38EFFB99EB}"/>
              </a:ext>
            </a:extLst>
          </p:cNvPr>
          <p:cNvCxnSpPr>
            <a:cxnSpLocks/>
          </p:cNvCxnSpPr>
          <p:nvPr/>
        </p:nvCxnSpPr>
        <p:spPr>
          <a:xfrm flipV="1">
            <a:off x="5514975" y="1876425"/>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70F4861A-D80C-4CE9-A352-1326737EF5D2}"/>
              </a:ext>
            </a:extLst>
          </p:cNvPr>
          <p:cNvSpPr/>
          <p:nvPr/>
        </p:nvSpPr>
        <p:spPr>
          <a:xfrm>
            <a:off x="5360757" y="1449237"/>
            <a:ext cx="30999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6</a:t>
            </a:r>
          </a:p>
        </p:txBody>
      </p:sp>
      <p:cxnSp>
        <p:nvCxnSpPr>
          <p:cNvPr id="15" name="Straight Arrow Connector 14">
            <a:extLst>
              <a:ext uri="{FF2B5EF4-FFF2-40B4-BE49-F238E27FC236}">
                <a16:creationId xmlns:a16="http://schemas.microsoft.com/office/drawing/2014/main" id="{EA63E173-AF82-4315-9294-E732AB9FF863}"/>
              </a:ext>
            </a:extLst>
          </p:cNvPr>
          <p:cNvCxnSpPr>
            <a:cxnSpLocks/>
          </p:cNvCxnSpPr>
          <p:nvPr/>
        </p:nvCxnSpPr>
        <p:spPr>
          <a:xfrm flipV="1">
            <a:off x="7115175" y="1866900"/>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C7D58CB6-9251-43A1-941E-1D712EE86733}"/>
              </a:ext>
            </a:extLst>
          </p:cNvPr>
          <p:cNvSpPr/>
          <p:nvPr/>
        </p:nvSpPr>
        <p:spPr>
          <a:xfrm>
            <a:off x="6960957" y="1439712"/>
            <a:ext cx="30999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8</a:t>
            </a:r>
          </a:p>
        </p:txBody>
      </p:sp>
      <p:cxnSp>
        <p:nvCxnSpPr>
          <p:cNvPr id="17" name="Straight Arrow Connector 16">
            <a:extLst>
              <a:ext uri="{FF2B5EF4-FFF2-40B4-BE49-F238E27FC236}">
                <a16:creationId xmlns:a16="http://schemas.microsoft.com/office/drawing/2014/main" id="{C6A005C3-A2A5-4021-BA24-03C4D104E7B5}"/>
              </a:ext>
            </a:extLst>
          </p:cNvPr>
          <p:cNvCxnSpPr>
            <a:cxnSpLocks/>
          </p:cNvCxnSpPr>
          <p:nvPr/>
        </p:nvCxnSpPr>
        <p:spPr>
          <a:xfrm flipV="1">
            <a:off x="7772400" y="1876425"/>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7555149E-924D-4A2E-A6E7-AF965DB8EAD9}"/>
              </a:ext>
            </a:extLst>
          </p:cNvPr>
          <p:cNvSpPr/>
          <p:nvPr/>
        </p:nvSpPr>
        <p:spPr>
          <a:xfrm>
            <a:off x="7618182" y="1449237"/>
            <a:ext cx="30999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9</a:t>
            </a:r>
          </a:p>
        </p:txBody>
      </p:sp>
      <p:cxnSp>
        <p:nvCxnSpPr>
          <p:cNvPr id="19" name="Straight Arrow Connector 18">
            <a:extLst>
              <a:ext uri="{FF2B5EF4-FFF2-40B4-BE49-F238E27FC236}">
                <a16:creationId xmlns:a16="http://schemas.microsoft.com/office/drawing/2014/main" id="{61F724AC-9CC2-41CB-B411-5EC2FF494EB0}"/>
              </a:ext>
            </a:extLst>
          </p:cNvPr>
          <p:cNvCxnSpPr>
            <a:cxnSpLocks/>
          </p:cNvCxnSpPr>
          <p:nvPr/>
        </p:nvCxnSpPr>
        <p:spPr>
          <a:xfrm flipV="1">
            <a:off x="8410575" y="1885950"/>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522BC528-B7A2-4F7D-BDB6-3977C8409B58}"/>
              </a:ext>
            </a:extLst>
          </p:cNvPr>
          <p:cNvSpPr/>
          <p:nvPr/>
        </p:nvSpPr>
        <p:spPr>
          <a:xfrm>
            <a:off x="8180156" y="1458762"/>
            <a:ext cx="44516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10</a:t>
            </a:r>
          </a:p>
        </p:txBody>
      </p:sp>
      <p:cxnSp>
        <p:nvCxnSpPr>
          <p:cNvPr id="21" name="Straight Arrow Connector 20">
            <a:extLst>
              <a:ext uri="{FF2B5EF4-FFF2-40B4-BE49-F238E27FC236}">
                <a16:creationId xmlns:a16="http://schemas.microsoft.com/office/drawing/2014/main" id="{333AA188-C85B-40CC-BF4F-0BF2A0AD836E}"/>
              </a:ext>
            </a:extLst>
          </p:cNvPr>
          <p:cNvCxnSpPr>
            <a:cxnSpLocks/>
          </p:cNvCxnSpPr>
          <p:nvPr/>
        </p:nvCxnSpPr>
        <p:spPr>
          <a:xfrm flipV="1">
            <a:off x="9086850" y="1885950"/>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3895573B-4F15-4CC2-9355-A6E0A7790722}"/>
              </a:ext>
            </a:extLst>
          </p:cNvPr>
          <p:cNvSpPr/>
          <p:nvPr/>
        </p:nvSpPr>
        <p:spPr>
          <a:xfrm>
            <a:off x="8858247" y="1477812"/>
            <a:ext cx="46153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11</a:t>
            </a:r>
          </a:p>
        </p:txBody>
      </p:sp>
      <p:cxnSp>
        <p:nvCxnSpPr>
          <p:cNvPr id="23" name="Straight Arrow Connector 22">
            <a:extLst>
              <a:ext uri="{FF2B5EF4-FFF2-40B4-BE49-F238E27FC236}">
                <a16:creationId xmlns:a16="http://schemas.microsoft.com/office/drawing/2014/main" id="{6E4C7C3D-91DF-4330-AFCF-15A4241F5091}"/>
              </a:ext>
            </a:extLst>
          </p:cNvPr>
          <p:cNvCxnSpPr>
            <a:cxnSpLocks/>
          </p:cNvCxnSpPr>
          <p:nvPr/>
        </p:nvCxnSpPr>
        <p:spPr>
          <a:xfrm flipV="1">
            <a:off x="9801225" y="1885950"/>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66449150-4892-4E3D-BDF8-29C335EA8C67}"/>
              </a:ext>
            </a:extLst>
          </p:cNvPr>
          <p:cNvSpPr/>
          <p:nvPr/>
        </p:nvSpPr>
        <p:spPr>
          <a:xfrm>
            <a:off x="9550891" y="1496862"/>
            <a:ext cx="49192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12</a:t>
            </a:r>
          </a:p>
        </p:txBody>
      </p:sp>
      <p:cxnSp>
        <p:nvCxnSpPr>
          <p:cNvPr id="25" name="Straight Arrow Connector 24">
            <a:extLst>
              <a:ext uri="{FF2B5EF4-FFF2-40B4-BE49-F238E27FC236}">
                <a16:creationId xmlns:a16="http://schemas.microsoft.com/office/drawing/2014/main" id="{14FE2E01-35DB-4B73-972F-2B378A9AF65B}"/>
              </a:ext>
            </a:extLst>
          </p:cNvPr>
          <p:cNvCxnSpPr>
            <a:cxnSpLocks/>
          </p:cNvCxnSpPr>
          <p:nvPr/>
        </p:nvCxnSpPr>
        <p:spPr>
          <a:xfrm flipV="1">
            <a:off x="10410825" y="1924050"/>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FAE4B3A7-3E53-41B9-BFDA-3416DD994BE4}"/>
              </a:ext>
            </a:extLst>
          </p:cNvPr>
          <p:cNvSpPr/>
          <p:nvPr/>
        </p:nvSpPr>
        <p:spPr>
          <a:xfrm>
            <a:off x="10171748" y="1506387"/>
            <a:ext cx="48672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13</a:t>
            </a:r>
          </a:p>
        </p:txBody>
      </p:sp>
      <p:cxnSp>
        <p:nvCxnSpPr>
          <p:cNvPr id="27" name="Straight Arrow Connector 26">
            <a:extLst>
              <a:ext uri="{FF2B5EF4-FFF2-40B4-BE49-F238E27FC236}">
                <a16:creationId xmlns:a16="http://schemas.microsoft.com/office/drawing/2014/main" id="{8DF9008E-53FC-4DEA-A204-A3FF11B54ECB}"/>
              </a:ext>
            </a:extLst>
          </p:cNvPr>
          <p:cNvCxnSpPr>
            <a:cxnSpLocks/>
          </p:cNvCxnSpPr>
          <p:nvPr/>
        </p:nvCxnSpPr>
        <p:spPr>
          <a:xfrm flipV="1">
            <a:off x="11163300" y="1914525"/>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D1CA067C-EF70-4888-9C20-066CD199DF2A}"/>
              </a:ext>
            </a:extLst>
          </p:cNvPr>
          <p:cNvSpPr/>
          <p:nvPr/>
        </p:nvSpPr>
        <p:spPr>
          <a:xfrm>
            <a:off x="10926863" y="1487337"/>
            <a:ext cx="472873"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14</a:t>
            </a:r>
          </a:p>
        </p:txBody>
      </p:sp>
      <p:cxnSp>
        <p:nvCxnSpPr>
          <p:cNvPr id="29" name="Straight Arrow Connector 28">
            <a:extLst>
              <a:ext uri="{FF2B5EF4-FFF2-40B4-BE49-F238E27FC236}">
                <a16:creationId xmlns:a16="http://schemas.microsoft.com/office/drawing/2014/main" id="{1309F4BF-A89C-4868-9BB6-2E261C096729}"/>
              </a:ext>
            </a:extLst>
          </p:cNvPr>
          <p:cNvCxnSpPr>
            <a:cxnSpLocks/>
          </p:cNvCxnSpPr>
          <p:nvPr/>
        </p:nvCxnSpPr>
        <p:spPr>
          <a:xfrm flipV="1">
            <a:off x="11782425" y="1905000"/>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CA1451B9-6D0E-453E-A2E5-1B2EA23DE6B7}"/>
              </a:ext>
            </a:extLst>
          </p:cNvPr>
          <p:cNvSpPr/>
          <p:nvPr/>
        </p:nvSpPr>
        <p:spPr>
          <a:xfrm>
            <a:off x="11545988" y="1478054"/>
            <a:ext cx="472873"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15</a:t>
            </a:r>
          </a:p>
        </p:txBody>
      </p:sp>
      <p:cxnSp>
        <p:nvCxnSpPr>
          <p:cNvPr id="31" name="Straight Arrow Connector 30">
            <a:extLst>
              <a:ext uri="{FF2B5EF4-FFF2-40B4-BE49-F238E27FC236}">
                <a16:creationId xmlns:a16="http://schemas.microsoft.com/office/drawing/2014/main" id="{FEB61077-0B1B-4349-AF2D-C7902066B8C2}"/>
              </a:ext>
            </a:extLst>
          </p:cNvPr>
          <p:cNvCxnSpPr>
            <a:cxnSpLocks/>
          </p:cNvCxnSpPr>
          <p:nvPr/>
        </p:nvCxnSpPr>
        <p:spPr>
          <a:xfrm flipV="1">
            <a:off x="6324600" y="1876425"/>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8971B04F-1E29-47CD-B51B-24FA9F82E240}"/>
              </a:ext>
            </a:extLst>
          </p:cNvPr>
          <p:cNvSpPr/>
          <p:nvPr/>
        </p:nvSpPr>
        <p:spPr>
          <a:xfrm>
            <a:off x="6054219" y="1458455"/>
            <a:ext cx="49192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7</a:t>
            </a:r>
          </a:p>
        </p:txBody>
      </p:sp>
      <p:cxnSp>
        <p:nvCxnSpPr>
          <p:cNvPr id="33" name="Straight Arrow Connector 32">
            <a:extLst>
              <a:ext uri="{FF2B5EF4-FFF2-40B4-BE49-F238E27FC236}">
                <a16:creationId xmlns:a16="http://schemas.microsoft.com/office/drawing/2014/main" id="{DF6CD143-19FC-493E-AAEE-B77BBA3F8458}"/>
              </a:ext>
            </a:extLst>
          </p:cNvPr>
          <p:cNvCxnSpPr>
            <a:cxnSpLocks/>
          </p:cNvCxnSpPr>
          <p:nvPr/>
        </p:nvCxnSpPr>
        <p:spPr>
          <a:xfrm flipH="1">
            <a:off x="9414167" y="6438901"/>
            <a:ext cx="1406233"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125FD51D-DF2D-4B1E-A86B-79035EE8C5AB}"/>
              </a:ext>
            </a:extLst>
          </p:cNvPr>
          <p:cNvSpPr/>
          <p:nvPr/>
        </p:nvSpPr>
        <p:spPr>
          <a:xfrm>
            <a:off x="8922241" y="6254235"/>
            <a:ext cx="443823"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17</a:t>
            </a:r>
          </a:p>
        </p:txBody>
      </p:sp>
    </p:spTree>
    <p:extLst>
      <p:ext uri="{BB962C8B-B14F-4D97-AF65-F5344CB8AC3E}">
        <p14:creationId xmlns:p14="http://schemas.microsoft.com/office/powerpoint/2010/main" val="42189453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D42A9-6B99-474A-B630-4A422B2E3652}"/>
              </a:ext>
            </a:extLst>
          </p:cNvPr>
          <p:cNvSpPr>
            <a:spLocks noGrp="1"/>
          </p:cNvSpPr>
          <p:nvPr>
            <p:ph type="title"/>
          </p:nvPr>
        </p:nvSpPr>
        <p:spPr>
          <a:xfrm>
            <a:off x="495299" y="495299"/>
            <a:ext cx="11201401" cy="492443"/>
          </a:xfrm>
        </p:spPr>
        <p:txBody>
          <a:bodyPr/>
          <a:lstStyle/>
          <a:p>
            <a:r>
              <a:rPr lang="en-AU" sz="3200">
                <a:latin typeface="+mn-lt"/>
              </a:rPr>
              <a:t>Attributes (Contd.)</a:t>
            </a:r>
            <a:endParaRPr lang="en-US" sz="3200"/>
          </a:p>
        </p:txBody>
      </p:sp>
      <p:sp>
        <p:nvSpPr>
          <p:cNvPr id="4" name="Slide Number Placeholder 3">
            <a:extLst>
              <a:ext uri="{FF2B5EF4-FFF2-40B4-BE49-F238E27FC236}">
                <a16:creationId xmlns:a16="http://schemas.microsoft.com/office/drawing/2014/main" id="{700876ED-F410-4F77-B984-2B46F6D85734}"/>
              </a:ext>
            </a:extLst>
          </p:cNvPr>
          <p:cNvSpPr>
            <a:spLocks noGrp="1"/>
          </p:cNvSpPr>
          <p:nvPr>
            <p:ph type="sldNum" sz="quarter" idx="12"/>
          </p:nvPr>
        </p:nvSpPr>
        <p:spPr/>
        <p:txBody>
          <a:bodyPr/>
          <a:lstStyle/>
          <a:p>
            <a:fld id="{7B94EC18-1D2B-4535-B738-0E53AFE26620}" type="slidenum">
              <a:rPr lang="en-US" smtClean="0"/>
              <a:t>32</a:t>
            </a:fld>
            <a:endParaRPr lang="en-US"/>
          </a:p>
        </p:txBody>
      </p:sp>
      <p:sp>
        <p:nvSpPr>
          <p:cNvPr id="6" name="Rectangle 5">
            <a:extLst>
              <a:ext uri="{FF2B5EF4-FFF2-40B4-BE49-F238E27FC236}">
                <a16:creationId xmlns:a16="http://schemas.microsoft.com/office/drawing/2014/main" id="{9E2A9D3D-BA51-430D-970A-01A6A4C7445B}"/>
              </a:ext>
            </a:extLst>
          </p:cNvPr>
          <p:cNvSpPr/>
          <p:nvPr/>
        </p:nvSpPr>
        <p:spPr>
          <a:xfrm>
            <a:off x="281573" y="2009866"/>
            <a:ext cx="3509933" cy="3293209"/>
          </a:xfrm>
          <a:prstGeom prst="rect">
            <a:avLst/>
          </a:prstGeom>
        </p:spPr>
        <p:txBody>
          <a:bodyPr wrap="square">
            <a:spAutoFit/>
          </a:bodyPr>
          <a:lstStyle/>
          <a:p>
            <a:r>
              <a:rPr lang="en-US" sz="1600">
                <a:solidFill>
                  <a:schemeClr val="tx1">
                    <a:lumMod val="50000"/>
                  </a:schemeClr>
                </a:solidFill>
                <a:cs typeface="Arial" panose="020B0604020202020204" pitchFamily="34" charset="0"/>
              </a:rPr>
              <a:t>To add an attribute:</a:t>
            </a:r>
          </a:p>
          <a:p>
            <a:pPr marL="342900" indent="-342900">
              <a:buFont typeface="+mj-lt"/>
              <a:buAutoNum type="arabicParenR" startAt="13"/>
            </a:pPr>
            <a:r>
              <a:rPr lang="en-US" sz="1600">
                <a:solidFill>
                  <a:schemeClr val="tx1">
                    <a:lumMod val="50000"/>
                  </a:schemeClr>
                </a:solidFill>
                <a:cs typeface="Arial" panose="020B0604020202020204" pitchFamily="34" charset="0"/>
              </a:rPr>
              <a:t>In the Filter Category box, mention any filtering criteria to segregate the attribute. </a:t>
            </a:r>
            <a:r>
              <a:rPr lang="en-US" sz="1600" err="1">
                <a:solidFill>
                  <a:schemeClr val="tx1">
                    <a:lumMod val="50000"/>
                  </a:schemeClr>
                </a:solidFill>
                <a:cs typeface="Arial" panose="020B0604020202020204" pitchFamily="34" charset="0"/>
              </a:rPr>
              <a:t>Eg</a:t>
            </a:r>
            <a:r>
              <a:rPr lang="en-US" sz="1600">
                <a:solidFill>
                  <a:schemeClr val="tx1">
                    <a:lumMod val="50000"/>
                  </a:schemeClr>
                </a:solidFill>
                <a:cs typeface="Arial" panose="020B0604020202020204" pitchFamily="34" charset="0"/>
              </a:rPr>
              <a:t>: Input, Output, KPI.</a:t>
            </a:r>
          </a:p>
          <a:p>
            <a:pPr marL="342900" indent="-342900">
              <a:buFont typeface="+mj-lt"/>
              <a:buAutoNum type="arabicParenR" startAt="13"/>
            </a:pPr>
            <a:r>
              <a:rPr lang="en-US" sz="1600">
                <a:solidFill>
                  <a:schemeClr val="tx1">
                    <a:lumMod val="50000"/>
                  </a:schemeClr>
                </a:solidFill>
                <a:cs typeface="Arial" panose="020B0604020202020204" pitchFamily="34" charset="0"/>
              </a:rPr>
              <a:t>It shows the selected attribute is derived from its class.</a:t>
            </a:r>
          </a:p>
          <a:p>
            <a:pPr marL="342900" indent="-342900">
              <a:buFont typeface="+mj-lt"/>
              <a:buAutoNum type="arabicParenR" startAt="13"/>
            </a:pPr>
            <a:r>
              <a:rPr lang="en-US" sz="1600">
                <a:solidFill>
                  <a:schemeClr val="tx1">
                    <a:lumMod val="50000"/>
                  </a:schemeClr>
                </a:solidFill>
                <a:cs typeface="Arial" panose="020B0604020202020204" pitchFamily="34" charset="0"/>
              </a:rPr>
              <a:t>Click to delete existing attribute if required.</a:t>
            </a:r>
          </a:p>
          <a:p>
            <a:pPr marL="342900" indent="-342900">
              <a:buFont typeface="+mj-lt"/>
              <a:buAutoNum type="arabicParenR" startAt="13"/>
            </a:pPr>
            <a:r>
              <a:rPr lang="en-US" sz="1600">
                <a:solidFill>
                  <a:schemeClr val="tx1">
                    <a:lumMod val="50000"/>
                  </a:schemeClr>
                </a:solidFill>
                <a:cs typeface="Arial" panose="020B0604020202020204" pitchFamily="34" charset="0"/>
              </a:rPr>
              <a:t>Click Save to save the attribute. The attribute is saved and displayed in the Attribute Configuration pane.</a:t>
            </a:r>
          </a:p>
        </p:txBody>
      </p:sp>
      <p:pic>
        <p:nvPicPr>
          <p:cNvPr id="7" name="Picture 6">
            <a:extLst>
              <a:ext uri="{FF2B5EF4-FFF2-40B4-BE49-F238E27FC236}">
                <a16:creationId xmlns:a16="http://schemas.microsoft.com/office/drawing/2014/main" id="{C381F49F-BEB2-4B36-82A7-5EE8D300F2B2}"/>
              </a:ext>
            </a:extLst>
          </p:cNvPr>
          <p:cNvPicPr>
            <a:picLocks noChangeAspect="1"/>
          </p:cNvPicPr>
          <p:nvPr/>
        </p:nvPicPr>
        <p:blipFill>
          <a:blip r:embed="rId2"/>
          <a:stretch>
            <a:fillRect/>
          </a:stretch>
        </p:blipFill>
        <p:spPr>
          <a:xfrm>
            <a:off x="4030031" y="2250361"/>
            <a:ext cx="7914319" cy="4337649"/>
          </a:xfrm>
          <a:prstGeom prst="rect">
            <a:avLst/>
          </a:prstGeom>
        </p:spPr>
      </p:pic>
      <p:cxnSp>
        <p:nvCxnSpPr>
          <p:cNvPr id="8" name="Straight Arrow Connector 7">
            <a:extLst>
              <a:ext uri="{FF2B5EF4-FFF2-40B4-BE49-F238E27FC236}">
                <a16:creationId xmlns:a16="http://schemas.microsoft.com/office/drawing/2014/main" id="{B38C3FC3-2E56-4751-BB74-CD220372DFB8}"/>
              </a:ext>
            </a:extLst>
          </p:cNvPr>
          <p:cNvCxnSpPr>
            <a:cxnSpLocks/>
          </p:cNvCxnSpPr>
          <p:nvPr/>
        </p:nvCxnSpPr>
        <p:spPr>
          <a:xfrm flipV="1">
            <a:off x="5038725" y="1276350"/>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CB243C7E-6BA7-439F-99C1-9E10EC9959BD}"/>
              </a:ext>
            </a:extLst>
          </p:cNvPr>
          <p:cNvSpPr/>
          <p:nvPr/>
        </p:nvSpPr>
        <p:spPr>
          <a:xfrm>
            <a:off x="4884507" y="849162"/>
            <a:ext cx="30999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4</a:t>
            </a:r>
          </a:p>
        </p:txBody>
      </p:sp>
      <p:sp>
        <p:nvSpPr>
          <p:cNvPr id="10" name="Rectangle 9">
            <a:extLst>
              <a:ext uri="{FF2B5EF4-FFF2-40B4-BE49-F238E27FC236}">
                <a16:creationId xmlns:a16="http://schemas.microsoft.com/office/drawing/2014/main" id="{190B690E-3AD6-49C6-8372-4CD05A8056F7}"/>
              </a:ext>
            </a:extLst>
          </p:cNvPr>
          <p:cNvSpPr/>
          <p:nvPr/>
        </p:nvSpPr>
        <p:spPr>
          <a:xfrm>
            <a:off x="4689680" y="2250361"/>
            <a:ext cx="710992" cy="226139"/>
          </a:xfrm>
          <a:prstGeom prst="rect">
            <a:avLst/>
          </a:prstGeom>
          <a:noFill/>
          <a:ln w="38100">
            <a:solidFill>
              <a:srgbClr val="E327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cxnSp>
        <p:nvCxnSpPr>
          <p:cNvPr id="11" name="Straight Arrow Connector 10">
            <a:extLst>
              <a:ext uri="{FF2B5EF4-FFF2-40B4-BE49-F238E27FC236}">
                <a16:creationId xmlns:a16="http://schemas.microsoft.com/office/drawing/2014/main" id="{4D9262F1-2940-4AAE-ACE1-F83FAB338951}"/>
              </a:ext>
            </a:extLst>
          </p:cNvPr>
          <p:cNvCxnSpPr>
            <a:cxnSpLocks/>
          </p:cNvCxnSpPr>
          <p:nvPr/>
        </p:nvCxnSpPr>
        <p:spPr>
          <a:xfrm flipV="1">
            <a:off x="4476750" y="1857375"/>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62156263-A84D-4444-AE3E-E1C6A5FAE32C}"/>
              </a:ext>
            </a:extLst>
          </p:cNvPr>
          <p:cNvSpPr/>
          <p:nvPr/>
        </p:nvSpPr>
        <p:spPr>
          <a:xfrm>
            <a:off x="4322532" y="1430187"/>
            <a:ext cx="30999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5</a:t>
            </a:r>
          </a:p>
        </p:txBody>
      </p:sp>
      <p:cxnSp>
        <p:nvCxnSpPr>
          <p:cNvPr id="13" name="Straight Arrow Connector 12">
            <a:extLst>
              <a:ext uri="{FF2B5EF4-FFF2-40B4-BE49-F238E27FC236}">
                <a16:creationId xmlns:a16="http://schemas.microsoft.com/office/drawing/2014/main" id="{3888D9EC-E452-4F22-9CC7-7C4480BDAB0D}"/>
              </a:ext>
            </a:extLst>
          </p:cNvPr>
          <p:cNvCxnSpPr>
            <a:cxnSpLocks/>
          </p:cNvCxnSpPr>
          <p:nvPr/>
        </p:nvCxnSpPr>
        <p:spPr>
          <a:xfrm flipV="1">
            <a:off x="5514975" y="1876425"/>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47486F54-138E-4C99-AAEF-3D28716EDA8C}"/>
              </a:ext>
            </a:extLst>
          </p:cNvPr>
          <p:cNvSpPr/>
          <p:nvPr/>
        </p:nvSpPr>
        <p:spPr>
          <a:xfrm>
            <a:off x="5360757" y="1449237"/>
            <a:ext cx="30999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6</a:t>
            </a:r>
          </a:p>
        </p:txBody>
      </p:sp>
      <p:cxnSp>
        <p:nvCxnSpPr>
          <p:cNvPr id="15" name="Straight Arrow Connector 14">
            <a:extLst>
              <a:ext uri="{FF2B5EF4-FFF2-40B4-BE49-F238E27FC236}">
                <a16:creationId xmlns:a16="http://schemas.microsoft.com/office/drawing/2014/main" id="{5E5666B7-6A8D-462E-A4DE-0F7698B20DB2}"/>
              </a:ext>
            </a:extLst>
          </p:cNvPr>
          <p:cNvCxnSpPr>
            <a:cxnSpLocks/>
          </p:cNvCxnSpPr>
          <p:nvPr/>
        </p:nvCxnSpPr>
        <p:spPr>
          <a:xfrm flipV="1">
            <a:off x="7115175" y="1866900"/>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2D132385-24F1-4930-9273-49353B525010}"/>
              </a:ext>
            </a:extLst>
          </p:cNvPr>
          <p:cNvSpPr/>
          <p:nvPr/>
        </p:nvSpPr>
        <p:spPr>
          <a:xfrm>
            <a:off x="6960957" y="1439712"/>
            <a:ext cx="30999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8</a:t>
            </a:r>
          </a:p>
        </p:txBody>
      </p:sp>
      <p:cxnSp>
        <p:nvCxnSpPr>
          <p:cNvPr id="17" name="Straight Arrow Connector 16">
            <a:extLst>
              <a:ext uri="{FF2B5EF4-FFF2-40B4-BE49-F238E27FC236}">
                <a16:creationId xmlns:a16="http://schemas.microsoft.com/office/drawing/2014/main" id="{0B11B7F5-AB13-4B21-850F-A1BCC3519476}"/>
              </a:ext>
            </a:extLst>
          </p:cNvPr>
          <p:cNvCxnSpPr>
            <a:cxnSpLocks/>
          </p:cNvCxnSpPr>
          <p:nvPr/>
        </p:nvCxnSpPr>
        <p:spPr>
          <a:xfrm flipV="1">
            <a:off x="7772400" y="1876425"/>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2FC593DF-74B5-47AE-939A-47D1C0E10644}"/>
              </a:ext>
            </a:extLst>
          </p:cNvPr>
          <p:cNvSpPr/>
          <p:nvPr/>
        </p:nvSpPr>
        <p:spPr>
          <a:xfrm>
            <a:off x="7618182" y="1449237"/>
            <a:ext cx="30999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9</a:t>
            </a:r>
          </a:p>
        </p:txBody>
      </p:sp>
      <p:cxnSp>
        <p:nvCxnSpPr>
          <p:cNvPr id="19" name="Straight Arrow Connector 18">
            <a:extLst>
              <a:ext uri="{FF2B5EF4-FFF2-40B4-BE49-F238E27FC236}">
                <a16:creationId xmlns:a16="http://schemas.microsoft.com/office/drawing/2014/main" id="{332CB61D-91CC-4A7E-8250-B2AB8C9EB435}"/>
              </a:ext>
            </a:extLst>
          </p:cNvPr>
          <p:cNvCxnSpPr>
            <a:cxnSpLocks/>
          </p:cNvCxnSpPr>
          <p:nvPr/>
        </p:nvCxnSpPr>
        <p:spPr>
          <a:xfrm flipV="1">
            <a:off x="8410575" y="1885950"/>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7E51E5B7-855C-4F9C-BAFF-9288E3A9EBBB}"/>
              </a:ext>
            </a:extLst>
          </p:cNvPr>
          <p:cNvSpPr/>
          <p:nvPr/>
        </p:nvSpPr>
        <p:spPr>
          <a:xfrm>
            <a:off x="8180156" y="1458762"/>
            <a:ext cx="44516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10</a:t>
            </a:r>
          </a:p>
        </p:txBody>
      </p:sp>
      <p:cxnSp>
        <p:nvCxnSpPr>
          <p:cNvPr id="21" name="Straight Arrow Connector 20">
            <a:extLst>
              <a:ext uri="{FF2B5EF4-FFF2-40B4-BE49-F238E27FC236}">
                <a16:creationId xmlns:a16="http://schemas.microsoft.com/office/drawing/2014/main" id="{51C3DDDA-2286-4591-A04C-9F69E8577E88}"/>
              </a:ext>
            </a:extLst>
          </p:cNvPr>
          <p:cNvCxnSpPr>
            <a:cxnSpLocks/>
          </p:cNvCxnSpPr>
          <p:nvPr/>
        </p:nvCxnSpPr>
        <p:spPr>
          <a:xfrm flipV="1">
            <a:off x="9086850" y="1885950"/>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DE5A07B7-F1D3-4F9E-85B6-FF53F5C198A0}"/>
              </a:ext>
            </a:extLst>
          </p:cNvPr>
          <p:cNvSpPr/>
          <p:nvPr/>
        </p:nvSpPr>
        <p:spPr>
          <a:xfrm>
            <a:off x="8858247" y="1477812"/>
            <a:ext cx="46153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11</a:t>
            </a:r>
          </a:p>
        </p:txBody>
      </p:sp>
      <p:cxnSp>
        <p:nvCxnSpPr>
          <p:cNvPr id="23" name="Straight Arrow Connector 22">
            <a:extLst>
              <a:ext uri="{FF2B5EF4-FFF2-40B4-BE49-F238E27FC236}">
                <a16:creationId xmlns:a16="http://schemas.microsoft.com/office/drawing/2014/main" id="{8F7CD927-B8A1-435F-B4C6-85DE7D7E500C}"/>
              </a:ext>
            </a:extLst>
          </p:cNvPr>
          <p:cNvCxnSpPr>
            <a:cxnSpLocks/>
          </p:cNvCxnSpPr>
          <p:nvPr/>
        </p:nvCxnSpPr>
        <p:spPr>
          <a:xfrm flipV="1">
            <a:off x="9801225" y="1885950"/>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7A70F960-7D44-4C73-897B-A5751015F30B}"/>
              </a:ext>
            </a:extLst>
          </p:cNvPr>
          <p:cNvSpPr/>
          <p:nvPr/>
        </p:nvSpPr>
        <p:spPr>
          <a:xfrm>
            <a:off x="9550891" y="1496862"/>
            <a:ext cx="49192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12</a:t>
            </a:r>
          </a:p>
        </p:txBody>
      </p:sp>
      <p:cxnSp>
        <p:nvCxnSpPr>
          <p:cNvPr id="25" name="Straight Arrow Connector 24">
            <a:extLst>
              <a:ext uri="{FF2B5EF4-FFF2-40B4-BE49-F238E27FC236}">
                <a16:creationId xmlns:a16="http://schemas.microsoft.com/office/drawing/2014/main" id="{45FE622A-0133-4A04-B321-FDCDCBDE576E}"/>
              </a:ext>
            </a:extLst>
          </p:cNvPr>
          <p:cNvCxnSpPr>
            <a:cxnSpLocks/>
          </p:cNvCxnSpPr>
          <p:nvPr/>
        </p:nvCxnSpPr>
        <p:spPr>
          <a:xfrm flipV="1">
            <a:off x="10410825" y="1924050"/>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43C35CC0-DCF9-495D-8EFE-748F68594EB8}"/>
              </a:ext>
            </a:extLst>
          </p:cNvPr>
          <p:cNvSpPr/>
          <p:nvPr/>
        </p:nvSpPr>
        <p:spPr>
          <a:xfrm>
            <a:off x="10171748" y="1506387"/>
            <a:ext cx="48672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13</a:t>
            </a:r>
          </a:p>
        </p:txBody>
      </p:sp>
      <p:cxnSp>
        <p:nvCxnSpPr>
          <p:cNvPr id="27" name="Straight Arrow Connector 26">
            <a:extLst>
              <a:ext uri="{FF2B5EF4-FFF2-40B4-BE49-F238E27FC236}">
                <a16:creationId xmlns:a16="http://schemas.microsoft.com/office/drawing/2014/main" id="{0D78374C-E4DD-4A64-A593-BB21F6727F3E}"/>
              </a:ext>
            </a:extLst>
          </p:cNvPr>
          <p:cNvCxnSpPr>
            <a:cxnSpLocks/>
          </p:cNvCxnSpPr>
          <p:nvPr/>
        </p:nvCxnSpPr>
        <p:spPr>
          <a:xfrm flipV="1">
            <a:off x="11163300" y="1914525"/>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9B30D24F-5AF8-4CC7-8E51-A49D42CBEE95}"/>
              </a:ext>
            </a:extLst>
          </p:cNvPr>
          <p:cNvSpPr/>
          <p:nvPr/>
        </p:nvSpPr>
        <p:spPr>
          <a:xfrm>
            <a:off x="10926863" y="1487337"/>
            <a:ext cx="472873"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14</a:t>
            </a:r>
          </a:p>
        </p:txBody>
      </p:sp>
      <p:cxnSp>
        <p:nvCxnSpPr>
          <p:cNvPr id="29" name="Straight Arrow Connector 28">
            <a:extLst>
              <a:ext uri="{FF2B5EF4-FFF2-40B4-BE49-F238E27FC236}">
                <a16:creationId xmlns:a16="http://schemas.microsoft.com/office/drawing/2014/main" id="{865E8BCC-3A0A-49B8-BFD1-3F772CA1234A}"/>
              </a:ext>
            </a:extLst>
          </p:cNvPr>
          <p:cNvCxnSpPr>
            <a:cxnSpLocks/>
          </p:cNvCxnSpPr>
          <p:nvPr/>
        </p:nvCxnSpPr>
        <p:spPr>
          <a:xfrm flipV="1">
            <a:off x="11782425" y="1905000"/>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210B28F0-9AC9-446C-B600-F3BFE4AACD36}"/>
              </a:ext>
            </a:extLst>
          </p:cNvPr>
          <p:cNvSpPr/>
          <p:nvPr/>
        </p:nvSpPr>
        <p:spPr>
          <a:xfrm>
            <a:off x="11545988" y="1478054"/>
            <a:ext cx="472873"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15</a:t>
            </a:r>
          </a:p>
        </p:txBody>
      </p:sp>
      <p:cxnSp>
        <p:nvCxnSpPr>
          <p:cNvPr id="31" name="Straight Arrow Connector 30">
            <a:extLst>
              <a:ext uri="{FF2B5EF4-FFF2-40B4-BE49-F238E27FC236}">
                <a16:creationId xmlns:a16="http://schemas.microsoft.com/office/drawing/2014/main" id="{1090056D-DE5F-43C4-86C2-9AA85BD84415}"/>
              </a:ext>
            </a:extLst>
          </p:cNvPr>
          <p:cNvCxnSpPr>
            <a:cxnSpLocks/>
          </p:cNvCxnSpPr>
          <p:nvPr/>
        </p:nvCxnSpPr>
        <p:spPr>
          <a:xfrm flipV="1">
            <a:off x="6324600" y="1876425"/>
            <a:ext cx="0" cy="9620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14A3F58E-67A6-4335-9167-B8317118A87F}"/>
              </a:ext>
            </a:extLst>
          </p:cNvPr>
          <p:cNvSpPr/>
          <p:nvPr/>
        </p:nvSpPr>
        <p:spPr>
          <a:xfrm>
            <a:off x="6054219" y="1458455"/>
            <a:ext cx="49192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7</a:t>
            </a:r>
          </a:p>
        </p:txBody>
      </p:sp>
      <p:cxnSp>
        <p:nvCxnSpPr>
          <p:cNvPr id="33" name="Straight Arrow Connector 32">
            <a:extLst>
              <a:ext uri="{FF2B5EF4-FFF2-40B4-BE49-F238E27FC236}">
                <a16:creationId xmlns:a16="http://schemas.microsoft.com/office/drawing/2014/main" id="{65DF305F-6458-424D-BDA2-D1BDBDA1E23A}"/>
              </a:ext>
            </a:extLst>
          </p:cNvPr>
          <p:cNvCxnSpPr>
            <a:cxnSpLocks/>
          </p:cNvCxnSpPr>
          <p:nvPr/>
        </p:nvCxnSpPr>
        <p:spPr>
          <a:xfrm flipH="1">
            <a:off x="9414167" y="6438901"/>
            <a:ext cx="1406233"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F3A8AAD9-2DB3-47FC-B63B-23378EA798C6}"/>
              </a:ext>
            </a:extLst>
          </p:cNvPr>
          <p:cNvSpPr/>
          <p:nvPr/>
        </p:nvSpPr>
        <p:spPr>
          <a:xfrm>
            <a:off x="8922241" y="6254235"/>
            <a:ext cx="443823"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16</a:t>
            </a:r>
          </a:p>
        </p:txBody>
      </p:sp>
      <p:sp>
        <p:nvSpPr>
          <p:cNvPr id="35" name="Slide Number Placeholder 2">
            <a:extLst>
              <a:ext uri="{FF2B5EF4-FFF2-40B4-BE49-F238E27FC236}">
                <a16:creationId xmlns:a16="http://schemas.microsoft.com/office/drawing/2014/main" id="{0D557E9A-B9B1-4BA8-81FB-124FD18F5A11}"/>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12997173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42705-A9BB-4C17-A31D-7AF251D5A244}"/>
              </a:ext>
            </a:extLst>
          </p:cNvPr>
          <p:cNvSpPr>
            <a:spLocks noGrp="1"/>
          </p:cNvSpPr>
          <p:nvPr>
            <p:ph type="title"/>
          </p:nvPr>
        </p:nvSpPr>
        <p:spPr>
          <a:xfrm>
            <a:off x="450000" y="190660"/>
            <a:ext cx="11201401" cy="584775"/>
          </a:xfrm>
        </p:spPr>
        <p:txBody>
          <a:bodyPr/>
          <a:lstStyle/>
          <a:p>
            <a:r>
              <a:rPr lang="en-AU" sz="3200" dirty="0">
                <a:latin typeface="+mn-lt"/>
              </a:rPr>
              <a:t>APM – User Interface - Calculation Models</a:t>
            </a:r>
            <a:endParaRPr lang="en-US" sz="3200" dirty="0"/>
          </a:p>
        </p:txBody>
      </p:sp>
      <p:sp>
        <p:nvSpPr>
          <p:cNvPr id="4" name="Slide Number Placeholder 3">
            <a:extLst>
              <a:ext uri="{FF2B5EF4-FFF2-40B4-BE49-F238E27FC236}">
                <a16:creationId xmlns:a16="http://schemas.microsoft.com/office/drawing/2014/main" id="{B442D724-D5F8-4167-BEE5-84D9892AC816}"/>
              </a:ext>
            </a:extLst>
          </p:cNvPr>
          <p:cNvSpPr>
            <a:spLocks noGrp="1"/>
          </p:cNvSpPr>
          <p:nvPr>
            <p:ph type="sldNum" sz="quarter" idx="12"/>
          </p:nvPr>
        </p:nvSpPr>
        <p:spPr/>
        <p:txBody>
          <a:bodyPr/>
          <a:lstStyle/>
          <a:p>
            <a:fld id="{7B94EC18-1D2B-4535-B738-0E53AFE26620}" type="slidenum">
              <a:rPr lang="en-US" smtClean="0"/>
              <a:t>33</a:t>
            </a:fld>
            <a:endParaRPr lang="en-US"/>
          </a:p>
        </p:txBody>
      </p:sp>
      <p:sp>
        <p:nvSpPr>
          <p:cNvPr id="6" name="Rectangle 5">
            <a:extLst>
              <a:ext uri="{FF2B5EF4-FFF2-40B4-BE49-F238E27FC236}">
                <a16:creationId xmlns:a16="http://schemas.microsoft.com/office/drawing/2014/main" id="{2C7605E8-A50D-49BE-9144-65251C910D49}"/>
              </a:ext>
            </a:extLst>
          </p:cNvPr>
          <p:cNvSpPr/>
          <p:nvPr/>
        </p:nvSpPr>
        <p:spPr>
          <a:xfrm>
            <a:off x="594371" y="1429615"/>
            <a:ext cx="2714770" cy="2308324"/>
          </a:xfrm>
          <a:prstGeom prst="rect">
            <a:avLst/>
          </a:prstGeom>
        </p:spPr>
        <p:txBody>
          <a:bodyPr wrap="square">
            <a:spAutoFit/>
          </a:bodyPr>
          <a:lstStyle/>
          <a:p>
            <a:r>
              <a:rPr lang="en-US" sz="1600">
                <a:cs typeface="Arial" panose="020B0604020202020204" pitchFamily="34" charset="0"/>
              </a:rPr>
              <a:t>To add a calculation:</a:t>
            </a:r>
          </a:p>
          <a:p>
            <a:endParaRPr lang="en-US" sz="1600">
              <a:cs typeface="Arial" panose="020B0604020202020204" pitchFamily="34" charset="0"/>
            </a:endParaRPr>
          </a:p>
          <a:p>
            <a:pPr marL="342900" indent="-342900">
              <a:buFont typeface="+mj-lt"/>
              <a:buAutoNum type="arabicParenR"/>
            </a:pPr>
            <a:r>
              <a:rPr lang="en-US" sz="1600">
                <a:cs typeface="Arial" panose="020B0604020202020204" pitchFamily="34" charset="0"/>
              </a:rPr>
              <a:t>Click on the Calculations for selected asset.</a:t>
            </a:r>
          </a:p>
          <a:p>
            <a:pPr marL="342900" indent="-342900">
              <a:buFont typeface="+mj-lt"/>
              <a:buAutoNum type="arabicParenR"/>
            </a:pPr>
            <a:r>
              <a:rPr lang="en-US" sz="1600">
                <a:cs typeface="Arial" panose="020B0604020202020204" pitchFamily="34" charset="0"/>
              </a:rPr>
              <a:t>On Calculation Configuration tab, click on “+” button to create Basic calculation. </a:t>
            </a:r>
          </a:p>
        </p:txBody>
      </p:sp>
      <p:sp>
        <p:nvSpPr>
          <p:cNvPr id="7" name="Rectangle 6">
            <a:extLst>
              <a:ext uri="{FF2B5EF4-FFF2-40B4-BE49-F238E27FC236}">
                <a16:creationId xmlns:a16="http://schemas.microsoft.com/office/drawing/2014/main" id="{2B41E387-5D29-4AEC-AF36-A98F7CE7AAAF}"/>
              </a:ext>
            </a:extLst>
          </p:cNvPr>
          <p:cNvSpPr/>
          <p:nvPr/>
        </p:nvSpPr>
        <p:spPr>
          <a:xfrm>
            <a:off x="6453787" y="5539398"/>
            <a:ext cx="181578" cy="369332"/>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1</a:t>
            </a:r>
          </a:p>
        </p:txBody>
      </p:sp>
      <p:pic>
        <p:nvPicPr>
          <p:cNvPr id="8" name="Picture 7">
            <a:extLst>
              <a:ext uri="{FF2B5EF4-FFF2-40B4-BE49-F238E27FC236}">
                <a16:creationId xmlns:a16="http://schemas.microsoft.com/office/drawing/2014/main" id="{C2AADBDB-9857-4248-B160-BB407D1C797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941685" y="812535"/>
            <a:ext cx="1763779" cy="5432127"/>
          </a:xfrm>
          <a:prstGeom prst="rect">
            <a:avLst/>
          </a:prstGeom>
        </p:spPr>
      </p:pic>
      <p:cxnSp>
        <p:nvCxnSpPr>
          <p:cNvPr id="9" name="Straight Arrow Connector 8">
            <a:extLst>
              <a:ext uri="{FF2B5EF4-FFF2-40B4-BE49-F238E27FC236}">
                <a16:creationId xmlns:a16="http://schemas.microsoft.com/office/drawing/2014/main" id="{8A7F9170-ED79-460C-B93C-AEB79B8D788D}"/>
              </a:ext>
            </a:extLst>
          </p:cNvPr>
          <p:cNvCxnSpPr>
            <a:cxnSpLocks/>
          </p:cNvCxnSpPr>
          <p:nvPr/>
        </p:nvCxnSpPr>
        <p:spPr>
          <a:xfrm flipV="1">
            <a:off x="5069151" y="5730909"/>
            <a:ext cx="1384740"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609016F4-EAF1-45FB-9FAA-9B941201B1A1}"/>
              </a:ext>
            </a:extLst>
          </p:cNvPr>
          <p:cNvPicPr>
            <a:picLocks noChangeAspect="1"/>
          </p:cNvPicPr>
          <p:nvPr/>
        </p:nvPicPr>
        <p:blipFill>
          <a:blip r:embed="rId3"/>
          <a:stretch>
            <a:fillRect/>
          </a:stretch>
        </p:blipFill>
        <p:spPr>
          <a:xfrm>
            <a:off x="6544576" y="812534"/>
            <a:ext cx="4222464" cy="1311523"/>
          </a:xfrm>
          <a:prstGeom prst="rect">
            <a:avLst/>
          </a:prstGeom>
        </p:spPr>
      </p:pic>
      <p:cxnSp>
        <p:nvCxnSpPr>
          <p:cNvPr id="11" name="Straight Arrow Connector 10">
            <a:extLst>
              <a:ext uri="{FF2B5EF4-FFF2-40B4-BE49-F238E27FC236}">
                <a16:creationId xmlns:a16="http://schemas.microsoft.com/office/drawing/2014/main" id="{78C5935C-340A-405C-8B9A-B656E37AD59A}"/>
              </a:ext>
            </a:extLst>
          </p:cNvPr>
          <p:cNvCxnSpPr>
            <a:cxnSpLocks/>
          </p:cNvCxnSpPr>
          <p:nvPr/>
        </p:nvCxnSpPr>
        <p:spPr>
          <a:xfrm>
            <a:off x="7040736" y="2124057"/>
            <a:ext cx="0" cy="627593"/>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D5E3A3DE-9D95-402E-9E05-DE12F94311CF}"/>
              </a:ext>
            </a:extLst>
          </p:cNvPr>
          <p:cNvSpPr/>
          <p:nvPr/>
        </p:nvSpPr>
        <p:spPr>
          <a:xfrm>
            <a:off x="6949947" y="2829999"/>
            <a:ext cx="18157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a:t>
            </a:r>
          </a:p>
        </p:txBody>
      </p:sp>
      <p:sp>
        <p:nvSpPr>
          <p:cNvPr id="13" name="Slide Number Placeholder 3">
            <a:extLst>
              <a:ext uri="{FF2B5EF4-FFF2-40B4-BE49-F238E27FC236}">
                <a16:creationId xmlns:a16="http://schemas.microsoft.com/office/drawing/2014/main" id="{4B6A90F8-6132-4445-9D32-D4845C1C67CC}"/>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3" name="TextBox 2">
            <a:extLst>
              <a:ext uri="{FF2B5EF4-FFF2-40B4-BE49-F238E27FC236}">
                <a16:creationId xmlns:a16="http://schemas.microsoft.com/office/drawing/2014/main" id="{E8625041-79F8-F3E3-DD21-AB7E60B7ED12}"/>
              </a:ext>
            </a:extLst>
          </p:cNvPr>
          <p:cNvSpPr txBox="1"/>
          <p:nvPr/>
        </p:nvSpPr>
        <p:spPr>
          <a:xfrm>
            <a:off x="4320725" y="5659887"/>
            <a:ext cx="748426" cy="128354"/>
          </a:xfrm>
          <a:prstGeom prst="rect">
            <a:avLst/>
          </a:prstGeom>
          <a:noFill/>
          <a:ln w="28575">
            <a:solidFill>
              <a:schemeClr val="tx2"/>
            </a:solidFill>
          </a:ln>
        </p:spPr>
        <p:txBody>
          <a:bodyPr wrap="square" rtlCol="0">
            <a:spAutoFit/>
          </a:bodyPr>
          <a:lstStyle/>
          <a:p>
            <a:endParaRPr lang="en-US" dirty="0"/>
          </a:p>
        </p:txBody>
      </p:sp>
    </p:spTree>
    <p:extLst>
      <p:ext uri="{BB962C8B-B14F-4D97-AF65-F5344CB8AC3E}">
        <p14:creationId xmlns:p14="http://schemas.microsoft.com/office/powerpoint/2010/main" val="4212884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2D9E3-5342-41F9-B8A6-314495C4B61A}"/>
              </a:ext>
            </a:extLst>
          </p:cNvPr>
          <p:cNvSpPr>
            <a:spLocks noGrp="1"/>
          </p:cNvSpPr>
          <p:nvPr>
            <p:ph type="title"/>
          </p:nvPr>
        </p:nvSpPr>
        <p:spPr>
          <a:xfrm>
            <a:off x="495299" y="495299"/>
            <a:ext cx="11201401" cy="492443"/>
          </a:xfrm>
        </p:spPr>
        <p:txBody>
          <a:bodyPr/>
          <a:lstStyle/>
          <a:p>
            <a:r>
              <a:rPr lang="en-AU" sz="3200">
                <a:latin typeface="+mn-lt"/>
              </a:rPr>
              <a:t>Calculation Models (Contd.)</a:t>
            </a:r>
            <a:endParaRPr lang="en-US" sz="3200"/>
          </a:p>
        </p:txBody>
      </p:sp>
      <p:sp>
        <p:nvSpPr>
          <p:cNvPr id="4" name="Slide Number Placeholder 3">
            <a:extLst>
              <a:ext uri="{FF2B5EF4-FFF2-40B4-BE49-F238E27FC236}">
                <a16:creationId xmlns:a16="http://schemas.microsoft.com/office/drawing/2014/main" id="{930783D0-7B59-4D25-B40E-C5029FF097AF}"/>
              </a:ext>
            </a:extLst>
          </p:cNvPr>
          <p:cNvSpPr>
            <a:spLocks noGrp="1"/>
          </p:cNvSpPr>
          <p:nvPr>
            <p:ph type="sldNum" sz="quarter" idx="12"/>
          </p:nvPr>
        </p:nvSpPr>
        <p:spPr/>
        <p:txBody>
          <a:bodyPr/>
          <a:lstStyle/>
          <a:p>
            <a:fld id="{7B94EC18-1D2B-4535-B738-0E53AFE26620}" type="slidenum">
              <a:rPr lang="en-US" smtClean="0"/>
              <a:t>34</a:t>
            </a:fld>
            <a:endParaRPr lang="en-US"/>
          </a:p>
        </p:txBody>
      </p:sp>
      <p:sp>
        <p:nvSpPr>
          <p:cNvPr id="6" name="Rectangle 5">
            <a:extLst>
              <a:ext uri="{FF2B5EF4-FFF2-40B4-BE49-F238E27FC236}">
                <a16:creationId xmlns:a16="http://schemas.microsoft.com/office/drawing/2014/main" id="{D5594D6D-DF4F-4D52-87D9-366492B4D2CE}"/>
              </a:ext>
            </a:extLst>
          </p:cNvPr>
          <p:cNvSpPr/>
          <p:nvPr/>
        </p:nvSpPr>
        <p:spPr>
          <a:xfrm>
            <a:off x="594371" y="1185825"/>
            <a:ext cx="3596629" cy="5262979"/>
          </a:xfrm>
          <a:prstGeom prst="rect">
            <a:avLst/>
          </a:prstGeom>
        </p:spPr>
        <p:txBody>
          <a:bodyPr wrap="square">
            <a:spAutoFit/>
          </a:bodyPr>
          <a:lstStyle/>
          <a:p>
            <a:r>
              <a:rPr lang="en-US" sz="1600">
                <a:cs typeface="Arial" panose="020B0604020202020204" pitchFamily="34" charset="0"/>
              </a:rPr>
              <a:t>To add a calculation:</a:t>
            </a:r>
          </a:p>
          <a:p>
            <a:pPr marL="342900" indent="-342900">
              <a:buFont typeface="+mj-lt"/>
              <a:buAutoNum type="arabicParenR" startAt="3"/>
            </a:pPr>
            <a:r>
              <a:rPr lang="en-US" sz="1600">
                <a:cs typeface="Arial" panose="020B0604020202020204" pitchFamily="34" charset="0"/>
              </a:rPr>
              <a:t>In the Name box, type the name of the calculation.</a:t>
            </a:r>
          </a:p>
          <a:p>
            <a:pPr marL="342900" indent="-342900">
              <a:buFont typeface="+mj-lt"/>
              <a:buAutoNum type="arabicParenR" startAt="3"/>
            </a:pPr>
            <a:r>
              <a:rPr lang="en-US" sz="1600">
                <a:cs typeface="Arial" panose="020B0604020202020204" pitchFamily="34" charset="0"/>
              </a:rPr>
              <a:t>In the Display Name box, type the name of the calculation.</a:t>
            </a:r>
          </a:p>
          <a:p>
            <a:pPr marL="342900" indent="-342900">
              <a:buFont typeface="+mj-lt"/>
              <a:buAutoNum type="arabicParenR" startAt="3"/>
            </a:pPr>
            <a:r>
              <a:rPr lang="en-US" sz="1600">
                <a:cs typeface="Arial" panose="020B0604020202020204" pitchFamily="34" charset="0"/>
              </a:rPr>
              <a:t>In the Description box, type the description of the calculation.</a:t>
            </a:r>
          </a:p>
          <a:p>
            <a:pPr marL="342900" indent="-342900">
              <a:buFont typeface="+mj-lt"/>
              <a:buAutoNum type="arabicParenR" startAt="3"/>
            </a:pPr>
            <a:r>
              <a:rPr lang="en-US" sz="1600">
                <a:cs typeface="Arial" panose="020B0604020202020204" pitchFamily="34" charset="0"/>
              </a:rPr>
              <a:t>Check the box if required to add for asset type of selected asset</a:t>
            </a:r>
          </a:p>
          <a:p>
            <a:pPr marL="342900" indent="-342900">
              <a:buFont typeface="+mj-lt"/>
              <a:buAutoNum type="arabicParenR" startAt="3"/>
            </a:pPr>
            <a:r>
              <a:rPr lang="en-US" sz="1600">
                <a:cs typeface="Arial" panose="020B0604020202020204" pitchFamily="34" charset="0"/>
              </a:rPr>
              <a:t>In the Expression box, type the expression for the calculation.</a:t>
            </a:r>
          </a:p>
          <a:p>
            <a:pPr marL="342900" indent="-342900">
              <a:buFont typeface="+mj-lt"/>
              <a:buAutoNum type="arabicParenR" startAt="3"/>
            </a:pPr>
            <a:r>
              <a:rPr lang="en-US" sz="1600">
                <a:solidFill>
                  <a:schemeClr val="tx1">
                    <a:lumMod val="50000"/>
                  </a:schemeClr>
                </a:solidFill>
                <a:cs typeface="Arial" panose="020B0604020202020204" pitchFamily="34" charset="0"/>
              </a:rPr>
              <a:t>Click Check Syntax to validate your expression.</a:t>
            </a:r>
          </a:p>
          <a:p>
            <a:pPr marL="342900" indent="-342900">
              <a:buFont typeface="+mj-lt"/>
              <a:buAutoNum type="arabicParenR" startAt="3"/>
            </a:pPr>
            <a:r>
              <a:rPr lang="en-US" sz="1600">
                <a:solidFill>
                  <a:schemeClr val="tx1">
                    <a:lumMod val="50000"/>
                  </a:schemeClr>
                </a:solidFill>
                <a:cs typeface="Arial" panose="020B0604020202020204" pitchFamily="34" charset="0"/>
              </a:rPr>
              <a:t>Click on the Save button to save the model.</a:t>
            </a:r>
          </a:p>
          <a:p>
            <a:pPr marL="342900" indent="-342900">
              <a:buFont typeface="+mj-lt"/>
              <a:buAutoNum type="arabicParenR" startAt="3"/>
            </a:pPr>
            <a:r>
              <a:rPr lang="en-US" sz="1600">
                <a:solidFill>
                  <a:schemeClr val="tx1">
                    <a:lumMod val="50000"/>
                  </a:schemeClr>
                </a:solidFill>
                <a:cs typeface="Arial" panose="020B0604020202020204" pitchFamily="34" charset="0"/>
              </a:rPr>
              <a:t>Click on the Publish button to publish calculation model.</a:t>
            </a:r>
          </a:p>
          <a:p>
            <a:pPr marL="342900" indent="-342900">
              <a:buFont typeface="+mj-lt"/>
              <a:buAutoNum type="arabicParenR" startAt="3"/>
            </a:pPr>
            <a:endParaRPr lang="en-US" sz="1600">
              <a:solidFill>
                <a:schemeClr val="tx1">
                  <a:lumMod val="50000"/>
                </a:schemeClr>
              </a:solidFill>
              <a:cs typeface="Arial" panose="020B0604020202020204" pitchFamily="34" charset="0"/>
            </a:endParaRPr>
          </a:p>
          <a:p>
            <a:pPr marL="342900" indent="-342900">
              <a:buFont typeface="+mj-lt"/>
              <a:buAutoNum type="arabicParenR" startAt="3"/>
            </a:pPr>
            <a:endParaRPr lang="en-US" sz="1600">
              <a:solidFill>
                <a:schemeClr val="tx1">
                  <a:lumMod val="50000"/>
                </a:schemeClr>
              </a:solidFill>
              <a:cs typeface="Arial" panose="020B0604020202020204" pitchFamily="34" charset="0"/>
            </a:endParaRPr>
          </a:p>
          <a:p>
            <a:pPr marL="342900" indent="-342900">
              <a:buFont typeface="+mj-lt"/>
              <a:buAutoNum type="arabicParenR" startAt="3"/>
            </a:pPr>
            <a:endParaRPr lang="en-US" sz="1600">
              <a:cs typeface="Arial" panose="020B0604020202020204" pitchFamily="34" charset="0"/>
            </a:endParaRPr>
          </a:p>
          <a:p>
            <a:pPr marL="342900" indent="-342900">
              <a:buFont typeface="+mj-lt"/>
              <a:buAutoNum type="arabicParenR" startAt="3"/>
            </a:pPr>
            <a:endParaRPr lang="en-US" sz="1600">
              <a:cs typeface="Arial" panose="020B0604020202020204" pitchFamily="34" charset="0"/>
            </a:endParaRPr>
          </a:p>
        </p:txBody>
      </p:sp>
      <p:pic>
        <p:nvPicPr>
          <p:cNvPr id="7" name="Picture 6">
            <a:extLst>
              <a:ext uri="{FF2B5EF4-FFF2-40B4-BE49-F238E27FC236}">
                <a16:creationId xmlns:a16="http://schemas.microsoft.com/office/drawing/2014/main" id="{91A48768-18F4-4EDD-BCBC-50ED948F245D}"/>
              </a:ext>
            </a:extLst>
          </p:cNvPr>
          <p:cNvPicPr>
            <a:picLocks noChangeAspect="1"/>
          </p:cNvPicPr>
          <p:nvPr/>
        </p:nvPicPr>
        <p:blipFill>
          <a:blip r:embed="rId2"/>
          <a:stretch>
            <a:fillRect/>
          </a:stretch>
        </p:blipFill>
        <p:spPr>
          <a:xfrm>
            <a:off x="4416276" y="1854051"/>
            <a:ext cx="7442349" cy="4389992"/>
          </a:xfrm>
          <a:prstGeom prst="rect">
            <a:avLst/>
          </a:prstGeom>
        </p:spPr>
      </p:pic>
      <p:sp>
        <p:nvSpPr>
          <p:cNvPr id="8" name="Rectangle 7">
            <a:extLst>
              <a:ext uri="{FF2B5EF4-FFF2-40B4-BE49-F238E27FC236}">
                <a16:creationId xmlns:a16="http://schemas.microsoft.com/office/drawing/2014/main" id="{6884D8FE-5201-4BFF-9447-6FFCC28F8765}"/>
              </a:ext>
            </a:extLst>
          </p:cNvPr>
          <p:cNvSpPr/>
          <p:nvPr/>
        </p:nvSpPr>
        <p:spPr>
          <a:xfrm>
            <a:off x="6005211" y="921268"/>
            <a:ext cx="18157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3</a:t>
            </a:r>
          </a:p>
        </p:txBody>
      </p:sp>
      <p:cxnSp>
        <p:nvCxnSpPr>
          <p:cNvPr id="9" name="Straight Arrow Connector 8">
            <a:extLst>
              <a:ext uri="{FF2B5EF4-FFF2-40B4-BE49-F238E27FC236}">
                <a16:creationId xmlns:a16="http://schemas.microsoft.com/office/drawing/2014/main" id="{A23991C4-1D05-4AD3-9A96-86AA6A6A2E0E}"/>
              </a:ext>
            </a:extLst>
          </p:cNvPr>
          <p:cNvCxnSpPr>
            <a:cxnSpLocks/>
          </p:cNvCxnSpPr>
          <p:nvPr/>
        </p:nvCxnSpPr>
        <p:spPr>
          <a:xfrm flipV="1">
            <a:off x="6096000" y="1319618"/>
            <a:ext cx="0" cy="86677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D8C405B9-D6C2-4317-9697-D7BF42299889}"/>
              </a:ext>
            </a:extLst>
          </p:cNvPr>
          <p:cNvCxnSpPr>
            <a:cxnSpLocks/>
          </p:cNvCxnSpPr>
          <p:nvPr/>
        </p:nvCxnSpPr>
        <p:spPr>
          <a:xfrm flipV="1">
            <a:off x="6496050" y="2605494"/>
            <a:ext cx="981075"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2D063296-B7BB-4614-9DA4-D8A20271DF7F}"/>
              </a:ext>
            </a:extLst>
          </p:cNvPr>
          <p:cNvSpPr/>
          <p:nvPr/>
        </p:nvSpPr>
        <p:spPr>
          <a:xfrm>
            <a:off x="7529211" y="2426218"/>
            <a:ext cx="18157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4</a:t>
            </a:r>
          </a:p>
        </p:txBody>
      </p:sp>
      <p:cxnSp>
        <p:nvCxnSpPr>
          <p:cNvPr id="12" name="Straight Arrow Connector 11">
            <a:extLst>
              <a:ext uri="{FF2B5EF4-FFF2-40B4-BE49-F238E27FC236}">
                <a16:creationId xmlns:a16="http://schemas.microsoft.com/office/drawing/2014/main" id="{AA24C8C9-32A4-4C2B-93F1-4E182991D7FA}"/>
              </a:ext>
            </a:extLst>
          </p:cNvPr>
          <p:cNvCxnSpPr>
            <a:cxnSpLocks/>
          </p:cNvCxnSpPr>
          <p:nvPr/>
        </p:nvCxnSpPr>
        <p:spPr>
          <a:xfrm flipV="1">
            <a:off x="6515100" y="2996019"/>
            <a:ext cx="981075"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CF9526D2-9553-4BBE-964B-C4DA0FCC2F51}"/>
              </a:ext>
            </a:extLst>
          </p:cNvPr>
          <p:cNvSpPr/>
          <p:nvPr/>
        </p:nvSpPr>
        <p:spPr>
          <a:xfrm>
            <a:off x="7548261" y="2816743"/>
            <a:ext cx="18157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5</a:t>
            </a:r>
          </a:p>
        </p:txBody>
      </p:sp>
      <p:cxnSp>
        <p:nvCxnSpPr>
          <p:cNvPr id="14" name="Straight Arrow Connector 13">
            <a:extLst>
              <a:ext uri="{FF2B5EF4-FFF2-40B4-BE49-F238E27FC236}">
                <a16:creationId xmlns:a16="http://schemas.microsoft.com/office/drawing/2014/main" id="{17CD072A-6DE6-4B3C-BC60-341D5B9BA06C}"/>
              </a:ext>
            </a:extLst>
          </p:cNvPr>
          <p:cNvCxnSpPr>
            <a:cxnSpLocks/>
          </p:cNvCxnSpPr>
          <p:nvPr/>
        </p:nvCxnSpPr>
        <p:spPr>
          <a:xfrm flipV="1">
            <a:off x="8410575" y="3338919"/>
            <a:ext cx="981075"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3CFBD92E-8EBD-42D8-B7DE-54FFDF316EAE}"/>
              </a:ext>
            </a:extLst>
          </p:cNvPr>
          <p:cNvSpPr/>
          <p:nvPr/>
        </p:nvSpPr>
        <p:spPr>
          <a:xfrm>
            <a:off x="9443736" y="3159643"/>
            <a:ext cx="18157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6</a:t>
            </a:r>
          </a:p>
        </p:txBody>
      </p:sp>
      <p:sp>
        <p:nvSpPr>
          <p:cNvPr id="16" name="Rectangle 15">
            <a:extLst>
              <a:ext uri="{FF2B5EF4-FFF2-40B4-BE49-F238E27FC236}">
                <a16:creationId xmlns:a16="http://schemas.microsoft.com/office/drawing/2014/main" id="{C8A8FD89-364E-44B6-B7E8-0312B29CD489}"/>
              </a:ext>
            </a:extLst>
          </p:cNvPr>
          <p:cNvSpPr/>
          <p:nvPr/>
        </p:nvSpPr>
        <p:spPr>
          <a:xfrm>
            <a:off x="6414786" y="6482168"/>
            <a:ext cx="18157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7</a:t>
            </a:r>
          </a:p>
        </p:txBody>
      </p:sp>
      <p:cxnSp>
        <p:nvCxnSpPr>
          <p:cNvPr id="17" name="Straight Arrow Connector 16">
            <a:extLst>
              <a:ext uri="{FF2B5EF4-FFF2-40B4-BE49-F238E27FC236}">
                <a16:creationId xmlns:a16="http://schemas.microsoft.com/office/drawing/2014/main" id="{0516D90C-7452-42C6-9C55-51CFFA285792}"/>
              </a:ext>
            </a:extLst>
          </p:cNvPr>
          <p:cNvCxnSpPr>
            <a:cxnSpLocks/>
          </p:cNvCxnSpPr>
          <p:nvPr/>
        </p:nvCxnSpPr>
        <p:spPr>
          <a:xfrm>
            <a:off x="6505575" y="3873354"/>
            <a:ext cx="0" cy="258023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36D28CF-6514-4DBF-AD85-7A7AFFF2A887}"/>
              </a:ext>
            </a:extLst>
          </p:cNvPr>
          <p:cNvCxnSpPr>
            <a:cxnSpLocks/>
          </p:cNvCxnSpPr>
          <p:nvPr/>
        </p:nvCxnSpPr>
        <p:spPr>
          <a:xfrm>
            <a:off x="8410575" y="3663805"/>
            <a:ext cx="0" cy="278978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4B815C90-0682-44D3-AEE8-789E78B1280F}"/>
              </a:ext>
            </a:extLst>
          </p:cNvPr>
          <p:cNvSpPr/>
          <p:nvPr/>
        </p:nvSpPr>
        <p:spPr>
          <a:xfrm>
            <a:off x="8319786" y="6482168"/>
            <a:ext cx="18157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8</a:t>
            </a:r>
          </a:p>
        </p:txBody>
      </p:sp>
      <p:cxnSp>
        <p:nvCxnSpPr>
          <p:cNvPr id="20" name="Straight Arrow Connector 19">
            <a:extLst>
              <a:ext uri="{FF2B5EF4-FFF2-40B4-BE49-F238E27FC236}">
                <a16:creationId xmlns:a16="http://schemas.microsoft.com/office/drawing/2014/main" id="{2E58C34E-DD51-4099-9897-1F8BBDC2F791}"/>
              </a:ext>
            </a:extLst>
          </p:cNvPr>
          <p:cNvCxnSpPr>
            <a:cxnSpLocks/>
          </p:cNvCxnSpPr>
          <p:nvPr/>
        </p:nvCxnSpPr>
        <p:spPr>
          <a:xfrm>
            <a:off x="11410950" y="6215468"/>
            <a:ext cx="0" cy="42279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57E760E2-C8B0-4C2B-9310-7A8E71E7ABFB}"/>
              </a:ext>
            </a:extLst>
          </p:cNvPr>
          <p:cNvCxnSpPr>
            <a:cxnSpLocks/>
          </p:cNvCxnSpPr>
          <p:nvPr/>
        </p:nvCxnSpPr>
        <p:spPr>
          <a:xfrm>
            <a:off x="9877425" y="6215467"/>
            <a:ext cx="0" cy="42279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793229DF-8187-4DAC-8733-0B3B64481F32}"/>
              </a:ext>
            </a:extLst>
          </p:cNvPr>
          <p:cNvSpPr/>
          <p:nvPr/>
        </p:nvSpPr>
        <p:spPr>
          <a:xfrm>
            <a:off x="11320161" y="6602302"/>
            <a:ext cx="18157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9</a:t>
            </a:r>
          </a:p>
        </p:txBody>
      </p:sp>
      <p:sp>
        <p:nvSpPr>
          <p:cNvPr id="23" name="Rectangle 22">
            <a:extLst>
              <a:ext uri="{FF2B5EF4-FFF2-40B4-BE49-F238E27FC236}">
                <a16:creationId xmlns:a16="http://schemas.microsoft.com/office/drawing/2014/main" id="{14A552FE-2839-48AB-ABFB-F2F5B9AFB30F}"/>
              </a:ext>
            </a:extLst>
          </p:cNvPr>
          <p:cNvSpPr/>
          <p:nvPr/>
        </p:nvSpPr>
        <p:spPr>
          <a:xfrm>
            <a:off x="9601200" y="6573727"/>
            <a:ext cx="552450"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10</a:t>
            </a:r>
          </a:p>
        </p:txBody>
      </p:sp>
    </p:spTree>
    <p:extLst>
      <p:ext uri="{BB962C8B-B14F-4D97-AF65-F5344CB8AC3E}">
        <p14:creationId xmlns:p14="http://schemas.microsoft.com/office/powerpoint/2010/main" val="38111309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AB286-7967-4931-AFEB-6ECBDD6BC3B3}"/>
              </a:ext>
            </a:extLst>
          </p:cNvPr>
          <p:cNvSpPr>
            <a:spLocks noGrp="1"/>
          </p:cNvSpPr>
          <p:nvPr>
            <p:ph type="title"/>
          </p:nvPr>
        </p:nvSpPr>
        <p:spPr>
          <a:xfrm>
            <a:off x="495299" y="83006"/>
            <a:ext cx="11201401" cy="584775"/>
          </a:xfrm>
        </p:spPr>
        <p:txBody>
          <a:bodyPr/>
          <a:lstStyle/>
          <a:p>
            <a:r>
              <a:rPr lang="en-AU" sz="3200" dirty="0">
                <a:latin typeface="+mn-lt"/>
              </a:rPr>
              <a:t>APM – User Interface - Fault Models</a:t>
            </a:r>
            <a:endParaRPr lang="en-US" sz="3200" dirty="0"/>
          </a:p>
        </p:txBody>
      </p:sp>
      <p:sp>
        <p:nvSpPr>
          <p:cNvPr id="4" name="Slide Number Placeholder 3">
            <a:extLst>
              <a:ext uri="{FF2B5EF4-FFF2-40B4-BE49-F238E27FC236}">
                <a16:creationId xmlns:a16="http://schemas.microsoft.com/office/drawing/2014/main" id="{71469E46-DCEB-4228-8B24-7EC823B11000}"/>
              </a:ext>
            </a:extLst>
          </p:cNvPr>
          <p:cNvSpPr>
            <a:spLocks noGrp="1"/>
          </p:cNvSpPr>
          <p:nvPr>
            <p:ph type="sldNum" sz="quarter" idx="12"/>
          </p:nvPr>
        </p:nvSpPr>
        <p:spPr/>
        <p:txBody>
          <a:bodyPr/>
          <a:lstStyle/>
          <a:p>
            <a:fld id="{7B94EC18-1D2B-4535-B738-0E53AFE26620}" type="slidenum">
              <a:rPr lang="en-US" smtClean="0"/>
              <a:t>35</a:t>
            </a:fld>
            <a:endParaRPr lang="en-US"/>
          </a:p>
        </p:txBody>
      </p:sp>
      <p:sp>
        <p:nvSpPr>
          <p:cNvPr id="6" name="Rectangle 5">
            <a:extLst>
              <a:ext uri="{FF2B5EF4-FFF2-40B4-BE49-F238E27FC236}">
                <a16:creationId xmlns:a16="http://schemas.microsoft.com/office/drawing/2014/main" id="{DA40DA92-975D-49A9-B5BA-CC458584DBE4}"/>
              </a:ext>
            </a:extLst>
          </p:cNvPr>
          <p:cNvSpPr/>
          <p:nvPr/>
        </p:nvSpPr>
        <p:spPr>
          <a:xfrm>
            <a:off x="594371" y="866332"/>
            <a:ext cx="6445058" cy="338554"/>
          </a:xfrm>
          <a:prstGeom prst="rect">
            <a:avLst/>
          </a:prstGeom>
        </p:spPr>
        <p:txBody>
          <a:bodyPr wrap="square">
            <a:spAutoFit/>
          </a:bodyPr>
          <a:lstStyle/>
          <a:p>
            <a:pPr marL="342900" indent="-342900">
              <a:buFont typeface="+mj-lt"/>
              <a:buAutoNum type="arabicParenR"/>
            </a:pPr>
            <a:endParaRPr lang="en-US" sz="1600">
              <a:solidFill>
                <a:schemeClr val="tx1">
                  <a:lumMod val="50000"/>
                </a:schemeClr>
              </a:solidFill>
              <a:cs typeface="Arial" panose="020B0604020202020204" pitchFamily="34" charset="0"/>
            </a:endParaRPr>
          </a:p>
        </p:txBody>
      </p:sp>
      <p:pic>
        <p:nvPicPr>
          <p:cNvPr id="7" name="Picture 6">
            <a:extLst>
              <a:ext uri="{FF2B5EF4-FFF2-40B4-BE49-F238E27FC236}">
                <a16:creationId xmlns:a16="http://schemas.microsoft.com/office/drawing/2014/main" id="{098A9ED7-1446-43FE-B6C3-A0B26F3E6FBB}"/>
              </a:ext>
            </a:extLst>
          </p:cNvPr>
          <p:cNvPicPr>
            <a:picLocks noChangeAspect="1"/>
          </p:cNvPicPr>
          <p:nvPr/>
        </p:nvPicPr>
        <p:blipFill>
          <a:blip r:embed="rId2"/>
          <a:stretch>
            <a:fillRect/>
          </a:stretch>
        </p:blipFill>
        <p:spPr>
          <a:xfrm>
            <a:off x="9181645" y="1356241"/>
            <a:ext cx="2553155" cy="4695825"/>
          </a:xfrm>
          <a:prstGeom prst="rect">
            <a:avLst/>
          </a:prstGeom>
        </p:spPr>
      </p:pic>
      <p:sp>
        <p:nvSpPr>
          <p:cNvPr id="8" name="Rectangle 7">
            <a:extLst>
              <a:ext uri="{FF2B5EF4-FFF2-40B4-BE49-F238E27FC236}">
                <a16:creationId xmlns:a16="http://schemas.microsoft.com/office/drawing/2014/main" id="{79EB76C5-1945-41BA-B421-D7C89478572A}"/>
              </a:ext>
            </a:extLst>
          </p:cNvPr>
          <p:cNvSpPr/>
          <p:nvPr/>
        </p:nvSpPr>
        <p:spPr>
          <a:xfrm>
            <a:off x="7827321" y="6275558"/>
            <a:ext cx="181578"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a:t>
            </a:r>
          </a:p>
        </p:txBody>
      </p:sp>
      <p:pic>
        <p:nvPicPr>
          <p:cNvPr id="9" name="Picture 8">
            <a:extLst>
              <a:ext uri="{FF2B5EF4-FFF2-40B4-BE49-F238E27FC236}">
                <a16:creationId xmlns:a16="http://schemas.microsoft.com/office/drawing/2014/main" id="{6EE16017-EBDA-400B-9B74-C878A8CD5997}"/>
              </a:ext>
            </a:extLst>
          </p:cNvPr>
          <p:cNvPicPr>
            <a:picLocks noChangeAspect="1"/>
          </p:cNvPicPr>
          <p:nvPr/>
        </p:nvPicPr>
        <p:blipFill>
          <a:blip r:embed="rId3"/>
          <a:stretch>
            <a:fillRect/>
          </a:stretch>
        </p:blipFill>
        <p:spPr>
          <a:xfrm>
            <a:off x="6800834" y="633724"/>
            <a:ext cx="2234553" cy="5432127"/>
          </a:xfrm>
          <a:prstGeom prst="rect">
            <a:avLst/>
          </a:prstGeom>
        </p:spPr>
      </p:pic>
      <p:cxnSp>
        <p:nvCxnSpPr>
          <p:cNvPr id="10" name="Straight Arrow Connector 9">
            <a:extLst>
              <a:ext uri="{FF2B5EF4-FFF2-40B4-BE49-F238E27FC236}">
                <a16:creationId xmlns:a16="http://schemas.microsoft.com/office/drawing/2014/main" id="{A6E8AD9C-6A12-48E6-B251-971933781352}"/>
              </a:ext>
            </a:extLst>
          </p:cNvPr>
          <p:cNvCxnSpPr>
            <a:cxnSpLocks/>
          </p:cNvCxnSpPr>
          <p:nvPr/>
        </p:nvCxnSpPr>
        <p:spPr>
          <a:xfrm>
            <a:off x="7772400" y="6052066"/>
            <a:ext cx="0" cy="38041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D36E0F41-B9EC-4BAC-A752-C389AE88396D}"/>
              </a:ext>
            </a:extLst>
          </p:cNvPr>
          <p:cNvCxnSpPr>
            <a:cxnSpLocks/>
          </p:cNvCxnSpPr>
          <p:nvPr/>
        </p:nvCxnSpPr>
        <p:spPr>
          <a:xfrm>
            <a:off x="9626428" y="5055446"/>
            <a:ext cx="0" cy="120999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AA98B8CC-6390-46B7-84C3-4AB7A8485ECA}"/>
              </a:ext>
            </a:extLst>
          </p:cNvPr>
          <p:cNvSpPr/>
          <p:nvPr/>
        </p:nvSpPr>
        <p:spPr>
          <a:xfrm rot="10618976" flipV="1">
            <a:off x="9626428" y="6204465"/>
            <a:ext cx="45719"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a:t>
            </a:r>
          </a:p>
        </p:txBody>
      </p:sp>
      <p:sp>
        <p:nvSpPr>
          <p:cNvPr id="13" name="Rectangle 12">
            <a:extLst>
              <a:ext uri="{FF2B5EF4-FFF2-40B4-BE49-F238E27FC236}">
                <a16:creationId xmlns:a16="http://schemas.microsoft.com/office/drawing/2014/main" id="{0D384CCC-8CB8-4709-8750-85C05DDE7A6A}"/>
              </a:ext>
            </a:extLst>
          </p:cNvPr>
          <p:cNvSpPr/>
          <p:nvPr/>
        </p:nvSpPr>
        <p:spPr>
          <a:xfrm>
            <a:off x="457200" y="866332"/>
            <a:ext cx="6343632" cy="2800767"/>
          </a:xfrm>
          <a:prstGeom prst="rect">
            <a:avLst/>
          </a:prstGeom>
        </p:spPr>
        <p:txBody>
          <a:bodyPr wrap="square">
            <a:spAutoFit/>
          </a:bodyPr>
          <a:lstStyle/>
          <a:p>
            <a:r>
              <a:rPr lang="en-US" sz="1600">
                <a:cs typeface="Arial" panose="020B0604020202020204" pitchFamily="34" charset="0"/>
              </a:rPr>
              <a:t>To add a calculation:</a:t>
            </a:r>
          </a:p>
          <a:p>
            <a:pPr marL="342900" indent="-342900">
              <a:buFont typeface="+mj-lt"/>
              <a:buAutoNum type="arabicParenR"/>
            </a:pPr>
            <a:r>
              <a:rPr lang="en-US" sz="1600">
                <a:cs typeface="Arial" panose="020B0604020202020204" pitchFamily="34" charset="0"/>
              </a:rPr>
              <a:t>Click on the Calculations for selected asset.</a:t>
            </a:r>
          </a:p>
          <a:p>
            <a:pPr marL="342900" indent="-342900">
              <a:buFont typeface="+mj-lt"/>
              <a:buAutoNum type="arabicParenR"/>
            </a:pPr>
            <a:r>
              <a:rPr lang="en-US" sz="1600">
                <a:cs typeface="Arial" panose="020B0604020202020204" pitchFamily="34" charset="0"/>
              </a:rPr>
              <a:t>On Calculation Configuration tab, click on “+” button to create Basic calculation.</a:t>
            </a:r>
          </a:p>
          <a:p>
            <a:pPr marL="342900" indent="-342900">
              <a:buFont typeface="+mj-lt"/>
              <a:buAutoNum type="arabicParenR"/>
            </a:pPr>
            <a:r>
              <a:rPr lang="en-US" sz="1600">
                <a:cs typeface="Arial" panose="020B0604020202020204" pitchFamily="34" charset="0"/>
              </a:rPr>
              <a:t>Enter Name and Display Name of the Fault Model in the respective boxes.</a:t>
            </a:r>
          </a:p>
          <a:p>
            <a:pPr marL="342900" indent="-342900">
              <a:buFont typeface="+mj-lt"/>
              <a:buAutoNum type="arabicParenR"/>
            </a:pPr>
            <a:r>
              <a:rPr lang="en-US" sz="1600">
                <a:cs typeface="Arial" panose="020B0604020202020204" pitchFamily="34" charset="0"/>
              </a:rPr>
              <a:t>Check the box if required to add for asset type of selected asset</a:t>
            </a:r>
          </a:p>
          <a:p>
            <a:pPr marL="342900" indent="-342900">
              <a:buFont typeface="+mj-lt"/>
              <a:buAutoNum type="arabicParenR"/>
            </a:pPr>
            <a:r>
              <a:rPr lang="en-US" sz="1600">
                <a:cs typeface="Arial" panose="020B0604020202020204" pitchFamily="34" charset="0"/>
              </a:rPr>
              <a:t>Click on button to continue to add Fault.</a:t>
            </a:r>
          </a:p>
          <a:p>
            <a:pPr marL="342900" indent="-342900">
              <a:buFont typeface="+mj-lt"/>
              <a:buAutoNum type="arabicParenR"/>
            </a:pPr>
            <a:r>
              <a:rPr lang="en-US" sz="1600">
                <a:cs typeface="Arial" panose="020B0604020202020204" pitchFamily="34" charset="0"/>
              </a:rPr>
              <a:t>Clear the content if required.</a:t>
            </a:r>
          </a:p>
          <a:p>
            <a:pPr marL="342900" indent="-342900">
              <a:buFont typeface="+mj-lt"/>
              <a:buAutoNum type="arabicParenR"/>
            </a:pPr>
            <a:endParaRPr lang="en-US" sz="1600">
              <a:cs typeface="Arial" panose="020B0604020202020204" pitchFamily="34" charset="0"/>
            </a:endParaRPr>
          </a:p>
          <a:p>
            <a:pPr marL="342900" indent="-342900">
              <a:buFont typeface="+mj-lt"/>
              <a:buAutoNum type="arabicParenR"/>
            </a:pPr>
            <a:endParaRPr lang="en-US" sz="1600">
              <a:cs typeface="Arial" panose="020B0604020202020204" pitchFamily="34" charset="0"/>
            </a:endParaRPr>
          </a:p>
        </p:txBody>
      </p:sp>
      <p:pic>
        <p:nvPicPr>
          <p:cNvPr id="14" name="Picture 13">
            <a:extLst>
              <a:ext uri="{FF2B5EF4-FFF2-40B4-BE49-F238E27FC236}">
                <a16:creationId xmlns:a16="http://schemas.microsoft.com/office/drawing/2014/main" id="{1A12A0AD-B20F-41F7-B58A-E7D5B8822A08}"/>
              </a:ext>
            </a:extLst>
          </p:cNvPr>
          <p:cNvPicPr>
            <a:picLocks noChangeAspect="1"/>
          </p:cNvPicPr>
          <p:nvPr/>
        </p:nvPicPr>
        <p:blipFill>
          <a:blip r:embed="rId4"/>
          <a:stretch>
            <a:fillRect/>
          </a:stretch>
        </p:blipFill>
        <p:spPr>
          <a:xfrm>
            <a:off x="880280" y="3602945"/>
            <a:ext cx="4933950" cy="2486025"/>
          </a:xfrm>
          <a:prstGeom prst="rect">
            <a:avLst/>
          </a:prstGeom>
        </p:spPr>
      </p:pic>
      <p:cxnSp>
        <p:nvCxnSpPr>
          <p:cNvPr id="15" name="Straight Arrow Connector 14">
            <a:extLst>
              <a:ext uri="{FF2B5EF4-FFF2-40B4-BE49-F238E27FC236}">
                <a16:creationId xmlns:a16="http://schemas.microsoft.com/office/drawing/2014/main" id="{3A6DAB2C-3FAC-449F-BFAC-BB1D2B68672B}"/>
              </a:ext>
            </a:extLst>
          </p:cNvPr>
          <p:cNvCxnSpPr>
            <a:cxnSpLocks/>
          </p:cNvCxnSpPr>
          <p:nvPr/>
        </p:nvCxnSpPr>
        <p:spPr>
          <a:xfrm flipH="1" flipV="1">
            <a:off x="457200" y="4182455"/>
            <a:ext cx="561976"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3FF22F83-6CDC-4D67-ADC1-082F97E76B1B}"/>
              </a:ext>
            </a:extLst>
          </p:cNvPr>
          <p:cNvSpPr/>
          <p:nvPr/>
        </p:nvSpPr>
        <p:spPr>
          <a:xfrm rot="10618976" flipV="1">
            <a:off x="198626" y="3997789"/>
            <a:ext cx="27548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3</a:t>
            </a:r>
          </a:p>
        </p:txBody>
      </p:sp>
      <p:cxnSp>
        <p:nvCxnSpPr>
          <p:cNvPr id="17" name="Straight Arrow Connector 16">
            <a:extLst>
              <a:ext uri="{FF2B5EF4-FFF2-40B4-BE49-F238E27FC236}">
                <a16:creationId xmlns:a16="http://schemas.microsoft.com/office/drawing/2014/main" id="{A879AA89-BB93-40AA-9361-798726953EA1}"/>
              </a:ext>
            </a:extLst>
          </p:cNvPr>
          <p:cNvCxnSpPr>
            <a:cxnSpLocks/>
          </p:cNvCxnSpPr>
          <p:nvPr/>
        </p:nvCxnSpPr>
        <p:spPr>
          <a:xfrm flipV="1">
            <a:off x="5633995" y="4182455"/>
            <a:ext cx="622928" cy="663502"/>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286CE92B-0129-48B4-A7CD-676312177BDD}"/>
              </a:ext>
            </a:extLst>
          </p:cNvPr>
          <p:cNvSpPr/>
          <p:nvPr/>
        </p:nvSpPr>
        <p:spPr>
          <a:xfrm rot="10618976" flipV="1">
            <a:off x="6205990" y="3928260"/>
            <a:ext cx="27548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3</a:t>
            </a:r>
          </a:p>
        </p:txBody>
      </p:sp>
      <p:cxnSp>
        <p:nvCxnSpPr>
          <p:cNvPr id="19" name="Straight Arrow Connector 18">
            <a:extLst>
              <a:ext uri="{FF2B5EF4-FFF2-40B4-BE49-F238E27FC236}">
                <a16:creationId xmlns:a16="http://schemas.microsoft.com/office/drawing/2014/main" id="{D8D38ABA-2ECC-4AFD-B003-E4896E7B3D0B}"/>
              </a:ext>
            </a:extLst>
          </p:cNvPr>
          <p:cNvCxnSpPr>
            <a:cxnSpLocks/>
          </p:cNvCxnSpPr>
          <p:nvPr/>
        </p:nvCxnSpPr>
        <p:spPr>
          <a:xfrm>
            <a:off x="5643520" y="5286375"/>
            <a:ext cx="562466"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6DEC5690-6F2D-4844-AD85-EC6C4F8101D6}"/>
              </a:ext>
            </a:extLst>
          </p:cNvPr>
          <p:cNvSpPr/>
          <p:nvPr/>
        </p:nvSpPr>
        <p:spPr>
          <a:xfrm rot="10618976" flipV="1">
            <a:off x="6164778" y="5101710"/>
            <a:ext cx="27548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4</a:t>
            </a:r>
          </a:p>
        </p:txBody>
      </p:sp>
      <p:cxnSp>
        <p:nvCxnSpPr>
          <p:cNvPr id="21" name="Straight Arrow Connector 20">
            <a:extLst>
              <a:ext uri="{FF2B5EF4-FFF2-40B4-BE49-F238E27FC236}">
                <a16:creationId xmlns:a16="http://schemas.microsoft.com/office/drawing/2014/main" id="{3905414D-F683-4701-A0F7-944D692D8BE1}"/>
              </a:ext>
            </a:extLst>
          </p:cNvPr>
          <p:cNvCxnSpPr>
            <a:cxnSpLocks/>
          </p:cNvCxnSpPr>
          <p:nvPr/>
        </p:nvCxnSpPr>
        <p:spPr>
          <a:xfrm>
            <a:off x="4410075" y="5608211"/>
            <a:ext cx="180531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696E76DB-B54A-4E61-8B81-B790DEE2DD31}"/>
              </a:ext>
            </a:extLst>
          </p:cNvPr>
          <p:cNvSpPr/>
          <p:nvPr/>
        </p:nvSpPr>
        <p:spPr>
          <a:xfrm rot="10618976" flipV="1">
            <a:off x="6174178" y="5423546"/>
            <a:ext cx="27548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5</a:t>
            </a:r>
          </a:p>
        </p:txBody>
      </p:sp>
      <p:cxnSp>
        <p:nvCxnSpPr>
          <p:cNvPr id="23" name="Straight Arrow Connector 22">
            <a:extLst>
              <a:ext uri="{FF2B5EF4-FFF2-40B4-BE49-F238E27FC236}">
                <a16:creationId xmlns:a16="http://schemas.microsoft.com/office/drawing/2014/main" id="{33EDB26F-DDD3-4A7E-9B6D-8B8DF6ABB7B9}"/>
              </a:ext>
            </a:extLst>
          </p:cNvPr>
          <p:cNvCxnSpPr>
            <a:cxnSpLocks/>
          </p:cNvCxnSpPr>
          <p:nvPr/>
        </p:nvCxnSpPr>
        <p:spPr>
          <a:xfrm>
            <a:off x="1647825" y="5760611"/>
            <a:ext cx="0" cy="51494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4F7439A3-72B4-40F4-902A-8D78AD7BE643}"/>
              </a:ext>
            </a:extLst>
          </p:cNvPr>
          <p:cNvSpPr/>
          <p:nvPr/>
        </p:nvSpPr>
        <p:spPr>
          <a:xfrm rot="10618976" flipV="1">
            <a:off x="1510082" y="6198419"/>
            <a:ext cx="27548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6</a:t>
            </a:r>
          </a:p>
        </p:txBody>
      </p:sp>
    </p:spTree>
    <p:extLst>
      <p:ext uri="{BB962C8B-B14F-4D97-AF65-F5344CB8AC3E}">
        <p14:creationId xmlns:p14="http://schemas.microsoft.com/office/powerpoint/2010/main" val="39003224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9C440-6F04-4B41-92FE-ACDFDA7E00F8}"/>
              </a:ext>
            </a:extLst>
          </p:cNvPr>
          <p:cNvSpPr>
            <a:spLocks noGrp="1"/>
          </p:cNvSpPr>
          <p:nvPr>
            <p:ph type="title"/>
          </p:nvPr>
        </p:nvSpPr>
        <p:spPr>
          <a:xfrm>
            <a:off x="495299" y="495299"/>
            <a:ext cx="11201401" cy="492443"/>
          </a:xfrm>
        </p:spPr>
        <p:txBody>
          <a:bodyPr/>
          <a:lstStyle/>
          <a:p>
            <a:r>
              <a:rPr lang="en-AU" sz="3200">
                <a:latin typeface="+mn-lt"/>
              </a:rPr>
              <a:t>Fault Models (Contd.)</a:t>
            </a:r>
            <a:endParaRPr lang="en-US" sz="3200"/>
          </a:p>
        </p:txBody>
      </p:sp>
      <p:sp>
        <p:nvSpPr>
          <p:cNvPr id="4" name="Slide Number Placeholder 3">
            <a:extLst>
              <a:ext uri="{FF2B5EF4-FFF2-40B4-BE49-F238E27FC236}">
                <a16:creationId xmlns:a16="http://schemas.microsoft.com/office/drawing/2014/main" id="{686584F7-D9A0-4311-B016-42FC77076023}"/>
              </a:ext>
            </a:extLst>
          </p:cNvPr>
          <p:cNvSpPr>
            <a:spLocks noGrp="1"/>
          </p:cNvSpPr>
          <p:nvPr>
            <p:ph type="sldNum" sz="quarter" idx="12"/>
          </p:nvPr>
        </p:nvSpPr>
        <p:spPr/>
        <p:txBody>
          <a:bodyPr/>
          <a:lstStyle/>
          <a:p>
            <a:fld id="{7B94EC18-1D2B-4535-B738-0E53AFE26620}" type="slidenum">
              <a:rPr lang="en-US" smtClean="0"/>
              <a:t>36</a:t>
            </a:fld>
            <a:endParaRPr lang="en-US"/>
          </a:p>
        </p:txBody>
      </p:sp>
      <p:sp>
        <p:nvSpPr>
          <p:cNvPr id="6" name="Rectangle 5">
            <a:extLst>
              <a:ext uri="{FF2B5EF4-FFF2-40B4-BE49-F238E27FC236}">
                <a16:creationId xmlns:a16="http://schemas.microsoft.com/office/drawing/2014/main" id="{FF11CDAA-6150-48B7-AD4E-6F53C88543F6}"/>
              </a:ext>
            </a:extLst>
          </p:cNvPr>
          <p:cNvSpPr/>
          <p:nvPr/>
        </p:nvSpPr>
        <p:spPr>
          <a:xfrm>
            <a:off x="594371" y="1042604"/>
            <a:ext cx="6445058" cy="338554"/>
          </a:xfrm>
          <a:prstGeom prst="rect">
            <a:avLst/>
          </a:prstGeom>
        </p:spPr>
        <p:txBody>
          <a:bodyPr wrap="square">
            <a:spAutoFit/>
          </a:bodyPr>
          <a:lstStyle/>
          <a:p>
            <a:pPr marL="342900" indent="-342900">
              <a:buFont typeface="+mj-lt"/>
              <a:buAutoNum type="arabicParenR"/>
            </a:pPr>
            <a:endParaRPr lang="en-US" sz="1600">
              <a:solidFill>
                <a:schemeClr val="tx1">
                  <a:lumMod val="50000"/>
                </a:schemeClr>
              </a:solidFill>
              <a:cs typeface="Arial" panose="020B0604020202020204" pitchFamily="34" charset="0"/>
            </a:endParaRPr>
          </a:p>
        </p:txBody>
      </p:sp>
      <p:sp>
        <p:nvSpPr>
          <p:cNvPr id="7" name="Rectangle 6">
            <a:extLst>
              <a:ext uri="{FF2B5EF4-FFF2-40B4-BE49-F238E27FC236}">
                <a16:creationId xmlns:a16="http://schemas.microsoft.com/office/drawing/2014/main" id="{115078F5-7414-4EA1-8D77-F0518456F8B6}"/>
              </a:ext>
            </a:extLst>
          </p:cNvPr>
          <p:cNvSpPr/>
          <p:nvPr/>
        </p:nvSpPr>
        <p:spPr>
          <a:xfrm>
            <a:off x="594371" y="1042604"/>
            <a:ext cx="4415779" cy="3539430"/>
          </a:xfrm>
          <a:prstGeom prst="rect">
            <a:avLst/>
          </a:prstGeom>
        </p:spPr>
        <p:txBody>
          <a:bodyPr wrap="square">
            <a:spAutoFit/>
          </a:bodyPr>
          <a:lstStyle/>
          <a:p>
            <a:pPr marL="342900" indent="-342900">
              <a:buFont typeface="+mj-lt"/>
              <a:buAutoNum type="arabicParenR" startAt="7"/>
            </a:pPr>
            <a:r>
              <a:rPr lang="en-US" sz="1600">
                <a:solidFill>
                  <a:schemeClr val="tx1">
                    <a:lumMod val="50000"/>
                  </a:schemeClr>
                </a:solidFill>
                <a:cs typeface="Arial" panose="020B0604020202020204" pitchFamily="34" charset="0"/>
              </a:rPr>
              <a:t>In the Name, Display Name and Description boxes, type the name of the Fault.</a:t>
            </a:r>
          </a:p>
          <a:p>
            <a:pPr marL="342900" indent="-342900">
              <a:buFont typeface="+mj-lt"/>
              <a:buAutoNum type="arabicParenR" startAt="7"/>
            </a:pPr>
            <a:r>
              <a:rPr lang="en-US" sz="1600">
                <a:solidFill>
                  <a:schemeClr val="tx1">
                    <a:lumMod val="50000"/>
                  </a:schemeClr>
                </a:solidFill>
                <a:cs typeface="Arial" panose="020B0604020202020204" pitchFamily="34" charset="0"/>
              </a:rPr>
              <a:t>Select the severity of the fault from the dropdown list.</a:t>
            </a:r>
          </a:p>
          <a:p>
            <a:pPr marL="342900" indent="-342900">
              <a:buFont typeface="+mj-lt"/>
              <a:buAutoNum type="arabicParenR" startAt="7"/>
            </a:pPr>
            <a:r>
              <a:rPr lang="en-US" sz="1600">
                <a:solidFill>
                  <a:schemeClr val="tx1">
                    <a:lumMod val="50000"/>
                  </a:schemeClr>
                </a:solidFill>
                <a:cs typeface="Arial" panose="020B0604020202020204" pitchFamily="34" charset="0"/>
              </a:rPr>
              <a:t>Select the category of the fault from the dropdown list.</a:t>
            </a:r>
          </a:p>
          <a:p>
            <a:pPr marL="342900" indent="-342900">
              <a:buFont typeface="+mj-lt"/>
              <a:buAutoNum type="arabicParenR" startAt="7"/>
            </a:pPr>
            <a:r>
              <a:rPr lang="en-US" sz="1600">
                <a:solidFill>
                  <a:schemeClr val="tx1">
                    <a:lumMod val="50000"/>
                  </a:schemeClr>
                </a:solidFill>
                <a:cs typeface="Arial" panose="020B0604020202020204" pitchFamily="34" charset="0"/>
              </a:rPr>
              <a:t>Type the time interval for which the fault should be activated to trigger an event.</a:t>
            </a:r>
          </a:p>
          <a:p>
            <a:pPr marL="342900" indent="-342900">
              <a:buFont typeface="+mj-lt"/>
              <a:buAutoNum type="arabicParenR" startAt="7"/>
            </a:pPr>
            <a:r>
              <a:rPr lang="en-US" sz="1600">
                <a:solidFill>
                  <a:schemeClr val="tx1">
                    <a:lumMod val="50000"/>
                  </a:schemeClr>
                </a:solidFill>
                <a:cs typeface="Arial" panose="020B0604020202020204" pitchFamily="34" charset="0"/>
              </a:rPr>
              <a:t> To clear all content</a:t>
            </a:r>
          </a:p>
          <a:p>
            <a:pPr marL="342900" indent="-342900">
              <a:buFont typeface="+mj-lt"/>
              <a:buAutoNum type="arabicParenR" startAt="7"/>
            </a:pPr>
            <a:r>
              <a:rPr lang="en-US" sz="1600">
                <a:solidFill>
                  <a:schemeClr val="tx1">
                    <a:lumMod val="50000"/>
                  </a:schemeClr>
                </a:solidFill>
                <a:cs typeface="Arial" panose="020B0604020202020204" pitchFamily="34" charset="0"/>
              </a:rPr>
              <a:t> In the Notification, select the method you want to send the notification for the event.</a:t>
            </a:r>
          </a:p>
          <a:p>
            <a:pPr marL="342900" indent="-342900">
              <a:buFont typeface="+mj-lt"/>
              <a:buAutoNum type="arabicParenR" startAt="7"/>
            </a:pPr>
            <a:r>
              <a:rPr lang="en-US" sz="1600">
                <a:solidFill>
                  <a:schemeClr val="tx1">
                    <a:lumMod val="50000"/>
                  </a:schemeClr>
                </a:solidFill>
                <a:cs typeface="Arial" panose="020B0604020202020204" pitchFamily="34" charset="0"/>
              </a:rPr>
              <a:t>Click on Next or back or Save.</a:t>
            </a:r>
          </a:p>
          <a:p>
            <a:pPr marL="342900" indent="-342900">
              <a:buFont typeface="+mj-lt"/>
              <a:buAutoNum type="arabicParenR" startAt="7"/>
            </a:pPr>
            <a:endParaRPr lang="en-US" sz="1600">
              <a:solidFill>
                <a:schemeClr val="tx1">
                  <a:lumMod val="50000"/>
                </a:schemeClr>
              </a:solidFill>
              <a:cs typeface="Arial" panose="020B0604020202020204" pitchFamily="34" charset="0"/>
            </a:endParaRPr>
          </a:p>
        </p:txBody>
      </p:sp>
      <p:pic>
        <p:nvPicPr>
          <p:cNvPr id="8" name="Picture 7">
            <a:extLst>
              <a:ext uri="{FF2B5EF4-FFF2-40B4-BE49-F238E27FC236}">
                <a16:creationId xmlns:a16="http://schemas.microsoft.com/office/drawing/2014/main" id="{2650E460-9174-4179-8081-8A36FA493DF6}"/>
              </a:ext>
            </a:extLst>
          </p:cNvPr>
          <p:cNvPicPr>
            <a:picLocks noChangeAspect="1"/>
          </p:cNvPicPr>
          <p:nvPr/>
        </p:nvPicPr>
        <p:blipFill>
          <a:blip r:embed="rId2"/>
          <a:stretch>
            <a:fillRect/>
          </a:stretch>
        </p:blipFill>
        <p:spPr>
          <a:xfrm>
            <a:off x="5340819" y="1425924"/>
            <a:ext cx="6598720" cy="4933675"/>
          </a:xfrm>
          <a:prstGeom prst="rect">
            <a:avLst/>
          </a:prstGeom>
        </p:spPr>
      </p:pic>
      <p:cxnSp>
        <p:nvCxnSpPr>
          <p:cNvPr id="9" name="Straight Arrow Connector 8">
            <a:extLst>
              <a:ext uri="{FF2B5EF4-FFF2-40B4-BE49-F238E27FC236}">
                <a16:creationId xmlns:a16="http://schemas.microsoft.com/office/drawing/2014/main" id="{FEDEBA45-AC0D-448B-B1BD-BCB0A1FCC758}"/>
              </a:ext>
            </a:extLst>
          </p:cNvPr>
          <p:cNvCxnSpPr>
            <a:cxnSpLocks/>
          </p:cNvCxnSpPr>
          <p:nvPr/>
        </p:nvCxnSpPr>
        <p:spPr>
          <a:xfrm flipV="1">
            <a:off x="5715000" y="919222"/>
            <a:ext cx="0" cy="117157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8B507715-87B0-40B1-B0D0-01B3356A7F81}"/>
              </a:ext>
            </a:extLst>
          </p:cNvPr>
          <p:cNvSpPr/>
          <p:nvPr/>
        </p:nvSpPr>
        <p:spPr>
          <a:xfrm rot="10800000" flipV="1">
            <a:off x="5574018" y="6413890"/>
            <a:ext cx="478753"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10</a:t>
            </a:r>
          </a:p>
        </p:txBody>
      </p:sp>
      <p:cxnSp>
        <p:nvCxnSpPr>
          <p:cNvPr id="11" name="Straight Arrow Connector 10">
            <a:extLst>
              <a:ext uri="{FF2B5EF4-FFF2-40B4-BE49-F238E27FC236}">
                <a16:creationId xmlns:a16="http://schemas.microsoft.com/office/drawing/2014/main" id="{453AA13D-228D-4286-B2D2-C1807C23424F}"/>
              </a:ext>
            </a:extLst>
          </p:cNvPr>
          <p:cNvCxnSpPr>
            <a:cxnSpLocks/>
          </p:cNvCxnSpPr>
          <p:nvPr/>
        </p:nvCxnSpPr>
        <p:spPr>
          <a:xfrm>
            <a:off x="6076950" y="2545540"/>
            <a:ext cx="180531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4ABDDC33-756F-4ECE-92BF-1CE4038A0ACA}"/>
              </a:ext>
            </a:extLst>
          </p:cNvPr>
          <p:cNvSpPr/>
          <p:nvPr/>
        </p:nvSpPr>
        <p:spPr>
          <a:xfrm rot="10618976" flipV="1">
            <a:off x="7891790" y="2360874"/>
            <a:ext cx="27548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7</a:t>
            </a:r>
          </a:p>
        </p:txBody>
      </p:sp>
      <p:cxnSp>
        <p:nvCxnSpPr>
          <p:cNvPr id="13" name="Straight Arrow Connector 12">
            <a:extLst>
              <a:ext uri="{FF2B5EF4-FFF2-40B4-BE49-F238E27FC236}">
                <a16:creationId xmlns:a16="http://schemas.microsoft.com/office/drawing/2014/main" id="{11BE5D33-35AA-4D69-84B4-9FD88A31A52A}"/>
              </a:ext>
            </a:extLst>
          </p:cNvPr>
          <p:cNvCxnSpPr>
            <a:cxnSpLocks/>
          </p:cNvCxnSpPr>
          <p:nvPr/>
        </p:nvCxnSpPr>
        <p:spPr>
          <a:xfrm>
            <a:off x="6086475" y="3021790"/>
            <a:ext cx="180531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1A342546-14A8-40A9-9A16-0186B4533F6E}"/>
              </a:ext>
            </a:extLst>
          </p:cNvPr>
          <p:cNvSpPr/>
          <p:nvPr/>
        </p:nvSpPr>
        <p:spPr>
          <a:xfrm rot="10618976" flipV="1">
            <a:off x="7901315" y="2837124"/>
            <a:ext cx="27548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7</a:t>
            </a:r>
          </a:p>
        </p:txBody>
      </p:sp>
      <p:cxnSp>
        <p:nvCxnSpPr>
          <p:cNvPr id="15" name="Straight Arrow Connector 14">
            <a:extLst>
              <a:ext uri="{FF2B5EF4-FFF2-40B4-BE49-F238E27FC236}">
                <a16:creationId xmlns:a16="http://schemas.microsoft.com/office/drawing/2014/main" id="{66B91EC6-F060-4598-90F0-5EFA0F6B18FC}"/>
              </a:ext>
            </a:extLst>
          </p:cNvPr>
          <p:cNvCxnSpPr>
            <a:cxnSpLocks/>
          </p:cNvCxnSpPr>
          <p:nvPr/>
        </p:nvCxnSpPr>
        <p:spPr>
          <a:xfrm flipV="1">
            <a:off x="8991600" y="700147"/>
            <a:ext cx="0" cy="117157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BABFFEE5-8782-4F32-8050-552A6B28A981}"/>
              </a:ext>
            </a:extLst>
          </p:cNvPr>
          <p:cNvCxnSpPr>
            <a:cxnSpLocks/>
          </p:cNvCxnSpPr>
          <p:nvPr/>
        </p:nvCxnSpPr>
        <p:spPr>
          <a:xfrm flipH="1">
            <a:off x="5810250" y="3949911"/>
            <a:ext cx="1" cy="251160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7F0CD6EC-F32E-489F-9BA4-5881908F726E}"/>
              </a:ext>
            </a:extLst>
          </p:cNvPr>
          <p:cNvCxnSpPr>
            <a:cxnSpLocks/>
          </p:cNvCxnSpPr>
          <p:nvPr/>
        </p:nvCxnSpPr>
        <p:spPr>
          <a:xfrm flipH="1">
            <a:off x="6610351" y="3605272"/>
            <a:ext cx="1" cy="2856243"/>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6592662-9CDD-44A5-87DF-E570F6AD3BC0}"/>
              </a:ext>
            </a:extLst>
          </p:cNvPr>
          <p:cNvCxnSpPr>
            <a:cxnSpLocks/>
          </p:cNvCxnSpPr>
          <p:nvPr/>
        </p:nvCxnSpPr>
        <p:spPr>
          <a:xfrm flipH="1">
            <a:off x="7362827" y="3979605"/>
            <a:ext cx="1" cy="248191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31B7D53-81F5-46F8-886B-54849F643A6B}"/>
              </a:ext>
            </a:extLst>
          </p:cNvPr>
          <p:cNvCxnSpPr>
            <a:cxnSpLocks/>
          </p:cNvCxnSpPr>
          <p:nvPr/>
        </p:nvCxnSpPr>
        <p:spPr>
          <a:xfrm flipH="1">
            <a:off x="8029532" y="3610160"/>
            <a:ext cx="9527" cy="285135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415F7905-6E52-4726-9B3D-E347000447E4}"/>
              </a:ext>
            </a:extLst>
          </p:cNvPr>
          <p:cNvCxnSpPr>
            <a:cxnSpLocks/>
          </p:cNvCxnSpPr>
          <p:nvPr/>
        </p:nvCxnSpPr>
        <p:spPr>
          <a:xfrm flipH="1">
            <a:off x="8401050" y="4141406"/>
            <a:ext cx="1" cy="2311123"/>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D0413A1D-73C2-4D92-B7CD-580CA312B607}"/>
              </a:ext>
            </a:extLst>
          </p:cNvPr>
          <p:cNvCxnSpPr>
            <a:cxnSpLocks/>
          </p:cNvCxnSpPr>
          <p:nvPr/>
        </p:nvCxnSpPr>
        <p:spPr>
          <a:xfrm>
            <a:off x="10863241" y="6328006"/>
            <a:ext cx="0" cy="41464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65620634-BF6E-437E-B6A4-8538F4F22118}"/>
              </a:ext>
            </a:extLst>
          </p:cNvPr>
          <p:cNvSpPr/>
          <p:nvPr/>
        </p:nvSpPr>
        <p:spPr>
          <a:xfrm rot="10618976" flipV="1">
            <a:off x="6472568" y="6431561"/>
            <a:ext cx="271558" cy="370973"/>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8</a:t>
            </a:r>
          </a:p>
        </p:txBody>
      </p:sp>
      <p:sp>
        <p:nvSpPr>
          <p:cNvPr id="23" name="Rectangle 22">
            <a:extLst>
              <a:ext uri="{FF2B5EF4-FFF2-40B4-BE49-F238E27FC236}">
                <a16:creationId xmlns:a16="http://schemas.microsoft.com/office/drawing/2014/main" id="{959B2ADB-5E26-462A-B502-F0E8D62E4427}"/>
              </a:ext>
            </a:extLst>
          </p:cNvPr>
          <p:cNvSpPr/>
          <p:nvPr/>
        </p:nvSpPr>
        <p:spPr>
          <a:xfrm rot="10618976" flipV="1">
            <a:off x="7889413" y="6431665"/>
            <a:ext cx="27548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9</a:t>
            </a:r>
          </a:p>
        </p:txBody>
      </p:sp>
      <p:sp>
        <p:nvSpPr>
          <p:cNvPr id="24" name="Rectangle 23">
            <a:extLst>
              <a:ext uri="{FF2B5EF4-FFF2-40B4-BE49-F238E27FC236}">
                <a16:creationId xmlns:a16="http://schemas.microsoft.com/office/drawing/2014/main" id="{A223D914-C7B9-4437-AFAB-1382DF026E81}"/>
              </a:ext>
            </a:extLst>
          </p:cNvPr>
          <p:cNvSpPr/>
          <p:nvPr/>
        </p:nvSpPr>
        <p:spPr>
          <a:xfrm rot="10618976" flipV="1">
            <a:off x="5729657" y="711853"/>
            <a:ext cx="27548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7</a:t>
            </a:r>
          </a:p>
        </p:txBody>
      </p:sp>
      <p:sp>
        <p:nvSpPr>
          <p:cNvPr id="25" name="Rectangle 24">
            <a:extLst>
              <a:ext uri="{FF2B5EF4-FFF2-40B4-BE49-F238E27FC236}">
                <a16:creationId xmlns:a16="http://schemas.microsoft.com/office/drawing/2014/main" id="{CCA5CE8B-EB53-4EA2-9A6B-F0FE3F203C9D}"/>
              </a:ext>
            </a:extLst>
          </p:cNvPr>
          <p:cNvSpPr/>
          <p:nvPr/>
        </p:nvSpPr>
        <p:spPr>
          <a:xfrm rot="10800000" flipV="1">
            <a:off x="7071904" y="6424517"/>
            <a:ext cx="478753"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10</a:t>
            </a:r>
          </a:p>
        </p:txBody>
      </p:sp>
      <p:sp>
        <p:nvSpPr>
          <p:cNvPr id="26" name="Rectangle 25">
            <a:extLst>
              <a:ext uri="{FF2B5EF4-FFF2-40B4-BE49-F238E27FC236}">
                <a16:creationId xmlns:a16="http://schemas.microsoft.com/office/drawing/2014/main" id="{A3FE1900-0D04-4B71-8A04-E4F13AC0990A}"/>
              </a:ext>
            </a:extLst>
          </p:cNvPr>
          <p:cNvSpPr/>
          <p:nvPr/>
        </p:nvSpPr>
        <p:spPr>
          <a:xfrm rot="10800000" flipV="1">
            <a:off x="8268909" y="6386416"/>
            <a:ext cx="478753"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11</a:t>
            </a:r>
          </a:p>
        </p:txBody>
      </p:sp>
      <p:sp>
        <p:nvSpPr>
          <p:cNvPr id="27" name="Rectangle 26">
            <a:extLst>
              <a:ext uri="{FF2B5EF4-FFF2-40B4-BE49-F238E27FC236}">
                <a16:creationId xmlns:a16="http://schemas.microsoft.com/office/drawing/2014/main" id="{5A39401B-C629-470E-9372-5E52C33DD8ED}"/>
              </a:ext>
            </a:extLst>
          </p:cNvPr>
          <p:cNvSpPr/>
          <p:nvPr/>
        </p:nvSpPr>
        <p:spPr>
          <a:xfrm rot="10800000" flipV="1">
            <a:off x="8752223" y="386186"/>
            <a:ext cx="478753"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12</a:t>
            </a:r>
          </a:p>
        </p:txBody>
      </p:sp>
      <p:sp>
        <p:nvSpPr>
          <p:cNvPr id="28" name="Rectangle 27">
            <a:extLst>
              <a:ext uri="{FF2B5EF4-FFF2-40B4-BE49-F238E27FC236}">
                <a16:creationId xmlns:a16="http://schemas.microsoft.com/office/drawing/2014/main" id="{F2EA74AC-87C5-4232-B65C-56D7AFF0111C}"/>
              </a:ext>
            </a:extLst>
          </p:cNvPr>
          <p:cNvSpPr/>
          <p:nvPr/>
        </p:nvSpPr>
        <p:spPr>
          <a:xfrm rot="10800000" flipV="1">
            <a:off x="10863241" y="6490249"/>
            <a:ext cx="478753"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13</a:t>
            </a:r>
          </a:p>
        </p:txBody>
      </p:sp>
    </p:spTree>
    <p:extLst>
      <p:ext uri="{BB962C8B-B14F-4D97-AF65-F5344CB8AC3E}">
        <p14:creationId xmlns:p14="http://schemas.microsoft.com/office/powerpoint/2010/main" val="40393793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BF63C-FA3F-463C-867D-FA98A8E6F6BF}"/>
              </a:ext>
            </a:extLst>
          </p:cNvPr>
          <p:cNvSpPr>
            <a:spLocks noGrp="1"/>
          </p:cNvSpPr>
          <p:nvPr>
            <p:ph type="title"/>
          </p:nvPr>
        </p:nvSpPr>
        <p:spPr>
          <a:xfrm>
            <a:off x="495299" y="352037"/>
            <a:ext cx="11201401" cy="492443"/>
          </a:xfrm>
        </p:spPr>
        <p:txBody>
          <a:bodyPr/>
          <a:lstStyle/>
          <a:p>
            <a:r>
              <a:rPr lang="en-AU" sz="3200">
                <a:latin typeface="+mn-lt"/>
              </a:rPr>
              <a:t>Fault Models (Contd.)</a:t>
            </a:r>
            <a:endParaRPr lang="en-US" sz="3200"/>
          </a:p>
        </p:txBody>
      </p:sp>
      <p:sp>
        <p:nvSpPr>
          <p:cNvPr id="4" name="Slide Number Placeholder 3">
            <a:extLst>
              <a:ext uri="{FF2B5EF4-FFF2-40B4-BE49-F238E27FC236}">
                <a16:creationId xmlns:a16="http://schemas.microsoft.com/office/drawing/2014/main" id="{71DFC19A-AC21-4C7A-94FB-30A0F27A68A5}"/>
              </a:ext>
            </a:extLst>
          </p:cNvPr>
          <p:cNvSpPr>
            <a:spLocks noGrp="1"/>
          </p:cNvSpPr>
          <p:nvPr>
            <p:ph type="sldNum" sz="quarter" idx="12"/>
          </p:nvPr>
        </p:nvSpPr>
        <p:spPr/>
        <p:txBody>
          <a:bodyPr/>
          <a:lstStyle/>
          <a:p>
            <a:fld id="{7B94EC18-1D2B-4535-B738-0E53AFE26620}" type="slidenum">
              <a:rPr lang="en-US" smtClean="0"/>
              <a:t>37</a:t>
            </a:fld>
            <a:endParaRPr lang="en-US"/>
          </a:p>
        </p:txBody>
      </p:sp>
      <p:sp>
        <p:nvSpPr>
          <p:cNvPr id="6" name="Rectangle 5">
            <a:extLst>
              <a:ext uri="{FF2B5EF4-FFF2-40B4-BE49-F238E27FC236}">
                <a16:creationId xmlns:a16="http://schemas.microsoft.com/office/drawing/2014/main" id="{F1EC018F-21A7-4D1A-9012-2C4AC7D082CD}"/>
              </a:ext>
            </a:extLst>
          </p:cNvPr>
          <p:cNvSpPr/>
          <p:nvPr/>
        </p:nvSpPr>
        <p:spPr>
          <a:xfrm>
            <a:off x="594371" y="866332"/>
            <a:ext cx="6445058" cy="338554"/>
          </a:xfrm>
          <a:prstGeom prst="rect">
            <a:avLst/>
          </a:prstGeom>
        </p:spPr>
        <p:txBody>
          <a:bodyPr wrap="square">
            <a:spAutoFit/>
          </a:bodyPr>
          <a:lstStyle/>
          <a:p>
            <a:pPr marL="342900" indent="-342900">
              <a:buFont typeface="+mj-lt"/>
              <a:buAutoNum type="arabicParenR"/>
            </a:pPr>
            <a:endParaRPr lang="en-US" sz="1600">
              <a:solidFill>
                <a:schemeClr val="tx1">
                  <a:lumMod val="50000"/>
                </a:schemeClr>
              </a:solidFill>
              <a:cs typeface="Arial" panose="020B0604020202020204" pitchFamily="34" charset="0"/>
            </a:endParaRPr>
          </a:p>
        </p:txBody>
      </p:sp>
      <p:sp>
        <p:nvSpPr>
          <p:cNvPr id="7" name="Rectangle 6">
            <a:extLst>
              <a:ext uri="{FF2B5EF4-FFF2-40B4-BE49-F238E27FC236}">
                <a16:creationId xmlns:a16="http://schemas.microsoft.com/office/drawing/2014/main" id="{0BE5A7A0-B8DB-4F5B-BE18-CD06A5932700}"/>
              </a:ext>
            </a:extLst>
          </p:cNvPr>
          <p:cNvSpPr/>
          <p:nvPr/>
        </p:nvSpPr>
        <p:spPr>
          <a:xfrm>
            <a:off x="594371" y="866332"/>
            <a:ext cx="4415779" cy="3046988"/>
          </a:xfrm>
          <a:prstGeom prst="rect">
            <a:avLst/>
          </a:prstGeom>
        </p:spPr>
        <p:txBody>
          <a:bodyPr wrap="square">
            <a:spAutoFit/>
          </a:bodyPr>
          <a:lstStyle/>
          <a:p>
            <a:pPr marL="457200" indent="-457200">
              <a:buFont typeface="+mj-lt"/>
              <a:buAutoNum type="arabicParenR" startAt="14"/>
            </a:pPr>
            <a:r>
              <a:rPr lang="en-US" sz="1600">
                <a:solidFill>
                  <a:schemeClr val="tx1">
                    <a:lumMod val="50000"/>
                  </a:schemeClr>
                </a:solidFill>
                <a:cs typeface="Arial" panose="020B0604020202020204" pitchFamily="34" charset="0"/>
              </a:rPr>
              <a:t>In the Variable, select the context variable based on which the event will get triggered.</a:t>
            </a:r>
          </a:p>
          <a:p>
            <a:pPr marL="342900" indent="-342900">
              <a:buFont typeface="+mj-lt"/>
              <a:buAutoNum type="arabicParenR" startAt="14"/>
            </a:pPr>
            <a:r>
              <a:rPr lang="en-US" sz="1600">
                <a:solidFill>
                  <a:schemeClr val="tx1">
                    <a:lumMod val="50000"/>
                  </a:schemeClr>
                </a:solidFill>
                <a:cs typeface="Arial" panose="020B0604020202020204" pitchFamily="34" charset="0"/>
              </a:rPr>
              <a:t> Enter the value for variable to get fault activate.</a:t>
            </a:r>
          </a:p>
          <a:p>
            <a:pPr marL="342900" indent="-342900">
              <a:buFont typeface="+mj-lt"/>
              <a:buAutoNum type="arabicParenR" startAt="14"/>
            </a:pPr>
            <a:r>
              <a:rPr lang="en-US" sz="1600">
                <a:solidFill>
                  <a:schemeClr val="tx1">
                    <a:lumMod val="50000"/>
                  </a:schemeClr>
                </a:solidFill>
                <a:cs typeface="Arial" panose="020B0604020202020204" pitchFamily="34" charset="0"/>
              </a:rPr>
              <a:t> To clear all content.</a:t>
            </a:r>
          </a:p>
          <a:p>
            <a:pPr marL="342900" indent="-342900">
              <a:buFont typeface="+mj-lt"/>
              <a:buAutoNum type="arabicParenR" startAt="14"/>
            </a:pPr>
            <a:r>
              <a:rPr lang="en-US" sz="1600">
                <a:solidFill>
                  <a:schemeClr val="tx1">
                    <a:lumMod val="50000"/>
                  </a:schemeClr>
                </a:solidFill>
                <a:cs typeface="Arial" panose="020B0604020202020204" pitchFamily="34" charset="0"/>
              </a:rPr>
              <a:t> Click on Next or back or Save.</a:t>
            </a:r>
          </a:p>
          <a:p>
            <a:pPr marL="342900" indent="-342900">
              <a:buFont typeface="+mj-lt"/>
              <a:buAutoNum type="arabicParenR" startAt="14"/>
            </a:pPr>
            <a:r>
              <a:rPr lang="en-US" sz="1600">
                <a:solidFill>
                  <a:schemeClr val="tx1">
                    <a:lumMod val="50000"/>
                  </a:schemeClr>
                </a:solidFill>
                <a:cs typeface="Arial" panose="020B0604020202020204" pitchFamily="34" charset="0"/>
              </a:rPr>
              <a:t> Enter the Expression for Fault.</a:t>
            </a:r>
          </a:p>
          <a:p>
            <a:pPr marL="342900" indent="-342900">
              <a:buFont typeface="+mj-lt"/>
              <a:buAutoNum type="arabicParenR" startAt="14"/>
            </a:pPr>
            <a:r>
              <a:rPr lang="en-US" sz="1600">
                <a:solidFill>
                  <a:schemeClr val="tx1">
                    <a:lumMod val="50000"/>
                  </a:schemeClr>
                </a:solidFill>
                <a:cs typeface="Arial" panose="020B0604020202020204" pitchFamily="34" charset="0"/>
              </a:rPr>
              <a:t> Click on Next or back or Save.</a:t>
            </a:r>
          </a:p>
          <a:p>
            <a:pPr marL="342900" indent="-342900">
              <a:buFont typeface="+mj-lt"/>
              <a:buAutoNum type="arabicParenR" startAt="14"/>
            </a:pPr>
            <a:endParaRPr lang="en-US" sz="1600">
              <a:solidFill>
                <a:schemeClr val="tx1">
                  <a:lumMod val="50000"/>
                </a:schemeClr>
              </a:solidFill>
              <a:cs typeface="Arial" panose="020B0604020202020204" pitchFamily="34" charset="0"/>
            </a:endParaRPr>
          </a:p>
          <a:p>
            <a:pPr marL="342900" indent="-342900">
              <a:buFont typeface="+mj-lt"/>
              <a:buAutoNum type="arabicParenR" startAt="14"/>
            </a:pPr>
            <a:endParaRPr lang="en-US" sz="1600">
              <a:solidFill>
                <a:schemeClr val="tx1">
                  <a:lumMod val="50000"/>
                </a:schemeClr>
              </a:solidFill>
              <a:cs typeface="Arial" panose="020B0604020202020204" pitchFamily="34" charset="0"/>
            </a:endParaRPr>
          </a:p>
          <a:p>
            <a:pPr marL="342900" indent="-342900">
              <a:buFont typeface="+mj-lt"/>
              <a:buAutoNum type="arabicParenR" startAt="14"/>
            </a:pPr>
            <a:endParaRPr lang="en-US" sz="1600">
              <a:solidFill>
                <a:schemeClr val="tx1">
                  <a:lumMod val="50000"/>
                </a:schemeClr>
              </a:solidFill>
              <a:cs typeface="Arial" panose="020B0604020202020204" pitchFamily="34" charset="0"/>
            </a:endParaRPr>
          </a:p>
        </p:txBody>
      </p:sp>
      <p:pic>
        <p:nvPicPr>
          <p:cNvPr id="8" name="Picture 7">
            <a:extLst>
              <a:ext uri="{FF2B5EF4-FFF2-40B4-BE49-F238E27FC236}">
                <a16:creationId xmlns:a16="http://schemas.microsoft.com/office/drawing/2014/main" id="{9C7486C7-75A8-4599-B357-345E0578DCA8}"/>
              </a:ext>
            </a:extLst>
          </p:cNvPr>
          <p:cNvPicPr>
            <a:picLocks noChangeAspect="1"/>
          </p:cNvPicPr>
          <p:nvPr/>
        </p:nvPicPr>
        <p:blipFill>
          <a:blip r:embed="rId2"/>
          <a:stretch>
            <a:fillRect/>
          </a:stretch>
        </p:blipFill>
        <p:spPr>
          <a:xfrm>
            <a:off x="5182146" y="1285874"/>
            <a:ext cx="6513268" cy="4886325"/>
          </a:xfrm>
          <a:prstGeom prst="rect">
            <a:avLst/>
          </a:prstGeom>
        </p:spPr>
      </p:pic>
      <p:cxnSp>
        <p:nvCxnSpPr>
          <p:cNvPr id="9" name="Straight Arrow Connector 8">
            <a:extLst>
              <a:ext uri="{FF2B5EF4-FFF2-40B4-BE49-F238E27FC236}">
                <a16:creationId xmlns:a16="http://schemas.microsoft.com/office/drawing/2014/main" id="{E0B60559-164B-437B-AF98-13AE92B2C3A5}"/>
              </a:ext>
            </a:extLst>
          </p:cNvPr>
          <p:cNvCxnSpPr>
            <a:cxnSpLocks/>
          </p:cNvCxnSpPr>
          <p:nvPr/>
        </p:nvCxnSpPr>
        <p:spPr>
          <a:xfrm flipV="1">
            <a:off x="8839200" y="609600"/>
            <a:ext cx="0" cy="117157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51692415-FD50-4A3E-A723-FA0B3AC74C9A}"/>
              </a:ext>
            </a:extLst>
          </p:cNvPr>
          <p:cNvSpPr/>
          <p:nvPr/>
        </p:nvSpPr>
        <p:spPr>
          <a:xfrm rot="10800000" flipV="1">
            <a:off x="8853856" y="402231"/>
            <a:ext cx="438127"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14</a:t>
            </a:r>
          </a:p>
        </p:txBody>
      </p:sp>
      <p:cxnSp>
        <p:nvCxnSpPr>
          <p:cNvPr id="11" name="Straight Arrow Connector 10">
            <a:extLst>
              <a:ext uri="{FF2B5EF4-FFF2-40B4-BE49-F238E27FC236}">
                <a16:creationId xmlns:a16="http://schemas.microsoft.com/office/drawing/2014/main" id="{4CB6A0B1-74F8-478C-B2A0-7DA234F34535}"/>
              </a:ext>
            </a:extLst>
          </p:cNvPr>
          <p:cNvCxnSpPr>
            <a:cxnSpLocks/>
          </p:cNvCxnSpPr>
          <p:nvPr/>
        </p:nvCxnSpPr>
        <p:spPr>
          <a:xfrm flipV="1">
            <a:off x="6705600" y="790575"/>
            <a:ext cx="0" cy="117157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976B0BA4-128B-42B4-8C6A-C83A4A2C4075}"/>
              </a:ext>
            </a:extLst>
          </p:cNvPr>
          <p:cNvSpPr/>
          <p:nvPr/>
        </p:nvSpPr>
        <p:spPr>
          <a:xfrm rot="10800000" flipV="1">
            <a:off x="6720123" y="578163"/>
            <a:ext cx="467131"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15</a:t>
            </a:r>
          </a:p>
        </p:txBody>
      </p:sp>
      <p:cxnSp>
        <p:nvCxnSpPr>
          <p:cNvPr id="13" name="Straight Arrow Connector 12">
            <a:extLst>
              <a:ext uri="{FF2B5EF4-FFF2-40B4-BE49-F238E27FC236}">
                <a16:creationId xmlns:a16="http://schemas.microsoft.com/office/drawing/2014/main" id="{68D87663-7EE1-4D3C-98B1-0E2A3C8E6C03}"/>
              </a:ext>
            </a:extLst>
          </p:cNvPr>
          <p:cNvCxnSpPr>
            <a:cxnSpLocks/>
          </p:cNvCxnSpPr>
          <p:nvPr/>
        </p:nvCxnSpPr>
        <p:spPr>
          <a:xfrm flipV="1">
            <a:off x="8086725" y="1238250"/>
            <a:ext cx="0" cy="117157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72B6A092-3560-4E7B-86EB-60C58F644610}"/>
              </a:ext>
            </a:extLst>
          </p:cNvPr>
          <p:cNvSpPr/>
          <p:nvPr/>
        </p:nvSpPr>
        <p:spPr>
          <a:xfrm rot="10800000" flipV="1">
            <a:off x="8101257" y="1026188"/>
            <a:ext cx="45381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16</a:t>
            </a:r>
          </a:p>
        </p:txBody>
      </p:sp>
      <p:cxnSp>
        <p:nvCxnSpPr>
          <p:cNvPr id="15" name="Straight Arrow Connector 14">
            <a:extLst>
              <a:ext uri="{FF2B5EF4-FFF2-40B4-BE49-F238E27FC236}">
                <a16:creationId xmlns:a16="http://schemas.microsoft.com/office/drawing/2014/main" id="{53CBA865-5E52-4136-BC81-D902240DA9D2}"/>
              </a:ext>
            </a:extLst>
          </p:cNvPr>
          <p:cNvCxnSpPr>
            <a:cxnSpLocks/>
          </p:cNvCxnSpPr>
          <p:nvPr/>
        </p:nvCxnSpPr>
        <p:spPr>
          <a:xfrm flipH="1">
            <a:off x="10791825" y="6105524"/>
            <a:ext cx="1" cy="47625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61644CCA-AC50-40CC-9E02-DA814AC31843}"/>
              </a:ext>
            </a:extLst>
          </p:cNvPr>
          <p:cNvSpPr/>
          <p:nvPr/>
        </p:nvSpPr>
        <p:spPr>
          <a:xfrm rot="10800000" flipV="1">
            <a:off x="10930306" y="6298206"/>
            <a:ext cx="490163"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17</a:t>
            </a:r>
          </a:p>
        </p:txBody>
      </p:sp>
      <p:pic>
        <p:nvPicPr>
          <p:cNvPr id="17" name="Picture 16">
            <a:extLst>
              <a:ext uri="{FF2B5EF4-FFF2-40B4-BE49-F238E27FC236}">
                <a16:creationId xmlns:a16="http://schemas.microsoft.com/office/drawing/2014/main" id="{421B6111-1006-4250-99D0-3939526C2248}"/>
              </a:ext>
            </a:extLst>
          </p:cNvPr>
          <p:cNvPicPr>
            <a:picLocks noChangeAspect="1"/>
          </p:cNvPicPr>
          <p:nvPr/>
        </p:nvPicPr>
        <p:blipFill>
          <a:blip r:embed="rId3"/>
          <a:stretch>
            <a:fillRect/>
          </a:stretch>
        </p:blipFill>
        <p:spPr>
          <a:xfrm>
            <a:off x="428899" y="3697133"/>
            <a:ext cx="4667249" cy="1951191"/>
          </a:xfrm>
          <a:prstGeom prst="rect">
            <a:avLst/>
          </a:prstGeom>
        </p:spPr>
      </p:pic>
      <p:cxnSp>
        <p:nvCxnSpPr>
          <p:cNvPr id="18" name="Straight Arrow Connector 17">
            <a:extLst>
              <a:ext uri="{FF2B5EF4-FFF2-40B4-BE49-F238E27FC236}">
                <a16:creationId xmlns:a16="http://schemas.microsoft.com/office/drawing/2014/main" id="{11C64BB8-1634-4926-B53A-F99D5C3AA0FB}"/>
              </a:ext>
            </a:extLst>
          </p:cNvPr>
          <p:cNvCxnSpPr>
            <a:cxnSpLocks/>
          </p:cNvCxnSpPr>
          <p:nvPr/>
        </p:nvCxnSpPr>
        <p:spPr>
          <a:xfrm>
            <a:off x="2314577" y="5429249"/>
            <a:ext cx="228598" cy="21907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FB875238-73A0-47C0-9869-756D530B0893}"/>
              </a:ext>
            </a:extLst>
          </p:cNvPr>
          <p:cNvSpPr/>
          <p:nvPr/>
        </p:nvSpPr>
        <p:spPr>
          <a:xfrm rot="10800000" flipV="1">
            <a:off x="2470089" y="5443298"/>
            <a:ext cx="490163"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18</a:t>
            </a:r>
          </a:p>
        </p:txBody>
      </p:sp>
      <p:pic>
        <p:nvPicPr>
          <p:cNvPr id="20" name="Picture 19">
            <a:extLst>
              <a:ext uri="{FF2B5EF4-FFF2-40B4-BE49-F238E27FC236}">
                <a16:creationId xmlns:a16="http://schemas.microsoft.com/office/drawing/2014/main" id="{CD3ADB5C-9C00-4024-B686-9F2FC6013AED}"/>
              </a:ext>
            </a:extLst>
          </p:cNvPr>
          <p:cNvPicPr>
            <a:picLocks noChangeAspect="1"/>
          </p:cNvPicPr>
          <p:nvPr/>
        </p:nvPicPr>
        <p:blipFill>
          <a:blip r:embed="rId4"/>
          <a:stretch>
            <a:fillRect/>
          </a:stretch>
        </p:blipFill>
        <p:spPr>
          <a:xfrm>
            <a:off x="428899" y="5929311"/>
            <a:ext cx="3038475" cy="733425"/>
          </a:xfrm>
          <a:prstGeom prst="rect">
            <a:avLst/>
          </a:prstGeom>
        </p:spPr>
      </p:pic>
      <p:cxnSp>
        <p:nvCxnSpPr>
          <p:cNvPr id="21" name="Straight Arrow Connector 20">
            <a:extLst>
              <a:ext uri="{FF2B5EF4-FFF2-40B4-BE49-F238E27FC236}">
                <a16:creationId xmlns:a16="http://schemas.microsoft.com/office/drawing/2014/main" id="{97561138-5C6D-4A5F-892A-FFD12848EB2C}"/>
              </a:ext>
            </a:extLst>
          </p:cNvPr>
          <p:cNvCxnSpPr>
            <a:cxnSpLocks/>
          </p:cNvCxnSpPr>
          <p:nvPr/>
        </p:nvCxnSpPr>
        <p:spPr>
          <a:xfrm>
            <a:off x="3410224" y="6296024"/>
            <a:ext cx="811184"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EDCAFFBB-71CC-45A3-9E6F-043570FEB570}"/>
              </a:ext>
            </a:extLst>
          </p:cNvPr>
          <p:cNvSpPr/>
          <p:nvPr/>
        </p:nvSpPr>
        <p:spPr>
          <a:xfrm rot="10800000" flipV="1">
            <a:off x="4106503" y="6105524"/>
            <a:ext cx="490163"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19</a:t>
            </a:r>
          </a:p>
        </p:txBody>
      </p:sp>
      <p:sp>
        <p:nvSpPr>
          <p:cNvPr id="23" name="Slide Number Placeholder 1">
            <a:extLst>
              <a:ext uri="{FF2B5EF4-FFF2-40B4-BE49-F238E27FC236}">
                <a16:creationId xmlns:a16="http://schemas.microsoft.com/office/drawing/2014/main" id="{D7E25FFD-C932-4D2C-9EB1-54EF3EF7255E}"/>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641956-BF2E-4170-9809-8254439A8799}" type="slidenum">
              <a:rPr lang="en-GB" smtClean="0"/>
              <a:pPr/>
              <a:t>37</a:t>
            </a:fld>
            <a:endParaRPr lang="en-GB"/>
          </a:p>
        </p:txBody>
      </p:sp>
    </p:spTree>
    <p:extLst>
      <p:ext uri="{BB962C8B-B14F-4D97-AF65-F5344CB8AC3E}">
        <p14:creationId xmlns:p14="http://schemas.microsoft.com/office/powerpoint/2010/main" val="7811488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EE3AA-1890-41FD-A37B-2D36E99BD4CE}"/>
              </a:ext>
            </a:extLst>
          </p:cNvPr>
          <p:cNvSpPr>
            <a:spLocks noGrp="1"/>
          </p:cNvSpPr>
          <p:nvPr>
            <p:ph type="title"/>
          </p:nvPr>
        </p:nvSpPr>
        <p:spPr>
          <a:xfrm>
            <a:off x="495300" y="375046"/>
            <a:ext cx="11201401" cy="492443"/>
          </a:xfrm>
        </p:spPr>
        <p:txBody>
          <a:bodyPr/>
          <a:lstStyle/>
          <a:p>
            <a:r>
              <a:rPr lang="en-AU" sz="3200">
                <a:latin typeface="+mn-lt"/>
              </a:rPr>
              <a:t>Fault Models (Contd.)</a:t>
            </a:r>
            <a:endParaRPr lang="en-US" sz="3200"/>
          </a:p>
        </p:txBody>
      </p:sp>
      <p:sp>
        <p:nvSpPr>
          <p:cNvPr id="4" name="Slide Number Placeholder 3">
            <a:extLst>
              <a:ext uri="{FF2B5EF4-FFF2-40B4-BE49-F238E27FC236}">
                <a16:creationId xmlns:a16="http://schemas.microsoft.com/office/drawing/2014/main" id="{FB79FFF5-FDBC-455F-8A5F-9F8F776A78B5}"/>
              </a:ext>
            </a:extLst>
          </p:cNvPr>
          <p:cNvSpPr>
            <a:spLocks noGrp="1"/>
          </p:cNvSpPr>
          <p:nvPr>
            <p:ph type="sldNum" sz="quarter" idx="12"/>
          </p:nvPr>
        </p:nvSpPr>
        <p:spPr/>
        <p:txBody>
          <a:bodyPr/>
          <a:lstStyle/>
          <a:p>
            <a:fld id="{7B94EC18-1D2B-4535-B738-0E53AFE26620}" type="slidenum">
              <a:rPr lang="en-US" smtClean="0"/>
              <a:t>38</a:t>
            </a:fld>
            <a:endParaRPr lang="en-US"/>
          </a:p>
        </p:txBody>
      </p:sp>
      <p:sp>
        <p:nvSpPr>
          <p:cNvPr id="6" name="Rectangle 5">
            <a:extLst>
              <a:ext uri="{FF2B5EF4-FFF2-40B4-BE49-F238E27FC236}">
                <a16:creationId xmlns:a16="http://schemas.microsoft.com/office/drawing/2014/main" id="{49FC81A5-FBB3-4884-B334-149DE7181F20}"/>
              </a:ext>
            </a:extLst>
          </p:cNvPr>
          <p:cNvSpPr/>
          <p:nvPr/>
        </p:nvSpPr>
        <p:spPr>
          <a:xfrm>
            <a:off x="594371" y="866332"/>
            <a:ext cx="6445058" cy="338554"/>
          </a:xfrm>
          <a:prstGeom prst="rect">
            <a:avLst/>
          </a:prstGeom>
        </p:spPr>
        <p:txBody>
          <a:bodyPr wrap="square">
            <a:spAutoFit/>
          </a:bodyPr>
          <a:lstStyle/>
          <a:p>
            <a:pPr marL="342900" indent="-342900">
              <a:buFont typeface="+mj-lt"/>
              <a:buAutoNum type="arabicParenR"/>
            </a:pPr>
            <a:endParaRPr lang="en-US" sz="1600">
              <a:solidFill>
                <a:schemeClr val="tx1">
                  <a:lumMod val="50000"/>
                </a:schemeClr>
              </a:solidFill>
              <a:cs typeface="Arial" panose="020B0604020202020204" pitchFamily="34" charset="0"/>
            </a:endParaRPr>
          </a:p>
        </p:txBody>
      </p:sp>
      <p:sp>
        <p:nvSpPr>
          <p:cNvPr id="7" name="Rectangle 6">
            <a:extLst>
              <a:ext uri="{FF2B5EF4-FFF2-40B4-BE49-F238E27FC236}">
                <a16:creationId xmlns:a16="http://schemas.microsoft.com/office/drawing/2014/main" id="{E0CA62D9-C5A8-4F37-8F18-08369D39B9AD}"/>
              </a:ext>
            </a:extLst>
          </p:cNvPr>
          <p:cNvSpPr/>
          <p:nvPr/>
        </p:nvSpPr>
        <p:spPr>
          <a:xfrm>
            <a:off x="583996" y="953817"/>
            <a:ext cx="3628710" cy="5016758"/>
          </a:xfrm>
          <a:prstGeom prst="rect">
            <a:avLst/>
          </a:prstGeom>
        </p:spPr>
        <p:txBody>
          <a:bodyPr wrap="square">
            <a:spAutoFit/>
          </a:bodyPr>
          <a:lstStyle/>
          <a:p>
            <a:pPr marL="457200" indent="-457200">
              <a:buFont typeface="+mj-lt"/>
              <a:buAutoNum type="arabicParenR" startAt="20"/>
            </a:pPr>
            <a:r>
              <a:rPr lang="en-US" sz="1600">
                <a:solidFill>
                  <a:schemeClr val="tx1">
                    <a:lumMod val="50000"/>
                  </a:schemeClr>
                </a:solidFill>
                <a:cs typeface="Arial" panose="020B0604020202020204" pitchFamily="34" charset="0"/>
              </a:rPr>
              <a:t>Select the existing variable for asset for trend.</a:t>
            </a:r>
          </a:p>
          <a:p>
            <a:pPr marL="342900" indent="-342900">
              <a:buFont typeface="+mj-lt"/>
              <a:buAutoNum type="arabicParenR" startAt="20"/>
            </a:pPr>
            <a:r>
              <a:rPr lang="en-US" sz="1600">
                <a:solidFill>
                  <a:schemeClr val="tx1">
                    <a:lumMod val="50000"/>
                  </a:schemeClr>
                </a:solidFill>
                <a:cs typeface="Arial" panose="020B0604020202020204" pitchFamily="34" charset="0"/>
              </a:rPr>
              <a:t> Drag the variable for trend</a:t>
            </a:r>
          </a:p>
          <a:p>
            <a:pPr marL="342900" indent="-342900">
              <a:buFont typeface="+mj-lt"/>
              <a:buAutoNum type="arabicParenR" startAt="20"/>
            </a:pPr>
            <a:r>
              <a:rPr lang="en-US" sz="1600">
                <a:solidFill>
                  <a:schemeClr val="tx1">
                    <a:lumMod val="50000"/>
                  </a:schemeClr>
                </a:solidFill>
                <a:cs typeface="Arial" panose="020B0604020202020204" pitchFamily="34" charset="0"/>
              </a:rPr>
              <a:t> To add any link, click on “+” button.</a:t>
            </a:r>
          </a:p>
          <a:p>
            <a:pPr marL="342900" indent="-342900">
              <a:buFont typeface="+mj-lt"/>
              <a:buAutoNum type="arabicParenR" startAt="20"/>
            </a:pPr>
            <a:r>
              <a:rPr lang="en-US" sz="1600">
                <a:solidFill>
                  <a:schemeClr val="tx1">
                    <a:lumMod val="50000"/>
                  </a:schemeClr>
                </a:solidFill>
                <a:cs typeface="Arial" panose="020B0604020202020204" pitchFamily="34" charset="0"/>
              </a:rPr>
              <a:t> Enter the Display name and URL of the link.</a:t>
            </a:r>
          </a:p>
          <a:p>
            <a:pPr marL="342900" indent="-342900">
              <a:buFont typeface="+mj-lt"/>
              <a:buAutoNum type="arabicParenR" startAt="20"/>
            </a:pPr>
            <a:r>
              <a:rPr lang="en-US" sz="1600">
                <a:solidFill>
                  <a:schemeClr val="tx1">
                    <a:lumMod val="50000"/>
                  </a:schemeClr>
                </a:solidFill>
                <a:cs typeface="Arial" panose="020B0604020202020204" pitchFamily="34" charset="0"/>
              </a:rPr>
              <a:t>Select the Reasons from the dropdown</a:t>
            </a:r>
          </a:p>
          <a:p>
            <a:pPr marL="342900" indent="-342900">
              <a:buFont typeface="+mj-lt"/>
              <a:buAutoNum type="arabicParenR" startAt="20"/>
            </a:pPr>
            <a:r>
              <a:rPr lang="en-US" sz="1600">
                <a:solidFill>
                  <a:schemeClr val="tx1">
                    <a:lumMod val="50000"/>
                  </a:schemeClr>
                </a:solidFill>
                <a:cs typeface="Arial" panose="020B0604020202020204" pitchFamily="34" charset="0"/>
              </a:rPr>
              <a:t>Select the Cause from the dropdown</a:t>
            </a:r>
          </a:p>
          <a:p>
            <a:pPr marL="342900" indent="-342900">
              <a:buFont typeface="+mj-lt"/>
              <a:buAutoNum type="arabicParenR" startAt="20"/>
            </a:pPr>
            <a:r>
              <a:rPr lang="en-US" sz="1600">
                <a:solidFill>
                  <a:schemeClr val="tx1">
                    <a:lumMod val="50000"/>
                  </a:schemeClr>
                </a:solidFill>
                <a:cs typeface="Arial" panose="020B0604020202020204" pitchFamily="34" charset="0"/>
              </a:rPr>
              <a:t>Select the Consequence from the dropdown.</a:t>
            </a:r>
          </a:p>
          <a:p>
            <a:pPr marL="342900" indent="-342900">
              <a:buFont typeface="+mj-lt"/>
              <a:buAutoNum type="arabicParenR" startAt="20"/>
            </a:pPr>
            <a:r>
              <a:rPr lang="en-US" sz="1600">
                <a:solidFill>
                  <a:schemeClr val="tx1">
                    <a:lumMod val="50000"/>
                  </a:schemeClr>
                </a:solidFill>
                <a:cs typeface="Arial" panose="020B0604020202020204" pitchFamily="34" charset="0"/>
              </a:rPr>
              <a:t> Select the Recommendations from the dropdown.</a:t>
            </a:r>
          </a:p>
          <a:p>
            <a:pPr marL="342900" indent="-342900">
              <a:buFont typeface="+mj-lt"/>
              <a:buAutoNum type="arabicParenR" startAt="20"/>
            </a:pPr>
            <a:r>
              <a:rPr lang="en-US" sz="1600">
                <a:solidFill>
                  <a:schemeClr val="tx1">
                    <a:lumMod val="50000"/>
                  </a:schemeClr>
                </a:solidFill>
                <a:cs typeface="Arial" panose="020B0604020202020204" pitchFamily="34" charset="0"/>
              </a:rPr>
              <a:t>Click on back or Save.</a:t>
            </a:r>
          </a:p>
          <a:p>
            <a:pPr marL="342900" indent="-342900">
              <a:buFont typeface="+mj-lt"/>
              <a:buAutoNum type="arabicParenR" startAt="20"/>
            </a:pPr>
            <a:endParaRPr lang="en-US" sz="1600">
              <a:solidFill>
                <a:schemeClr val="tx1">
                  <a:lumMod val="50000"/>
                </a:schemeClr>
              </a:solidFill>
              <a:cs typeface="Arial" panose="020B0604020202020204" pitchFamily="34" charset="0"/>
            </a:endParaRPr>
          </a:p>
          <a:p>
            <a:pPr marL="342900" indent="-342900">
              <a:buFont typeface="+mj-lt"/>
              <a:buAutoNum type="arabicParenR" startAt="20"/>
            </a:pPr>
            <a:endParaRPr lang="en-US" sz="1600">
              <a:solidFill>
                <a:schemeClr val="tx1">
                  <a:lumMod val="50000"/>
                </a:schemeClr>
              </a:solidFill>
              <a:cs typeface="Arial" panose="020B0604020202020204" pitchFamily="34" charset="0"/>
            </a:endParaRPr>
          </a:p>
          <a:p>
            <a:pPr marL="342900" indent="-342900">
              <a:buFont typeface="+mj-lt"/>
              <a:buAutoNum type="arabicParenR" startAt="20"/>
            </a:pPr>
            <a:endParaRPr lang="en-US" sz="1600">
              <a:solidFill>
                <a:schemeClr val="tx1">
                  <a:lumMod val="50000"/>
                </a:schemeClr>
              </a:solidFill>
              <a:cs typeface="Arial" panose="020B0604020202020204" pitchFamily="34" charset="0"/>
            </a:endParaRPr>
          </a:p>
          <a:p>
            <a:pPr marL="342900" indent="-342900">
              <a:buFont typeface="+mj-lt"/>
              <a:buAutoNum type="arabicParenR" startAt="20"/>
            </a:pPr>
            <a:endParaRPr lang="en-US" sz="1600">
              <a:solidFill>
                <a:schemeClr val="tx1">
                  <a:lumMod val="50000"/>
                </a:schemeClr>
              </a:solidFill>
              <a:cs typeface="Arial" panose="020B0604020202020204" pitchFamily="34" charset="0"/>
            </a:endParaRPr>
          </a:p>
        </p:txBody>
      </p:sp>
      <p:sp>
        <p:nvSpPr>
          <p:cNvPr id="8" name="Rectangle 7">
            <a:extLst>
              <a:ext uri="{FF2B5EF4-FFF2-40B4-BE49-F238E27FC236}">
                <a16:creationId xmlns:a16="http://schemas.microsoft.com/office/drawing/2014/main" id="{770C0617-9A51-4BE4-851A-2BD0ED861987}"/>
              </a:ext>
            </a:extLst>
          </p:cNvPr>
          <p:cNvSpPr/>
          <p:nvPr/>
        </p:nvSpPr>
        <p:spPr>
          <a:xfrm rot="10800000" flipV="1">
            <a:off x="6834423" y="549588"/>
            <a:ext cx="467131"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21</a:t>
            </a:r>
          </a:p>
        </p:txBody>
      </p:sp>
      <p:sp>
        <p:nvSpPr>
          <p:cNvPr id="9" name="Rectangle 8">
            <a:extLst>
              <a:ext uri="{FF2B5EF4-FFF2-40B4-BE49-F238E27FC236}">
                <a16:creationId xmlns:a16="http://schemas.microsoft.com/office/drawing/2014/main" id="{83AA74F3-F89B-4557-B898-0042D3EA636C}"/>
              </a:ext>
            </a:extLst>
          </p:cNvPr>
          <p:cNvSpPr/>
          <p:nvPr/>
        </p:nvSpPr>
        <p:spPr>
          <a:xfrm rot="10800000" flipV="1">
            <a:off x="4237738" y="3340245"/>
            <a:ext cx="45381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22</a:t>
            </a:r>
          </a:p>
        </p:txBody>
      </p:sp>
      <p:pic>
        <p:nvPicPr>
          <p:cNvPr id="10" name="Picture 9">
            <a:extLst>
              <a:ext uri="{FF2B5EF4-FFF2-40B4-BE49-F238E27FC236}">
                <a16:creationId xmlns:a16="http://schemas.microsoft.com/office/drawing/2014/main" id="{43639330-8D66-4707-B4C5-109882F722C3}"/>
              </a:ext>
            </a:extLst>
          </p:cNvPr>
          <p:cNvPicPr>
            <a:picLocks noChangeAspect="1"/>
          </p:cNvPicPr>
          <p:nvPr/>
        </p:nvPicPr>
        <p:blipFill>
          <a:blip r:embed="rId2"/>
          <a:stretch>
            <a:fillRect/>
          </a:stretch>
        </p:blipFill>
        <p:spPr>
          <a:xfrm>
            <a:off x="5125432" y="1228725"/>
            <a:ext cx="6814155" cy="3086100"/>
          </a:xfrm>
          <a:prstGeom prst="rect">
            <a:avLst/>
          </a:prstGeom>
        </p:spPr>
      </p:pic>
      <p:cxnSp>
        <p:nvCxnSpPr>
          <p:cNvPr id="11" name="Straight Arrow Connector 10">
            <a:extLst>
              <a:ext uri="{FF2B5EF4-FFF2-40B4-BE49-F238E27FC236}">
                <a16:creationId xmlns:a16="http://schemas.microsoft.com/office/drawing/2014/main" id="{5C979B7D-0EAF-4411-B453-1E6079B71B34}"/>
              </a:ext>
            </a:extLst>
          </p:cNvPr>
          <p:cNvCxnSpPr>
            <a:cxnSpLocks/>
          </p:cNvCxnSpPr>
          <p:nvPr/>
        </p:nvCxnSpPr>
        <p:spPr>
          <a:xfrm flipV="1">
            <a:off x="9363075" y="695325"/>
            <a:ext cx="0" cy="117157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DF4AADEC-F9AB-4386-805C-A0D4A6DF73DA}"/>
              </a:ext>
            </a:extLst>
          </p:cNvPr>
          <p:cNvSpPr/>
          <p:nvPr/>
        </p:nvSpPr>
        <p:spPr>
          <a:xfrm rot="10800000" flipV="1">
            <a:off x="9377731" y="487956"/>
            <a:ext cx="438127"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20</a:t>
            </a:r>
          </a:p>
        </p:txBody>
      </p:sp>
      <p:cxnSp>
        <p:nvCxnSpPr>
          <p:cNvPr id="13" name="Straight Arrow Connector 12">
            <a:extLst>
              <a:ext uri="{FF2B5EF4-FFF2-40B4-BE49-F238E27FC236}">
                <a16:creationId xmlns:a16="http://schemas.microsoft.com/office/drawing/2014/main" id="{4895169A-F42D-4233-A7F0-37EBF8542FB4}"/>
              </a:ext>
            </a:extLst>
          </p:cNvPr>
          <p:cNvCxnSpPr>
            <a:cxnSpLocks/>
          </p:cNvCxnSpPr>
          <p:nvPr/>
        </p:nvCxnSpPr>
        <p:spPr>
          <a:xfrm flipH="1">
            <a:off x="4257675" y="3900596"/>
            <a:ext cx="112395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2E02939F-2A32-4126-9F87-DB66DA82BBB5}"/>
              </a:ext>
            </a:extLst>
          </p:cNvPr>
          <p:cNvSpPr/>
          <p:nvPr/>
        </p:nvSpPr>
        <p:spPr>
          <a:xfrm rot="10800000" flipV="1">
            <a:off x="4173248" y="3877194"/>
            <a:ext cx="490163"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23</a:t>
            </a:r>
          </a:p>
        </p:txBody>
      </p:sp>
      <p:cxnSp>
        <p:nvCxnSpPr>
          <p:cNvPr id="15" name="Straight Arrow Connector 14">
            <a:extLst>
              <a:ext uri="{FF2B5EF4-FFF2-40B4-BE49-F238E27FC236}">
                <a16:creationId xmlns:a16="http://schemas.microsoft.com/office/drawing/2014/main" id="{DAC0EBED-1664-46CD-AF20-9B0590C6F2C5}"/>
              </a:ext>
            </a:extLst>
          </p:cNvPr>
          <p:cNvCxnSpPr>
            <a:cxnSpLocks/>
          </p:cNvCxnSpPr>
          <p:nvPr/>
        </p:nvCxnSpPr>
        <p:spPr>
          <a:xfrm flipH="1">
            <a:off x="4257675" y="3686175"/>
            <a:ext cx="1123950"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74DBF071-3ACC-452C-808B-65B2162D002A}"/>
              </a:ext>
            </a:extLst>
          </p:cNvPr>
          <p:cNvCxnSpPr>
            <a:cxnSpLocks/>
          </p:cNvCxnSpPr>
          <p:nvPr/>
        </p:nvCxnSpPr>
        <p:spPr>
          <a:xfrm flipV="1">
            <a:off x="6819900" y="762000"/>
            <a:ext cx="0" cy="117157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pic>
        <p:nvPicPr>
          <p:cNvPr id="17" name="Picture 16">
            <a:extLst>
              <a:ext uri="{FF2B5EF4-FFF2-40B4-BE49-F238E27FC236}">
                <a16:creationId xmlns:a16="http://schemas.microsoft.com/office/drawing/2014/main" id="{F89A2138-6F90-4257-A2FA-EC7B1077F71C}"/>
              </a:ext>
            </a:extLst>
          </p:cNvPr>
          <p:cNvPicPr>
            <a:picLocks noChangeAspect="1"/>
          </p:cNvPicPr>
          <p:nvPr/>
        </p:nvPicPr>
        <p:blipFill>
          <a:blip r:embed="rId3"/>
          <a:stretch>
            <a:fillRect/>
          </a:stretch>
        </p:blipFill>
        <p:spPr>
          <a:xfrm>
            <a:off x="5959806" y="4352925"/>
            <a:ext cx="5932155" cy="2332126"/>
          </a:xfrm>
          <a:prstGeom prst="rect">
            <a:avLst/>
          </a:prstGeom>
        </p:spPr>
      </p:pic>
      <p:sp>
        <p:nvSpPr>
          <p:cNvPr id="18" name="Rectangle 17">
            <a:extLst>
              <a:ext uri="{FF2B5EF4-FFF2-40B4-BE49-F238E27FC236}">
                <a16:creationId xmlns:a16="http://schemas.microsoft.com/office/drawing/2014/main" id="{2E4E301C-58C7-4D6F-B9F2-6430A44F2A4E}"/>
              </a:ext>
            </a:extLst>
          </p:cNvPr>
          <p:cNvSpPr/>
          <p:nvPr/>
        </p:nvSpPr>
        <p:spPr>
          <a:xfrm rot="10800000" flipV="1">
            <a:off x="4866388" y="4302270"/>
            <a:ext cx="45381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24</a:t>
            </a:r>
          </a:p>
        </p:txBody>
      </p:sp>
      <p:cxnSp>
        <p:nvCxnSpPr>
          <p:cNvPr id="19" name="Straight Arrow Connector 18">
            <a:extLst>
              <a:ext uri="{FF2B5EF4-FFF2-40B4-BE49-F238E27FC236}">
                <a16:creationId xmlns:a16="http://schemas.microsoft.com/office/drawing/2014/main" id="{BFA3382D-E144-4EF9-A11D-086338F62009}"/>
              </a:ext>
            </a:extLst>
          </p:cNvPr>
          <p:cNvCxnSpPr>
            <a:cxnSpLocks/>
          </p:cNvCxnSpPr>
          <p:nvPr/>
        </p:nvCxnSpPr>
        <p:spPr>
          <a:xfrm flipH="1">
            <a:off x="4886325" y="4648200"/>
            <a:ext cx="1123950"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815FA9D3-C254-47A9-9334-7CF39C833EBD}"/>
              </a:ext>
            </a:extLst>
          </p:cNvPr>
          <p:cNvSpPr/>
          <p:nvPr/>
        </p:nvSpPr>
        <p:spPr>
          <a:xfrm rot="10800000" flipV="1">
            <a:off x="4885438" y="4759470"/>
            <a:ext cx="45381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25</a:t>
            </a:r>
          </a:p>
        </p:txBody>
      </p:sp>
      <p:cxnSp>
        <p:nvCxnSpPr>
          <p:cNvPr id="21" name="Straight Arrow Connector 20">
            <a:extLst>
              <a:ext uri="{FF2B5EF4-FFF2-40B4-BE49-F238E27FC236}">
                <a16:creationId xmlns:a16="http://schemas.microsoft.com/office/drawing/2014/main" id="{7FEACA27-048C-4269-A8A4-84CDEBE88B93}"/>
              </a:ext>
            </a:extLst>
          </p:cNvPr>
          <p:cNvCxnSpPr>
            <a:cxnSpLocks/>
          </p:cNvCxnSpPr>
          <p:nvPr/>
        </p:nvCxnSpPr>
        <p:spPr>
          <a:xfrm flipH="1">
            <a:off x="4905375" y="5105400"/>
            <a:ext cx="1123950"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6FB07689-632F-4AFC-93C4-22E2B1FB4629}"/>
              </a:ext>
            </a:extLst>
          </p:cNvPr>
          <p:cNvSpPr/>
          <p:nvPr/>
        </p:nvSpPr>
        <p:spPr>
          <a:xfrm rot="10800000" flipV="1">
            <a:off x="4875913" y="5254770"/>
            <a:ext cx="45381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26</a:t>
            </a:r>
          </a:p>
        </p:txBody>
      </p:sp>
      <p:cxnSp>
        <p:nvCxnSpPr>
          <p:cNvPr id="23" name="Straight Arrow Connector 22">
            <a:extLst>
              <a:ext uri="{FF2B5EF4-FFF2-40B4-BE49-F238E27FC236}">
                <a16:creationId xmlns:a16="http://schemas.microsoft.com/office/drawing/2014/main" id="{59500E0F-381A-4D76-B40A-BB6F446848BC}"/>
              </a:ext>
            </a:extLst>
          </p:cNvPr>
          <p:cNvCxnSpPr>
            <a:cxnSpLocks/>
          </p:cNvCxnSpPr>
          <p:nvPr/>
        </p:nvCxnSpPr>
        <p:spPr>
          <a:xfrm flipH="1">
            <a:off x="4895850" y="5600700"/>
            <a:ext cx="1123950"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7DBE9930-6285-4EAB-A8D5-2FC61A11A719}"/>
              </a:ext>
            </a:extLst>
          </p:cNvPr>
          <p:cNvSpPr/>
          <p:nvPr/>
        </p:nvSpPr>
        <p:spPr>
          <a:xfrm rot="10800000" flipV="1">
            <a:off x="4894963" y="5750070"/>
            <a:ext cx="45381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27</a:t>
            </a:r>
          </a:p>
        </p:txBody>
      </p:sp>
      <p:cxnSp>
        <p:nvCxnSpPr>
          <p:cNvPr id="25" name="Straight Arrow Connector 24">
            <a:extLst>
              <a:ext uri="{FF2B5EF4-FFF2-40B4-BE49-F238E27FC236}">
                <a16:creationId xmlns:a16="http://schemas.microsoft.com/office/drawing/2014/main" id="{CADEA765-50B0-4B7D-8A33-9B0719E7FB33}"/>
              </a:ext>
            </a:extLst>
          </p:cNvPr>
          <p:cNvCxnSpPr>
            <a:cxnSpLocks/>
          </p:cNvCxnSpPr>
          <p:nvPr/>
        </p:nvCxnSpPr>
        <p:spPr>
          <a:xfrm flipH="1">
            <a:off x="4914900" y="6096000"/>
            <a:ext cx="1123950"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1D2C0CF4-23CB-46B8-98A1-030A901E3F4E}"/>
              </a:ext>
            </a:extLst>
          </p:cNvPr>
          <p:cNvSpPr/>
          <p:nvPr/>
        </p:nvSpPr>
        <p:spPr>
          <a:xfrm rot="10800000" flipV="1">
            <a:off x="5037838" y="6216795"/>
            <a:ext cx="45381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28</a:t>
            </a:r>
          </a:p>
        </p:txBody>
      </p:sp>
      <p:cxnSp>
        <p:nvCxnSpPr>
          <p:cNvPr id="27" name="Straight Arrow Connector 26">
            <a:extLst>
              <a:ext uri="{FF2B5EF4-FFF2-40B4-BE49-F238E27FC236}">
                <a16:creationId xmlns:a16="http://schemas.microsoft.com/office/drawing/2014/main" id="{854BE1A8-DAC9-4A07-97CA-AE7A20F11F0D}"/>
              </a:ext>
            </a:extLst>
          </p:cNvPr>
          <p:cNvCxnSpPr>
            <a:cxnSpLocks/>
          </p:cNvCxnSpPr>
          <p:nvPr/>
        </p:nvCxnSpPr>
        <p:spPr>
          <a:xfrm flipH="1">
            <a:off x="5057776" y="6562725"/>
            <a:ext cx="5238749"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Slide Number Placeholder 1">
            <a:extLst>
              <a:ext uri="{FF2B5EF4-FFF2-40B4-BE49-F238E27FC236}">
                <a16:creationId xmlns:a16="http://schemas.microsoft.com/office/drawing/2014/main" id="{D0DD6D8E-E219-4D22-AB88-E64A040EC6CA}"/>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22174238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E1320-2529-4064-9439-E0AD406D9E84}"/>
              </a:ext>
            </a:extLst>
          </p:cNvPr>
          <p:cNvSpPr>
            <a:spLocks noGrp="1"/>
          </p:cNvSpPr>
          <p:nvPr>
            <p:ph type="title"/>
          </p:nvPr>
        </p:nvSpPr>
        <p:spPr>
          <a:xfrm>
            <a:off x="495299" y="495299"/>
            <a:ext cx="11201401" cy="5518242"/>
          </a:xfrm>
        </p:spPr>
        <p:txBody>
          <a:bodyPr/>
          <a:lstStyle/>
          <a:p>
            <a:pPr>
              <a:lnSpc>
                <a:spcPct val="150000"/>
              </a:lnSpc>
            </a:pPr>
            <a:br>
              <a:rPr lang="en-US" sz="4000" b="1" dirty="0"/>
            </a:br>
            <a:br>
              <a:rPr lang="en-US" sz="4000" b="1" dirty="0"/>
            </a:br>
            <a:r>
              <a:rPr lang="en-US" sz="4000" b="1" dirty="0"/>
              <a:t>APM – </a:t>
            </a:r>
            <a:r>
              <a:rPr lang="en-GB" b="1" dirty="0"/>
              <a:t>Reports View</a:t>
            </a:r>
            <a:br>
              <a:rPr lang="en-US" sz="1800" b="1" dirty="0">
                <a:solidFill>
                  <a:srgbClr val="84BD00"/>
                </a:solidFill>
                <a:effectLst/>
                <a:latin typeface="Cambria" panose="02040503050406030204" pitchFamily="18" charset="0"/>
                <a:ea typeface="MS Gothic" panose="020B0609070205080204" pitchFamily="49" charset="-128"/>
                <a:cs typeface="Times New Roman" panose="02020603050405020304" pitchFamily="18" charset="0"/>
              </a:rPr>
            </a:br>
            <a:br>
              <a:rPr lang="en-US" sz="4000" b="1" dirty="0"/>
            </a:br>
            <a:br>
              <a:rPr lang="en-US" sz="4000" b="1" dirty="0"/>
            </a:br>
            <a:endParaRPr lang="en-US" dirty="0"/>
          </a:p>
        </p:txBody>
      </p:sp>
      <p:sp>
        <p:nvSpPr>
          <p:cNvPr id="4" name="Slide Number Placeholder 3">
            <a:extLst>
              <a:ext uri="{FF2B5EF4-FFF2-40B4-BE49-F238E27FC236}">
                <a16:creationId xmlns:a16="http://schemas.microsoft.com/office/drawing/2014/main" id="{443709C0-1799-4034-BDC0-4DC5860700FE}"/>
              </a:ext>
            </a:extLst>
          </p:cNvPr>
          <p:cNvSpPr>
            <a:spLocks noGrp="1"/>
          </p:cNvSpPr>
          <p:nvPr>
            <p:ph type="sldNum" sz="quarter" idx="12"/>
          </p:nvPr>
        </p:nvSpPr>
        <p:spPr/>
        <p:txBody>
          <a:bodyPr/>
          <a:lstStyle/>
          <a:p>
            <a:fld id="{7B94EC18-1D2B-4535-B738-0E53AFE26620}" type="slidenum">
              <a:rPr lang="en-US" smtClean="0"/>
              <a:t>39</a:t>
            </a:fld>
            <a:endParaRPr lang="en-US"/>
          </a:p>
        </p:txBody>
      </p:sp>
    </p:spTree>
    <p:extLst>
      <p:ext uri="{BB962C8B-B14F-4D97-AF65-F5344CB8AC3E}">
        <p14:creationId xmlns:p14="http://schemas.microsoft.com/office/powerpoint/2010/main" val="18328784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9670CE-F4E0-44DD-A4C4-1276C22895D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07483" y="2427978"/>
            <a:ext cx="10637133" cy="4114800"/>
          </a:xfrm>
          <a:prstGeom prst="rect">
            <a:avLst/>
          </a:prstGeom>
        </p:spPr>
      </p:pic>
      <p:sp>
        <p:nvSpPr>
          <p:cNvPr id="2" name="Title 1">
            <a:extLst>
              <a:ext uri="{FF2B5EF4-FFF2-40B4-BE49-F238E27FC236}">
                <a16:creationId xmlns:a16="http://schemas.microsoft.com/office/drawing/2014/main" id="{AAEE5EFB-FB7B-435B-9AF6-22550D7580BB}"/>
              </a:ext>
            </a:extLst>
          </p:cNvPr>
          <p:cNvSpPr>
            <a:spLocks noGrp="1"/>
          </p:cNvSpPr>
          <p:nvPr>
            <p:ph type="title"/>
          </p:nvPr>
        </p:nvSpPr>
        <p:spPr>
          <a:xfrm>
            <a:off x="407625" y="319171"/>
            <a:ext cx="11201401" cy="584775"/>
          </a:xfrm>
        </p:spPr>
        <p:txBody>
          <a:bodyPr/>
          <a:lstStyle/>
          <a:p>
            <a:r>
              <a:rPr lang="en-US" sz="3200" dirty="0"/>
              <a:t>Attribute overview</a:t>
            </a:r>
          </a:p>
        </p:txBody>
      </p:sp>
      <p:sp>
        <p:nvSpPr>
          <p:cNvPr id="4" name="Slide Number Placeholder 3">
            <a:extLst>
              <a:ext uri="{FF2B5EF4-FFF2-40B4-BE49-F238E27FC236}">
                <a16:creationId xmlns:a16="http://schemas.microsoft.com/office/drawing/2014/main" id="{F733BD6A-7242-40E8-8F02-099112305D36}"/>
              </a:ext>
            </a:extLst>
          </p:cNvPr>
          <p:cNvSpPr>
            <a:spLocks noGrp="1"/>
          </p:cNvSpPr>
          <p:nvPr>
            <p:ph type="sldNum" sz="quarter" idx="12"/>
          </p:nvPr>
        </p:nvSpPr>
        <p:spPr/>
        <p:txBody>
          <a:bodyPr/>
          <a:lstStyle/>
          <a:p>
            <a:fld id="{7B94EC18-1D2B-4535-B738-0E53AFE26620}" type="slidenum">
              <a:rPr lang="en-US" dirty="0" smtClean="0"/>
              <a:t>40</a:t>
            </a:fld>
            <a:endParaRPr lang="en-US"/>
          </a:p>
        </p:txBody>
      </p:sp>
      <p:sp>
        <p:nvSpPr>
          <p:cNvPr id="6" name="TextBox 5">
            <a:extLst>
              <a:ext uri="{FF2B5EF4-FFF2-40B4-BE49-F238E27FC236}">
                <a16:creationId xmlns:a16="http://schemas.microsoft.com/office/drawing/2014/main" id="{391F7C76-FB7E-4064-975C-374FC54AA5B9}"/>
              </a:ext>
            </a:extLst>
          </p:cNvPr>
          <p:cNvSpPr txBox="1"/>
          <p:nvPr/>
        </p:nvSpPr>
        <p:spPr>
          <a:xfrm>
            <a:off x="407625" y="925498"/>
            <a:ext cx="10377888" cy="815167"/>
          </a:xfrm>
          <a:prstGeom prst="rect">
            <a:avLst/>
          </a:prstGeom>
          <a:noFill/>
        </p:spPr>
        <p:txBody>
          <a:bodyPr wrap="square" lIns="0" tIns="0" rIns="0" bIns="0" rtlCol="0">
            <a:noAutofit/>
          </a:bodyPr>
          <a:lstStyle/>
          <a:p>
            <a:pPr algn="l">
              <a:spcBef>
                <a:spcPts val="800"/>
              </a:spcBef>
            </a:pPr>
            <a:r>
              <a:rPr lang="en-US" sz="1600" dirty="0"/>
              <a:t>Attribute</a:t>
            </a:r>
            <a:r>
              <a:rPr lang="en-US" sz="1600" spc="-5" dirty="0">
                <a:cs typeface="Arial"/>
              </a:rPr>
              <a:t> Overview Excel Report can be extracted from Asset Performance Management Attribute Overview Page. </a:t>
            </a:r>
          </a:p>
          <a:p>
            <a:pPr marL="285750" indent="-285750" algn="l">
              <a:spcBef>
                <a:spcPts val="800"/>
              </a:spcBef>
              <a:buFont typeface="Arial" panose="020B0604020202020204" pitchFamily="34" charset="0"/>
              <a:buChar char="•"/>
            </a:pPr>
            <a:r>
              <a:rPr lang="en-US" sz="1600" spc="-5" dirty="0">
                <a:cs typeface="Arial"/>
              </a:rPr>
              <a:t>Click on “Export to Excel” button.</a:t>
            </a:r>
          </a:p>
          <a:p>
            <a:pPr marL="285750" indent="-285750" algn="l">
              <a:spcBef>
                <a:spcPts val="800"/>
              </a:spcBef>
              <a:buFont typeface="Arial" panose="020B0604020202020204" pitchFamily="34" charset="0"/>
              <a:buChar char="•"/>
            </a:pPr>
            <a:r>
              <a:rPr lang="en-US" sz="1600" spc="-5" dirty="0">
                <a:cs typeface="Arial"/>
              </a:rPr>
              <a:t>Excel Report get downloaded from </a:t>
            </a:r>
            <a:r>
              <a:rPr lang="en-US" sz="1600" dirty="0"/>
              <a:t>Attribute</a:t>
            </a:r>
            <a:r>
              <a:rPr lang="en-US" sz="1600" spc="-5" dirty="0">
                <a:cs typeface="Arial"/>
              </a:rPr>
              <a:t> Overview Dashboard.</a:t>
            </a:r>
          </a:p>
          <a:p>
            <a:pPr algn="l">
              <a:spcBef>
                <a:spcPts val="800"/>
              </a:spcBef>
            </a:pPr>
            <a:endParaRPr lang="en-US" sz="1600" dirty="0"/>
          </a:p>
        </p:txBody>
      </p:sp>
      <p:sp>
        <p:nvSpPr>
          <p:cNvPr id="7" name="Slide Number Placeholder 3">
            <a:extLst>
              <a:ext uri="{FF2B5EF4-FFF2-40B4-BE49-F238E27FC236}">
                <a16:creationId xmlns:a16="http://schemas.microsoft.com/office/drawing/2014/main" id="{633D9963-7804-4F84-BFB8-D9133556A5A4}"/>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9" name="Rectangle 8">
            <a:extLst>
              <a:ext uri="{FF2B5EF4-FFF2-40B4-BE49-F238E27FC236}">
                <a16:creationId xmlns:a16="http://schemas.microsoft.com/office/drawing/2014/main" id="{84C04462-5D1E-4F89-9029-C2C54D1D5FD2}"/>
              </a:ext>
            </a:extLst>
          </p:cNvPr>
          <p:cNvSpPr/>
          <p:nvPr/>
        </p:nvSpPr>
        <p:spPr>
          <a:xfrm>
            <a:off x="3907994" y="2840682"/>
            <a:ext cx="198304" cy="264949"/>
          </a:xfrm>
          <a:prstGeom prst="rect">
            <a:avLst/>
          </a:prstGeom>
          <a:noFill/>
          <a:ln w="28575">
            <a:solidFill>
              <a:srgbClr val="E327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graphicFrame>
        <p:nvGraphicFramePr>
          <p:cNvPr id="10" name="Object 9">
            <a:extLst>
              <a:ext uri="{FF2B5EF4-FFF2-40B4-BE49-F238E27FC236}">
                <a16:creationId xmlns:a16="http://schemas.microsoft.com/office/drawing/2014/main" id="{AF346272-6B6D-4845-B32F-C75DF7AE512F}"/>
              </a:ext>
            </a:extLst>
          </p:cNvPr>
          <p:cNvGraphicFramePr>
            <a:graphicFrameLocks noChangeAspect="1"/>
          </p:cNvGraphicFramePr>
          <p:nvPr/>
        </p:nvGraphicFramePr>
        <p:xfrm>
          <a:off x="8014057" y="1558423"/>
          <a:ext cx="914400" cy="771525"/>
        </p:xfrm>
        <a:graphic>
          <a:graphicData uri="http://schemas.openxmlformats.org/presentationml/2006/ole">
            <mc:AlternateContent xmlns:mc="http://schemas.openxmlformats.org/markup-compatibility/2006">
              <mc:Choice xmlns:v="urn:schemas-microsoft-com:vml" Requires="v">
                <p:oleObj name="Worksheet" showAsIcon="1" r:id="rId3" imgW="914400" imgH="771480" progId="Excel.Sheet.12">
                  <p:embed/>
                </p:oleObj>
              </mc:Choice>
              <mc:Fallback>
                <p:oleObj name="Worksheet" showAsIcon="1" r:id="rId3" imgW="914400" imgH="771480" progId="Excel.Sheet.12">
                  <p:embed/>
                  <p:pic>
                    <p:nvPicPr>
                      <p:cNvPr id="10" name="Object 9">
                        <a:extLst>
                          <a:ext uri="{FF2B5EF4-FFF2-40B4-BE49-F238E27FC236}">
                            <a16:creationId xmlns:a16="http://schemas.microsoft.com/office/drawing/2014/main" id="{AF346272-6B6D-4845-B32F-C75DF7AE512F}"/>
                          </a:ext>
                        </a:extLst>
                      </p:cNvPr>
                      <p:cNvPicPr/>
                      <p:nvPr/>
                    </p:nvPicPr>
                    <p:blipFill>
                      <a:blip r:embed="rId4"/>
                      <a:stretch>
                        <a:fillRect/>
                      </a:stretch>
                    </p:blipFill>
                    <p:spPr>
                      <a:xfrm>
                        <a:off x="8014057" y="1558423"/>
                        <a:ext cx="914400" cy="771525"/>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D91C12A4-A0CF-4E9C-8928-132B08BF43F9}"/>
              </a:ext>
            </a:extLst>
          </p:cNvPr>
          <p:cNvSpPr/>
          <p:nvPr/>
        </p:nvSpPr>
        <p:spPr>
          <a:xfrm>
            <a:off x="957937" y="3141946"/>
            <a:ext cx="1123713" cy="164130"/>
          </a:xfrm>
          <a:prstGeom prst="rect">
            <a:avLst/>
          </a:prstGeom>
          <a:noFill/>
          <a:ln w="28575">
            <a:solidFill>
              <a:srgbClr val="E327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25286264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28250-C7CD-420C-A09A-DFF677F2744A}"/>
              </a:ext>
            </a:extLst>
          </p:cNvPr>
          <p:cNvSpPr>
            <a:spLocks noGrp="1"/>
          </p:cNvSpPr>
          <p:nvPr>
            <p:ph type="title"/>
          </p:nvPr>
        </p:nvSpPr>
        <p:spPr>
          <a:xfrm>
            <a:off x="495299" y="364655"/>
            <a:ext cx="11201401" cy="584775"/>
          </a:xfrm>
        </p:spPr>
        <p:txBody>
          <a:bodyPr/>
          <a:lstStyle/>
          <a:p>
            <a:r>
              <a:rPr lang="en-US" sz="3200" dirty="0"/>
              <a:t>Attribute overview</a:t>
            </a:r>
          </a:p>
        </p:txBody>
      </p:sp>
      <p:sp>
        <p:nvSpPr>
          <p:cNvPr id="4" name="Slide Number Placeholder 3">
            <a:extLst>
              <a:ext uri="{FF2B5EF4-FFF2-40B4-BE49-F238E27FC236}">
                <a16:creationId xmlns:a16="http://schemas.microsoft.com/office/drawing/2014/main" id="{3483F184-57CD-4A8C-84E0-E2F0B2503C9B}"/>
              </a:ext>
            </a:extLst>
          </p:cNvPr>
          <p:cNvSpPr>
            <a:spLocks noGrp="1"/>
          </p:cNvSpPr>
          <p:nvPr>
            <p:ph type="sldNum" sz="quarter" idx="12"/>
          </p:nvPr>
        </p:nvSpPr>
        <p:spPr/>
        <p:txBody>
          <a:bodyPr/>
          <a:lstStyle/>
          <a:p>
            <a:fld id="{7B94EC18-1D2B-4535-B738-0E53AFE26620}" type="slidenum">
              <a:rPr lang="en-US" smtClean="0"/>
              <a:t>41</a:t>
            </a:fld>
            <a:endParaRPr lang="en-US"/>
          </a:p>
        </p:txBody>
      </p:sp>
      <p:sp>
        <p:nvSpPr>
          <p:cNvPr id="6" name="TextBox 5">
            <a:extLst>
              <a:ext uri="{FF2B5EF4-FFF2-40B4-BE49-F238E27FC236}">
                <a16:creationId xmlns:a16="http://schemas.microsoft.com/office/drawing/2014/main" id="{B28478A2-BA78-4FC7-BFE4-90D39E554C54}"/>
              </a:ext>
            </a:extLst>
          </p:cNvPr>
          <p:cNvSpPr txBox="1"/>
          <p:nvPr/>
        </p:nvSpPr>
        <p:spPr>
          <a:xfrm>
            <a:off x="407625" y="925498"/>
            <a:ext cx="10377888" cy="815167"/>
          </a:xfrm>
          <a:prstGeom prst="rect">
            <a:avLst/>
          </a:prstGeom>
          <a:noFill/>
        </p:spPr>
        <p:txBody>
          <a:bodyPr wrap="square" lIns="0" tIns="0" rIns="0" bIns="0" rtlCol="0">
            <a:noAutofit/>
          </a:bodyPr>
          <a:lstStyle/>
          <a:p>
            <a:pPr marL="285750" indent="-285750" algn="l">
              <a:spcBef>
                <a:spcPts val="800"/>
              </a:spcBef>
              <a:buFont typeface="Arial" panose="020B0604020202020204" pitchFamily="34" charset="0"/>
              <a:buChar char="•"/>
            </a:pPr>
            <a:r>
              <a:rPr lang="en-US" sz="1600" spc="-5">
                <a:latin typeface="Arial"/>
                <a:cs typeface="Arial"/>
              </a:rPr>
              <a:t>Asset Attribute: Asset Attribute Report for selected Asset get displayed with its details as Current values, UoM, </a:t>
            </a:r>
            <a:r>
              <a:rPr lang="en-US" sz="1600" spc="-5" err="1">
                <a:latin typeface="Arial"/>
                <a:cs typeface="Arial"/>
              </a:rPr>
              <a:t>TagName</a:t>
            </a:r>
            <a:r>
              <a:rPr lang="en-US" sz="1600" spc="-5">
                <a:latin typeface="Arial"/>
                <a:cs typeface="Arial"/>
              </a:rPr>
              <a:t>, Low and High Limit etc.</a:t>
            </a:r>
          </a:p>
          <a:p>
            <a:pPr algn="l">
              <a:spcBef>
                <a:spcPts val="800"/>
              </a:spcBef>
            </a:pPr>
            <a:endParaRPr lang="en-US" sz="1600">
              <a:solidFill>
                <a:schemeClr val="accent4"/>
              </a:solidFill>
            </a:endParaRPr>
          </a:p>
        </p:txBody>
      </p:sp>
      <p:sp>
        <p:nvSpPr>
          <p:cNvPr id="7" name="Slide Number Placeholder 3">
            <a:extLst>
              <a:ext uri="{FF2B5EF4-FFF2-40B4-BE49-F238E27FC236}">
                <a16:creationId xmlns:a16="http://schemas.microsoft.com/office/drawing/2014/main" id="{B2EFC048-17FB-49BE-BCBC-A9C19CD6B469}"/>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pic>
        <p:nvPicPr>
          <p:cNvPr id="8" name="Picture 7">
            <a:extLst>
              <a:ext uri="{FF2B5EF4-FFF2-40B4-BE49-F238E27FC236}">
                <a16:creationId xmlns:a16="http://schemas.microsoft.com/office/drawing/2014/main" id="{AEEB99A7-3303-45F4-B46A-2289431FB9F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93753" y="1587418"/>
            <a:ext cx="10804493" cy="4768122"/>
          </a:xfrm>
          <a:prstGeom prst="rect">
            <a:avLst/>
          </a:prstGeom>
        </p:spPr>
      </p:pic>
    </p:spTree>
    <p:extLst>
      <p:ext uri="{BB962C8B-B14F-4D97-AF65-F5344CB8AC3E}">
        <p14:creationId xmlns:p14="http://schemas.microsoft.com/office/powerpoint/2010/main" val="34929605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D609D-C56E-4E26-ABEE-8BDC6567BEAC}"/>
              </a:ext>
            </a:extLst>
          </p:cNvPr>
          <p:cNvSpPr>
            <a:spLocks noGrp="1"/>
          </p:cNvSpPr>
          <p:nvPr>
            <p:ph type="title"/>
          </p:nvPr>
        </p:nvSpPr>
        <p:spPr>
          <a:xfrm>
            <a:off x="495299" y="364655"/>
            <a:ext cx="11201401" cy="584775"/>
          </a:xfrm>
        </p:spPr>
        <p:txBody>
          <a:bodyPr/>
          <a:lstStyle/>
          <a:p>
            <a:r>
              <a:rPr lang="en-US" sz="3200" dirty="0"/>
              <a:t>Attribute overview</a:t>
            </a:r>
          </a:p>
        </p:txBody>
      </p:sp>
      <p:sp>
        <p:nvSpPr>
          <p:cNvPr id="4" name="Slide Number Placeholder 3">
            <a:extLst>
              <a:ext uri="{FF2B5EF4-FFF2-40B4-BE49-F238E27FC236}">
                <a16:creationId xmlns:a16="http://schemas.microsoft.com/office/drawing/2014/main" id="{6E7F91C2-605B-44C9-ACDD-DCBC66EF5A61}"/>
              </a:ext>
            </a:extLst>
          </p:cNvPr>
          <p:cNvSpPr>
            <a:spLocks noGrp="1"/>
          </p:cNvSpPr>
          <p:nvPr>
            <p:ph type="sldNum" sz="quarter" idx="12"/>
          </p:nvPr>
        </p:nvSpPr>
        <p:spPr/>
        <p:txBody>
          <a:bodyPr/>
          <a:lstStyle/>
          <a:p>
            <a:fld id="{7B94EC18-1D2B-4535-B738-0E53AFE26620}" type="slidenum">
              <a:rPr lang="en-US" smtClean="0"/>
              <a:t>42</a:t>
            </a:fld>
            <a:endParaRPr lang="en-US"/>
          </a:p>
        </p:txBody>
      </p:sp>
      <p:sp>
        <p:nvSpPr>
          <p:cNvPr id="6" name="TextBox 5">
            <a:extLst>
              <a:ext uri="{FF2B5EF4-FFF2-40B4-BE49-F238E27FC236}">
                <a16:creationId xmlns:a16="http://schemas.microsoft.com/office/drawing/2014/main" id="{4122F2F3-12D1-44A2-9D48-3CA7744E5036}"/>
              </a:ext>
            </a:extLst>
          </p:cNvPr>
          <p:cNvSpPr txBox="1"/>
          <p:nvPr/>
        </p:nvSpPr>
        <p:spPr>
          <a:xfrm>
            <a:off x="407625" y="925498"/>
            <a:ext cx="10377888" cy="815167"/>
          </a:xfrm>
          <a:prstGeom prst="rect">
            <a:avLst/>
          </a:prstGeom>
          <a:noFill/>
        </p:spPr>
        <p:txBody>
          <a:bodyPr wrap="square" lIns="0" tIns="0" rIns="0" bIns="0" rtlCol="0">
            <a:noAutofit/>
          </a:bodyPr>
          <a:lstStyle/>
          <a:p>
            <a:pPr marL="285750" indent="-285750" algn="l">
              <a:spcBef>
                <a:spcPts val="800"/>
              </a:spcBef>
              <a:buFont typeface="Arial" panose="020B0604020202020204" pitchFamily="34" charset="0"/>
              <a:buChar char="•"/>
            </a:pPr>
            <a:r>
              <a:rPr lang="en-US" sz="1600" spc="-5">
                <a:cs typeface="Arial"/>
              </a:rPr>
              <a:t>Trend Values: It reports the Asset Attribute data with date time stamp in Tabular Format </a:t>
            </a:r>
          </a:p>
          <a:p>
            <a:pPr algn="l">
              <a:spcBef>
                <a:spcPts val="800"/>
              </a:spcBef>
            </a:pPr>
            <a:endParaRPr lang="en-US" sz="1600">
              <a:solidFill>
                <a:schemeClr val="accent4"/>
              </a:solidFill>
            </a:endParaRPr>
          </a:p>
        </p:txBody>
      </p:sp>
      <p:sp>
        <p:nvSpPr>
          <p:cNvPr id="7" name="Slide Number Placeholder 3">
            <a:extLst>
              <a:ext uri="{FF2B5EF4-FFF2-40B4-BE49-F238E27FC236}">
                <a16:creationId xmlns:a16="http://schemas.microsoft.com/office/drawing/2014/main" id="{3F114971-D2AA-40AF-BB48-B8B289AC2CE0}"/>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pic>
        <p:nvPicPr>
          <p:cNvPr id="8" name="Picture 7">
            <a:extLst>
              <a:ext uri="{FF2B5EF4-FFF2-40B4-BE49-F238E27FC236}">
                <a16:creationId xmlns:a16="http://schemas.microsoft.com/office/drawing/2014/main" id="{B916693A-3A5C-4EF4-8741-5C378E8689A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77774" y="1473516"/>
            <a:ext cx="11085541" cy="4921546"/>
          </a:xfrm>
          <a:prstGeom prst="rect">
            <a:avLst/>
          </a:prstGeom>
        </p:spPr>
      </p:pic>
    </p:spTree>
    <p:extLst>
      <p:ext uri="{BB962C8B-B14F-4D97-AF65-F5344CB8AC3E}">
        <p14:creationId xmlns:p14="http://schemas.microsoft.com/office/powerpoint/2010/main" val="32673147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16ABA0-5E34-4942-9D3D-99D5DCDD1EB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00049" y="1473334"/>
            <a:ext cx="11391900" cy="4862994"/>
          </a:xfrm>
          <a:prstGeom prst="rect">
            <a:avLst/>
          </a:prstGeom>
        </p:spPr>
      </p:pic>
      <p:sp>
        <p:nvSpPr>
          <p:cNvPr id="2" name="Title 1">
            <a:extLst>
              <a:ext uri="{FF2B5EF4-FFF2-40B4-BE49-F238E27FC236}">
                <a16:creationId xmlns:a16="http://schemas.microsoft.com/office/drawing/2014/main" id="{4581B6F1-1AEC-4AFC-B672-8288440DACE8}"/>
              </a:ext>
            </a:extLst>
          </p:cNvPr>
          <p:cNvSpPr>
            <a:spLocks noGrp="1"/>
          </p:cNvSpPr>
          <p:nvPr>
            <p:ph type="title"/>
          </p:nvPr>
        </p:nvSpPr>
        <p:spPr>
          <a:xfrm>
            <a:off x="495299" y="325244"/>
            <a:ext cx="11201401" cy="492443"/>
          </a:xfrm>
        </p:spPr>
        <p:txBody>
          <a:bodyPr/>
          <a:lstStyle/>
          <a:p>
            <a:r>
              <a:rPr lang="en-US" sz="3200"/>
              <a:t>Event monitor</a:t>
            </a:r>
          </a:p>
        </p:txBody>
      </p:sp>
      <p:sp>
        <p:nvSpPr>
          <p:cNvPr id="4" name="Slide Number Placeholder 3">
            <a:extLst>
              <a:ext uri="{FF2B5EF4-FFF2-40B4-BE49-F238E27FC236}">
                <a16:creationId xmlns:a16="http://schemas.microsoft.com/office/drawing/2014/main" id="{4F53BBC2-DD1A-4DD8-9DE9-B2495A2C1A04}"/>
              </a:ext>
            </a:extLst>
          </p:cNvPr>
          <p:cNvSpPr>
            <a:spLocks noGrp="1"/>
          </p:cNvSpPr>
          <p:nvPr>
            <p:ph type="sldNum" sz="quarter" idx="12"/>
          </p:nvPr>
        </p:nvSpPr>
        <p:spPr/>
        <p:txBody>
          <a:bodyPr/>
          <a:lstStyle/>
          <a:p>
            <a:fld id="{7B94EC18-1D2B-4535-B738-0E53AFE26620}" type="slidenum">
              <a:rPr lang="en-US" smtClean="0"/>
              <a:t>43</a:t>
            </a:fld>
            <a:endParaRPr lang="en-US"/>
          </a:p>
        </p:txBody>
      </p:sp>
      <p:sp>
        <p:nvSpPr>
          <p:cNvPr id="6" name="TextBox 5">
            <a:extLst>
              <a:ext uri="{FF2B5EF4-FFF2-40B4-BE49-F238E27FC236}">
                <a16:creationId xmlns:a16="http://schemas.microsoft.com/office/drawing/2014/main" id="{EC0232E1-D6C6-41A8-BBA2-6B0BA4A3CB3D}"/>
              </a:ext>
            </a:extLst>
          </p:cNvPr>
          <p:cNvSpPr txBox="1"/>
          <p:nvPr/>
        </p:nvSpPr>
        <p:spPr>
          <a:xfrm>
            <a:off x="407625" y="925498"/>
            <a:ext cx="10377888" cy="815167"/>
          </a:xfrm>
          <a:prstGeom prst="rect">
            <a:avLst/>
          </a:prstGeom>
          <a:noFill/>
        </p:spPr>
        <p:txBody>
          <a:bodyPr wrap="square" lIns="0" tIns="0" rIns="0" bIns="0" rtlCol="0">
            <a:noAutofit/>
          </a:bodyPr>
          <a:lstStyle/>
          <a:p>
            <a:pPr marL="285750" indent="-285750" algn="l">
              <a:spcBef>
                <a:spcPts val="800"/>
              </a:spcBef>
              <a:buFont typeface="Arial" panose="020B0604020202020204" pitchFamily="34" charset="0"/>
              <a:buChar char="•"/>
            </a:pPr>
            <a:r>
              <a:rPr lang="en-US" sz="1600" spc="-5" dirty="0">
                <a:cs typeface="Arial"/>
              </a:rPr>
              <a:t>Event Monitor Excel Report can be extracted from Asset Performance Manager Event Monitor Page</a:t>
            </a:r>
            <a:endParaRPr lang="en-US" sz="1600" dirty="0">
              <a:solidFill>
                <a:schemeClr val="accent4"/>
              </a:solidFill>
            </a:endParaRPr>
          </a:p>
        </p:txBody>
      </p:sp>
      <p:sp>
        <p:nvSpPr>
          <p:cNvPr id="7" name="Slide Number Placeholder 3">
            <a:extLst>
              <a:ext uri="{FF2B5EF4-FFF2-40B4-BE49-F238E27FC236}">
                <a16:creationId xmlns:a16="http://schemas.microsoft.com/office/drawing/2014/main" id="{6691A225-94BA-4BF6-98A5-C8AB4EEA91D7}"/>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9" name="Rectangle 8">
            <a:extLst>
              <a:ext uri="{FF2B5EF4-FFF2-40B4-BE49-F238E27FC236}">
                <a16:creationId xmlns:a16="http://schemas.microsoft.com/office/drawing/2014/main" id="{408B1E42-A0A9-4E78-AA1F-899AC11B6405}"/>
              </a:ext>
            </a:extLst>
          </p:cNvPr>
          <p:cNvSpPr/>
          <p:nvPr/>
        </p:nvSpPr>
        <p:spPr>
          <a:xfrm>
            <a:off x="5299115" y="1893235"/>
            <a:ext cx="198304" cy="264949"/>
          </a:xfrm>
          <a:prstGeom prst="rect">
            <a:avLst/>
          </a:prstGeom>
          <a:noFill/>
          <a:ln w="28575">
            <a:solidFill>
              <a:srgbClr val="E327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graphicFrame>
        <p:nvGraphicFramePr>
          <p:cNvPr id="10" name="Object 9">
            <a:extLst>
              <a:ext uri="{FF2B5EF4-FFF2-40B4-BE49-F238E27FC236}">
                <a16:creationId xmlns:a16="http://schemas.microsoft.com/office/drawing/2014/main" id="{3B22BC62-D04C-49F7-A069-30750BD24BB7}"/>
              </a:ext>
            </a:extLst>
          </p:cNvPr>
          <p:cNvGraphicFramePr>
            <a:graphicFrameLocks noChangeAspect="1"/>
          </p:cNvGraphicFramePr>
          <p:nvPr/>
        </p:nvGraphicFramePr>
        <p:xfrm>
          <a:off x="9426035" y="634664"/>
          <a:ext cx="914400" cy="771525"/>
        </p:xfrm>
        <a:graphic>
          <a:graphicData uri="http://schemas.openxmlformats.org/presentationml/2006/ole">
            <mc:AlternateContent xmlns:mc="http://schemas.openxmlformats.org/markup-compatibility/2006">
              <mc:Choice xmlns:v="urn:schemas-microsoft-com:vml" Requires="v">
                <p:oleObj name="Worksheet" showAsIcon="1" r:id="rId3" imgW="914400" imgH="771480" progId="Excel.Sheet.12">
                  <p:embed/>
                </p:oleObj>
              </mc:Choice>
              <mc:Fallback>
                <p:oleObj name="Worksheet" showAsIcon="1" r:id="rId3" imgW="914400" imgH="771480" progId="Excel.Sheet.12">
                  <p:embed/>
                  <p:pic>
                    <p:nvPicPr>
                      <p:cNvPr id="10" name="Object 9">
                        <a:extLst>
                          <a:ext uri="{FF2B5EF4-FFF2-40B4-BE49-F238E27FC236}">
                            <a16:creationId xmlns:a16="http://schemas.microsoft.com/office/drawing/2014/main" id="{3B22BC62-D04C-49F7-A069-30750BD24BB7}"/>
                          </a:ext>
                        </a:extLst>
                      </p:cNvPr>
                      <p:cNvPicPr/>
                      <p:nvPr/>
                    </p:nvPicPr>
                    <p:blipFill>
                      <a:blip r:embed="rId4"/>
                      <a:stretch>
                        <a:fillRect/>
                      </a:stretch>
                    </p:blipFill>
                    <p:spPr>
                      <a:xfrm>
                        <a:off x="9426035" y="634664"/>
                        <a:ext cx="914400" cy="771525"/>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7D997AA0-7037-4CEF-BFB8-D6C7472F039B}"/>
              </a:ext>
            </a:extLst>
          </p:cNvPr>
          <p:cNvSpPr/>
          <p:nvPr/>
        </p:nvSpPr>
        <p:spPr>
          <a:xfrm>
            <a:off x="707119" y="2728684"/>
            <a:ext cx="624079" cy="180000"/>
          </a:xfrm>
          <a:prstGeom prst="rect">
            <a:avLst/>
          </a:prstGeom>
          <a:noFill/>
          <a:ln w="28575">
            <a:solidFill>
              <a:srgbClr val="E327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14355320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6A054-24B1-4164-9173-C1AA3D3E484F}"/>
              </a:ext>
            </a:extLst>
          </p:cNvPr>
          <p:cNvSpPr>
            <a:spLocks noGrp="1"/>
          </p:cNvSpPr>
          <p:nvPr>
            <p:ph type="title"/>
          </p:nvPr>
        </p:nvSpPr>
        <p:spPr>
          <a:xfrm>
            <a:off x="495300" y="364655"/>
            <a:ext cx="11201401" cy="492443"/>
          </a:xfrm>
        </p:spPr>
        <p:txBody>
          <a:bodyPr/>
          <a:lstStyle/>
          <a:p>
            <a:r>
              <a:rPr lang="en-US" sz="3200"/>
              <a:t>Event monitor</a:t>
            </a:r>
          </a:p>
        </p:txBody>
      </p:sp>
      <p:sp>
        <p:nvSpPr>
          <p:cNvPr id="4" name="Slide Number Placeholder 3">
            <a:extLst>
              <a:ext uri="{FF2B5EF4-FFF2-40B4-BE49-F238E27FC236}">
                <a16:creationId xmlns:a16="http://schemas.microsoft.com/office/drawing/2014/main" id="{4B0A4057-EF33-4CB6-A1D9-844B15DD720E}"/>
              </a:ext>
            </a:extLst>
          </p:cNvPr>
          <p:cNvSpPr>
            <a:spLocks noGrp="1"/>
          </p:cNvSpPr>
          <p:nvPr>
            <p:ph type="sldNum" sz="quarter" idx="12"/>
          </p:nvPr>
        </p:nvSpPr>
        <p:spPr/>
        <p:txBody>
          <a:bodyPr/>
          <a:lstStyle/>
          <a:p>
            <a:fld id="{7B94EC18-1D2B-4535-B738-0E53AFE26620}" type="slidenum">
              <a:rPr lang="en-US" smtClean="0"/>
              <a:t>44</a:t>
            </a:fld>
            <a:endParaRPr lang="en-US"/>
          </a:p>
        </p:txBody>
      </p:sp>
      <p:sp>
        <p:nvSpPr>
          <p:cNvPr id="6" name="TextBox 5">
            <a:extLst>
              <a:ext uri="{FF2B5EF4-FFF2-40B4-BE49-F238E27FC236}">
                <a16:creationId xmlns:a16="http://schemas.microsoft.com/office/drawing/2014/main" id="{2948FECD-942A-4DDE-825D-0735AC5168A7}"/>
              </a:ext>
            </a:extLst>
          </p:cNvPr>
          <p:cNvSpPr txBox="1"/>
          <p:nvPr/>
        </p:nvSpPr>
        <p:spPr>
          <a:xfrm>
            <a:off x="407625" y="925498"/>
            <a:ext cx="10377888" cy="815167"/>
          </a:xfrm>
          <a:prstGeom prst="rect">
            <a:avLst/>
          </a:prstGeom>
          <a:noFill/>
        </p:spPr>
        <p:txBody>
          <a:bodyPr wrap="square" lIns="0" tIns="0" rIns="0" bIns="0" rtlCol="0">
            <a:noAutofit/>
          </a:bodyPr>
          <a:lstStyle/>
          <a:p>
            <a:pPr marL="285750" indent="-285750" algn="l">
              <a:spcBef>
                <a:spcPts val="800"/>
              </a:spcBef>
              <a:buFont typeface="Arial" panose="020B0604020202020204" pitchFamily="34" charset="0"/>
              <a:buChar char="•"/>
            </a:pPr>
            <a:r>
              <a:rPr lang="en-US" sz="1600" spc="-5">
                <a:cs typeface="Arial"/>
              </a:rPr>
              <a:t>Event Monitor Excel Report: It shows the Asset wise Fault-Symptoms details wit its recommended actions.</a:t>
            </a:r>
            <a:endParaRPr lang="en-US" sz="1600">
              <a:solidFill>
                <a:schemeClr val="accent4"/>
              </a:solidFill>
            </a:endParaRPr>
          </a:p>
        </p:txBody>
      </p:sp>
      <p:sp>
        <p:nvSpPr>
          <p:cNvPr id="7" name="Slide Number Placeholder 3">
            <a:extLst>
              <a:ext uri="{FF2B5EF4-FFF2-40B4-BE49-F238E27FC236}">
                <a16:creationId xmlns:a16="http://schemas.microsoft.com/office/drawing/2014/main" id="{A4A94B77-2E87-4E82-A8A0-137A90B51338}"/>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pic>
        <p:nvPicPr>
          <p:cNvPr id="8" name="Picture 7">
            <a:extLst>
              <a:ext uri="{FF2B5EF4-FFF2-40B4-BE49-F238E27FC236}">
                <a16:creationId xmlns:a16="http://schemas.microsoft.com/office/drawing/2014/main" id="{B90C28C7-D366-401D-9CBF-8DCBDFAFB8A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30000" y="1652841"/>
            <a:ext cx="11180211" cy="4754942"/>
          </a:xfrm>
          <a:prstGeom prst="rect">
            <a:avLst/>
          </a:prstGeom>
        </p:spPr>
      </p:pic>
    </p:spTree>
    <p:extLst>
      <p:ext uri="{BB962C8B-B14F-4D97-AF65-F5344CB8AC3E}">
        <p14:creationId xmlns:p14="http://schemas.microsoft.com/office/powerpoint/2010/main" val="15403469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A5372-290F-473F-A0F3-90FC99FBCB91}"/>
              </a:ext>
            </a:extLst>
          </p:cNvPr>
          <p:cNvSpPr>
            <a:spLocks noGrp="1"/>
          </p:cNvSpPr>
          <p:nvPr>
            <p:ph type="title"/>
          </p:nvPr>
        </p:nvSpPr>
        <p:spPr>
          <a:xfrm>
            <a:off x="495299" y="364655"/>
            <a:ext cx="11201401" cy="492443"/>
          </a:xfrm>
        </p:spPr>
        <p:txBody>
          <a:bodyPr/>
          <a:lstStyle/>
          <a:p>
            <a:r>
              <a:rPr lang="en-US" sz="3200" dirty="0"/>
              <a:t>Event history</a:t>
            </a:r>
          </a:p>
        </p:txBody>
      </p:sp>
      <p:sp>
        <p:nvSpPr>
          <p:cNvPr id="4" name="Slide Number Placeholder 3">
            <a:extLst>
              <a:ext uri="{FF2B5EF4-FFF2-40B4-BE49-F238E27FC236}">
                <a16:creationId xmlns:a16="http://schemas.microsoft.com/office/drawing/2014/main" id="{740C29F5-1F72-4365-9414-5515509543A9}"/>
              </a:ext>
            </a:extLst>
          </p:cNvPr>
          <p:cNvSpPr>
            <a:spLocks noGrp="1"/>
          </p:cNvSpPr>
          <p:nvPr>
            <p:ph type="sldNum" sz="quarter" idx="12"/>
          </p:nvPr>
        </p:nvSpPr>
        <p:spPr/>
        <p:txBody>
          <a:bodyPr/>
          <a:lstStyle/>
          <a:p>
            <a:fld id="{7B94EC18-1D2B-4535-B738-0E53AFE26620}" type="slidenum">
              <a:rPr lang="en-US" smtClean="0"/>
              <a:t>45</a:t>
            </a:fld>
            <a:endParaRPr lang="en-US"/>
          </a:p>
        </p:txBody>
      </p:sp>
      <p:sp>
        <p:nvSpPr>
          <p:cNvPr id="6" name="TextBox 5">
            <a:extLst>
              <a:ext uri="{FF2B5EF4-FFF2-40B4-BE49-F238E27FC236}">
                <a16:creationId xmlns:a16="http://schemas.microsoft.com/office/drawing/2014/main" id="{794F2D19-B9F9-4B01-AAB2-BBD3FE57091D}"/>
              </a:ext>
            </a:extLst>
          </p:cNvPr>
          <p:cNvSpPr txBox="1"/>
          <p:nvPr/>
        </p:nvSpPr>
        <p:spPr>
          <a:xfrm>
            <a:off x="407625" y="925498"/>
            <a:ext cx="10147925" cy="815167"/>
          </a:xfrm>
          <a:prstGeom prst="rect">
            <a:avLst/>
          </a:prstGeom>
          <a:noFill/>
        </p:spPr>
        <p:txBody>
          <a:bodyPr wrap="square" lIns="0" tIns="0" rIns="0" bIns="0" rtlCol="0">
            <a:noAutofit/>
          </a:bodyPr>
          <a:lstStyle/>
          <a:p>
            <a:pPr marL="285750" indent="-285750" algn="l">
              <a:spcBef>
                <a:spcPts val="800"/>
              </a:spcBef>
              <a:buFont typeface="Arial" panose="020B0604020202020204" pitchFamily="34" charset="0"/>
              <a:buChar char="•"/>
            </a:pPr>
            <a:r>
              <a:rPr lang="en-US" sz="1600" spc="-5" dirty="0">
                <a:cs typeface="Arial"/>
              </a:rPr>
              <a:t>Event history Excel Report can be extracted from Asset Performance Manager Event Monitor Page for time period.</a:t>
            </a:r>
            <a:endParaRPr lang="en-US" sz="1600" dirty="0">
              <a:solidFill>
                <a:schemeClr val="accent4"/>
              </a:solidFill>
            </a:endParaRPr>
          </a:p>
        </p:txBody>
      </p:sp>
      <p:sp>
        <p:nvSpPr>
          <p:cNvPr id="7" name="Slide Number Placeholder 3">
            <a:extLst>
              <a:ext uri="{FF2B5EF4-FFF2-40B4-BE49-F238E27FC236}">
                <a16:creationId xmlns:a16="http://schemas.microsoft.com/office/drawing/2014/main" id="{6542122A-41AD-4DFA-B8C8-FDD8C01E1B30}"/>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graphicFrame>
        <p:nvGraphicFramePr>
          <p:cNvPr id="9" name="Object 8">
            <a:extLst>
              <a:ext uri="{FF2B5EF4-FFF2-40B4-BE49-F238E27FC236}">
                <a16:creationId xmlns:a16="http://schemas.microsoft.com/office/drawing/2014/main" id="{DCC4EE52-7D28-4F28-89E5-A5FB529F782D}"/>
              </a:ext>
            </a:extLst>
          </p:cNvPr>
          <p:cNvGraphicFramePr>
            <a:graphicFrameLocks noChangeAspect="1"/>
          </p:cNvGraphicFramePr>
          <p:nvPr/>
        </p:nvGraphicFramePr>
        <p:xfrm>
          <a:off x="10037180" y="838185"/>
          <a:ext cx="914400" cy="771525"/>
        </p:xfrm>
        <a:graphic>
          <a:graphicData uri="http://schemas.openxmlformats.org/presentationml/2006/ole">
            <mc:AlternateContent xmlns:mc="http://schemas.openxmlformats.org/markup-compatibility/2006">
              <mc:Choice xmlns:v="urn:schemas-microsoft-com:vml" Requires="v">
                <p:oleObj name="Worksheet" showAsIcon="1" r:id="rId2" imgW="914400" imgH="771480" progId="Excel.Sheet.12">
                  <p:embed/>
                </p:oleObj>
              </mc:Choice>
              <mc:Fallback>
                <p:oleObj name="Worksheet" showAsIcon="1" r:id="rId2" imgW="914400" imgH="771480" progId="Excel.Sheet.12">
                  <p:embed/>
                  <p:pic>
                    <p:nvPicPr>
                      <p:cNvPr id="9" name="Object 8">
                        <a:extLst>
                          <a:ext uri="{FF2B5EF4-FFF2-40B4-BE49-F238E27FC236}">
                            <a16:creationId xmlns:a16="http://schemas.microsoft.com/office/drawing/2014/main" id="{DCC4EE52-7D28-4F28-89E5-A5FB529F782D}"/>
                          </a:ext>
                        </a:extLst>
                      </p:cNvPr>
                      <p:cNvPicPr/>
                      <p:nvPr/>
                    </p:nvPicPr>
                    <p:blipFill>
                      <a:blip r:embed="rId3"/>
                      <a:stretch>
                        <a:fillRect/>
                      </a:stretch>
                    </p:blipFill>
                    <p:spPr>
                      <a:xfrm>
                        <a:off x="10037180" y="838185"/>
                        <a:ext cx="914400" cy="771525"/>
                      </a:xfrm>
                      <a:prstGeom prst="rect">
                        <a:avLst/>
                      </a:prstGeom>
                    </p:spPr>
                  </p:pic>
                </p:oleObj>
              </mc:Fallback>
            </mc:AlternateContent>
          </a:graphicData>
        </a:graphic>
      </p:graphicFrame>
      <p:pic>
        <p:nvPicPr>
          <p:cNvPr id="5" name="Picture 4">
            <a:extLst>
              <a:ext uri="{FF2B5EF4-FFF2-40B4-BE49-F238E27FC236}">
                <a16:creationId xmlns:a16="http://schemas.microsoft.com/office/drawing/2014/main" id="{CD53ED6D-0CDE-4240-950A-D6B5A54E0D0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49692" y="1393793"/>
            <a:ext cx="11039365" cy="5089459"/>
          </a:xfrm>
          <a:prstGeom prst="rect">
            <a:avLst/>
          </a:prstGeom>
        </p:spPr>
      </p:pic>
    </p:spTree>
    <p:extLst>
      <p:ext uri="{BB962C8B-B14F-4D97-AF65-F5344CB8AC3E}">
        <p14:creationId xmlns:p14="http://schemas.microsoft.com/office/powerpoint/2010/main" val="29266984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D49A-FE49-42B2-B958-D7DAD78D1E49}"/>
              </a:ext>
            </a:extLst>
          </p:cNvPr>
          <p:cNvSpPr>
            <a:spLocks noGrp="1"/>
          </p:cNvSpPr>
          <p:nvPr>
            <p:ph type="title"/>
          </p:nvPr>
        </p:nvSpPr>
        <p:spPr>
          <a:xfrm>
            <a:off x="495299" y="364655"/>
            <a:ext cx="11201401" cy="492443"/>
          </a:xfrm>
        </p:spPr>
        <p:txBody>
          <a:bodyPr/>
          <a:lstStyle/>
          <a:p>
            <a:r>
              <a:rPr lang="en-US" sz="3200"/>
              <a:t>Event history</a:t>
            </a:r>
          </a:p>
        </p:txBody>
      </p:sp>
      <p:sp>
        <p:nvSpPr>
          <p:cNvPr id="4" name="Slide Number Placeholder 3">
            <a:extLst>
              <a:ext uri="{FF2B5EF4-FFF2-40B4-BE49-F238E27FC236}">
                <a16:creationId xmlns:a16="http://schemas.microsoft.com/office/drawing/2014/main" id="{70B34D19-50CB-43F1-A93C-693ADD60B093}"/>
              </a:ext>
            </a:extLst>
          </p:cNvPr>
          <p:cNvSpPr>
            <a:spLocks noGrp="1"/>
          </p:cNvSpPr>
          <p:nvPr>
            <p:ph type="sldNum" sz="quarter" idx="12"/>
          </p:nvPr>
        </p:nvSpPr>
        <p:spPr/>
        <p:txBody>
          <a:bodyPr/>
          <a:lstStyle/>
          <a:p>
            <a:fld id="{7B94EC18-1D2B-4535-B738-0E53AFE26620}" type="slidenum">
              <a:rPr lang="en-US" smtClean="0"/>
              <a:t>46</a:t>
            </a:fld>
            <a:endParaRPr lang="en-US"/>
          </a:p>
        </p:txBody>
      </p:sp>
      <p:sp>
        <p:nvSpPr>
          <p:cNvPr id="6" name="TextBox 5">
            <a:extLst>
              <a:ext uri="{FF2B5EF4-FFF2-40B4-BE49-F238E27FC236}">
                <a16:creationId xmlns:a16="http://schemas.microsoft.com/office/drawing/2014/main" id="{2F9FB295-2E59-4BB9-92DF-EEBF7F4582D6}"/>
              </a:ext>
            </a:extLst>
          </p:cNvPr>
          <p:cNvSpPr txBox="1"/>
          <p:nvPr/>
        </p:nvSpPr>
        <p:spPr>
          <a:xfrm>
            <a:off x="407625" y="925498"/>
            <a:ext cx="10377888" cy="815167"/>
          </a:xfrm>
          <a:prstGeom prst="rect">
            <a:avLst/>
          </a:prstGeom>
          <a:noFill/>
        </p:spPr>
        <p:txBody>
          <a:bodyPr wrap="square" lIns="0" tIns="0" rIns="0" bIns="0" rtlCol="0">
            <a:noAutofit/>
          </a:bodyPr>
          <a:lstStyle/>
          <a:p>
            <a:pPr marL="285750" indent="-285750" algn="l">
              <a:spcBef>
                <a:spcPts val="800"/>
              </a:spcBef>
              <a:buFont typeface="Arial" panose="020B0604020202020204" pitchFamily="34" charset="0"/>
              <a:buChar char="•"/>
            </a:pPr>
            <a:r>
              <a:rPr lang="en-US" sz="1600" spc="-5">
                <a:cs typeface="Arial"/>
              </a:rPr>
              <a:t>Event History Excel Report: It shows the Asset wise Fault-Symptoms details wit its recommended actions.</a:t>
            </a:r>
          </a:p>
        </p:txBody>
      </p:sp>
      <p:sp>
        <p:nvSpPr>
          <p:cNvPr id="7" name="Slide Number Placeholder 3">
            <a:extLst>
              <a:ext uri="{FF2B5EF4-FFF2-40B4-BE49-F238E27FC236}">
                <a16:creationId xmlns:a16="http://schemas.microsoft.com/office/drawing/2014/main" id="{7DA89A72-CE7F-4ADC-B0B9-3516A88DE448}"/>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pic>
        <p:nvPicPr>
          <p:cNvPr id="8" name="Picture 7">
            <a:extLst>
              <a:ext uri="{FF2B5EF4-FFF2-40B4-BE49-F238E27FC236}">
                <a16:creationId xmlns:a16="http://schemas.microsoft.com/office/drawing/2014/main" id="{AE860009-C5A0-420D-B2E1-14727D30BBF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8833" y="1536831"/>
            <a:ext cx="11085829" cy="4946641"/>
          </a:xfrm>
          <a:prstGeom prst="rect">
            <a:avLst/>
          </a:prstGeom>
        </p:spPr>
      </p:pic>
    </p:spTree>
    <p:extLst>
      <p:ext uri="{BB962C8B-B14F-4D97-AF65-F5344CB8AC3E}">
        <p14:creationId xmlns:p14="http://schemas.microsoft.com/office/powerpoint/2010/main" val="32003460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EE9BF-6660-4BBA-AC42-09D84C8C68F6}"/>
              </a:ext>
            </a:extLst>
          </p:cNvPr>
          <p:cNvSpPr>
            <a:spLocks noGrp="1"/>
          </p:cNvSpPr>
          <p:nvPr>
            <p:ph type="title"/>
          </p:nvPr>
        </p:nvSpPr>
        <p:spPr>
          <a:xfrm>
            <a:off x="495299" y="1971560"/>
            <a:ext cx="11201401" cy="3671583"/>
          </a:xfrm>
        </p:spPr>
        <p:txBody>
          <a:bodyPr/>
          <a:lstStyle/>
          <a:p>
            <a:pPr algn="ctr">
              <a:lnSpc>
                <a:spcPct val="150000"/>
              </a:lnSpc>
            </a:pPr>
            <a:r>
              <a:rPr lang="en-US" sz="4000" b="1" dirty="0"/>
              <a:t>Module 5</a:t>
            </a:r>
            <a:br>
              <a:rPr lang="en-US" sz="4000" b="1" dirty="0"/>
            </a:br>
            <a:r>
              <a:rPr lang="en-US" sz="4000" b="1" dirty="0"/>
              <a:t>APM - Type of Users &amp; Roles</a:t>
            </a:r>
            <a:br>
              <a:rPr lang="en-US" sz="4000" b="1" dirty="0"/>
            </a:br>
            <a:br>
              <a:rPr lang="en-US" b="1" dirty="0"/>
            </a:br>
            <a:endParaRPr lang="en-US" dirty="0"/>
          </a:p>
        </p:txBody>
      </p:sp>
      <p:sp>
        <p:nvSpPr>
          <p:cNvPr id="4" name="Slide Number Placeholder 3">
            <a:extLst>
              <a:ext uri="{FF2B5EF4-FFF2-40B4-BE49-F238E27FC236}">
                <a16:creationId xmlns:a16="http://schemas.microsoft.com/office/drawing/2014/main" id="{4D5A0E10-C7E5-4CB8-AF7E-3F0C70C62821}"/>
              </a:ext>
            </a:extLst>
          </p:cNvPr>
          <p:cNvSpPr>
            <a:spLocks noGrp="1"/>
          </p:cNvSpPr>
          <p:nvPr>
            <p:ph type="sldNum" sz="quarter" idx="12"/>
          </p:nvPr>
        </p:nvSpPr>
        <p:spPr/>
        <p:txBody>
          <a:bodyPr/>
          <a:lstStyle/>
          <a:p>
            <a:fld id="{7B94EC18-1D2B-4535-B738-0E53AFE26620}" type="slidenum">
              <a:rPr lang="en-US" smtClean="0"/>
              <a:t>47</a:t>
            </a:fld>
            <a:endParaRPr lang="en-US"/>
          </a:p>
        </p:txBody>
      </p:sp>
    </p:spTree>
    <p:extLst>
      <p:ext uri="{BB962C8B-B14F-4D97-AF65-F5344CB8AC3E}">
        <p14:creationId xmlns:p14="http://schemas.microsoft.com/office/powerpoint/2010/main" val="6292194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66E0E-31F3-474F-BAF4-E08C0CD77189}"/>
              </a:ext>
            </a:extLst>
          </p:cNvPr>
          <p:cNvSpPr>
            <a:spLocks noGrp="1"/>
          </p:cNvSpPr>
          <p:nvPr>
            <p:ph type="title"/>
          </p:nvPr>
        </p:nvSpPr>
        <p:spPr>
          <a:xfrm>
            <a:off x="495299" y="340006"/>
            <a:ext cx="11201401" cy="492443"/>
          </a:xfrm>
        </p:spPr>
        <p:txBody>
          <a:bodyPr/>
          <a:lstStyle/>
          <a:p>
            <a:r>
              <a:rPr lang="en-US" sz="3200"/>
              <a:t>User access control</a:t>
            </a:r>
          </a:p>
        </p:txBody>
      </p:sp>
      <p:sp>
        <p:nvSpPr>
          <p:cNvPr id="4" name="Slide Number Placeholder 3">
            <a:extLst>
              <a:ext uri="{FF2B5EF4-FFF2-40B4-BE49-F238E27FC236}">
                <a16:creationId xmlns:a16="http://schemas.microsoft.com/office/drawing/2014/main" id="{15503B50-ADA9-428D-B867-973C6340275C}"/>
              </a:ext>
            </a:extLst>
          </p:cNvPr>
          <p:cNvSpPr>
            <a:spLocks noGrp="1"/>
          </p:cNvSpPr>
          <p:nvPr>
            <p:ph type="sldNum" sz="quarter" idx="12"/>
          </p:nvPr>
        </p:nvSpPr>
        <p:spPr/>
        <p:txBody>
          <a:bodyPr/>
          <a:lstStyle/>
          <a:p>
            <a:fld id="{7B94EC18-1D2B-4535-B738-0E53AFE26620}" type="slidenum">
              <a:rPr lang="en-US" smtClean="0"/>
              <a:t>48</a:t>
            </a:fld>
            <a:endParaRPr lang="en-US"/>
          </a:p>
        </p:txBody>
      </p:sp>
      <p:sp>
        <p:nvSpPr>
          <p:cNvPr id="6" name="TextBox 5">
            <a:extLst>
              <a:ext uri="{FF2B5EF4-FFF2-40B4-BE49-F238E27FC236}">
                <a16:creationId xmlns:a16="http://schemas.microsoft.com/office/drawing/2014/main" id="{A8586A2A-DB84-41A8-900A-79CC28790048}"/>
              </a:ext>
            </a:extLst>
          </p:cNvPr>
          <p:cNvSpPr txBox="1"/>
          <p:nvPr/>
        </p:nvSpPr>
        <p:spPr>
          <a:xfrm>
            <a:off x="403777" y="987742"/>
            <a:ext cx="10334171" cy="3761018"/>
          </a:xfrm>
          <a:prstGeom prst="rect">
            <a:avLst/>
          </a:prstGeom>
          <a:noFill/>
        </p:spPr>
        <p:txBody>
          <a:bodyPr wrap="square" lIns="0" tIns="0" rIns="0" bIns="0" rtlCol="0">
            <a:noAutofit/>
          </a:bodyPr>
          <a:lstStyle/>
          <a:p>
            <a:pPr marL="285750" indent="-285750">
              <a:buFont typeface="Arial" panose="020B0604020202020204" pitchFamily="34" charset="0"/>
              <a:buChar char="•"/>
            </a:pPr>
            <a:r>
              <a:rPr lang="en-GB" sz="1600"/>
              <a:t>UAS application will provide access to HQ staff as per below roles.</a:t>
            </a:r>
          </a:p>
          <a:p>
            <a:pPr marL="285750" indent="-285750">
              <a:buFont typeface="Arial" panose="020B0604020202020204" pitchFamily="34" charset="0"/>
              <a:buChar char="•"/>
            </a:pPr>
            <a:endParaRPr lang="en-GB" sz="1600"/>
          </a:p>
          <a:p>
            <a:r>
              <a:rPr lang="en-GB" sz="1600"/>
              <a:t>1) Administrator – Access to all dashboards, application &amp; maintenance.</a:t>
            </a:r>
          </a:p>
          <a:p>
            <a:r>
              <a:rPr lang="en-GB" sz="1600"/>
              <a:t>2) Operations – View only Access will be given fleet wise.</a:t>
            </a:r>
          </a:p>
          <a:p>
            <a:r>
              <a:rPr lang="en-GB" sz="1600"/>
              <a:t>3) Engineer – Application Configuration</a:t>
            </a:r>
          </a:p>
          <a:p>
            <a:pPr marL="285750" indent="-285750">
              <a:buFont typeface="Arial" panose="020B0604020202020204" pitchFamily="34" charset="0"/>
              <a:buChar char="•"/>
            </a:pPr>
            <a:endParaRPr lang="en-GB" sz="1600"/>
          </a:p>
          <a:p>
            <a:r>
              <a:rPr lang="en-GB" sz="1600" b="1"/>
              <a:t>Role:  </a:t>
            </a:r>
            <a:r>
              <a:rPr lang="en-GB" sz="1600"/>
              <a:t>A role defines a set of tasks that a user can perform and the data that a user can access. After a role is created, it is associated with a scope (set of equipment). When users are assigned, they automatically obtain the right to perform the tasks and gain access to the data. </a:t>
            </a:r>
          </a:p>
          <a:p>
            <a:r>
              <a:rPr lang="en-GB" sz="1600"/>
              <a:t>Application default roles - Engineer, Operator, System Administrator, and View Only.</a:t>
            </a:r>
          </a:p>
          <a:p>
            <a:pPr marL="285750" indent="-285750">
              <a:buFont typeface="Arial" panose="020B0604020202020204" pitchFamily="34" charset="0"/>
              <a:buChar char="•"/>
            </a:pPr>
            <a:endParaRPr lang="en-GB" sz="1600"/>
          </a:p>
          <a:p>
            <a:r>
              <a:rPr lang="en-GB" sz="1600"/>
              <a:t> </a:t>
            </a:r>
            <a:endParaRPr lang="en-US" sz="1600"/>
          </a:p>
        </p:txBody>
      </p:sp>
      <p:graphicFrame>
        <p:nvGraphicFramePr>
          <p:cNvPr id="7" name="Table 6">
            <a:extLst>
              <a:ext uri="{FF2B5EF4-FFF2-40B4-BE49-F238E27FC236}">
                <a16:creationId xmlns:a16="http://schemas.microsoft.com/office/drawing/2014/main" id="{4D93D0CD-4BE4-4A63-9527-9EFA57CB6A29}"/>
              </a:ext>
            </a:extLst>
          </p:cNvPr>
          <p:cNvGraphicFramePr>
            <a:graphicFrameLocks noGrp="1"/>
          </p:cNvGraphicFramePr>
          <p:nvPr/>
        </p:nvGraphicFramePr>
        <p:xfrm>
          <a:off x="472033" y="4619723"/>
          <a:ext cx="9240557" cy="1448023"/>
        </p:xfrm>
        <a:graphic>
          <a:graphicData uri="http://schemas.openxmlformats.org/drawingml/2006/table">
            <a:tbl>
              <a:tblPr firstRow="1" bandRow="1">
                <a:tableStyleId>{5C22544A-7EE6-4342-B048-85BDC9FD1C3A}</a:tableStyleId>
              </a:tblPr>
              <a:tblGrid>
                <a:gridCol w="1144140">
                  <a:extLst>
                    <a:ext uri="{9D8B030D-6E8A-4147-A177-3AD203B41FA5}">
                      <a16:colId xmlns:a16="http://schemas.microsoft.com/office/drawing/2014/main" val="4073766713"/>
                    </a:ext>
                  </a:extLst>
                </a:gridCol>
                <a:gridCol w="2258324">
                  <a:extLst>
                    <a:ext uri="{9D8B030D-6E8A-4147-A177-3AD203B41FA5}">
                      <a16:colId xmlns:a16="http://schemas.microsoft.com/office/drawing/2014/main" val="3952824367"/>
                    </a:ext>
                  </a:extLst>
                </a:gridCol>
                <a:gridCol w="5838093">
                  <a:extLst>
                    <a:ext uri="{9D8B030D-6E8A-4147-A177-3AD203B41FA5}">
                      <a16:colId xmlns:a16="http://schemas.microsoft.com/office/drawing/2014/main" val="3250007973"/>
                    </a:ext>
                  </a:extLst>
                </a:gridCol>
              </a:tblGrid>
              <a:tr h="306926">
                <a:tc>
                  <a:txBody>
                    <a:bodyPr/>
                    <a:lstStyle/>
                    <a:p>
                      <a:pPr algn="ctr"/>
                      <a:r>
                        <a:rPr lang="en-US"/>
                        <a:t>Sr. No.</a:t>
                      </a:r>
                    </a:p>
                  </a:txBody>
                  <a:tcPr/>
                </a:tc>
                <a:tc>
                  <a:txBody>
                    <a:bodyPr/>
                    <a:lstStyle/>
                    <a:p>
                      <a:pPr algn="ctr"/>
                      <a:r>
                        <a:rPr lang="en-US"/>
                        <a:t>User</a:t>
                      </a:r>
                    </a:p>
                  </a:txBody>
                  <a:tcPr/>
                </a:tc>
                <a:tc>
                  <a:txBody>
                    <a:bodyPr/>
                    <a:lstStyle/>
                    <a:p>
                      <a:pPr algn="ctr"/>
                      <a:r>
                        <a:rPr lang="en-US"/>
                        <a:t>Description</a:t>
                      </a:r>
                    </a:p>
                  </a:txBody>
                  <a:tcPr/>
                </a:tc>
                <a:extLst>
                  <a:ext uri="{0D108BD9-81ED-4DB2-BD59-A6C34878D82A}">
                    <a16:rowId xmlns:a16="http://schemas.microsoft.com/office/drawing/2014/main" val="3336835853"/>
                  </a:ext>
                </a:extLst>
              </a:tr>
              <a:tr h="453613">
                <a:tc>
                  <a:txBody>
                    <a:bodyPr/>
                    <a:lstStyle/>
                    <a:p>
                      <a:pPr algn="ctr" fontAlgn="b"/>
                      <a:r>
                        <a:rPr lang="en-US" sz="2000" b="0" i="0" u="none" strike="noStrike">
                          <a:solidFill>
                            <a:srgbClr val="000000"/>
                          </a:solidFill>
                          <a:effectLst/>
                          <a:latin typeface="Calibri" panose="020F0502020204030204" pitchFamily="34" charset="0"/>
                        </a:rPr>
                        <a:t>1</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Operation User </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Monitoring- Operations.</a:t>
                      </a:r>
                    </a:p>
                  </a:txBody>
                  <a:tcPr marL="9525" marR="9525" marT="9525" marB="0" anchor="b"/>
                </a:tc>
                <a:extLst>
                  <a:ext uri="{0D108BD9-81ED-4DB2-BD59-A6C34878D82A}">
                    <a16:rowId xmlns:a16="http://schemas.microsoft.com/office/drawing/2014/main" val="13220661"/>
                  </a:ext>
                </a:extLst>
              </a:tr>
              <a:tr h="271703">
                <a:tc>
                  <a:txBody>
                    <a:bodyPr/>
                    <a:lstStyle/>
                    <a:p>
                      <a:pPr algn="ctr" fontAlgn="b"/>
                      <a:r>
                        <a:rPr lang="en-US" sz="2000" b="0" i="0" u="none" strike="noStrike">
                          <a:solidFill>
                            <a:srgbClr val="000000"/>
                          </a:solidFill>
                          <a:effectLst/>
                          <a:latin typeface="Calibri" panose="020F0502020204030204" pitchFamily="34" charset="0"/>
                        </a:rPr>
                        <a:t>2</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Engineer</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Engineering &amp; Tech Peoples</a:t>
                      </a:r>
                    </a:p>
                  </a:txBody>
                  <a:tcPr marL="9525" marR="9525" marT="9525" marB="0" anchor="b"/>
                </a:tc>
                <a:extLst>
                  <a:ext uri="{0D108BD9-81ED-4DB2-BD59-A6C34878D82A}">
                    <a16:rowId xmlns:a16="http://schemas.microsoft.com/office/drawing/2014/main" val="1432696997"/>
                  </a:ext>
                </a:extLst>
              </a:tr>
              <a:tr h="271703">
                <a:tc>
                  <a:txBody>
                    <a:bodyPr/>
                    <a:lstStyle/>
                    <a:p>
                      <a:pPr algn="ctr" fontAlgn="b"/>
                      <a:r>
                        <a:rPr lang="en-US" sz="2000" b="0" i="0" u="none" strike="noStrike">
                          <a:solidFill>
                            <a:srgbClr val="000000"/>
                          </a:solidFill>
                          <a:effectLst/>
                          <a:latin typeface="Calibri" panose="020F0502020204030204" pitchFamily="34" charset="0"/>
                        </a:rPr>
                        <a:t>3</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Administration</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IT, I&amp;C and Automation Engineers</a:t>
                      </a:r>
                    </a:p>
                  </a:txBody>
                  <a:tcPr marL="9525" marR="9525" marT="9525" marB="0" anchor="b"/>
                </a:tc>
                <a:extLst>
                  <a:ext uri="{0D108BD9-81ED-4DB2-BD59-A6C34878D82A}">
                    <a16:rowId xmlns:a16="http://schemas.microsoft.com/office/drawing/2014/main" val="3143353117"/>
                  </a:ext>
                </a:extLst>
              </a:tr>
            </a:tbl>
          </a:graphicData>
        </a:graphic>
      </p:graphicFrame>
      <p:sp>
        <p:nvSpPr>
          <p:cNvPr id="8" name="Slide Number Placeholder 1">
            <a:extLst>
              <a:ext uri="{FF2B5EF4-FFF2-40B4-BE49-F238E27FC236}">
                <a16:creationId xmlns:a16="http://schemas.microsoft.com/office/drawing/2014/main" id="{E7E95E95-A308-4E9A-8209-B989B71C580E}"/>
              </a:ext>
            </a:extLst>
          </p:cNvPr>
          <p:cNvSpPr txBox="1">
            <a:spLocks/>
          </p:cNvSpPr>
          <p:nvPr/>
        </p:nvSpPr>
        <p:spPr>
          <a:xfrm>
            <a:off x="292033" y="6423944"/>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14044963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1528-933F-400A-B86E-7FC9408C0C11}"/>
              </a:ext>
            </a:extLst>
          </p:cNvPr>
          <p:cNvSpPr>
            <a:spLocks noGrp="1"/>
          </p:cNvSpPr>
          <p:nvPr>
            <p:ph type="title"/>
          </p:nvPr>
        </p:nvSpPr>
        <p:spPr>
          <a:xfrm>
            <a:off x="385130" y="2346132"/>
            <a:ext cx="11201401" cy="1938992"/>
          </a:xfrm>
        </p:spPr>
        <p:txBody>
          <a:bodyPr/>
          <a:lstStyle/>
          <a:p>
            <a:pPr algn="ctr"/>
            <a:r>
              <a:rPr lang="en-US" sz="4000" b="1" dirty="0">
                <a:latin typeface="Arial"/>
                <a:cs typeface="Arial"/>
              </a:rPr>
              <a:t>Module 6</a:t>
            </a:r>
            <a:br>
              <a:rPr lang="en-US" sz="4000" b="1" dirty="0">
                <a:latin typeface="Arial"/>
                <a:cs typeface="Arial"/>
              </a:rPr>
            </a:br>
            <a:r>
              <a:rPr lang="en-US" sz="4000" b="1" dirty="0">
                <a:latin typeface="Arial"/>
                <a:cs typeface="Arial"/>
              </a:rPr>
              <a:t>APM - Security Configuration</a:t>
            </a:r>
            <a:br>
              <a:rPr lang="en-US" sz="4000" b="1" dirty="0"/>
            </a:br>
            <a:endParaRPr lang="en-US" dirty="0"/>
          </a:p>
        </p:txBody>
      </p:sp>
      <p:sp>
        <p:nvSpPr>
          <p:cNvPr id="4" name="Slide Number Placeholder 3">
            <a:extLst>
              <a:ext uri="{FF2B5EF4-FFF2-40B4-BE49-F238E27FC236}">
                <a16:creationId xmlns:a16="http://schemas.microsoft.com/office/drawing/2014/main" id="{4626AA21-992E-46B1-ABC5-71B62828C499}"/>
              </a:ext>
            </a:extLst>
          </p:cNvPr>
          <p:cNvSpPr>
            <a:spLocks noGrp="1"/>
          </p:cNvSpPr>
          <p:nvPr>
            <p:ph type="sldNum" sz="quarter" idx="12"/>
          </p:nvPr>
        </p:nvSpPr>
        <p:spPr/>
        <p:txBody>
          <a:bodyPr/>
          <a:lstStyle/>
          <a:p>
            <a:fld id="{7B94EC18-1D2B-4535-B738-0E53AFE26620}" type="slidenum">
              <a:rPr lang="en-US" smtClean="0"/>
              <a:t>49</a:t>
            </a:fld>
            <a:endParaRPr lang="en-US"/>
          </a:p>
        </p:txBody>
      </p:sp>
    </p:spTree>
    <p:extLst>
      <p:ext uri="{BB962C8B-B14F-4D97-AF65-F5344CB8AC3E}">
        <p14:creationId xmlns:p14="http://schemas.microsoft.com/office/powerpoint/2010/main" val="6135787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78F0E-516A-4DA3-B798-B86E623F1DC2}"/>
              </a:ext>
            </a:extLst>
          </p:cNvPr>
          <p:cNvSpPr>
            <a:spLocks noGrp="1"/>
          </p:cNvSpPr>
          <p:nvPr>
            <p:ph type="title"/>
          </p:nvPr>
        </p:nvSpPr>
        <p:spPr>
          <a:xfrm>
            <a:off x="495299" y="495299"/>
            <a:ext cx="11201401" cy="492443"/>
          </a:xfrm>
        </p:spPr>
        <p:txBody>
          <a:bodyPr/>
          <a:lstStyle/>
          <a:p>
            <a:r>
              <a:rPr lang="en-AU" sz="3200">
                <a:latin typeface="+mn-lt"/>
              </a:rPr>
              <a:t>Security Role Configuration</a:t>
            </a:r>
            <a:endParaRPr lang="en-US" sz="3200"/>
          </a:p>
        </p:txBody>
      </p:sp>
      <p:sp>
        <p:nvSpPr>
          <p:cNvPr id="4" name="Slide Number Placeholder 3">
            <a:extLst>
              <a:ext uri="{FF2B5EF4-FFF2-40B4-BE49-F238E27FC236}">
                <a16:creationId xmlns:a16="http://schemas.microsoft.com/office/drawing/2014/main" id="{DF4D1062-28A2-45B3-BD02-20A7D1ADE95C}"/>
              </a:ext>
            </a:extLst>
          </p:cNvPr>
          <p:cNvSpPr>
            <a:spLocks noGrp="1"/>
          </p:cNvSpPr>
          <p:nvPr>
            <p:ph type="sldNum" sz="quarter" idx="12"/>
          </p:nvPr>
        </p:nvSpPr>
        <p:spPr/>
        <p:txBody>
          <a:bodyPr/>
          <a:lstStyle/>
          <a:p>
            <a:fld id="{7B94EC18-1D2B-4535-B738-0E53AFE26620}" type="slidenum">
              <a:rPr lang="en-US" dirty="0" smtClean="0"/>
              <a:t>50</a:t>
            </a:fld>
            <a:endParaRPr lang="en-US"/>
          </a:p>
        </p:txBody>
      </p:sp>
      <p:sp>
        <p:nvSpPr>
          <p:cNvPr id="6" name="Rectangle 16">
            <a:extLst>
              <a:ext uri="{FF2B5EF4-FFF2-40B4-BE49-F238E27FC236}">
                <a16:creationId xmlns:a16="http://schemas.microsoft.com/office/drawing/2014/main" id="{EC86CD2C-0F36-4A81-BBE0-7A9878594B14}"/>
              </a:ext>
            </a:extLst>
          </p:cNvPr>
          <p:cNvSpPr>
            <a:spLocks noChangeArrowheads="1"/>
          </p:cNvSpPr>
          <p:nvPr/>
        </p:nvSpPr>
        <p:spPr bwMode="auto">
          <a:xfrm>
            <a:off x="503498" y="416992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00E3B023-FE52-4385-AE88-0CA22F26765A}"/>
              </a:ext>
            </a:extLst>
          </p:cNvPr>
          <p:cNvSpPr txBox="1"/>
          <p:nvPr/>
        </p:nvSpPr>
        <p:spPr>
          <a:xfrm>
            <a:off x="595916" y="1302617"/>
            <a:ext cx="5944809" cy="3046988"/>
          </a:xfrm>
          <a:prstGeom prst="rect">
            <a:avLst/>
          </a:prstGeom>
          <a:noFill/>
        </p:spPr>
        <p:txBody>
          <a:bodyPr wrap="square" rtlCol="0">
            <a:spAutoFit/>
          </a:bodyPr>
          <a:lstStyle>
            <a:defPPr>
              <a:defRPr lang="en-US"/>
            </a:defPPr>
            <a:lvl1pPr defTabSz="457200">
              <a:spcBef>
                <a:spcPct val="0"/>
              </a:spcBef>
              <a:defRPr sz="1600">
                <a:solidFill>
                  <a:schemeClr val="tx1">
                    <a:lumMod val="50000"/>
                  </a:schemeClr>
                </a:solidFill>
                <a:latin typeface="Trebuchet MS (Headings)"/>
                <a:cs typeface="Arial" panose="020B0604020202020204" pitchFamily="34" charset="0"/>
              </a:defRPr>
            </a:lvl1pPr>
            <a:lvl2pPr marL="685800" lvl="1" indent="-228600">
              <a:buFont typeface="+mj-lt"/>
              <a:buAutoNum type="arabicPeriod"/>
              <a:defRPr sz="1600">
                <a:solidFill>
                  <a:schemeClr val="tx1">
                    <a:lumMod val="50000"/>
                  </a:schemeClr>
                </a:solidFill>
              </a:defRPr>
            </a:lvl2pPr>
            <a:lvl3pPr marL="1200150" lvl="2" indent="-285750">
              <a:buFont typeface="+mj-lt"/>
              <a:buAutoNum type="romanLcPeriod"/>
              <a:defRPr sz="1600">
                <a:solidFill>
                  <a:schemeClr val="tx1">
                    <a:lumMod val="50000"/>
                  </a:schemeClr>
                </a:solidFill>
              </a:defRPr>
            </a:lvl3pPr>
          </a:lstStyle>
          <a:p>
            <a:pPr marL="342900" lvl="0" indent="-342900" algn="just" fontAlgn="base">
              <a:spcAft>
                <a:spcPct val="0"/>
              </a:spcAft>
              <a:buFont typeface="+mj-lt"/>
              <a:buAutoNum type="arabicParenR"/>
            </a:pPr>
            <a:r>
              <a:rPr lang="en-AU" altLang="en-US">
                <a:latin typeface="+mn-lt"/>
              </a:rPr>
              <a:t>Navigate to home page.</a:t>
            </a:r>
          </a:p>
          <a:p>
            <a:pPr marL="342900" lvl="0" indent="-342900" algn="just" fontAlgn="base">
              <a:spcAft>
                <a:spcPct val="0"/>
              </a:spcAft>
              <a:buFont typeface="+mj-lt"/>
              <a:buAutoNum type="arabicParenR"/>
            </a:pPr>
            <a:endParaRPr lang="en-AU" altLang="en-US">
              <a:latin typeface="+mn-lt"/>
            </a:endParaRPr>
          </a:p>
          <a:p>
            <a:pPr marL="342900" lvl="0" indent="-342900" algn="just" fontAlgn="base">
              <a:spcAft>
                <a:spcPct val="0"/>
              </a:spcAft>
              <a:buFont typeface="+mj-lt"/>
              <a:buAutoNum type="arabicParenR"/>
            </a:pPr>
            <a:r>
              <a:rPr lang="en-AU" altLang="en-US">
                <a:latin typeface="+mn-lt"/>
              </a:rPr>
              <a:t>Select System Configuration under System box. Once page opens, select Security in the navigation links.</a:t>
            </a:r>
          </a:p>
          <a:p>
            <a:pPr marL="342900" lvl="0" indent="-342900" algn="just" fontAlgn="base">
              <a:spcAft>
                <a:spcPct val="0"/>
              </a:spcAft>
              <a:buFont typeface="+mj-lt"/>
              <a:buAutoNum type="arabicParenR"/>
            </a:pPr>
            <a:endParaRPr lang="en-AU" altLang="en-US">
              <a:latin typeface="+mn-lt"/>
            </a:endParaRPr>
          </a:p>
          <a:p>
            <a:pPr marL="342900" lvl="0" indent="-342900" algn="just" fontAlgn="base">
              <a:spcAft>
                <a:spcPct val="0"/>
              </a:spcAft>
              <a:buFont typeface="+mj-lt"/>
              <a:buAutoNum type="arabicParenR"/>
            </a:pPr>
            <a:r>
              <a:rPr lang="en-AU" altLang="en-US">
                <a:latin typeface="+mn-lt"/>
              </a:rPr>
              <a:t>Alternately from any page in the Asset Sentinel application, mouse over the Settings icon and click on Security under System Configuration tab.</a:t>
            </a:r>
          </a:p>
          <a:p>
            <a:pPr marL="342900" lvl="0" indent="-342900" algn="just" fontAlgn="base">
              <a:spcAft>
                <a:spcPct val="0"/>
              </a:spcAft>
              <a:buFont typeface="+mj-lt"/>
              <a:buAutoNum type="arabicParenR"/>
            </a:pPr>
            <a:endParaRPr lang="en-AU" altLang="en-US">
              <a:latin typeface="+mn-lt"/>
            </a:endParaRPr>
          </a:p>
          <a:p>
            <a:pPr marL="1028700" lvl="1" indent="-342900" fontAlgn="base">
              <a:spcAft>
                <a:spcPct val="0"/>
              </a:spcAft>
              <a:buFont typeface="+mj-lt"/>
              <a:buAutoNum type="alphaLcPeriod"/>
            </a:pPr>
            <a:endParaRPr lang="en-AU" altLang="en-US">
              <a:latin typeface="+mn-lt"/>
            </a:endParaRPr>
          </a:p>
          <a:p>
            <a:pPr marL="1028700" lvl="1" indent="-342900" fontAlgn="base">
              <a:spcAft>
                <a:spcPct val="0"/>
              </a:spcAft>
              <a:buFont typeface="+mj-lt"/>
              <a:buAutoNum type="alphaLcPeriod"/>
            </a:pPr>
            <a:endParaRPr lang="en-AU" altLang="en-US">
              <a:latin typeface="+mn-lt"/>
            </a:endParaRPr>
          </a:p>
          <a:p>
            <a:pPr marL="342900" lvl="0" indent="-342900" fontAlgn="base">
              <a:spcAft>
                <a:spcPct val="0"/>
              </a:spcAft>
              <a:buFont typeface="+mj-lt"/>
              <a:buAutoNum type="arabicParenR"/>
            </a:pPr>
            <a:endParaRPr lang="en-AU"/>
          </a:p>
        </p:txBody>
      </p:sp>
      <p:grpSp>
        <p:nvGrpSpPr>
          <p:cNvPr id="8" name="Group 7">
            <a:extLst>
              <a:ext uri="{FF2B5EF4-FFF2-40B4-BE49-F238E27FC236}">
                <a16:creationId xmlns:a16="http://schemas.microsoft.com/office/drawing/2014/main" id="{0D9DC056-FA7D-4AFF-B65C-F93D3BBB0323}"/>
              </a:ext>
            </a:extLst>
          </p:cNvPr>
          <p:cNvGrpSpPr/>
          <p:nvPr/>
        </p:nvGrpSpPr>
        <p:grpSpPr>
          <a:xfrm>
            <a:off x="6615647" y="1106568"/>
            <a:ext cx="5306575" cy="5041473"/>
            <a:chOff x="6589502" y="908264"/>
            <a:chExt cx="5306575" cy="5041473"/>
          </a:xfrm>
        </p:grpSpPr>
        <p:grpSp>
          <p:nvGrpSpPr>
            <p:cNvPr id="9" name="Group 8">
              <a:extLst>
                <a:ext uri="{FF2B5EF4-FFF2-40B4-BE49-F238E27FC236}">
                  <a16:creationId xmlns:a16="http://schemas.microsoft.com/office/drawing/2014/main" id="{0DB400A3-CBA9-4FD4-B750-9ABB3BE85AD4}"/>
                </a:ext>
              </a:extLst>
            </p:cNvPr>
            <p:cNvGrpSpPr/>
            <p:nvPr/>
          </p:nvGrpSpPr>
          <p:grpSpPr>
            <a:xfrm>
              <a:off x="6589502" y="908264"/>
              <a:ext cx="5306575" cy="5041473"/>
              <a:chOff x="6589502" y="864309"/>
              <a:chExt cx="5306575" cy="5041473"/>
            </a:xfrm>
          </p:grpSpPr>
          <p:pic>
            <p:nvPicPr>
              <p:cNvPr id="22" name="Picture 21">
                <a:extLst>
                  <a:ext uri="{FF2B5EF4-FFF2-40B4-BE49-F238E27FC236}">
                    <a16:creationId xmlns:a16="http://schemas.microsoft.com/office/drawing/2014/main" id="{1BA1776D-8F34-45B6-B454-68021A19B3AA}"/>
                  </a:ext>
                </a:extLst>
              </p:cNvPr>
              <p:cNvPicPr/>
              <p:nvPr/>
            </p:nvPicPr>
            <p:blipFill>
              <a:blip r:embed="rId2"/>
              <a:stretch>
                <a:fillRect/>
              </a:stretch>
            </p:blipFill>
            <p:spPr>
              <a:xfrm>
                <a:off x="6589502" y="864309"/>
                <a:ext cx="5306575" cy="3612332"/>
              </a:xfrm>
              <a:prstGeom prst="rect">
                <a:avLst/>
              </a:prstGeom>
              <a:ln>
                <a:solidFill>
                  <a:srgbClr val="000000"/>
                </a:solidFill>
              </a:ln>
            </p:spPr>
          </p:pic>
          <p:pic>
            <p:nvPicPr>
              <p:cNvPr id="23" name="Picture 22">
                <a:extLst>
                  <a:ext uri="{FF2B5EF4-FFF2-40B4-BE49-F238E27FC236}">
                    <a16:creationId xmlns:a16="http://schemas.microsoft.com/office/drawing/2014/main" id="{10B77E68-4A4C-4CA4-92A2-B4A52EC5AF7B}"/>
                  </a:ext>
                </a:extLst>
              </p:cNvPr>
              <p:cNvPicPr/>
              <p:nvPr/>
            </p:nvPicPr>
            <p:blipFill>
              <a:blip r:embed="rId3"/>
              <a:stretch>
                <a:fillRect/>
              </a:stretch>
            </p:blipFill>
            <p:spPr>
              <a:xfrm>
                <a:off x="6589502" y="4010307"/>
                <a:ext cx="5306575" cy="1895475"/>
              </a:xfrm>
              <a:prstGeom prst="rect">
                <a:avLst/>
              </a:prstGeom>
              <a:ln>
                <a:solidFill>
                  <a:srgbClr val="000000"/>
                </a:solidFill>
              </a:ln>
            </p:spPr>
          </p:pic>
        </p:grpSp>
        <p:sp>
          <p:nvSpPr>
            <p:cNvPr id="10" name="Rectangle 9">
              <a:extLst>
                <a:ext uri="{FF2B5EF4-FFF2-40B4-BE49-F238E27FC236}">
                  <a16:creationId xmlns:a16="http://schemas.microsoft.com/office/drawing/2014/main" id="{21AAE751-D8D1-414C-823D-1F164299D292}"/>
                </a:ext>
              </a:extLst>
            </p:cNvPr>
            <p:cNvSpPr/>
            <p:nvPr/>
          </p:nvSpPr>
          <p:spPr>
            <a:xfrm>
              <a:off x="7958646" y="3428782"/>
              <a:ext cx="1004626" cy="583547"/>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EB7F54-4823-47CE-95E6-F3C1F95EC96C}"/>
                </a:ext>
              </a:extLst>
            </p:cNvPr>
            <p:cNvSpPr/>
            <p:nvPr/>
          </p:nvSpPr>
          <p:spPr>
            <a:xfrm>
              <a:off x="11187374" y="4052804"/>
              <a:ext cx="331691" cy="364818"/>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C628B0F-4409-4875-B85C-147087D1C2B0}"/>
                </a:ext>
              </a:extLst>
            </p:cNvPr>
            <p:cNvSpPr/>
            <p:nvPr/>
          </p:nvSpPr>
          <p:spPr>
            <a:xfrm>
              <a:off x="9441082" y="4797632"/>
              <a:ext cx="2163750" cy="285008"/>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2FFD2E-6F18-49A2-8D5D-69E11E31F015}"/>
                </a:ext>
              </a:extLst>
            </p:cNvPr>
            <p:cNvSpPr/>
            <p:nvPr/>
          </p:nvSpPr>
          <p:spPr>
            <a:xfrm>
              <a:off x="7406233" y="5389941"/>
              <a:ext cx="1013371" cy="333966"/>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51869DD0-CEB5-48CB-851C-A8FC5AD6AAC4}"/>
                </a:ext>
              </a:extLst>
            </p:cNvPr>
            <p:cNvCxnSpPr/>
            <p:nvPr/>
          </p:nvCxnSpPr>
          <p:spPr>
            <a:xfrm rot="16200000" flipV="1">
              <a:off x="8400955" y="3017302"/>
              <a:ext cx="82296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34F9A47-AEAC-4C62-854D-0603893E8D1E}"/>
                </a:ext>
              </a:extLst>
            </p:cNvPr>
            <p:cNvCxnSpPr/>
            <p:nvPr/>
          </p:nvCxnSpPr>
          <p:spPr>
            <a:xfrm rot="16200000" flipV="1">
              <a:off x="6350086" y="3956774"/>
              <a:ext cx="28346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5E87EEA-2088-472F-88F9-5EBB780219C2}"/>
                </a:ext>
              </a:extLst>
            </p:cNvPr>
            <p:cNvCxnSpPr/>
            <p:nvPr/>
          </p:nvCxnSpPr>
          <p:spPr>
            <a:xfrm rot="16200000" flipV="1">
              <a:off x="9211445" y="3700352"/>
              <a:ext cx="219456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AB672B38-0245-4B03-A9A8-77E7A4D60BD8}"/>
                </a:ext>
              </a:extLst>
            </p:cNvPr>
            <p:cNvCxnSpPr/>
            <p:nvPr/>
          </p:nvCxnSpPr>
          <p:spPr>
            <a:xfrm rot="16200000" flipV="1">
              <a:off x="10620254" y="3321284"/>
              <a:ext cx="14630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5E4540E1-4F96-4827-96EF-CC0338BC0821}"/>
                </a:ext>
              </a:extLst>
            </p:cNvPr>
            <p:cNvSpPr txBox="1"/>
            <p:nvPr/>
          </p:nvSpPr>
          <p:spPr>
            <a:xfrm>
              <a:off x="7641964" y="2255162"/>
              <a:ext cx="250883" cy="369332"/>
            </a:xfrm>
            <a:prstGeom prst="rect">
              <a:avLst/>
            </a:prstGeom>
            <a:noFill/>
          </p:spPr>
          <p:txBody>
            <a:bodyPr wrap="square" rtlCol="0">
              <a:spAutoFit/>
            </a:bodyPr>
            <a:lstStyle/>
            <a:p>
              <a:r>
                <a:rPr lang="en-US"/>
                <a:t>3</a:t>
              </a:r>
            </a:p>
          </p:txBody>
        </p:sp>
        <p:sp>
          <p:nvSpPr>
            <p:cNvPr id="19" name="TextBox 18">
              <a:extLst>
                <a:ext uri="{FF2B5EF4-FFF2-40B4-BE49-F238E27FC236}">
                  <a16:creationId xmlns:a16="http://schemas.microsoft.com/office/drawing/2014/main" id="{AA150A13-9EDA-4902-85EB-8D775B2A67E0}"/>
                </a:ext>
              </a:extLst>
            </p:cNvPr>
            <p:cNvSpPr txBox="1"/>
            <p:nvPr/>
          </p:nvSpPr>
          <p:spPr>
            <a:xfrm>
              <a:off x="8672570" y="2255162"/>
              <a:ext cx="250883" cy="369332"/>
            </a:xfrm>
            <a:prstGeom prst="rect">
              <a:avLst/>
            </a:prstGeom>
            <a:noFill/>
          </p:spPr>
          <p:txBody>
            <a:bodyPr wrap="square" rtlCol="0">
              <a:spAutoFit/>
            </a:bodyPr>
            <a:lstStyle/>
            <a:p>
              <a:r>
                <a:rPr lang="en-US"/>
                <a:t>2</a:t>
              </a:r>
            </a:p>
          </p:txBody>
        </p:sp>
        <p:sp>
          <p:nvSpPr>
            <p:cNvPr id="20" name="TextBox 19">
              <a:extLst>
                <a:ext uri="{FF2B5EF4-FFF2-40B4-BE49-F238E27FC236}">
                  <a16:creationId xmlns:a16="http://schemas.microsoft.com/office/drawing/2014/main" id="{3F96FAF9-E1EA-44D1-93BD-F5A1073298C4}"/>
                </a:ext>
              </a:extLst>
            </p:cNvPr>
            <p:cNvSpPr txBox="1"/>
            <p:nvPr/>
          </p:nvSpPr>
          <p:spPr>
            <a:xfrm>
              <a:off x="10158881" y="2255162"/>
              <a:ext cx="250883" cy="369332"/>
            </a:xfrm>
            <a:prstGeom prst="rect">
              <a:avLst/>
            </a:prstGeom>
            <a:noFill/>
          </p:spPr>
          <p:txBody>
            <a:bodyPr wrap="square" rtlCol="0">
              <a:spAutoFit/>
            </a:bodyPr>
            <a:lstStyle/>
            <a:p>
              <a:r>
                <a:rPr lang="en-US"/>
                <a:t>3</a:t>
              </a:r>
            </a:p>
          </p:txBody>
        </p:sp>
        <p:sp>
          <p:nvSpPr>
            <p:cNvPr id="21" name="TextBox 20">
              <a:extLst>
                <a:ext uri="{FF2B5EF4-FFF2-40B4-BE49-F238E27FC236}">
                  <a16:creationId xmlns:a16="http://schemas.microsoft.com/office/drawing/2014/main" id="{13DBE547-09EF-48AF-8DC0-BC736EF9FB0D}"/>
                </a:ext>
              </a:extLst>
            </p:cNvPr>
            <p:cNvSpPr txBox="1"/>
            <p:nvPr/>
          </p:nvSpPr>
          <p:spPr>
            <a:xfrm>
              <a:off x="11210580" y="2255162"/>
              <a:ext cx="250883" cy="369332"/>
            </a:xfrm>
            <a:prstGeom prst="rect">
              <a:avLst/>
            </a:prstGeom>
            <a:noFill/>
          </p:spPr>
          <p:txBody>
            <a:bodyPr wrap="square" rtlCol="0">
              <a:spAutoFit/>
            </a:bodyPr>
            <a:lstStyle/>
            <a:p>
              <a:r>
                <a:rPr lang="en-US"/>
                <a:t>3</a:t>
              </a:r>
            </a:p>
          </p:txBody>
        </p:sp>
      </p:grpSp>
    </p:spTree>
    <p:extLst>
      <p:ext uri="{BB962C8B-B14F-4D97-AF65-F5344CB8AC3E}">
        <p14:creationId xmlns:p14="http://schemas.microsoft.com/office/powerpoint/2010/main" val="36206772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E442C-D9C2-42C8-B47D-8805AE37E8EC}"/>
              </a:ext>
            </a:extLst>
          </p:cNvPr>
          <p:cNvSpPr>
            <a:spLocks noGrp="1"/>
          </p:cNvSpPr>
          <p:nvPr>
            <p:ph type="title"/>
          </p:nvPr>
        </p:nvSpPr>
        <p:spPr>
          <a:xfrm>
            <a:off x="503498" y="303743"/>
            <a:ext cx="11201401" cy="492443"/>
          </a:xfrm>
        </p:spPr>
        <p:txBody>
          <a:bodyPr/>
          <a:lstStyle/>
          <a:p>
            <a:r>
              <a:rPr lang="en-AU" sz="3200">
                <a:latin typeface="+mn-lt"/>
              </a:rPr>
              <a:t>Security Role Assignment</a:t>
            </a:r>
            <a:endParaRPr lang="en-US" sz="3200"/>
          </a:p>
        </p:txBody>
      </p:sp>
      <p:sp>
        <p:nvSpPr>
          <p:cNvPr id="4" name="Slide Number Placeholder 3">
            <a:extLst>
              <a:ext uri="{FF2B5EF4-FFF2-40B4-BE49-F238E27FC236}">
                <a16:creationId xmlns:a16="http://schemas.microsoft.com/office/drawing/2014/main" id="{8FF522F0-8D79-45CF-839A-1C96F53B6160}"/>
              </a:ext>
            </a:extLst>
          </p:cNvPr>
          <p:cNvSpPr>
            <a:spLocks noGrp="1"/>
          </p:cNvSpPr>
          <p:nvPr>
            <p:ph type="sldNum" sz="quarter" idx="12"/>
          </p:nvPr>
        </p:nvSpPr>
        <p:spPr/>
        <p:txBody>
          <a:bodyPr/>
          <a:lstStyle/>
          <a:p>
            <a:fld id="{7B94EC18-1D2B-4535-B738-0E53AFE26620}" type="slidenum">
              <a:rPr lang="en-US" dirty="0" smtClean="0"/>
              <a:t>51</a:t>
            </a:fld>
            <a:endParaRPr lang="en-US"/>
          </a:p>
        </p:txBody>
      </p:sp>
      <p:sp>
        <p:nvSpPr>
          <p:cNvPr id="6" name="Rectangle 16">
            <a:extLst>
              <a:ext uri="{FF2B5EF4-FFF2-40B4-BE49-F238E27FC236}">
                <a16:creationId xmlns:a16="http://schemas.microsoft.com/office/drawing/2014/main" id="{AF7DD077-9483-4A20-9F3C-D5266A7D864B}"/>
              </a:ext>
            </a:extLst>
          </p:cNvPr>
          <p:cNvSpPr>
            <a:spLocks noChangeArrowheads="1"/>
          </p:cNvSpPr>
          <p:nvPr/>
        </p:nvSpPr>
        <p:spPr bwMode="auto">
          <a:xfrm>
            <a:off x="503498" y="416992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F0E76BF0-E5E0-4ED2-952F-3AA4882EEFA2}"/>
              </a:ext>
            </a:extLst>
          </p:cNvPr>
          <p:cNvSpPr txBox="1"/>
          <p:nvPr/>
        </p:nvSpPr>
        <p:spPr>
          <a:xfrm>
            <a:off x="593013" y="948690"/>
            <a:ext cx="4191386" cy="5016758"/>
          </a:xfrm>
          <a:prstGeom prst="rect">
            <a:avLst/>
          </a:prstGeom>
          <a:noFill/>
        </p:spPr>
        <p:txBody>
          <a:bodyPr wrap="square" rtlCol="0">
            <a:spAutoFit/>
          </a:bodyPr>
          <a:lstStyle>
            <a:defPPr>
              <a:defRPr lang="en-US"/>
            </a:defPPr>
            <a:lvl1pPr defTabSz="457200">
              <a:spcBef>
                <a:spcPct val="0"/>
              </a:spcBef>
              <a:defRPr sz="1600">
                <a:solidFill>
                  <a:schemeClr val="tx1">
                    <a:lumMod val="50000"/>
                  </a:schemeClr>
                </a:solidFill>
                <a:latin typeface="Trebuchet MS (Headings)"/>
                <a:cs typeface="Arial" panose="020B0604020202020204" pitchFamily="34" charset="0"/>
              </a:defRPr>
            </a:lvl1pPr>
            <a:lvl2pPr marL="685800" lvl="1" indent="-228600">
              <a:buFont typeface="+mj-lt"/>
              <a:buAutoNum type="arabicPeriod"/>
              <a:defRPr sz="1600">
                <a:solidFill>
                  <a:schemeClr val="tx1">
                    <a:lumMod val="50000"/>
                  </a:schemeClr>
                </a:solidFill>
              </a:defRPr>
            </a:lvl2pPr>
            <a:lvl3pPr marL="1200150" lvl="2" indent="-285750">
              <a:buFont typeface="+mj-lt"/>
              <a:buAutoNum type="romanLcPeriod"/>
              <a:defRPr sz="1600">
                <a:solidFill>
                  <a:schemeClr val="tx1">
                    <a:lumMod val="50000"/>
                  </a:schemeClr>
                </a:solidFill>
              </a:defRPr>
            </a:lvl3pPr>
          </a:lstStyle>
          <a:p>
            <a:pPr lvl="0" algn="just" fontAlgn="base">
              <a:spcAft>
                <a:spcPct val="0"/>
              </a:spcAft>
            </a:pPr>
            <a:r>
              <a:rPr lang="en-AU" altLang="en-US">
                <a:latin typeface="+mn-lt"/>
              </a:rPr>
              <a:t>For View Only User:</a:t>
            </a:r>
          </a:p>
          <a:p>
            <a:pPr marL="342900" lvl="0" indent="-342900" algn="just" fontAlgn="base">
              <a:spcAft>
                <a:spcPct val="0"/>
              </a:spcAft>
              <a:buFont typeface="+mj-lt"/>
              <a:buAutoNum type="arabicParenR"/>
            </a:pPr>
            <a:r>
              <a:rPr lang="en-AU" altLang="en-US">
                <a:latin typeface="+mn-lt"/>
              </a:rPr>
              <a:t>Select User Assignment in the Security page.</a:t>
            </a:r>
          </a:p>
          <a:p>
            <a:pPr marL="342900" lvl="0" indent="-342900" algn="just" fontAlgn="base">
              <a:spcAft>
                <a:spcPct val="0"/>
              </a:spcAft>
              <a:buFont typeface="+mj-lt"/>
              <a:buAutoNum type="arabicParenR"/>
            </a:pPr>
            <a:r>
              <a:rPr lang="en-AU" altLang="en-US">
                <a:latin typeface="+mn-lt"/>
              </a:rPr>
              <a:t>There are scopes created for each function: Engineering, Maintenance, Planning &amp; HR and Operations (1 group for each plant).</a:t>
            </a:r>
          </a:p>
          <a:p>
            <a:pPr marL="342900" lvl="0" indent="-342900" algn="just" fontAlgn="base">
              <a:spcAft>
                <a:spcPct val="0"/>
              </a:spcAft>
              <a:buFont typeface="+mj-lt"/>
              <a:buAutoNum type="arabicParenR"/>
            </a:pPr>
            <a:r>
              <a:rPr lang="en-AU" altLang="en-US">
                <a:latin typeface="+mn-lt"/>
              </a:rPr>
              <a:t>Select the scope under which the new user needs to be added.</a:t>
            </a:r>
          </a:p>
          <a:p>
            <a:pPr marL="342900" lvl="0" indent="-342900" algn="just" fontAlgn="base">
              <a:spcAft>
                <a:spcPct val="0"/>
              </a:spcAft>
              <a:buFont typeface="+mj-lt"/>
              <a:buAutoNum type="arabicParenR"/>
            </a:pPr>
            <a:r>
              <a:rPr lang="en-AU" altLang="en-US">
                <a:latin typeface="+mn-lt"/>
              </a:rPr>
              <a:t>Click on “View Only” in the associated roles pane.</a:t>
            </a:r>
          </a:p>
          <a:p>
            <a:pPr marL="342900" lvl="0" indent="-342900" algn="just" fontAlgn="base">
              <a:spcAft>
                <a:spcPct val="0"/>
              </a:spcAft>
              <a:buFont typeface="+mj-lt"/>
              <a:buAutoNum type="arabicParenR"/>
            </a:pPr>
            <a:r>
              <a:rPr lang="en-AU" altLang="en-US">
                <a:latin typeface="+mn-lt"/>
              </a:rPr>
              <a:t>Type the user name in the “domain name\user name” format and then click on Associate.</a:t>
            </a:r>
          </a:p>
          <a:p>
            <a:pPr marL="342900" lvl="0" indent="-342900" algn="just" fontAlgn="base">
              <a:spcAft>
                <a:spcPct val="0"/>
              </a:spcAft>
              <a:buFont typeface="+mj-lt"/>
              <a:buAutoNum type="arabicParenR"/>
            </a:pPr>
            <a:r>
              <a:rPr lang="en-AU" altLang="en-US">
                <a:latin typeface="+mn-lt"/>
              </a:rPr>
              <a:t>The user name will get listed in the Associated members list.</a:t>
            </a:r>
          </a:p>
          <a:p>
            <a:pPr marL="342900" lvl="0" indent="-342900" algn="just" fontAlgn="base">
              <a:spcAft>
                <a:spcPct val="0"/>
              </a:spcAft>
              <a:buFont typeface="+mj-lt"/>
              <a:buAutoNum type="arabicParenR"/>
            </a:pPr>
            <a:r>
              <a:rPr lang="en-AU" altLang="en-US">
                <a:latin typeface="+mn-lt"/>
              </a:rPr>
              <a:t>To remove the access for a user, select the user name in the associated members list and then click on “Delete”.</a:t>
            </a:r>
          </a:p>
          <a:p>
            <a:pPr marL="342900" lvl="0" indent="-342900" fontAlgn="base">
              <a:spcAft>
                <a:spcPct val="0"/>
              </a:spcAft>
              <a:buFont typeface="+mj-lt"/>
              <a:buAutoNum type="arabicParenR"/>
            </a:pPr>
            <a:endParaRPr lang="en-AU"/>
          </a:p>
        </p:txBody>
      </p:sp>
      <p:grpSp>
        <p:nvGrpSpPr>
          <p:cNvPr id="8" name="Group 7">
            <a:extLst>
              <a:ext uri="{FF2B5EF4-FFF2-40B4-BE49-F238E27FC236}">
                <a16:creationId xmlns:a16="http://schemas.microsoft.com/office/drawing/2014/main" id="{DEC272F3-3EDF-4A67-9E32-7CAC8DF66726}"/>
              </a:ext>
            </a:extLst>
          </p:cNvPr>
          <p:cNvGrpSpPr/>
          <p:nvPr/>
        </p:nvGrpSpPr>
        <p:grpSpPr>
          <a:xfrm>
            <a:off x="4943757" y="1069265"/>
            <a:ext cx="7074072" cy="4719470"/>
            <a:chOff x="4943757" y="1069265"/>
            <a:chExt cx="7074072" cy="4719470"/>
          </a:xfrm>
        </p:grpSpPr>
        <p:pic>
          <p:nvPicPr>
            <p:cNvPr id="9" name="Picture 8">
              <a:extLst>
                <a:ext uri="{FF2B5EF4-FFF2-40B4-BE49-F238E27FC236}">
                  <a16:creationId xmlns:a16="http://schemas.microsoft.com/office/drawing/2014/main" id="{136B283C-7FC9-430B-9A3A-A651C9263D96}"/>
                </a:ext>
              </a:extLst>
            </p:cNvPr>
            <p:cNvPicPr/>
            <p:nvPr/>
          </p:nvPicPr>
          <p:blipFill>
            <a:blip r:embed="rId2"/>
            <a:stretch>
              <a:fillRect/>
            </a:stretch>
          </p:blipFill>
          <p:spPr>
            <a:xfrm>
              <a:off x="4943757" y="1069265"/>
              <a:ext cx="7074072" cy="4719470"/>
            </a:xfrm>
            <a:prstGeom prst="rect">
              <a:avLst/>
            </a:prstGeom>
            <a:ln>
              <a:solidFill>
                <a:srgbClr val="000000"/>
              </a:solidFill>
            </a:ln>
          </p:spPr>
        </p:pic>
        <p:sp>
          <p:nvSpPr>
            <p:cNvPr id="10" name="Rectangle 9">
              <a:extLst>
                <a:ext uri="{FF2B5EF4-FFF2-40B4-BE49-F238E27FC236}">
                  <a16:creationId xmlns:a16="http://schemas.microsoft.com/office/drawing/2014/main" id="{7C2C3749-9F66-4299-A54F-E801942A1780}"/>
                </a:ext>
              </a:extLst>
            </p:cNvPr>
            <p:cNvSpPr/>
            <p:nvPr/>
          </p:nvSpPr>
          <p:spPr>
            <a:xfrm>
              <a:off x="4943757" y="1642809"/>
              <a:ext cx="803900" cy="257243"/>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CC15E65-92CA-48CC-9B7B-2A5BB86F247B}"/>
                </a:ext>
              </a:extLst>
            </p:cNvPr>
            <p:cNvSpPr/>
            <p:nvPr/>
          </p:nvSpPr>
          <p:spPr>
            <a:xfrm>
              <a:off x="4943757" y="3137226"/>
              <a:ext cx="1004626" cy="294743"/>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3DA7A47-5E24-436B-B374-170064792449}"/>
                </a:ext>
              </a:extLst>
            </p:cNvPr>
            <p:cNvSpPr/>
            <p:nvPr/>
          </p:nvSpPr>
          <p:spPr>
            <a:xfrm>
              <a:off x="7091747" y="2303812"/>
              <a:ext cx="472835" cy="308759"/>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8E4722-3940-49D3-BF74-C52C11D64ABF}"/>
                </a:ext>
              </a:extLst>
            </p:cNvPr>
            <p:cNvSpPr/>
            <p:nvPr/>
          </p:nvSpPr>
          <p:spPr>
            <a:xfrm>
              <a:off x="10072453" y="2308922"/>
              <a:ext cx="1004626" cy="583547"/>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1FD04D3-8AA1-4BFA-AAF6-6087EDAB677A}"/>
                </a:ext>
              </a:extLst>
            </p:cNvPr>
            <p:cNvSpPr/>
            <p:nvPr/>
          </p:nvSpPr>
          <p:spPr>
            <a:xfrm>
              <a:off x="11354989" y="3110508"/>
              <a:ext cx="567837" cy="321462"/>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EE032AB-E636-4C11-A585-17E478BBB059}"/>
                </a:ext>
              </a:extLst>
            </p:cNvPr>
            <p:cNvSpPr/>
            <p:nvPr/>
          </p:nvSpPr>
          <p:spPr>
            <a:xfrm>
              <a:off x="9383685" y="4298868"/>
              <a:ext cx="688768" cy="240391"/>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2715C3E-5C7D-436D-9B8C-8196A047B986}"/>
                </a:ext>
              </a:extLst>
            </p:cNvPr>
            <p:cNvSpPr/>
            <p:nvPr/>
          </p:nvSpPr>
          <p:spPr>
            <a:xfrm>
              <a:off x="9225756" y="4298868"/>
              <a:ext cx="157929" cy="240392"/>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88E7167-B224-4549-A297-27AD7B34C999}"/>
                </a:ext>
              </a:extLst>
            </p:cNvPr>
            <p:cNvSpPr/>
            <p:nvPr/>
          </p:nvSpPr>
          <p:spPr>
            <a:xfrm>
              <a:off x="9225756" y="3930734"/>
              <a:ext cx="452634" cy="308759"/>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F4D839D8-E125-4052-B57E-51356A5D96A1}"/>
                </a:ext>
              </a:extLst>
            </p:cNvPr>
            <p:cNvCxnSpPr/>
            <p:nvPr/>
          </p:nvCxnSpPr>
          <p:spPr>
            <a:xfrm flipV="1">
              <a:off x="5747657" y="1866717"/>
              <a:ext cx="23774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452166D4-86DC-43CD-89BA-CCA3BC2EBD38}"/>
                </a:ext>
              </a:extLst>
            </p:cNvPr>
            <p:cNvCxnSpPr/>
            <p:nvPr/>
          </p:nvCxnSpPr>
          <p:spPr>
            <a:xfrm flipV="1">
              <a:off x="7564582" y="2458504"/>
              <a:ext cx="5486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0BD5675-65A8-4CBE-B7E0-709712942675}"/>
                </a:ext>
              </a:extLst>
            </p:cNvPr>
            <p:cNvCxnSpPr/>
            <p:nvPr/>
          </p:nvCxnSpPr>
          <p:spPr>
            <a:xfrm flipV="1">
              <a:off x="5948383" y="3135401"/>
              <a:ext cx="219456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EBE85D0F-A579-430A-B115-91644E92A625}"/>
                </a:ext>
              </a:extLst>
            </p:cNvPr>
            <p:cNvCxnSpPr/>
            <p:nvPr/>
          </p:nvCxnSpPr>
          <p:spPr>
            <a:xfrm flipH="1" flipV="1">
              <a:off x="8609413" y="2814761"/>
              <a:ext cx="14630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56520A31-620F-4B44-9695-CCE56C9F1DAC}"/>
                </a:ext>
              </a:extLst>
            </p:cNvPr>
            <p:cNvCxnSpPr/>
            <p:nvPr/>
          </p:nvCxnSpPr>
          <p:spPr>
            <a:xfrm flipH="1" flipV="1">
              <a:off x="8621288" y="3952815"/>
              <a:ext cx="59436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4DA30D99-1EB9-4ECB-8104-88C96AB5C941}"/>
                </a:ext>
              </a:extLst>
            </p:cNvPr>
            <p:cNvCxnSpPr/>
            <p:nvPr/>
          </p:nvCxnSpPr>
          <p:spPr>
            <a:xfrm flipH="1" flipV="1">
              <a:off x="8634948" y="4330845"/>
              <a:ext cx="758952"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25B33AE-B873-437E-B5B1-3454074C65A1}"/>
                </a:ext>
              </a:extLst>
            </p:cNvPr>
            <p:cNvCxnSpPr/>
            <p:nvPr/>
          </p:nvCxnSpPr>
          <p:spPr>
            <a:xfrm flipH="1" flipV="1">
              <a:off x="8633057" y="4486130"/>
              <a:ext cx="59436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E7066B29-0327-4B08-8542-E5CC77A382B6}"/>
                </a:ext>
              </a:extLst>
            </p:cNvPr>
            <p:cNvCxnSpPr/>
            <p:nvPr/>
          </p:nvCxnSpPr>
          <p:spPr>
            <a:xfrm flipH="1" flipV="1">
              <a:off x="8609413" y="3396651"/>
              <a:ext cx="274320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EDA66992-5F5D-4A35-9257-1D4B757DBF76}"/>
                </a:ext>
              </a:extLst>
            </p:cNvPr>
            <p:cNvSpPr txBox="1"/>
            <p:nvPr/>
          </p:nvSpPr>
          <p:spPr>
            <a:xfrm>
              <a:off x="8213252" y="1682051"/>
              <a:ext cx="250883" cy="369332"/>
            </a:xfrm>
            <a:prstGeom prst="rect">
              <a:avLst/>
            </a:prstGeom>
            <a:noFill/>
          </p:spPr>
          <p:txBody>
            <a:bodyPr wrap="square" rtlCol="0">
              <a:spAutoFit/>
            </a:bodyPr>
            <a:lstStyle/>
            <a:p>
              <a:r>
                <a:rPr lang="en-US"/>
                <a:t>1</a:t>
              </a:r>
            </a:p>
          </p:txBody>
        </p:sp>
        <p:sp>
          <p:nvSpPr>
            <p:cNvPr id="27" name="TextBox 26">
              <a:extLst>
                <a:ext uri="{FF2B5EF4-FFF2-40B4-BE49-F238E27FC236}">
                  <a16:creationId xmlns:a16="http://schemas.microsoft.com/office/drawing/2014/main" id="{E1C25E36-CB1A-479F-8C1F-D3C6E777FC9A}"/>
                </a:ext>
              </a:extLst>
            </p:cNvPr>
            <p:cNvSpPr txBox="1"/>
            <p:nvPr/>
          </p:nvSpPr>
          <p:spPr>
            <a:xfrm>
              <a:off x="8213252" y="2280416"/>
              <a:ext cx="250883" cy="369332"/>
            </a:xfrm>
            <a:prstGeom prst="rect">
              <a:avLst/>
            </a:prstGeom>
            <a:noFill/>
          </p:spPr>
          <p:txBody>
            <a:bodyPr wrap="square" rtlCol="0">
              <a:spAutoFit/>
            </a:bodyPr>
            <a:lstStyle/>
            <a:p>
              <a:r>
                <a:rPr lang="en-US"/>
                <a:t>4</a:t>
              </a:r>
            </a:p>
          </p:txBody>
        </p:sp>
        <p:sp>
          <p:nvSpPr>
            <p:cNvPr id="28" name="TextBox 27">
              <a:extLst>
                <a:ext uri="{FF2B5EF4-FFF2-40B4-BE49-F238E27FC236}">
                  <a16:creationId xmlns:a16="http://schemas.microsoft.com/office/drawing/2014/main" id="{9FED0724-FDF6-4FC4-8B51-A0180A0AA137}"/>
                </a:ext>
              </a:extLst>
            </p:cNvPr>
            <p:cNvSpPr txBox="1"/>
            <p:nvPr/>
          </p:nvSpPr>
          <p:spPr>
            <a:xfrm>
              <a:off x="8213252" y="2957457"/>
              <a:ext cx="250883" cy="369332"/>
            </a:xfrm>
            <a:prstGeom prst="rect">
              <a:avLst/>
            </a:prstGeom>
            <a:noFill/>
          </p:spPr>
          <p:txBody>
            <a:bodyPr wrap="square" rtlCol="0">
              <a:spAutoFit/>
            </a:bodyPr>
            <a:lstStyle/>
            <a:p>
              <a:r>
                <a:rPr lang="en-US"/>
                <a:t>3</a:t>
              </a:r>
            </a:p>
          </p:txBody>
        </p:sp>
        <p:sp>
          <p:nvSpPr>
            <p:cNvPr id="29" name="TextBox 28">
              <a:extLst>
                <a:ext uri="{FF2B5EF4-FFF2-40B4-BE49-F238E27FC236}">
                  <a16:creationId xmlns:a16="http://schemas.microsoft.com/office/drawing/2014/main" id="{D5760927-4CB0-4F42-829D-CDEA8D026252}"/>
                </a:ext>
              </a:extLst>
            </p:cNvPr>
            <p:cNvSpPr txBox="1"/>
            <p:nvPr/>
          </p:nvSpPr>
          <p:spPr>
            <a:xfrm>
              <a:off x="8213252" y="2611875"/>
              <a:ext cx="250883" cy="369332"/>
            </a:xfrm>
            <a:prstGeom prst="rect">
              <a:avLst/>
            </a:prstGeom>
            <a:noFill/>
          </p:spPr>
          <p:txBody>
            <a:bodyPr wrap="square" rtlCol="0">
              <a:spAutoFit/>
            </a:bodyPr>
            <a:lstStyle/>
            <a:p>
              <a:r>
                <a:rPr lang="en-US"/>
                <a:t>5</a:t>
              </a:r>
            </a:p>
          </p:txBody>
        </p:sp>
        <p:sp>
          <p:nvSpPr>
            <p:cNvPr id="30" name="TextBox 29">
              <a:extLst>
                <a:ext uri="{FF2B5EF4-FFF2-40B4-BE49-F238E27FC236}">
                  <a16:creationId xmlns:a16="http://schemas.microsoft.com/office/drawing/2014/main" id="{CBCF7DEA-F127-45A8-8267-C6BD605F3579}"/>
                </a:ext>
              </a:extLst>
            </p:cNvPr>
            <p:cNvSpPr txBox="1"/>
            <p:nvPr/>
          </p:nvSpPr>
          <p:spPr>
            <a:xfrm>
              <a:off x="8213252" y="3229197"/>
              <a:ext cx="250883" cy="369332"/>
            </a:xfrm>
            <a:prstGeom prst="rect">
              <a:avLst/>
            </a:prstGeom>
            <a:noFill/>
          </p:spPr>
          <p:txBody>
            <a:bodyPr wrap="square" rtlCol="0">
              <a:spAutoFit/>
            </a:bodyPr>
            <a:lstStyle/>
            <a:p>
              <a:r>
                <a:rPr lang="en-US"/>
                <a:t>5</a:t>
              </a:r>
            </a:p>
          </p:txBody>
        </p:sp>
        <p:sp>
          <p:nvSpPr>
            <p:cNvPr id="31" name="TextBox 30">
              <a:extLst>
                <a:ext uri="{FF2B5EF4-FFF2-40B4-BE49-F238E27FC236}">
                  <a16:creationId xmlns:a16="http://schemas.microsoft.com/office/drawing/2014/main" id="{A2DB9966-3A3E-48DD-BE04-FD330C98FCAD}"/>
                </a:ext>
              </a:extLst>
            </p:cNvPr>
            <p:cNvSpPr txBox="1"/>
            <p:nvPr/>
          </p:nvSpPr>
          <p:spPr>
            <a:xfrm>
              <a:off x="8213252" y="4102377"/>
              <a:ext cx="250883" cy="369332"/>
            </a:xfrm>
            <a:prstGeom prst="rect">
              <a:avLst/>
            </a:prstGeom>
            <a:noFill/>
          </p:spPr>
          <p:txBody>
            <a:bodyPr wrap="square" rtlCol="0">
              <a:spAutoFit/>
            </a:bodyPr>
            <a:lstStyle/>
            <a:p>
              <a:r>
                <a:rPr lang="en-US"/>
                <a:t>6</a:t>
              </a:r>
            </a:p>
          </p:txBody>
        </p:sp>
        <p:sp>
          <p:nvSpPr>
            <p:cNvPr id="32" name="TextBox 31">
              <a:extLst>
                <a:ext uri="{FF2B5EF4-FFF2-40B4-BE49-F238E27FC236}">
                  <a16:creationId xmlns:a16="http://schemas.microsoft.com/office/drawing/2014/main" id="{C9C0240E-1A10-4FD3-8F4D-64CC7A7FF467}"/>
                </a:ext>
              </a:extLst>
            </p:cNvPr>
            <p:cNvSpPr txBox="1"/>
            <p:nvPr/>
          </p:nvSpPr>
          <p:spPr>
            <a:xfrm>
              <a:off x="8213252" y="3763291"/>
              <a:ext cx="250883" cy="369332"/>
            </a:xfrm>
            <a:prstGeom prst="rect">
              <a:avLst/>
            </a:prstGeom>
            <a:noFill/>
          </p:spPr>
          <p:txBody>
            <a:bodyPr wrap="square" rtlCol="0">
              <a:spAutoFit/>
            </a:bodyPr>
            <a:lstStyle/>
            <a:p>
              <a:r>
                <a:rPr lang="en-US"/>
                <a:t>7</a:t>
              </a:r>
            </a:p>
          </p:txBody>
        </p:sp>
        <p:sp>
          <p:nvSpPr>
            <p:cNvPr id="33" name="TextBox 32">
              <a:extLst>
                <a:ext uri="{FF2B5EF4-FFF2-40B4-BE49-F238E27FC236}">
                  <a16:creationId xmlns:a16="http://schemas.microsoft.com/office/drawing/2014/main" id="{DF5E1612-256A-412A-8426-D15A57FD9F2F}"/>
                </a:ext>
              </a:extLst>
            </p:cNvPr>
            <p:cNvSpPr txBox="1"/>
            <p:nvPr/>
          </p:nvSpPr>
          <p:spPr>
            <a:xfrm>
              <a:off x="8213252" y="4378697"/>
              <a:ext cx="250883" cy="369332"/>
            </a:xfrm>
            <a:prstGeom prst="rect">
              <a:avLst/>
            </a:prstGeom>
            <a:noFill/>
          </p:spPr>
          <p:txBody>
            <a:bodyPr wrap="square" rtlCol="0">
              <a:spAutoFit/>
            </a:bodyPr>
            <a:lstStyle/>
            <a:p>
              <a:r>
                <a:rPr lang="en-US"/>
                <a:t>7</a:t>
              </a:r>
            </a:p>
          </p:txBody>
        </p:sp>
      </p:grpSp>
    </p:spTree>
    <p:extLst>
      <p:ext uri="{BB962C8B-B14F-4D97-AF65-F5344CB8AC3E}">
        <p14:creationId xmlns:p14="http://schemas.microsoft.com/office/powerpoint/2010/main" val="38910407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F478F-AB20-40F9-9EE4-2C9E9CF6B3F1}"/>
              </a:ext>
            </a:extLst>
          </p:cNvPr>
          <p:cNvSpPr>
            <a:spLocks noGrp="1"/>
          </p:cNvSpPr>
          <p:nvPr>
            <p:ph type="title"/>
          </p:nvPr>
        </p:nvSpPr>
        <p:spPr>
          <a:xfrm>
            <a:off x="495299" y="315148"/>
            <a:ext cx="11201401" cy="492443"/>
          </a:xfrm>
        </p:spPr>
        <p:txBody>
          <a:bodyPr/>
          <a:lstStyle/>
          <a:p>
            <a:r>
              <a:rPr lang="en-AU" sz="3200">
                <a:latin typeface="+mn-lt"/>
              </a:rPr>
              <a:t>Security Role Assignment (Contd.)</a:t>
            </a:r>
            <a:endParaRPr lang="en-US" sz="3200"/>
          </a:p>
        </p:txBody>
      </p:sp>
      <p:sp>
        <p:nvSpPr>
          <p:cNvPr id="4" name="Slide Number Placeholder 3">
            <a:extLst>
              <a:ext uri="{FF2B5EF4-FFF2-40B4-BE49-F238E27FC236}">
                <a16:creationId xmlns:a16="http://schemas.microsoft.com/office/drawing/2014/main" id="{1F320CA2-26BF-4B13-8400-BB35C891EB80}"/>
              </a:ext>
            </a:extLst>
          </p:cNvPr>
          <p:cNvSpPr>
            <a:spLocks noGrp="1"/>
          </p:cNvSpPr>
          <p:nvPr>
            <p:ph type="sldNum" sz="quarter" idx="12"/>
          </p:nvPr>
        </p:nvSpPr>
        <p:spPr/>
        <p:txBody>
          <a:bodyPr/>
          <a:lstStyle/>
          <a:p>
            <a:fld id="{7B94EC18-1D2B-4535-B738-0E53AFE26620}" type="slidenum">
              <a:rPr lang="en-US" smtClean="0"/>
              <a:t>52</a:t>
            </a:fld>
            <a:endParaRPr lang="en-US"/>
          </a:p>
        </p:txBody>
      </p:sp>
      <p:sp>
        <p:nvSpPr>
          <p:cNvPr id="6" name="Rectangle 16">
            <a:extLst>
              <a:ext uri="{FF2B5EF4-FFF2-40B4-BE49-F238E27FC236}">
                <a16:creationId xmlns:a16="http://schemas.microsoft.com/office/drawing/2014/main" id="{114EF2F5-D605-4FC2-BC09-37D3E969ABF7}"/>
              </a:ext>
            </a:extLst>
          </p:cNvPr>
          <p:cNvSpPr>
            <a:spLocks noChangeArrowheads="1"/>
          </p:cNvSpPr>
          <p:nvPr/>
        </p:nvSpPr>
        <p:spPr bwMode="auto">
          <a:xfrm>
            <a:off x="503498" y="416992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79E639C4-3A0E-4A36-A43C-C009625A26C3}"/>
              </a:ext>
            </a:extLst>
          </p:cNvPr>
          <p:cNvSpPr txBox="1"/>
          <p:nvPr/>
        </p:nvSpPr>
        <p:spPr>
          <a:xfrm>
            <a:off x="581956" y="1043126"/>
            <a:ext cx="4191386" cy="4770537"/>
          </a:xfrm>
          <a:prstGeom prst="rect">
            <a:avLst/>
          </a:prstGeom>
          <a:noFill/>
        </p:spPr>
        <p:txBody>
          <a:bodyPr wrap="square" rtlCol="0">
            <a:spAutoFit/>
          </a:bodyPr>
          <a:lstStyle>
            <a:defPPr>
              <a:defRPr lang="en-US"/>
            </a:defPPr>
            <a:lvl1pPr defTabSz="457200">
              <a:spcBef>
                <a:spcPct val="0"/>
              </a:spcBef>
              <a:defRPr sz="1600">
                <a:solidFill>
                  <a:schemeClr val="tx1">
                    <a:lumMod val="50000"/>
                  </a:schemeClr>
                </a:solidFill>
                <a:latin typeface="Trebuchet MS (Headings)"/>
                <a:cs typeface="Arial" panose="020B0604020202020204" pitchFamily="34" charset="0"/>
              </a:defRPr>
            </a:lvl1pPr>
            <a:lvl2pPr marL="685800" lvl="1" indent="-228600">
              <a:buFont typeface="+mj-lt"/>
              <a:buAutoNum type="arabicPeriod"/>
              <a:defRPr sz="1600">
                <a:solidFill>
                  <a:schemeClr val="tx1">
                    <a:lumMod val="50000"/>
                  </a:schemeClr>
                </a:solidFill>
              </a:defRPr>
            </a:lvl2pPr>
            <a:lvl3pPr marL="1200150" lvl="2" indent="-285750">
              <a:buFont typeface="+mj-lt"/>
              <a:buAutoNum type="romanLcPeriod"/>
              <a:defRPr sz="1600">
                <a:solidFill>
                  <a:schemeClr val="tx1">
                    <a:lumMod val="50000"/>
                  </a:schemeClr>
                </a:solidFill>
              </a:defRPr>
            </a:lvl3pPr>
          </a:lstStyle>
          <a:p>
            <a:pPr lvl="0" algn="just" fontAlgn="base">
              <a:spcAft>
                <a:spcPct val="0"/>
              </a:spcAft>
            </a:pPr>
            <a:r>
              <a:rPr lang="en-AU" altLang="en-US">
                <a:latin typeface="+mn-lt"/>
              </a:rPr>
              <a:t>For Power User:</a:t>
            </a:r>
          </a:p>
          <a:p>
            <a:pPr marL="342900" lvl="0" indent="-342900" algn="just" fontAlgn="base">
              <a:spcAft>
                <a:spcPct val="0"/>
              </a:spcAft>
              <a:buFont typeface="+mj-lt"/>
              <a:buAutoNum type="arabicParenR"/>
            </a:pPr>
            <a:r>
              <a:rPr lang="en-AU" altLang="en-US">
                <a:latin typeface="+mn-lt"/>
              </a:rPr>
              <a:t>Select User Assignment in the Security page.</a:t>
            </a:r>
          </a:p>
          <a:p>
            <a:pPr marL="342900" lvl="0" indent="-342900" algn="just" fontAlgn="base">
              <a:spcAft>
                <a:spcPct val="0"/>
              </a:spcAft>
              <a:buFont typeface="+mj-lt"/>
              <a:buAutoNum type="arabicParenR"/>
            </a:pPr>
            <a:r>
              <a:rPr lang="en-AU" altLang="en-US">
                <a:latin typeface="+mn-lt"/>
              </a:rPr>
              <a:t>There are scopes created for each function: Engineering, Maintenance, Planning &amp; HR and Operations (1 group for each plant).</a:t>
            </a:r>
          </a:p>
          <a:p>
            <a:pPr marL="342900" lvl="0" indent="-342900" algn="just" fontAlgn="base">
              <a:spcAft>
                <a:spcPct val="0"/>
              </a:spcAft>
              <a:buFont typeface="+mj-lt"/>
              <a:buAutoNum type="arabicParenR"/>
            </a:pPr>
            <a:r>
              <a:rPr lang="en-AU" altLang="en-US">
                <a:latin typeface="+mn-lt"/>
              </a:rPr>
              <a:t>Select the scope under which the new user needs to be added.</a:t>
            </a:r>
          </a:p>
          <a:p>
            <a:pPr marL="342900" lvl="0" indent="-342900" algn="just" fontAlgn="base">
              <a:spcAft>
                <a:spcPct val="0"/>
              </a:spcAft>
              <a:buFont typeface="+mj-lt"/>
              <a:buAutoNum type="arabicParenR"/>
            </a:pPr>
            <a:r>
              <a:rPr lang="en-AU" altLang="en-US">
                <a:latin typeface="+mn-lt"/>
              </a:rPr>
              <a:t>Click on “Engineer” in the associated roles pane.</a:t>
            </a:r>
          </a:p>
          <a:p>
            <a:pPr marL="342900" lvl="0" indent="-342900" algn="just" fontAlgn="base">
              <a:spcAft>
                <a:spcPct val="0"/>
              </a:spcAft>
              <a:buFont typeface="+mj-lt"/>
              <a:buAutoNum type="arabicParenR"/>
            </a:pPr>
            <a:r>
              <a:rPr lang="en-AU" altLang="en-US">
                <a:latin typeface="+mn-lt"/>
              </a:rPr>
              <a:t>Type the user name in the “domain name\user name” format and then click on Associate.</a:t>
            </a:r>
          </a:p>
          <a:p>
            <a:pPr marL="342900" lvl="0" indent="-342900" algn="just" fontAlgn="base">
              <a:spcAft>
                <a:spcPct val="0"/>
              </a:spcAft>
              <a:buFont typeface="+mj-lt"/>
              <a:buAutoNum type="arabicParenR"/>
            </a:pPr>
            <a:r>
              <a:rPr lang="en-AU" altLang="en-US">
                <a:latin typeface="+mn-lt"/>
              </a:rPr>
              <a:t>The user name will get listed in the Associated members list.</a:t>
            </a:r>
          </a:p>
          <a:p>
            <a:pPr marL="342900" lvl="0" indent="-342900" algn="just" fontAlgn="base">
              <a:spcAft>
                <a:spcPct val="0"/>
              </a:spcAft>
              <a:buFont typeface="+mj-lt"/>
              <a:buAutoNum type="arabicParenR"/>
            </a:pPr>
            <a:r>
              <a:rPr lang="en-AU" altLang="en-US">
                <a:latin typeface="+mn-lt"/>
              </a:rPr>
              <a:t>To remove the access for a user, select the user name in the associated members list and then click on “Delete”.</a:t>
            </a:r>
            <a:endParaRPr lang="en-AU"/>
          </a:p>
        </p:txBody>
      </p:sp>
      <p:grpSp>
        <p:nvGrpSpPr>
          <p:cNvPr id="8" name="Group 7">
            <a:extLst>
              <a:ext uri="{FF2B5EF4-FFF2-40B4-BE49-F238E27FC236}">
                <a16:creationId xmlns:a16="http://schemas.microsoft.com/office/drawing/2014/main" id="{F47CDA5C-ED6E-400D-B4CF-31B9A5C65983}"/>
              </a:ext>
            </a:extLst>
          </p:cNvPr>
          <p:cNvGrpSpPr/>
          <p:nvPr/>
        </p:nvGrpSpPr>
        <p:grpSpPr>
          <a:xfrm>
            <a:off x="4876628" y="1124309"/>
            <a:ext cx="7112329" cy="4609383"/>
            <a:chOff x="4876628" y="1124309"/>
            <a:chExt cx="7112329" cy="4609383"/>
          </a:xfrm>
        </p:grpSpPr>
        <p:pic>
          <p:nvPicPr>
            <p:cNvPr id="9" name="Picture 8">
              <a:extLst>
                <a:ext uri="{FF2B5EF4-FFF2-40B4-BE49-F238E27FC236}">
                  <a16:creationId xmlns:a16="http://schemas.microsoft.com/office/drawing/2014/main" id="{5D265473-213D-4BD4-B105-27ED54E1F6A0}"/>
                </a:ext>
              </a:extLst>
            </p:cNvPr>
            <p:cNvPicPr/>
            <p:nvPr/>
          </p:nvPicPr>
          <p:blipFill>
            <a:blip r:embed="rId2"/>
            <a:stretch>
              <a:fillRect/>
            </a:stretch>
          </p:blipFill>
          <p:spPr>
            <a:xfrm>
              <a:off x="4876628" y="1124309"/>
              <a:ext cx="7112329" cy="4609383"/>
            </a:xfrm>
            <a:prstGeom prst="rect">
              <a:avLst/>
            </a:prstGeom>
            <a:ln>
              <a:solidFill>
                <a:srgbClr val="000000"/>
              </a:solidFill>
            </a:ln>
          </p:spPr>
        </p:pic>
        <p:sp>
          <p:nvSpPr>
            <p:cNvPr id="10" name="Rectangle 9">
              <a:extLst>
                <a:ext uri="{FF2B5EF4-FFF2-40B4-BE49-F238E27FC236}">
                  <a16:creationId xmlns:a16="http://schemas.microsoft.com/office/drawing/2014/main" id="{D01777E6-36A6-421E-8C90-6CFC325E45E5}"/>
                </a:ext>
              </a:extLst>
            </p:cNvPr>
            <p:cNvSpPr/>
            <p:nvPr/>
          </p:nvSpPr>
          <p:spPr>
            <a:xfrm>
              <a:off x="4884382" y="1690309"/>
              <a:ext cx="803900" cy="257243"/>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63FF74D-41CD-4B9B-AEB8-40768CA7DE95}"/>
                </a:ext>
              </a:extLst>
            </p:cNvPr>
            <p:cNvCxnSpPr/>
            <p:nvPr/>
          </p:nvCxnSpPr>
          <p:spPr>
            <a:xfrm flipV="1">
              <a:off x="5688282" y="1914217"/>
              <a:ext cx="23774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AC62B35A-03E1-45AB-A324-7C36FD4817E5}"/>
                </a:ext>
              </a:extLst>
            </p:cNvPr>
            <p:cNvSpPr txBox="1"/>
            <p:nvPr/>
          </p:nvSpPr>
          <p:spPr>
            <a:xfrm>
              <a:off x="8183565" y="1729551"/>
              <a:ext cx="250883" cy="369332"/>
            </a:xfrm>
            <a:prstGeom prst="rect">
              <a:avLst/>
            </a:prstGeom>
            <a:noFill/>
          </p:spPr>
          <p:txBody>
            <a:bodyPr wrap="square" rtlCol="0">
              <a:spAutoFit/>
            </a:bodyPr>
            <a:lstStyle/>
            <a:p>
              <a:r>
                <a:rPr lang="en-US"/>
                <a:t>1</a:t>
              </a:r>
            </a:p>
          </p:txBody>
        </p:sp>
        <p:sp>
          <p:nvSpPr>
            <p:cNvPr id="13" name="Rectangle 12">
              <a:extLst>
                <a:ext uri="{FF2B5EF4-FFF2-40B4-BE49-F238E27FC236}">
                  <a16:creationId xmlns:a16="http://schemas.microsoft.com/office/drawing/2014/main" id="{F3875F6F-F7E1-495C-9AF9-D3F8174FD595}"/>
                </a:ext>
              </a:extLst>
            </p:cNvPr>
            <p:cNvSpPr/>
            <p:nvPr/>
          </p:nvSpPr>
          <p:spPr>
            <a:xfrm>
              <a:off x="4896257" y="2852220"/>
              <a:ext cx="1004626" cy="294743"/>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E8D9B039-05FA-492A-8911-10024BAF8A8A}"/>
                </a:ext>
              </a:extLst>
            </p:cNvPr>
            <p:cNvCxnSpPr/>
            <p:nvPr/>
          </p:nvCxnSpPr>
          <p:spPr>
            <a:xfrm flipV="1">
              <a:off x="5900883" y="2850395"/>
              <a:ext cx="219456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461649F8-EC79-4702-A57F-067346B5F6F5}"/>
                </a:ext>
              </a:extLst>
            </p:cNvPr>
            <p:cNvSpPr txBox="1"/>
            <p:nvPr/>
          </p:nvSpPr>
          <p:spPr>
            <a:xfrm>
              <a:off x="8183565" y="2672451"/>
              <a:ext cx="250883" cy="369332"/>
            </a:xfrm>
            <a:prstGeom prst="rect">
              <a:avLst/>
            </a:prstGeom>
            <a:noFill/>
          </p:spPr>
          <p:txBody>
            <a:bodyPr wrap="square" rtlCol="0">
              <a:spAutoFit/>
            </a:bodyPr>
            <a:lstStyle/>
            <a:p>
              <a:r>
                <a:rPr lang="en-US"/>
                <a:t>3</a:t>
              </a:r>
            </a:p>
          </p:txBody>
        </p:sp>
        <p:sp>
          <p:nvSpPr>
            <p:cNvPr id="16" name="Rectangle 15">
              <a:extLst>
                <a:ext uri="{FF2B5EF4-FFF2-40B4-BE49-F238E27FC236}">
                  <a16:creationId xmlns:a16="http://schemas.microsoft.com/office/drawing/2014/main" id="{A926A731-920A-4EF3-8291-467C2E945555}"/>
                </a:ext>
              </a:extLst>
            </p:cNvPr>
            <p:cNvSpPr/>
            <p:nvPr/>
          </p:nvSpPr>
          <p:spPr>
            <a:xfrm>
              <a:off x="7067997" y="2327562"/>
              <a:ext cx="472835" cy="308759"/>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490366E6-8DAC-47B3-A78E-B8C1C3860F67}"/>
                </a:ext>
              </a:extLst>
            </p:cNvPr>
            <p:cNvCxnSpPr/>
            <p:nvPr/>
          </p:nvCxnSpPr>
          <p:spPr>
            <a:xfrm flipV="1">
              <a:off x="7540832" y="2612879"/>
              <a:ext cx="5486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D8D84064-F51B-43BF-BBDC-99631CD8D35A}"/>
                </a:ext>
              </a:extLst>
            </p:cNvPr>
            <p:cNvSpPr txBox="1"/>
            <p:nvPr/>
          </p:nvSpPr>
          <p:spPr>
            <a:xfrm>
              <a:off x="8183565" y="2411041"/>
              <a:ext cx="250883" cy="369332"/>
            </a:xfrm>
            <a:prstGeom prst="rect">
              <a:avLst/>
            </a:prstGeom>
            <a:noFill/>
          </p:spPr>
          <p:txBody>
            <a:bodyPr wrap="square" rtlCol="0">
              <a:spAutoFit/>
            </a:bodyPr>
            <a:lstStyle/>
            <a:p>
              <a:r>
                <a:rPr lang="en-US"/>
                <a:t>4</a:t>
              </a:r>
            </a:p>
          </p:txBody>
        </p:sp>
        <p:sp>
          <p:nvSpPr>
            <p:cNvPr id="19" name="Rectangle 18">
              <a:extLst>
                <a:ext uri="{FF2B5EF4-FFF2-40B4-BE49-F238E27FC236}">
                  <a16:creationId xmlns:a16="http://schemas.microsoft.com/office/drawing/2014/main" id="{4693BC15-D741-4462-9AA4-E2F9A4B89D68}"/>
                </a:ext>
              </a:extLst>
            </p:cNvPr>
            <p:cNvSpPr/>
            <p:nvPr/>
          </p:nvSpPr>
          <p:spPr>
            <a:xfrm>
              <a:off x="10036828" y="2344547"/>
              <a:ext cx="1004626" cy="583547"/>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F7922EB-98D6-445B-97EB-4337A863DA16}"/>
                </a:ext>
              </a:extLst>
            </p:cNvPr>
            <p:cNvSpPr/>
            <p:nvPr/>
          </p:nvSpPr>
          <p:spPr>
            <a:xfrm>
              <a:off x="11354989" y="3110508"/>
              <a:ext cx="567837" cy="321462"/>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5982FE0-46D8-45A7-9D2C-21272C192441}"/>
                </a:ext>
              </a:extLst>
            </p:cNvPr>
            <p:cNvSpPr/>
            <p:nvPr/>
          </p:nvSpPr>
          <p:spPr>
            <a:xfrm>
              <a:off x="9336185" y="4334493"/>
              <a:ext cx="688768" cy="240391"/>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7543F36-B08A-4874-AC55-98A9B3C58364}"/>
                </a:ext>
              </a:extLst>
            </p:cNvPr>
            <p:cNvSpPr/>
            <p:nvPr/>
          </p:nvSpPr>
          <p:spPr>
            <a:xfrm>
              <a:off x="9225756" y="3942609"/>
              <a:ext cx="452634" cy="308759"/>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C6CC5A38-7B7F-47E7-B4FD-640D1224E0A9}"/>
                </a:ext>
              </a:extLst>
            </p:cNvPr>
            <p:cNvCxnSpPr/>
            <p:nvPr/>
          </p:nvCxnSpPr>
          <p:spPr>
            <a:xfrm flipH="1" flipV="1">
              <a:off x="8573788" y="2339742"/>
              <a:ext cx="14630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D9D95B9-E0F4-4A4B-96F3-6904CD9C67B7}"/>
                </a:ext>
              </a:extLst>
            </p:cNvPr>
            <p:cNvCxnSpPr/>
            <p:nvPr/>
          </p:nvCxnSpPr>
          <p:spPr>
            <a:xfrm flipH="1" flipV="1">
              <a:off x="8621288" y="3952815"/>
              <a:ext cx="59436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F9AEC767-C0CA-47F6-9D5E-A8F5415A6746}"/>
                </a:ext>
              </a:extLst>
            </p:cNvPr>
            <p:cNvCxnSpPr/>
            <p:nvPr/>
          </p:nvCxnSpPr>
          <p:spPr>
            <a:xfrm flipH="1" flipV="1">
              <a:off x="8634948" y="4366470"/>
              <a:ext cx="713232"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A67C5D1D-F7AD-4B75-935B-EA1586D19D3F}"/>
                </a:ext>
              </a:extLst>
            </p:cNvPr>
            <p:cNvCxnSpPr/>
            <p:nvPr/>
          </p:nvCxnSpPr>
          <p:spPr>
            <a:xfrm flipH="1" flipV="1">
              <a:off x="8633057" y="4486130"/>
              <a:ext cx="5486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774E35B3-412E-4F30-9B48-4B31557957BE}"/>
                </a:ext>
              </a:extLst>
            </p:cNvPr>
            <p:cNvCxnSpPr/>
            <p:nvPr/>
          </p:nvCxnSpPr>
          <p:spPr>
            <a:xfrm flipH="1" flipV="1">
              <a:off x="8609413" y="3396651"/>
              <a:ext cx="274320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D6CA029A-2455-43CD-B80B-8334BFE65A1B}"/>
                </a:ext>
              </a:extLst>
            </p:cNvPr>
            <p:cNvSpPr txBox="1"/>
            <p:nvPr/>
          </p:nvSpPr>
          <p:spPr>
            <a:xfrm>
              <a:off x="8183565" y="2148737"/>
              <a:ext cx="250883" cy="369332"/>
            </a:xfrm>
            <a:prstGeom prst="rect">
              <a:avLst/>
            </a:prstGeom>
            <a:noFill/>
          </p:spPr>
          <p:txBody>
            <a:bodyPr wrap="square" rtlCol="0">
              <a:spAutoFit/>
            </a:bodyPr>
            <a:lstStyle/>
            <a:p>
              <a:r>
                <a:rPr lang="en-US"/>
                <a:t>5</a:t>
              </a:r>
            </a:p>
          </p:txBody>
        </p:sp>
        <p:sp>
          <p:nvSpPr>
            <p:cNvPr id="29" name="TextBox 28">
              <a:extLst>
                <a:ext uri="{FF2B5EF4-FFF2-40B4-BE49-F238E27FC236}">
                  <a16:creationId xmlns:a16="http://schemas.microsoft.com/office/drawing/2014/main" id="{8DE88426-3D15-4534-9A08-8F602F6584C8}"/>
                </a:ext>
              </a:extLst>
            </p:cNvPr>
            <p:cNvSpPr txBox="1"/>
            <p:nvPr/>
          </p:nvSpPr>
          <p:spPr>
            <a:xfrm>
              <a:off x="8183565" y="3229197"/>
              <a:ext cx="250883" cy="369332"/>
            </a:xfrm>
            <a:prstGeom prst="rect">
              <a:avLst/>
            </a:prstGeom>
            <a:noFill/>
          </p:spPr>
          <p:txBody>
            <a:bodyPr wrap="square" rtlCol="0">
              <a:spAutoFit/>
            </a:bodyPr>
            <a:lstStyle/>
            <a:p>
              <a:r>
                <a:rPr lang="en-US"/>
                <a:t>5</a:t>
              </a:r>
            </a:p>
          </p:txBody>
        </p:sp>
        <p:sp>
          <p:nvSpPr>
            <p:cNvPr id="30" name="TextBox 29">
              <a:extLst>
                <a:ext uri="{FF2B5EF4-FFF2-40B4-BE49-F238E27FC236}">
                  <a16:creationId xmlns:a16="http://schemas.microsoft.com/office/drawing/2014/main" id="{BC705265-238F-4978-9096-7D46F0D5C341}"/>
                </a:ext>
              </a:extLst>
            </p:cNvPr>
            <p:cNvSpPr txBox="1"/>
            <p:nvPr/>
          </p:nvSpPr>
          <p:spPr>
            <a:xfrm>
              <a:off x="8183565" y="4102377"/>
              <a:ext cx="250883" cy="369332"/>
            </a:xfrm>
            <a:prstGeom prst="rect">
              <a:avLst/>
            </a:prstGeom>
            <a:noFill/>
          </p:spPr>
          <p:txBody>
            <a:bodyPr wrap="square" rtlCol="0">
              <a:spAutoFit/>
            </a:bodyPr>
            <a:lstStyle/>
            <a:p>
              <a:r>
                <a:rPr lang="en-US"/>
                <a:t>6</a:t>
              </a:r>
            </a:p>
          </p:txBody>
        </p:sp>
        <p:sp>
          <p:nvSpPr>
            <p:cNvPr id="31" name="TextBox 30">
              <a:extLst>
                <a:ext uri="{FF2B5EF4-FFF2-40B4-BE49-F238E27FC236}">
                  <a16:creationId xmlns:a16="http://schemas.microsoft.com/office/drawing/2014/main" id="{08F89BD9-48B6-45BC-9F0D-BDC63A81EE13}"/>
                </a:ext>
              </a:extLst>
            </p:cNvPr>
            <p:cNvSpPr txBox="1"/>
            <p:nvPr/>
          </p:nvSpPr>
          <p:spPr>
            <a:xfrm>
              <a:off x="8183565" y="3763291"/>
              <a:ext cx="250883" cy="369332"/>
            </a:xfrm>
            <a:prstGeom prst="rect">
              <a:avLst/>
            </a:prstGeom>
            <a:noFill/>
          </p:spPr>
          <p:txBody>
            <a:bodyPr wrap="square" rtlCol="0">
              <a:spAutoFit/>
            </a:bodyPr>
            <a:lstStyle/>
            <a:p>
              <a:r>
                <a:rPr lang="en-US"/>
                <a:t>7</a:t>
              </a:r>
            </a:p>
          </p:txBody>
        </p:sp>
        <p:sp>
          <p:nvSpPr>
            <p:cNvPr id="32" name="TextBox 31">
              <a:extLst>
                <a:ext uri="{FF2B5EF4-FFF2-40B4-BE49-F238E27FC236}">
                  <a16:creationId xmlns:a16="http://schemas.microsoft.com/office/drawing/2014/main" id="{C8EB5888-1F8E-4358-8522-2957A5BFC9FC}"/>
                </a:ext>
              </a:extLst>
            </p:cNvPr>
            <p:cNvSpPr txBox="1"/>
            <p:nvPr/>
          </p:nvSpPr>
          <p:spPr>
            <a:xfrm>
              <a:off x="8183565" y="4378697"/>
              <a:ext cx="250883" cy="369332"/>
            </a:xfrm>
            <a:prstGeom prst="rect">
              <a:avLst/>
            </a:prstGeom>
            <a:noFill/>
          </p:spPr>
          <p:txBody>
            <a:bodyPr wrap="square" rtlCol="0">
              <a:spAutoFit/>
            </a:bodyPr>
            <a:lstStyle/>
            <a:p>
              <a:r>
                <a:rPr lang="en-US"/>
                <a:t>7</a:t>
              </a:r>
            </a:p>
          </p:txBody>
        </p:sp>
        <p:sp>
          <p:nvSpPr>
            <p:cNvPr id="33" name="Rectangle 32">
              <a:extLst>
                <a:ext uri="{FF2B5EF4-FFF2-40B4-BE49-F238E27FC236}">
                  <a16:creationId xmlns:a16="http://schemas.microsoft.com/office/drawing/2014/main" id="{6008E647-F149-4A83-9BAE-47634A9099DE}"/>
                </a:ext>
              </a:extLst>
            </p:cNvPr>
            <p:cNvSpPr/>
            <p:nvPr/>
          </p:nvSpPr>
          <p:spPr>
            <a:xfrm>
              <a:off x="9190131" y="4334493"/>
              <a:ext cx="157929" cy="240392"/>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4" name="Slide Number Placeholder 30">
            <a:extLst>
              <a:ext uri="{FF2B5EF4-FFF2-40B4-BE49-F238E27FC236}">
                <a16:creationId xmlns:a16="http://schemas.microsoft.com/office/drawing/2014/main" id="{DFD67DEA-8165-42CE-B2C3-AFAF4F8CF027}"/>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4778437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79C77-8A2B-4458-B5A7-5E2167DE0214}"/>
              </a:ext>
            </a:extLst>
          </p:cNvPr>
          <p:cNvSpPr>
            <a:spLocks noGrp="1"/>
          </p:cNvSpPr>
          <p:nvPr>
            <p:ph type="title"/>
          </p:nvPr>
        </p:nvSpPr>
        <p:spPr>
          <a:xfrm>
            <a:off x="495300" y="364655"/>
            <a:ext cx="11201401" cy="492443"/>
          </a:xfrm>
        </p:spPr>
        <p:txBody>
          <a:bodyPr/>
          <a:lstStyle/>
          <a:p>
            <a:r>
              <a:rPr lang="en-AU" sz="3200">
                <a:latin typeface="+mn-lt"/>
              </a:rPr>
              <a:t>Security Role Assignment (Contd.)</a:t>
            </a:r>
            <a:endParaRPr lang="en-US" sz="3200"/>
          </a:p>
        </p:txBody>
      </p:sp>
      <p:sp>
        <p:nvSpPr>
          <p:cNvPr id="4" name="Slide Number Placeholder 3">
            <a:extLst>
              <a:ext uri="{FF2B5EF4-FFF2-40B4-BE49-F238E27FC236}">
                <a16:creationId xmlns:a16="http://schemas.microsoft.com/office/drawing/2014/main" id="{689C6EC0-1508-44EE-BCDE-A6EB88768737}"/>
              </a:ext>
            </a:extLst>
          </p:cNvPr>
          <p:cNvSpPr>
            <a:spLocks noGrp="1"/>
          </p:cNvSpPr>
          <p:nvPr>
            <p:ph type="sldNum" sz="quarter" idx="12"/>
          </p:nvPr>
        </p:nvSpPr>
        <p:spPr/>
        <p:txBody>
          <a:bodyPr/>
          <a:lstStyle/>
          <a:p>
            <a:fld id="{7B94EC18-1D2B-4535-B738-0E53AFE26620}" type="slidenum">
              <a:rPr lang="en-US" smtClean="0"/>
              <a:t>53</a:t>
            </a:fld>
            <a:endParaRPr lang="en-US"/>
          </a:p>
        </p:txBody>
      </p:sp>
      <p:sp>
        <p:nvSpPr>
          <p:cNvPr id="6" name="Rectangle 16">
            <a:extLst>
              <a:ext uri="{FF2B5EF4-FFF2-40B4-BE49-F238E27FC236}">
                <a16:creationId xmlns:a16="http://schemas.microsoft.com/office/drawing/2014/main" id="{E8DFF6A5-3FE9-4AF4-9CD6-C6B48A45407F}"/>
              </a:ext>
            </a:extLst>
          </p:cNvPr>
          <p:cNvSpPr>
            <a:spLocks noChangeArrowheads="1"/>
          </p:cNvSpPr>
          <p:nvPr/>
        </p:nvSpPr>
        <p:spPr bwMode="auto">
          <a:xfrm>
            <a:off x="503498" y="416992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798BF36F-4BF5-4AB0-8157-C14B82131DD9}"/>
              </a:ext>
            </a:extLst>
          </p:cNvPr>
          <p:cNvSpPr txBox="1"/>
          <p:nvPr/>
        </p:nvSpPr>
        <p:spPr>
          <a:xfrm>
            <a:off x="594370" y="1077357"/>
            <a:ext cx="4191386" cy="3785652"/>
          </a:xfrm>
          <a:prstGeom prst="rect">
            <a:avLst/>
          </a:prstGeom>
          <a:noFill/>
        </p:spPr>
        <p:txBody>
          <a:bodyPr wrap="square" rtlCol="0">
            <a:spAutoFit/>
          </a:bodyPr>
          <a:lstStyle>
            <a:defPPr>
              <a:defRPr lang="en-US"/>
            </a:defPPr>
            <a:lvl1pPr defTabSz="457200">
              <a:spcBef>
                <a:spcPct val="0"/>
              </a:spcBef>
              <a:defRPr sz="1600">
                <a:solidFill>
                  <a:schemeClr val="tx1">
                    <a:lumMod val="50000"/>
                  </a:schemeClr>
                </a:solidFill>
                <a:latin typeface="Trebuchet MS (Headings)"/>
                <a:cs typeface="Arial" panose="020B0604020202020204" pitchFamily="34" charset="0"/>
              </a:defRPr>
            </a:lvl1pPr>
            <a:lvl2pPr marL="685800" lvl="1" indent="-228600">
              <a:buFont typeface="+mj-lt"/>
              <a:buAutoNum type="arabicPeriod"/>
              <a:defRPr sz="1600">
                <a:solidFill>
                  <a:schemeClr val="tx1">
                    <a:lumMod val="50000"/>
                  </a:schemeClr>
                </a:solidFill>
              </a:defRPr>
            </a:lvl2pPr>
            <a:lvl3pPr marL="1200150" lvl="2" indent="-285750">
              <a:buFont typeface="+mj-lt"/>
              <a:buAutoNum type="romanLcPeriod"/>
              <a:defRPr sz="1600">
                <a:solidFill>
                  <a:schemeClr val="tx1">
                    <a:lumMod val="50000"/>
                  </a:schemeClr>
                </a:solidFill>
              </a:defRPr>
            </a:lvl3pPr>
          </a:lstStyle>
          <a:p>
            <a:pPr lvl="0" algn="just" fontAlgn="base">
              <a:spcAft>
                <a:spcPct val="0"/>
              </a:spcAft>
            </a:pPr>
            <a:r>
              <a:rPr lang="en-AU" altLang="en-US">
                <a:latin typeface="+mn-lt"/>
              </a:rPr>
              <a:t>For System Administrator:</a:t>
            </a:r>
          </a:p>
          <a:p>
            <a:pPr lvl="0" algn="just" fontAlgn="base">
              <a:spcAft>
                <a:spcPct val="0"/>
              </a:spcAft>
            </a:pPr>
            <a:endParaRPr lang="en-AU" altLang="en-US">
              <a:latin typeface="+mn-lt"/>
            </a:endParaRPr>
          </a:p>
          <a:p>
            <a:pPr marL="342900" lvl="0" indent="-342900" algn="just" fontAlgn="base">
              <a:spcAft>
                <a:spcPct val="0"/>
              </a:spcAft>
              <a:buFont typeface="+mj-lt"/>
              <a:buAutoNum type="arabicParenR"/>
            </a:pPr>
            <a:r>
              <a:rPr lang="en-AU" altLang="en-US">
                <a:latin typeface="+mn-lt"/>
              </a:rPr>
              <a:t>Select User Assignment in the Security page.</a:t>
            </a:r>
          </a:p>
          <a:p>
            <a:pPr marL="342900" lvl="0" indent="-342900" algn="just" fontAlgn="base">
              <a:spcAft>
                <a:spcPct val="0"/>
              </a:spcAft>
              <a:buFont typeface="+mj-lt"/>
              <a:buAutoNum type="arabicParenR"/>
            </a:pPr>
            <a:r>
              <a:rPr lang="en-AU" altLang="en-US">
                <a:latin typeface="+mn-lt"/>
              </a:rPr>
              <a:t>Select the scope “Global”.</a:t>
            </a:r>
          </a:p>
          <a:p>
            <a:pPr marL="342900" lvl="0" indent="-342900" algn="just" fontAlgn="base">
              <a:spcAft>
                <a:spcPct val="0"/>
              </a:spcAft>
              <a:buFont typeface="+mj-lt"/>
              <a:buAutoNum type="arabicParenR"/>
            </a:pPr>
            <a:r>
              <a:rPr lang="en-AU" altLang="en-US">
                <a:latin typeface="+mn-lt"/>
              </a:rPr>
              <a:t>Click on “System Administrator” in the associated roles pane.</a:t>
            </a:r>
          </a:p>
          <a:p>
            <a:pPr marL="342900" lvl="0" indent="-342900" algn="just" fontAlgn="base">
              <a:spcAft>
                <a:spcPct val="0"/>
              </a:spcAft>
              <a:buFont typeface="+mj-lt"/>
              <a:buAutoNum type="arabicParenR"/>
            </a:pPr>
            <a:r>
              <a:rPr lang="en-AU" altLang="en-US">
                <a:latin typeface="+mn-lt"/>
              </a:rPr>
              <a:t>Type the user name in the “domain name\user name” format and then click on Associate.</a:t>
            </a:r>
          </a:p>
          <a:p>
            <a:pPr marL="342900" lvl="0" indent="-342900" algn="just" fontAlgn="base">
              <a:spcAft>
                <a:spcPct val="0"/>
              </a:spcAft>
              <a:buFont typeface="+mj-lt"/>
              <a:buAutoNum type="arabicParenR"/>
            </a:pPr>
            <a:r>
              <a:rPr lang="en-AU" altLang="en-US">
                <a:latin typeface="+mn-lt"/>
              </a:rPr>
              <a:t>The user name will get listed in the Associated members list.</a:t>
            </a:r>
          </a:p>
          <a:p>
            <a:pPr marL="342900" lvl="0" indent="-342900" algn="just" fontAlgn="base">
              <a:spcAft>
                <a:spcPct val="0"/>
              </a:spcAft>
              <a:buFont typeface="+mj-lt"/>
              <a:buAutoNum type="arabicParenR"/>
            </a:pPr>
            <a:r>
              <a:rPr lang="en-AU" altLang="en-US">
                <a:latin typeface="+mn-lt"/>
              </a:rPr>
              <a:t>To remove the access for a user, select the user name in the associated members list and then click on “Delete”.</a:t>
            </a:r>
            <a:endParaRPr lang="en-AU"/>
          </a:p>
        </p:txBody>
      </p:sp>
      <p:grpSp>
        <p:nvGrpSpPr>
          <p:cNvPr id="8" name="Group 7">
            <a:extLst>
              <a:ext uri="{FF2B5EF4-FFF2-40B4-BE49-F238E27FC236}">
                <a16:creationId xmlns:a16="http://schemas.microsoft.com/office/drawing/2014/main" id="{6B16CA8C-E680-4B35-85A4-1D1EFBF7452B}"/>
              </a:ext>
            </a:extLst>
          </p:cNvPr>
          <p:cNvGrpSpPr/>
          <p:nvPr/>
        </p:nvGrpSpPr>
        <p:grpSpPr>
          <a:xfrm>
            <a:off x="4876627" y="1089278"/>
            <a:ext cx="7093699" cy="4679444"/>
            <a:chOff x="4876627" y="1089278"/>
            <a:chExt cx="7093699" cy="4679444"/>
          </a:xfrm>
        </p:grpSpPr>
        <p:pic>
          <p:nvPicPr>
            <p:cNvPr id="9" name="Picture 8">
              <a:extLst>
                <a:ext uri="{FF2B5EF4-FFF2-40B4-BE49-F238E27FC236}">
                  <a16:creationId xmlns:a16="http://schemas.microsoft.com/office/drawing/2014/main" id="{8E91106F-F6AA-404B-921E-199297E6F49C}"/>
                </a:ext>
              </a:extLst>
            </p:cNvPr>
            <p:cNvPicPr/>
            <p:nvPr/>
          </p:nvPicPr>
          <p:blipFill>
            <a:blip r:embed="rId2"/>
            <a:stretch>
              <a:fillRect/>
            </a:stretch>
          </p:blipFill>
          <p:spPr>
            <a:xfrm>
              <a:off x="4876627" y="1089278"/>
              <a:ext cx="7093699" cy="4679444"/>
            </a:xfrm>
            <a:prstGeom prst="rect">
              <a:avLst/>
            </a:prstGeom>
            <a:ln>
              <a:solidFill>
                <a:srgbClr val="000000"/>
              </a:solidFill>
            </a:ln>
          </p:spPr>
        </p:pic>
        <p:sp>
          <p:nvSpPr>
            <p:cNvPr id="10" name="Rectangle 9">
              <a:extLst>
                <a:ext uri="{FF2B5EF4-FFF2-40B4-BE49-F238E27FC236}">
                  <a16:creationId xmlns:a16="http://schemas.microsoft.com/office/drawing/2014/main" id="{FAA05FAD-C1AA-4427-A7F2-9545E0F10850}"/>
                </a:ext>
              </a:extLst>
            </p:cNvPr>
            <p:cNvSpPr/>
            <p:nvPr/>
          </p:nvSpPr>
          <p:spPr>
            <a:xfrm>
              <a:off x="4884382" y="1642809"/>
              <a:ext cx="803900" cy="257243"/>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9E162FE0-1601-4BE3-8636-34866E34A232}"/>
                </a:ext>
              </a:extLst>
            </p:cNvPr>
            <p:cNvCxnSpPr/>
            <p:nvPr/>
          </p:nvCxnSpPr>
          <p:spPr>
            <a:xfrm flipV="1">
              <a:off x="5688282" y="1866717"/>
              <a:ext cx="23774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B6160FA3-E19C-41BE-BE7D-BBB6035DFD2B}"/>
                </a:ext>
              </a:extLst>
            </p:cNvPr>
            <p:cNvSpPr txBox="1"/>
            <p:nvPr/>
          </p:nvSpPr>
          <p:spPr>
            <a:xfrm>
              <a:off x="8201378" y="1682051"/>
              <a:ext cx="250883" cy="369332"/>
            </a:xfrm>
            <a:prstGeom prst="rect">
              <a:avLst/>
            </a:prstGeom>
            <a:noFill/>
          </p:spPr>
          <p:txBody>
            <a:bodyPr wrap="square" rtlCol="0">
              <a:spAutoFit/>
            </a:bodyPr>
            <a:lstStyle/>
            <a:p>
              <a:r>
                <a:rPr lang="en-US"/>
                <a:t>1</a:t>
              </a:r>
            </a:p>
          </p:txBody>
        </p:sp>
        <p:sp>
          <p:nvSpPr>
            <p:cNvPr id="13" name="Rectangle 12">
              <a:extLst>
                <a:ext uri="{FF2B5EF4-FFF2-40B4-BE49-F238E27FC236}">
                  <a16:creationId xmlns:a16="http://schemas.microsoft.com/office/drawing/2014/main" id="{5E42FA60-6976-4C92-A53E-65599DEB928B}"/>
                </a:ext>
              </a:extLst>
            </p:cNvPr>
            <p:cNvSpPr/>
            <p:nvPr/>
          </p:nvSpPr>
          <p:spPr>
            <a:xfrm>
              <a:off x="4884382" y="2211185"/>
              <a:ext cx="1004626" cy="294743"/>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42325B3A-207E-476E-AADA-91B93D071C67}"/>
                </a:ext>
              </a:extLst>
            </p:cNvPr>
            <p:cNvCxnSpPr/>
            <p:nvPr/>
          </p:nvCxnSpPr>
          <p:spPr>
            <a:xfrm flipV="1">
              <a:off x="5891944" y="2211185"/>
              <a:ext cx="219456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1B40A95B-F11A-45BB-8D75-184EF905584F}"/>
                </a:ext>
              </a:extLst>
            </p:cNvPr>
            <p:cNvSpPr txBox="1"/>
            <p:nvPr/>
          </p:nvSpPr>
          <p:spPr>
            <a:xfrm>
              <a:off x="8201378" y="2672451"/>
              <a:ext cx="250883" cy="369332"/>
            </a:xfrm>
            <a:prstGeom prst="rect">
              <a:avLst/>
            </a:prstGeom>
            <a:noFill/>
          </p:spPr>
          <p:txBody>
            <a:bodyPr wrap="square" rtlCol="0">
              <a:spAutoFit/>
            </a:bodyPr>
            <a:lstStyle/>
            <a:p>
              <a:r>
                <a:rPr lang="en-US"/>
                <a:t>4</a:t>
              </a:r>
            </a:p>
          </p:txBody>
        </p:sp>
        <p:sp>
          <p:nvSpPr>
            <p:cNvPr id="16" name="Rectangle 15">
              <a:extLst>
                <a:ext uri="{FF2B5EF4-FFF2-40B4-BE49-F238E27FC236}">
                  <a16:creationId xmlns:a16="http://schemas.microsoft.com/office/drawing/2014/main" id="{1970B973-BDCF-4BA5-9A7E-DD26681D26CA}"/>
                </a:ext>
              </a:extLst>
            </p:cNvPr>
            <p:cNvSpPr/>
            <p:nvPr/>
          </p:nvSpPr>
          <p:spPr>
            <a:xfrm>
              <a:off x="7067997" y="2268187"/>
              <a:ext cx="698465" cy="308759"/>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6F8FAF0B-78C1-422F-B40D-FBDA1836A271}"/>
                </a:ext>
              </a:extLst>
            </p:cNvPr>
            <p:cNvCxnSpPr/>
            <p:nvPr/>
          </p:nvCxnSpPr>
          <p:spPr>
            <a:xfrm flipV="1">
              <a:off x="7766464" y="2517879"/>
              <a:ext cx="3200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07E2CE42-AA06-45A7-A5FB-8C4A7E8D2B51}"/>
                </a:ext>
              </a:extLst>
            </p:cNvPr>
            <p:cNvSpPr txBox="1"/>
            <p:nvPr/>
          </p:nvSpPr>
          <p:spPr>
            <a:xfrm>
              <a:off x="8201378" y="2351666"/>
              <a:ext cx="250883" cy="369332"/>
            </a:xfrm>
            <a:prstGeom prst="rect">
              <a:avLst/>
            </a:prstGeom>
            <a:noFill/>
          </p:spPr>
          <p:txBody>
            <a:bodyPr wrap="square" rtlCol="0">
              <a:spAutoFit/>
            </a:bodyPr>
            <a:lstStyle/>
            <a:p>
              <a:r>
                <a:rPr lang="en-US"/>
                <a:t>3</a:t>
              </a:r>
            </a:p>
          </p:txBody>
        </p:sp>
        <p:sp>
          <p:nvSpPr>
            <p:cNvPr id="19" name="Rectangle 18">
              <a:extLst>
                <a:ext uri="{FF2B5EF4-FFF2-40B4-BE49-F238E27FC236}">
                  <a16:creationId xmlns:a16="http://schemas.microsoft.com/office/drawing/2014/main" id="{2B64EE18-8858-4C42-8EBA-6D6AC5F1E82B}"/>
                </a:ext>
              </a:extLst>
            </p:cNvPr>
            <p:cNvSpPr/>
            <p:nvPr/>
          </p:nvSpPr>
          <p:spPr>
            <a:xfrm>
              <a:off x="10036828" y="2285172"/>
              <a:ext cx="1004626" cy="583547"/>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1C7AAC0-816A-44B8-9E84-8DA288627BF5}"/>
                </a:ext>
              </a:extLst>
            </p:cNvPr>
            <p:cNvSpPr/>
            <p:nvPr/>
          </p:nvSpPr>
          <p:spPr>
            <a:xfrm>
              <a:off x="11390614" y="3039258"/>
              <a:ext cx="567837" cy="321462"/>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D291568-AA65-4E18-ADA1-4917EA062C41}"/>
                </a:ext>
              </a:extLst>
            </p:cNvPr>
            <p:cNvSpPr/>
            <p:nvPr/>
          </p:nvSpPr>
          <p:spPr>
            <a:xfrm>
              <a:off x="9336185" y="4239493"/>
              <a:ext cx="688768" cy="240391"/>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A380E4E-C731-4392-B42E-F3B8B74C7DBB}"/>
                </a:ext>
              </a:extLst>
            </p:cNvPr>
            <p:cNvSpPr/>
            <p:nvPr/>
          </p:nvSpPr>
          <p:spPr>
            <a:xfrm>
              <a:off x="9213881" y="3871359"/>
              <a:ext cx="452634" cy="308759"/>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29BFA027-0E1D-47BD-B274-6D9036737E50}"/>
                </a:ext>
              </a:extLst>
            </p:cNvPr>
            <p:cNvCxnSpPr/>
            <p:nvPr/>
          </p:nvCxnSpPr>
          <p:spPr>
            <a:xfrm flipH="1" flipV="1">
              <a:off x="8573788" y="2833671"/>
              <a:ext cx="14630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60CFA60B-3018-44BE-BF0A-3F354D5A91FE}"/>
                </a:ext>
              </a:extLst>
            </p:cNvPr>
            <p:cNvCxnSpPr/>
            <p:nvPr/>
          </p:nvCxnSpPr>
          <p:spPr>
            <a:xfrm flipH="1" flipV="1">
              <a:off x="8621288" y="3952815"/>
              <a:ext cx="59436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45128C9C-C19A-4B2F-8420-A280823260B0}"/>
                </a:ext>
              </a:extLst>
            </p:cNvPr>
            <p:cNvCxnSpPr/>
            <p:nvPr/>
          </p:nvCxnSpPr>
          <p:spPr>
            <a:xfrm flipH="1" flipV="1">
              <a:off x="8634948" y="4366470"/>
              <a:ext cx="713232"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888F81DD-AE64-43B0-8143-507507B92B25}"/>
                </a:ext>
              </a:extLst>
            </p:cNvPr>
            <p:cNvCxnSpPr/>
            <p:nvPr/>
          </p:nvCxnSpPr>
          <p:spPr>
            <a:xfrm flipH="1" flipV="1">
              <a:off x="8633057" y="4628630"/>
              <a:ext cx="5486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A64D09CC-9E7F-473F-BB23-574644BE9BA1}"/>
                </a:ext>
              </a:extLst>
            </p:cNvPr>
            <p:cNvCxnSpPr/>
            <p:nvPr/>
          </p:nvCxnSpPr>
          <p:spPr>
            <a:xfrm flipH="1" flipV="1">
              <a:off x="8645038" y="3325401"/>
              <a:ext cx="274320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A71C7EA5-3DFA-4AA3-995F-F8DD655CAC5A}"/>
                </a:ext>
              </a:extLst>
            </p:cNvPr>
            <p:cNvSpPr txBox="1"/>
            <p:nvPr/>
          </p:nvSpPr>
          <p:spPr>
            <a:xfrm>
              <a:off x="8201378" y="2029987"/>
              <a:ext cx="250883" cy="369332"/>
            </a:xfrm>
            <a:prstGeom prst="rect">
              <a:avLst/>
            </a:prstGeom>
            <a:noFill/>
          </p:spPr>
          <p:txBody>
            <a:bodyPr wrap="square" rtlCol="0">
              <a:spAutoFit/>
            </a:bodyPr>
            <a:lstStyle/>
            <a:p>
              <a:r>
                <a:rPr lang="en-US"/>
                <a:t>2</a:t>
              </a:r>
            </a:p>
          </p:txBody>
        </p:sp>
        <p:sp>
          <p:nvSpPr>
            <p:cNvPr id="29" name="TextBox 28">
              <a:extLst>
                <a:ext uri="{FF2B5EF4-FFF2-40B4-BE49-F238E27FC236}">
                  <a16:creationId xmlns:a16="http://schemas.microsoft.com/office/drawing/2014/main" id="{6D53C376-044A-44C5-9CCA-B52207387E13}"/>
                </a:ext>
              </a:extLst>
            </p:cNvPr>
            <p:cNvSpPr txBox="1"/>
            <p:nvPr/>
          </p:nvSpPr>
          <p:spPr>
            <a:xfrm>
              <a:off x="8201378" y="3157947"/>
              <a:ext cx="250883" cy="369332"/>
            </a:xfrm>
            <a:prstGeom prst="rect">
              <a:avLst/>
            </a:prstGeom>
            <a:noFill/>
          </p:spPr>
          <p:txBody>
            <a:bodyPr wrap="square" rtlCol="0">
              <a:spAutoFit/>
            </a:bodyPr>
            <a:lstStyle/>
            <a:p>
              <a:r>
                <a:rPr lang="en-US"/>
                <a:t>4</a:t>
              </a:r>
            </a:p>
          </p:txBody>
        </p:sp>
        <p:sp>
          <p:nvSpPr>
            <p:cNvPr id="30" name="TextBox 29">
              <a:extLst>
                <a:ext uri="{FF2B5EF4-FFF2-40B4-BE49-F238E27FC236}">
                  <a16:creationId xmlns:a16="http://schemas.microsoft.com/office/drawing/2014/main" id="{CC488412-E6A1-4E3E-847D-A182A95B8942}"/>
                </a:ext>
              </a:extLst>
            </p:cNvPr>
            <p:cNvSpPr txBox="1"/>
            <p:nvPr/>
          </p:nvSpPr>
          <p:spPr>
            <a:xfrm>
              <a:off x="8201378" y="4197380"/>
              <a:ext cx="250883" cy="369332"/>
            </a:xfrm>
            <a:prstGeom prst="rect">
              <a:avLst/>
            </a:prstGeom>
            <a:noFill/>
          </p:spPr>
          <p:txBody>
            <a:bodyPr wrap="square" rtlCol="0">
              <a:spAutoFit/>
            </a:bodyPr>
            <a:lstStyle/>
            <a:p>
              <a:r>
                <a:rPr lang="en-US"/>
                <a:t>5</a:t>
              </a:r>
            </a:p>
          </p:txBody>
        </p:sp>
        <p:sp>
          <p:nvSpPr>
            <p:cNvPr id="31" name="TextBox 30">
              <a:extLst>
                <a:ext uri="{FF2B5EF4-FFF2-40B4-BE49-F238E27FC236}">
                  <a16:creationId xmlns:a16="http://schemas.microsoft.com/office/drawing/2014/main" id="{7980A114-0D50-4577-A866-356CA121ABC2}"/>
                </a:ext>
              </a:extLst>
            </p:cNvPr>
            <p:cNvSpPr txBox="1"/>
            <p:nvPr/>
          </p:nvSpPr>
          <p:spPr>
            <a:xfrm>
              <a:off x="8201378" y="3810791"/>
              <a:ext cx="250883" cy="369332"/>
            </a:xfrm>
            <a:prstGeom prst="rect">
              <a:avLst/>
            </a:prstGeom>
            <a:noFill/>
          </p:spPr>
          <p:txBody>
            <a:bodyPr wrap="square" rtlCol="0">
              <a:spAutoFit/>
            </a:bodyPr>
            <a:lstStyle/>
            <a:p>
              <a:r>
                <a:rPr lang="en-US"/>
                <a:t>6</a:t>
              </a:r>
            </a:p>
          </p:txBody>
        </p:sp>
        <p:sp>
          <p:nvSpPr>
            <p:cNvPr id="32" name="TextBox 31">
              <a:extLst>
                <a:ext uri="{FF2B5EF4-FFF2-40B4-BE49-F238E27FC236}">
                  <a16:creationId xmlns:a16="http://schemas.microsoft.com/office/drawing/2014/main" id="{715F4841-42E1-4FD8-BED3-22BA862EC216}"/>
                </a:ext>
              </a:extLst>
            </p:cNvPr>
            <p:cNvSpPr txBox="1"/>
            <p:nvPr/>
          </p:nvSpPr>
          <p:spPr>
            <a:xfrm>
              <a:off x="8201378" y="4461822"/>
              <a:ext cx="250883" cy="369332"/>
            </a:xfrm>
            <a:prstGeom prst="rect">
              <a:avLst/>
            </a:prstGeom>
            <a:noFill/>
          </p:spPr>
          <p:txBody>
            <a:bodyPr wrap="square" rtlCol="0">
              <a:spAutoFit/>
            </a:bodyPr>
            <a:lstStyle/>
            <a:p>
              <a:r>
                <a:rPr lang="en-US"/>
                <a:t>6</a:t>
              </a:r>
            </a:p>
          </p:txBody>
        </p:sp>
        <p:sp>
          <p:nvSpPr>
            <p:cNvPr id="33" name="Rectangle 32">
              <a:extLst>
                <a:ext uri="{FF2B5EF4-FFF2-40B4-BE49-F238E27FC236}">
                  <a16:creationId xmlns:a16="http://schemas.microsoft.com/office/drawing/2014/main" id="{C7D5F57D-D899-474A-8866-93822C85938F}"/>
                </a:ext>
              </a:extLst>
            </p:cNvPr>
            <p:cNvSpPr/>
            <p:nvPr/>
          </p:nvSpPr>
          <p:spPr>
            <a:xfrm>
              <a:off x="9190131" y="4524498"/>
              <a:ext cx="157929" cy="240392"/>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942461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534BD-A70E-42D6-8525-0B5FDE0CB8C1}"/>
              </a:ext>
            </a:extLst>
          </p:cNvPr>
          <p:cNvSpPr>
            <a:spLocks noGrp="1"/>
          </p:cNvSpPr>
          <p:nvPr>
            <p:ph type="title"/>
          </p:nvPr>
        </p:nvSpPr>
        <p:spPr>
          <a:xfrm>
            <a:off x="473131" y="293755"/>
            <a:ext cx="11201401" cy="492443"/>
          </a:xfrm>
        </p:spPr>
        <p:txBody>
          <a:bodyPr/>
          <a:lstStyle/>
          <a:p>
            <a:r>
              <a:rPr lang="en-AU" sz="3200">
                <a:latin typeface="+mn-lt"/>
              </a:rPr>
              <a:t>Security Role Assignment (Contd.)</a:t>
            </a:r>
            <a:endParaRPr lang="en-US" sz="3200"/>
          </a:p>
        </p:txBody>
      </p:sp>
      <p:sp>
        <p:nvSpPr>
          <p:cNvPr id="4" name="Slide Number Placeholder 3">
            <a:extLst>
              <a:ext uri="{FF2B5EF4-FFF2-40B4-BE49-F238E27FC236}">
                <a16:creationId xmlns:a16="http://schemas.microsoft.com/office/drawing/2014/main" id="{068D256E-93C5-47CC-81AF-0423B42E2C58}"/>
              </a:ext>
            </a:extLst>
          </p:cNvPr>
          <p:cNvSpPr>
            <a:spLocks noGrp="1"/>
          </p:cNvSpPr>
          <p:nvPr>
            <p:ph type="sldNum" sz="quarter" idx="12"/>
          </p:nvPr>
        </p:nvSpPr>
        <p:spPr/>
        <p:txBody>
          <a:bodyPr/>
          <a:lstStyle/>
          <a:p>
            <a:fld id="{7B94EC18-1D2B-4535-B738-0E53AFE26620}" type="slidenum">
              <a:rPr lang="en-US" smtClean="0"/>
              <a:t>54</a:t>
            </a:fld>
            <a:endParaRPr lang="en-US"/>
          </a:p>
        </p:txBody>
      </p:sp>
      <p:sp>
        <p:nvSpPr>
          <p:cNvPr id="6" name="Rectangle 16">
            <a:extLst>
              <a:ext uri="{FF2B5EF4-FFF2-40B4-BE49-F238E27FC236}">
                <a16:creationId xmlns:a16="http://schemas.microsoft.com/office/drawing/2014/main" id="{A7CB957D-76F9-4331-B074-04DC45D4ED32}"/>
              </a:ext>
            </a:extLst>
          </p:cNvPr>
          <p:cNvSpPr>
            <a:spLocks noChangeArrowheads="1"/>
          </p:cNvSpPr>
          <p:nvPr/>
        </p:nvSpPr>
        <p:spPr bwMode="auto">
          <a:xfrm>
            <a:off x="503498" y="416992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471BA1CA-BFAC-45D2-8649-65D701BE8E37}"/>
              </a:ext>
            </a:extLst>
          </p:cNvPr>
          <p:cNvSpPr txBox="1"/>
          <p:nvPr/>
        </p:nvSpPr>
        <p:spPr>
          <a:xfrm>
            <a:off x="594370" y="1077357"/>
            <a:ext cx="4191386" cy="3785652"/>
          </a:xfrm>
          <a:prstGeom prst="rect">
            <a:avLst/>
          </a:prstGeom>
          <a:noFill/>
        </p:spPr>
        <p:txBody>
          <a:bodyPr wrap="square" rtlCol="0">
            <a:spAutoFit/>
          </a:bodyPr>
          <a:lstStyle>
            <a:defPPr>
              <a:defRPr lang="en-US"/>
            </a:defPPr>
            <a:lvl1pPr defTabSz="457200">
              <a:spcBef>
                <a:spcPct val="0"/>
              </a:spcBef>
              <a:defRPr sz="1600">
                <a:solidFill>
                  <a:schemeClr val="tx1">
                    <a:lumMod val="50000"/>
                  </a:schemeClr>
                </a:solidFill>
                <a:latin typeface="Trebuchet MS (Headings)"/>
                <a:cs typeface="Arial" panose="020B0604020202020204" pitchFamily="34" charset="0"/>
              </a:defRPr>
            </a:lvl1pPr>
            <a:lvl2pPr marL="685800" lvl="1" indent="-228600">
              <a:buFont typeface="+mj-lt"/>
              <a:buAutoNum type="arabicPeriod"/>
              <a:defRPr sz="1600">
                <a:solidFill>
                  <a:schemeClr val="tx1">
                    <a:lumMod val="50000"/>
                  </a:schemeClr>
                </a:solidFill>
              </a:defRPr>
            </a:lvl2pPr>
            <a:lvl3pPr marL="1200150" lvl="2" indent="-285750">
              <a:buFont typeface="+mj-lt"/>
              <a:buAutoNum type="romanLcPeriod"/>
              <a:defRPr sz="1600">
                <a:solidFill>
                  <a:schemeClr val="tx1">
                    <a:lumMod val="50000"/>
                  </a:schemeClr>
                </a:solidFill>
              </a:defRPr>
            </a:lvl3pPr>
          </a:lstStyle>
          <a:p>
            <a:pPr lvl="0" algn="just" fontAlgn="base">
              <a:spcAft>
                <a:spcPct val="0"/>
              </a:spcAft>
            </a:pPr>
            <a:r>
              <a:rPr lang="en-AU" altLang="en-US">
                <a:latin typeface="+mn-lt"/>
              </a:rPr>
              <a:t>For System Administrator:</a:t>
            </a:r>
          </a:p>
          <a:p>
            <a:pPr lvl="0" algn="just" fontAlgn="base">
              <a:spcAft>
                <a:spcPct val="0"/>
              </a:spcAft>
            </a:pPr>
            <a:endParaRPr lang="en-AU" altLang="en-US">
              <a:latin typeface="+mn-lt"/>
            </a:endParaRPr>
          </a:p>
          <a:p>
            <a:pPr marL="342900" lvl="0" indent="-342900" algn="just" fontAlgn="base">
              <a:spcAft>
                <a:spcPct val="0"/>
              </a:spcAft>
              <a:buFont typeface="+mj-lt"/>
              <a:buAutoNum type="arabicParenR"/>
            </a:pPr>
            <a:r>
              <a:rPr lang="en-AU" altLang="en-US">
                <a:latin typeface="+mn-lt"/>
              </a:rPr>
              <a:t>Select User Assignment in the Security page.</a:t>
            </a:r>
          </a:p>
          <a:p>
            <a:pPr marL="342900" lvl="0" indent="-342900" algn="just" fontAlgn="base">
              <a:spcAft>
                <a:spcPct val="0"/>
              </a:spcAft>
              <a:buFont typeface="+mj-lt"/>
              <a:buAutoNum type="arabicParenR"/>
            </a:pPr>
            <a:r>
              <a:rPr lang="en-AU" altLang="en-US">
                <a:latin typeface="+mn-lt"/>
              </a:rPr>
              <a:t>Select the scope “Global”.</a:t>
            </a:r>
          </a:p>
          <a:p>
            <a:pPr marL="342900" lvl="0" indent="-342900" algn="just" fontAlgn="base">
              <a:spcAft>
                <a:spcPct val="0"/>
              </a:spcAft>
              <a:buFont typeface="+mj-lt"/>
              <a:buAutoNum type="arabicParenR"/>
            </a:pPr>
            <a:r>
              <a:rPr lang="en-AU" altLang="en-US">
                <a:latin typeface="+mn-lt"/>
              </a:rPr>
              <a:t>Click on “System Administrator” in the associated roles pane.</a:t>
            </a:r>
          </a:p>
          <a:p>
            <a:pPr marL="342900" lvl="0" indent="-342900" algn="just" fontAlgn="base">
              <a:spcAft>
                <a:spcPct val="0"/>
              </a:spcAft>
              <a:buFont typeface="+mj-lt"/>
              <a:buAutoNum type="arabicParenR"/>
            </a:pPr>
            <a:r>
              <a:rPr lang="en-AU" altLang="en-US">
                <a:latin typeface="+mn-lt"/>
              </a:rPr>
              <a:t>Type the user name in the “domain name\user name” format and then click on Associate.</a:t>
            </a:r>
          </a:p>
          <a:p>
            <a:pPr marL="342900" lvl="0" indent="-342900" algn="just" fontAlgn="base">
              <a:spcAft>
                <a:spcPct val="0"/>
              </a:spcAft>
              <a:buFont typeface="+mj-lt"/>
              <a:buAutoNum type="arabicParenR"/>
            </a:pPr>
            <a:r>
              <a:rPr lang="en-AU" altLang="en-US">
                <a:latin typeface="+mn-lt"/>
              </a:rPr>
              <a:t>The user name will get listed in the Associated members list.</a:t>
            </a:r>
          </a:p>
          <a:p>
            <a:pPr marL="342900" lvl="0" indent="-342900" algn="just" fontAlgn="base">
              <a:spcAft>
                <a:spcPct val="0"/>
              </a:spcAft>
              <a:buFont typeface="+mj-lt"/>
              <a:buAutoNum type="arabicParenR"/>
            </a:pPr>
            <a:r>
              <a:rPr lang="en-AU" altLang="en-US">
                <a:latin typeface="+mn-lt"/>
              </a:rPr>
              <a:t>To remove the access for a user, select the user name in the associated members list and then click on “Delete”.</a:t>
            </a:r>
            <a:endParaRPr lang="en-AU"/>
          </a:p>
        </p:txBody>
      </p:sp>
      <p:grpSp>
        <p:nvGrpSpPr>
          <p:cNvPr id="8" name="Group 7">
            <a:extLst>
              <a:ext uri="{FF2B5EF4-FFF2-40B4-BE49-F238E27FC236}">
                <a16:creationId xmlns:a16="http://schemas.microsoft.com/office/drawing/2014/main" id="{58DE62ED-8614-40AC-8C79-484C912A446A}"/>
              </a:ext>
            </a:extLst>
          </p:cNvPr>
          <p:cNvGrpSpPr/>
          <p:nvPr/>
        </p:nvGrpSpPr>
        <p:grpSpPr>
          <a:xfrm>
            <a:off x="4876627" y="1089278"/>
            <a:ext cx="7093699" cy="4679444"/>
            <a:chOff x="4876627" y="1089278"/>
            <a:chExt cx="7093699" cy="4679444"/>
          </a:xfrm>
        </p:grpSpPr>
        <p:pic>
          <p:nvPicPr>
            <p:cNvPr id="9" name="Picture 8">
              <a:extLst>
                <a:ext uri="{FF2B5EF4-FFF2-40B4-BE49-F238E27FC236}">
                  <a16:creationId xmlns:a16="http://schemas.microsoft.com/office/drawing/2014/main" id="{800243D9-9B2F-4E5F-93FA-1F260DBC4E2F}"/>
                </a:ext>
              </a:extLst>
            </p:cNvPr>
            <p:cNvPicPr/>
            <p:nvPr/>
          </p:nvPicPr>
          <p:blipFill>
            <a:blip r:embed="rId2"/>
            <a:stretch>
              <a:fillRect/>
            </a:stretch>
          </p:blipFill>
          <p:spPr>
            <a:xfrm>
              <a:off x="4876627" y="1089278"/>
              <a:ext cx="7093699" cy="4679444"/>
            </a:xfrm>
            <a:prstGeom prst="rect">
              <a:avLst/>
            </a:prstGeom>
            <a:ln>
              <a:solidFill>
                <a:srgbClr val="000000"/>
              </a:solidFill>
            </a:ln>
          </p:spPr>
        </p:pic>
        <p:sp>
          <p:nvSpPr>
            <p:cNvPr id="10" name="Rectangle 9">
              <a:extLst>
                <a:ext uri="{FF2B5EF4-FFF2-40B4-BE49-F238E27FC236}">
                  <a16:creationId xmlns:a16="http://schemas.microsoft.com/office/drawing/2014/main" id="{5B893A2C-32AD-4FF9-B0B3-E7FAF9800ECC}"/>
                </a:ext>
              </a:extLst>
            </p:cNvPr>
            <p:cNvSpPr/>
            <p:nvPr/>
          </p:nvSpPr>
          <p:spPr>
            <a:xfrm>
              <a:off x="4884382" y="1642809"/>
              <a:ext cx="803900" cy="257243"/>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C349C487-7D31-486E-9E35-FE8334706355}"/>
                </a:ext>
              </a:extLst>
            </p:cNvPr>
            <p:cNvCxnSpPr/>
            <p:nvPr/>
          </p:nvCxnSpPr>
          <p:spPr>
            <a:xfrm flipV="1">
              <a:off x="5688282" y="1866717"/>
              <a:ext cx="23774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A91C426-7E29-44A2-8F2A-1B594819D06A}"/>
                </a:ext>
              </a:extLst>
            </p:cNvPr>
            <p:cNvSpPr txBox="1"/>
            <p:nvPr/>
          </p:nvSpPr>
          <p:spPr>
            <a:xfrm>
              <a:off x="8201378" y="1682051"/>
              <a:ext cx="250883" cy="369332"/>
            </a:xfrm>
            <a:prstGeom prst="rect">
              <a:avLst/>
            </a:prstGeom>
            <a:noFill/>
          </p:spPr>
          <p:txBody>
            <a:bodyPr wrap="square" rtlCol="0">
              <a:spAutoFit/>
            </a:bodyPr>
            <a:lstStyle/>
            <a:p>
              <a:r>
                <a:rPr lang="en-US"/>
                <a:t>1</a:t>
              </a:r>
            </a:p>
          </p:txBody>
        </p:sp>
        <p:sp>
          <p:nvSpPr>
            <p:cNvPr id="13" name="Rectangle 12">
              <a:extLst>
                <a:ext uri="{FF2B5EF4-FFF2-40B4-BE49-F238E27FC236}">
                  <a16:creationId xmlns:a16="http://schemas.microsoft.com/office/drawing/2014/main" id="{910A1F94-41B6-446D-B40A-C6603FDD1A43}"/>
                </a:ext>
              </a:extLst>
            </p:cNvPr>
            <p:cNvSpPr/>
            <p:nvPr/>
          </p:nvSpPr>
          <p:spPr>
            <a:xfrm>
              <a:off x="4884382" y="2211185"/>
              <a:ext cx="1004626" cy="294743"/>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E272DE2-18D4-4EFA-9247-29737DFDAD87}"/>
                </a:ext>
              </a:extLst>
            </p:cNvPr>
            <p:cNvCxnSpPr/>
            <p:nvPr/>
          </p:nvCxnSpPr>
          <p:spPr>
            <a:xfrm flipV="1">
              <a:off x="5891944" y="2211185"/>
              <a:ext cx="219456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6B54203-74B1-4059-80CC-CAAE40E2EA93}"/>
                </a:ext>
              </a:extLst>
            </p:cNvPr>
            <p:cNvSpPr txBox="1"/>
            <p:nvPr/>
          </p:nvSpPr>
          <p:spPr>
            <a:xfrm>
              <a:off x="8201378" y="2672451"/>
              <a:ext cx="250883" cy="369332"/>
            </a:xfrm>
            <a:prstGeom prst="rect">
              <a:avLst/>
            </a:prstGeom>
            <a:noFill/>
          </p:spPr>
          <p:txBody>
            <a:bodyPr wrap="square" rtlCol="0">
              <a:spAutoFit/>
            </a:bodyPr>
            <a:lstStyle/>
            <a:p>
              <a:r>
                <a:rPr lang="en-US"/>
                <a:t>4</a:t>
              </a:r>
            </a:p>
          </p:txBody>
        </p:sp>
        <p:sp>
          <p:nvSpPr>
            <p:cNvPr id="16" name="Rectangle 15">
              <a:extLst>
                <a:ext uri="{FF2B5EF4-FFF2-40B4-BE49-F238E27FC236}">
                  <a16:creationId xmlns:a16="http://schemas.microsoft.com/office/drawing/2014/main" id="{9EE22C06-B81E-45FB-8CBF-01151140B957}"/>
                </a:ext>
              </a:extLst>
            </p:cNvPr>
            <p:cNvSpPr/>
            <p:nvPr/>
          </p:nvSpPr>
          <p:spPr>
            <a:xfrm>
              <a:off x="7067997" y="2268187"/>
              <a:ext cx="698465" cy="308759"/>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4A508132-4C12-4448-84AA-0AD14B569E04}"/>
                </a:ext>
              </a:extLst>
            </p:cNvPr>
            <p:cNvCxnSpPr/>
            <p:nvPr/>
          </p:nvCxnSpPr>
          <p:spPr>
            <a:xfrm flipV="1">
              <a:off x="7766464" y="2517879"/>
              <a:ext cx="3200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96891541-FC2E-4744-8F63-9FAB740EFC38}"/>
                </a:ext>
              </a:extLst>
            </p:cNvPr>
            <p:cNvSpPr txBox="1"/>
            <p:nvPr/>
          </p:nvSpPr>
          <p:spPr>
            <a:xfrm>
              <a:off x="8201378" y="2351666"/>
              <a:ext cx="250883" cy="369332"/>
            </a:xfrm>
            <a:prstGeom prst="rect">
              <a:avLst/>
            </a:prstGeom>
            <a:noFill/>
          </p:spPr>
          <p:txBody>
            <a:bodyPr wrap="square" rtlCol="0">
              <a:spAutoFit/>
            </a:bodyPr>
            <a:lstStyle/>
            <a:p>
              <a:r>
                <a:rPr lang="en-US"/>
                <a:t>3</a:t>
              </a:r>
            </a:p>
          </p:txBody>
        </p:sp>
        <p:sp>
          <p:nvSpPr>
            <p:cNvPr id="19" name="Rectangle 18">
              <a:extLst>
                <a:ext uri="{FF2B5EF4-FFF2-40B4-BE49-F238E27FC236}">
                  <a16:creationId xmlns:a16="http://schemas.microsoft.com/office/drawing/2014/main" id="{16370376-511C-4CC5-BAA6-547FAEF1BECF}"/>
                </a:ext>
              </a:extLst>
            </p:cNvPr>
            <p:cNvSpPr/>
            <p:nvPr/>
          </p:nvSpPr>
          <p:spPr>
            <a:xfrm>
              <a:off x="10036828" y="2285172"/>
              <a:ext cx="1004626" cy="583547"/>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DA88FF5-E3F4-430A-B8DC-154191A2AE69}"/>
                </a:ext>
              </a:extLst>
            </p:cNvPr>
            <p:cNvSpPr/>
            <p:nvPr/>
          </p:nvSpPr>
          <p:spPr>
            <a:xfrm>
              <a:off x="11390614" y="3039258"/>
              <a:ext cx="567837" cy="321462"/>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AAE5F6B-B361-409D-87D6-5B4610EC5FA5}"/>
                </a:ext>
              </a:extLst>
            </p:cNvPr>
            <p:cNvSpPr/>
            <p:nvPr/>
          </p:nvSpPr>
          <p:spPr>
            <a:xfrm>
              <a:off x="9336185" y="4239493"/>
              <a:ext cx="688768" cy="240391"/>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C904F51-7D99-4F7A-AAD0-42E023530AA9}"/>
                </a:ext>
              </a:extLst>
            </p:cNvPr>
            <p:cNvSpPr/>
            <p:nvPr/>
          </p:nvSpPr>
          <p:spPr>
            <a:xfrm>
              <a:off x="9213881" y="3871359"/>
              <a:ext cx="452634" cy="308759"/>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79AAE038-712F-4216-8D61-6E0B0076FE07}"/>
                </a:ext>
              </a:extLst>
            </p:cNvPr>
            <p:cNvCxnSpPr/>
            <p:nvPr/>
          </p:nvCxnSpPr>
          <p:spPr>
            <a:xfrm flipH="1" flipV="1">
              <a:off x="8573788" y="2833671"/>
              <a:ext cx="14630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D46F0C5-C48B-41FC-B87C-5B5723444ECC}"/>
                </a:ext>
              </a:extLst>
            </p:cNvPr>
            <p:cNvCxnSpPr/>
            <p:nvPr/>
          </p:nvCxnSpPr>
          <p:spPr>
            <a:xfrm flipH="1" flipV="1">
              <a:off x="8621288" y="3952815"/>
              <a:ext cx="59436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8CDB1CA-2693-47C0-A4BF-AF236B17C3E6}"/>
                </a:ext>
              </a:extLst>
            </p:cNvPr>
            <p:cNvCxnSpPr/>
            <p:nvPr/>
          </p:nvCxnSpPr>
          <p:spPr>
            <a:xfrm flipH="1" flipV="1">
              <a:off x="8634948" y="4366470"/>
              <a:ext cx="713232"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09036140-350C-42E6-A0E4-61CE8A6CBC78}"/>
                </a:ext>
              </a:extLst>
            </p:cNvPr>
            <p:cNvCxnSpPr/>
            <p:nvPr/>
          </p:nvCxnSpPr>
          <p:spPr>
            <a:xfrm flipH="1" flipV="1">
              <a:off x="8633057" y="4628630"/>
              <a:ext cx="54864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A737AA7A-642C-453F-89E6-6E1E91B28EA8}"/>
                </a:ext>
              </a:extLst>
            </p:cNvPr>
            <p:cNvCxnSpPr/>
            <p:nvPr/>
          </p:nvCxnSpPr>
          <p:spPr>
            <a:xfrm flipH="1" flipV="1">
              <a:off x="8645038" y="3325401"/>
              <a:ext cx="274320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0D8642A3-2FB1-4500-B618-A7D4B9E9D5C3}"/>
                </a:ext>
              </a:extLst>
            </p:cNvPr>
            <p:cNvSpPr txBox="1"/>
            <p:nvPr/>
          </p:nvSpPr>
          <p:spPr>
            <a:xfrm>
              <a:off x="8201378" y="2029987"/>
              <a:ext cx="250883" cy="369332"/>
            </a:xfrm>
            <a:prstGeom prst="rect">
              <a:avLst/>
            </a:prstGeom>
            <a:noFill/>
          </p:spPr>
          <p:txBody>
            <a:bodyPr wrap="square" rtlCol="0">
              <a:spAutoFit/>
            </a:bodyPr>
            <a:lstStyle/>
            <a:p>
              <a:r>
                <a:rPr lang="en-US"/>
                <a:t>2</a:t>
              </a:r>
            </a:p>
          </p:txBody>
        </p:sp>
        <p:sp>
          <p:nvSpPr>
            <p:cNvPr id="29" name="TextBox 28">
              <a:extLst>
                <a:ext uri="{FF2B5EF4-FFF2-40B4-BE49-F238E27FC236}">
                  <a16:creationId xmlns:a16="http://schemas.microsoft.com/office/drawing/2014/main" id="{0AFAE9EF-C267-4AE1-B398-51A8EBDA2727}"/>
                </a:ext>
              </a:extLst>
            </p:cNvPr>
            <p:cNvSpPr txBox="1"/>
            <p:nvPr/>
          </p:nvSpPr>
          <p:spPr>
            <a:xfrm>
              <a:off x="8201378" y="3157947"/>
              <a:ext cx="250883" cy="369332"/>
            </a:xfrm>
            <a:prstGeom prst="rect">
              <a:avLst/>
            </a:prstGeom>
            <a:noFill/>
          </p:spPr>
          <p:txBody>
            <a:bodyPr wrap="square" rtlCol="0">
              <a:spAutoFit/>
            </a:bodyPr>
            <a:lstStyle/>
            <a:p>
              <a:r>
                <a:rPr lang="en-US"/>
                <a:t>4</a:t>
              </a:r>
            </a:p>
          </p:txBody>
        </p:sp>
        <p:sp>
          <p:nvSpPr>
            <p:cNvPr id="30" name="TextBox 29">
              <a:extLst>
                <a:ext uri="{FF2B5EF4-FFF2-40B4-BE49-F238E27FC236}">
                  <a16:creationId xmlns:a16="http://schemas.microsoft.com/office/drawing/2014/main" id="{CEA7BDC3-F2A6-4470-AC81-558FDA3F4D2C}"/>
                </a:ext>
              </a:extLst>
            </p:cNvPr>
            <p:cNvSpPr txBox="1"/>
            <p:nvPr/>
          </p:nvSpPr>
          <p:spPr>
            <a:xfrm>
              <a:off x="8201378" y="4197380"/>
              <a:ext cx="250883" cy="369332"/>
            </a:xfrm>
            <a:prstGeom prst="rect">
              <a:avLst/>
            </a:prstGeom>
            <a:noFill/>
          </p:spPr>
          <p:txBody>
            <a:bodyPr wrap="square" rtlCol="0">
              <a:spAutoFit/>
            </a:bodyPr>
            <a:lstStyle/>
            <a:p>
              <a:r>
                <a:rPr lang="en-US"/>
                <a:t>5</a:t>
              </a:r>
            </a:p>
          </p:txBody>
        </p:sp>
        <p:sp>
          <p:nvSpPr>
            <p:cNvPr id="31" name="TextBox 30">
              <a:extLst>
                <a:ext uri="{FF2B5EF4-FFF2-40B4-BE49-F238E27FC236}">
                  <a16:creationId xmlns:a16="http://schemas.microsoft.com/office/drawing/2014/main" id="{C1C32C72-BB55-4378-A645-91D9BDA09B9B}"/>
                </a:ext>
              </a:extLst>
            </p:cNvPr>
            <p:cNvSpPr txBox="1"/>
            <p:nvPr/>
          </p:nvSpPr>
          <p:spPr>
            <a:xfrm>
              <a:off x="8201378" y="3810791"/>
              <a:ext cx="250883" cy="369332"/>
            </a:xfrm>
            <a:prstGeom prst="rect">
              <a:avLst/>
            </a:prstGeom>
            <a:noFill/>
          </p:spPr>
          <p:txBody>
            <a:bodyPr wrap="square" rtlCol="0">
              <a:spAutoFit/>
            </a:bodyPr>
            <a:lstStyle/>
            <a:p>
              <a:r>
                <a:rPr lang="en-US"/>
                <a:t>6</a:t>
              </a:r>
            </a:p>
          </p:txBody>
        </p:sp>
        <p:sp>
          <p:nvSpPr>
            <p:cNvPr id="32" name="TextBox 31">
              <a:extLst>
                <a:ext uri="{FF2B5EF4-FFF2-40B4-BE49-F238E27FC236}">
                  <a16:creationId xmlns:a16="http://schemas.microsoft.com/office/drawing/2014/main" id="{CEB1A3F9-5B0C-432C-86EB-75EE9A85509C}"/>
                </a:ext>
              </a:extLst>
            </p:cNvPr>
            <p:cNvSpPr txBox="1"/>
            <p:nvPr/>
          </p:nvSpPr>
          <p:spPr>
            <a:xfrm>
              <a:off x="8201378" y="4461822"/>
              <a:ext cx="250883" cy="369332"/>
            </a:xfrm>
            <a:prstGeom prst="rect">
              <a:avLst/>
            </a:prstGeom>
            <a:noFill/>
          </p:spPr>
          <p:txBody>
            <a:bodyPr wrap="square" rtlCol="0">
              <a:spAutoFit/>
            </a:bodyPr>
            <a:lstStyle/>
            <a:p>
              <a:r>
                <a:rPr lang="en-US"/>
                <a:t>6</a:t>
              </a:r>
            </a:p>
          </p:txBody>
        </p:sp>
        <p:sp>
          <p:nvSpPr>
            <p:cNvPr id="33" name="Rectangle 32">
              <a:extLst>
                <a:ext uri="{FF2B5EF4-FFF2-40B4-BE49-F238E27FC236}">
                  <a16:creationId xmlns:a16="http://schemas.microsoft.com/office/drawing/2014/main" id="{39B58F1D-4909-4AFB-A960-A5ACE8955872}"/>
                </a:ext>
              </a:extLst>
            </p:cNvPr>
            <p:cNvSpPr/>
            <p:nvPr/>
          </p:nvSpPr>
          <p:spPr>
            <a:xfrm>
              <a:off x="9190131" y="4524498"/>
              <a:ext cx="157929" cy="240392"/>
            </a:xfrm>
            <a:prstGeom prst="rect">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4" name="Slide Number Placeholder 30">
            <a:extLst>
              <a:ext uri="{FF2B5EF4-FFF2-40B4-BE49-F238E27FC236}">
                <a16:creationId xmlns:a16="http://schemas.microsoft.com/office/drawing/2014/main" id="{2201EC47-9884-4FC2-8767-FE39288A73EB}"/>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20486253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4707-8FB4-4837-8F2A-424463829031}"/>
              </a:ext>
            </a:extLst>
          </p:cNvPr>
          <p:cNvSpPr>
            <a:spLocks noGrp="1"/>
          </p:cNvSpPr>
          <p:nvPr>
            <p:ph type="title"/>
          </p:nvPr>
        </p:nvSpPr>
        <p:spPr>
          <a:xfrm>
            <a:off x="495299" y="495299"/>
            <a:ext cx="11201401" cy="4594912"/>
          </a:xfrm>
        </p:spPr>
        <p:txBody>
          <a:bodyPr/>
          <a:lstStyle/>
          <a:p>
            <a:pPr algn="ctr">
              <a:lnSpc>
                <a:spcPct val="150000"/>
              </a:lnSpc>
            </a:pPr>
            <a:br>
              <a:rPr lang="en-US" sz="4000" b="1" dirty="0"/>
            </a:br>
            <a:br>
              <a:rPr lang="en-US" sz="4000" b="1" dirty="0"/>
            </a:br>
            <a:r>
              <a:rPr lang="en-US" sz="4000" b="1" dirty="0"/>
              <a:t>Module 7</a:t>
            </a:r>
            <a:br>
              <a:rPr lang="en-US" sz="4000" b="1" dirty="0"/>
            </a:br>
            <a:r>
              <a:rPr lang="en-US" sz="4000" b="1" dirty="0"/>
              <a:t>APM – Maintenance and Troubleshooting</a:t>
            </a:r>
            <a:br>
              <a:rPr lang="en-US" sz="4000" b="1" dirty="0"/>
            </a:br>
            <a:endParaRPr lang="en-US" dirty="0"/>
          </a:p>
        </p:txBody>
      </p:sp>
      <p:sp>
        <p:nvSpPr>
          <p:cNvPr id="4" name="Slide Number Placeholder 3">
            <a:extLst>
              <a:ext uri="{FF2B5EF4-FFF2-40B4-BE49-F238E27FC236}">
                <a16:creationId xmlns:a16="http://schemas.microsoft.com/office/drawing/2014/main" id="{6512DE64-3037-4C6D-B430-409915B6E66D}"/>
              </a:ext>
            </a:extLst>
          </p:cNvPr>
          <p:cNvSpPr>
            <a:spLocks noGrp="1"/>
          </p:cNvSpPr>
          <p:nvPr>
            <p:ph type="sldNum" sz="quarter" idx="12"/>
          </p:nvPr>
        </p:nvSpPr>
        <p:spPr/>
        <p:txBody>
          <a:bodyPr/>
          <a:lstStyle/>
          <a:p>
            <a:fld id="{7B94EC18-1D2B-4535-B738-0E53AFE26620}" type="slidenum">
              <a:rPr lang="en-US" smtClean="0"/>
              <a:t>55</a:t>
            </a:fld>
            <a:endParaRPr lang="en-US"/>
          </a:p>
        </p:txBody>
      </p:sp>
    </p:spTree>
    <p:extLst>
      <p:ext uri="{BB962C8B-B14F-4D97-AF65-F5344CB8AC3E}">
        <p14:creationId xmlns:p14="http://schemas.microsoft.com/office/powerpoint/2010/main" val="8138514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495299"/>
            <a:ext cx="11201401" cy="615553"/>
          </a:xfrm>
        </p:spPr>
        <p:txBody>
          <a:bodyPr wrap="square" anchor="t">
            <a:normAutofit fontScale="90000"/>
          </a:bodyPr>
          <a:lstStyle/>
          <a:p>
            <a:pPr>
              <a:spcBef>
                <a:spcPts val="0"/>
              </a:spcBef>
              <a:spcAft>
                <a:spcPts val="1000"/>
              </a:spcAft>
            </a:pPr>
            <a:r>
              <a:rPr lang="en-US" sz="3600" dirty="0"/>
              <a:t>Asset Performance Management Service </a:t>
            </a:r>
            <a:br>
              <a:rPr lang="en-US" sz="3600" dirty="0"/>
            </a:br>
            <a:br>
              <a:rPr lang="en-US" sz="3600" dirty="0"/>
            </a:br>
            <a:endParaRPr lang="en-US" sz="3600" dirty="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305258" y="1701293"/>
            <a:ext cx="5372100" cy="3135218"/>
          </a:xfrm>
        </p:spPr>
        <p:txBody>
          <a:bodyPr wrap="square">
            <a:normAutofit/>
          </a:bodyPr>
          <a:lstStyle/>
          <a:p>
            <a:pPr marL="0" marR="0" indent="0" fontAlgn="base" hangingPunct="0">
              <a:buNone/>
            </a:pPr>
            <a:r>
              <a:rPr lang="en-US" sz="1600" kern="1200" dirty="0">
                <a:solidFill>
                  <a:srgbClr val="000000"/>
                </a:solidFill>
                <a:effectLst/>
                <a:ea typeface="Arial" panose="020B0604020202020204" pitchFamily="34" charset="0"/>
                <a:cs typeface="Trebuchet MS" panose="020B0603020202020204" pitchFamily="34" charset="0"/>
              </a:rPr>
              <a:t>Asset Performance Management Service </a:t>
            </a:r>
            <a:endParaRPr lang="en-US" sz="1600" dirty="0">
              <a:effectLst/>
              <a:ea typeface="MS Mincho" panose="02020609040205080304" pitchFamily="49" charset="-128"/>
            </a:endParaRPr>
          </a:p>
          <a:p>
            <a:pPr marL="0" marR="0" indent="0" fontAlgn="base" hangingPunct="0">
              <a:lnSpc>
                <a:spcPct val="115000"/>
              </a:lnSpc>
              <a:spcBef>
                <a:spcPts val="0"/>
              </a:spcBef>
              <a:spcAft>
                <a:spcPts val="1000"/>
              </a:spcAft>
              <a:buNone/>
            </a:pPr>
            <a:r>
              <a:rPr lang="en-AU" sz="1600" b="0" kern="1200" dirty="0">
                <a:solidFill>
                  <a:srgbClr val="000000"/>
                </a:solidFill>
                <a:effectLst/>
                <a:ea typeface="Arial" panose="020B0604020202020204" pitchFamily="34" charset="0"/>
                <a:cs typeface="Trebuchet MS" panose="020B0603020202020204" pitchFamily="34" charset="0"/>
              </a:rPr>
              <a:t>APM application uses the below windows services for executing calculation and checking the external </a:t>
            </a:r>
            <a:r>
              <a:rPr lang="en-AU" sz="1600" b="0" kern="1200" dirty="0" err="1">
                <a:solidFill>
                  <a:srgbClr val="000000"/>
                </a:solidFill>
                <a:effectLst/>
                <a:ea typeface="Arial" panose="020B0604020202020204" pitchFamily="34" charset="0"/>
                <a:cs typeface="Trebuchet MS" panose="020B0603020202020204" pitchFamily="34" charset="0"/>
              </a:rPr>
              <a:t>datasource</a:t>
            </a:r>
            <a:r>
              <a:rPr lang="en-AU" sz="1600" b="0" kern="1200" dirty="0">
                <a:solidFill>
                  <a:srgbClr val="000000"/>
                </a:solidFill>
                <a:effectLst/>
                <a:ea typeface="Arial" panose="020B0604020202020204" pitchFamily="34" charset="0"/>
                <a:cs typeface="Trebuchet MS" panose="020B0603020202020204" pitchFamily="34" charset="0"/>
              </a:rPr>
              <a:t> health. </a:t>
            </a:r>
          </a:p>
          <a:p>
            <a:pPr marL="0" marR="0" indent="0" fontAlgn="base" hangingPunct="0">
              <a:lnSpc>
                <a:spcPct val="115000"/>
              </a:lnSpc>
              <a:spcBef>
                <a:spcPts val="0"/>
              </a:spcBef>
              <a:spcAft>
                <a:spcPts val="1000"/>
              </a:spcAft>
              <a:buNone/>
            </a:pPr>
            <a:r>
              <a:rPr lang="en-AU" sz="1600" b="0" kern="1200" dirty="0">
                <a:solidFill>
                  <a:srgbClr val="000000"/>
                </a:solidFill>
                <a:effectLst/>
                <a:ea typeface="Arial" panose="020B0604020202020204" pitchFamily="34" charset="0"/>
                <a:cs typeface="Trebuchet MS" panose="020B0603020202020204" pitchFamily="34" charset="0"/>
              </a:rPr>
              <a:t>This service is installed in APM calculation server.</a:t>
            </a:r>
            <a:endParaRPr lang="en-US" sz="1600" b="0" dirty="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a:xfrm>
            <a:off x="11199755" y="6480164"/>
            <a:ext cx="496945" cy="237617"/>
          </a:xfrm>
        </p:spPr>
        <p:txBody>
          <a:bodyPr anchor="b">
            <a:normAutofit lnSpcReduction="10000"/>
          </a:bodyPr>
          <a:lstStyle/>
          <a:p>
            <a:pPr>
              <a:spcAft>
                <a:spcPts val="600"/>
              </a:spcAft>
            </a:pPr>
            <a:fld id="{7B94EC18-1D2B-4535-B738-0E53AFE26620}" type="slidenum">
              <a:rPr lang="en-US" smtClean="0"/>
              <a:pPr>
                <a:spcAft>
                  <a:spcPts val="600"/>
                </a:spcAft>
              </a:pPr>
              <a:t>56</a:t>
            </a:fld>
            <a:endParaRPr lang="en-US"/>
          </a:p>
        </p:txBody>
      </p:sp>
      <p:pic>
        <p:nvPicPr>
          <p:cNvPr id="9" name="Picture 8">
            <a:extLst>
              <a:ext uri="{FF2B5EF4-FFF2-40B4-BE49-F238E27FC236}">
                <a16:creationId xmlns:a16="http://schemas.microsoft.com/office/drawing/2014/main" id="{ED321C85-CA35-41A3-AD69-C7C3DBF95531}"/>
              </a:ext>
            </a:extLst>
          </p:cNvPr>
          <p:cNvPicPr>
            <a:picLocks noChangeAspect="1"/>
          </p:cNvPicPr>
          <p:nvPr/>
        </p:nvPicPr>
        <p:blipFill>
          <a:blip r:embed="rId2"/>
          <a:stretch>
            <a:fillRect/>
          </a:stretch>
        </p:blipFill>
        <p:spPr>
          <a:xfrm>
            <a:off x="6025057" y="1779607"/>
            <a:ext cx="5861685" cy="2197100"/>
          </a:xfrm>
          <a:prstGeom prst="rect">
            <a:avLst/>
          </a:prstGeom>
          <a:ln w="12700">
            <a:solidFill>
              <a:schemeClr val="tx1"/>
            </a:solidFill>
          </a:ln>
        </p:spPr>
      </p:pic>
      <p:sp>
        <p:nvSpPr>
          <p:cNvPr id="6" name="Slide Number Placeholder 3">
            <a:extLst>
              <a:ext uri="{FF2B5EF4-FFF2-40B4-BE49-F238E27FC236}">
                <a16:creationId xmlns:a16="http://schemas.microsoft.com/office/drawing/2014/main" id="{52566DEB-D806-0327-F00B-6E6AA5525235}"/>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56</a:t>
            </a:fld>
            <a:endParaRPr lang="en-US"/>
          </a:p>
        </p:txBody>
      </p:sp>
    </p:spTree>
    <p:extLst>
      <p:ext uri="{BB962C8B-B14F-4D97-AF65-F5344CB8AC3E}">
        <p14:creationId xmlns:p14="http://schemas.microsoft.com/office/powerpoint/2010/main" val="41458955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495299"/>
            <a:ext cx="11201401" cy="615553"/>
          </a:xfrm>
        </p:spPr>
        <p:txBody>
          <a:bodyPr wrap="square" anchor="t">
            <a:normAutofit fontScale="90000"/>
          </a:bodyPr>
          <a:lstStyle/>
          <a:p>
            <a:pPr>
              <a:spcBef>
                <a:spcPts val="0"/>
              </a:spcBef>
              <a:spcAft>
                <a:spcPts val="1000"/>
              </a:spcAft>
            </a:pPr>
            <a:r>
              <a:rPr lang="en-US" sz="3600" dirty="0"/>
              <a:t>External </a:t>
            </a:r>
            <a:r>
              <a:rPr lang="en-US" sz="3600" dirty="0" err="1"/>
              <a:t>Datasource</a:t>
            </a:r>
            <a:r>
              <a:rPr lang="en-US" sz="3600" dirty="0"/>
              <a:t> Health</a:t>
            </a:r>
            <a:br>
              <a:rPr lang="en-US" sz="3600" dirty="0"/>
            </a:br>
            <a:br>
              <a:rPr lang="en-US" sz="3600" dirty="0"/>
            </a:br>
            <a:endParaRPr lang="en-US" sz="3600" dirty="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305258" y="1701292"/>
            <a:ext cx="5372100" cy="3807141"/>
          </a:xfrm>
        </p:spPr>
        <p:txBody>
          <a:bodyPr wrap="square">
            <a:normAutofit/>
          </a:bodyPr>
          <a:lstStyle/>
          <a:p>
            <a:pPr marL="0" marR="0" indent="0" algn="just" fontAlgn="base" hangingPunct="0">
              <a:lnSpc>
                <a:spcPct val="115000"/>
              </a:lnSpc>
              <a:spcBef>
                <a:spcPts val="0"/>
              </a:spcBef>
              <a:spcAft>
                <a:spcPts val="1000"/>
              </a:spcAft>
              <a:buNone/>
            </a:pPr>
            <a:r>
              <a:rPr lang="en-AU" sz="1600" b="0" kern="1200">
                <a:solidFill>
                  <a:srgbClr val="000000"/>
                </a:solidFill>
                <a:effectLst/>
                <a:ea typeface="Arial" panose="020B0604020202020204" pitchFamily="34" charset="0"/>
                <a:cs typeface="Trebuchet MS" panose="020B0603020202020204" pitchFamily="34" charset="0"/>
              </a:rPr>
              <a:t>If Data from the external </a:t>
            </a:r>
            <a:r>
              <a:rPr lang="en-AU" sz="1600" b="0" kern="1200" err="1">
                <a:solidFill>
                  <a:srgbClr val="000000"/>
                </a:solidFill>
                <a:effectLst/>
                <a:ea typeface="Arial" panose="020B0604020202020204" pitchFamily="34" charset="0"/>
                <a:cs typeface="Trebuchet MS" panose="020B0603020202020204" pitchFamily="34" charset="0"/>
              </a:rPr>
              <a:t>datasource</a:t>
            </a:r>
            <a:r>
              <a:rPr lang="en-AU" sz="1600" b="0" kern="1200">
                <a:solidFill>
                  <a:srgbClr val="000000"/>
                </a:solidFill>
                <a:effectLst/>
                <a:ea typeface="Arial" panose="020B0604020202020204" pitchFamily="34" charset="0"/>
                <a:cs typeface="Trebuchet MS" panose="020B0603020202020204" pitchFamily="34" charset="0"/>
              </a:rPr>
              <a:t> are not updating, from the </a:t>
            </a:r>
            <a:r>
              <a:rPr lang="en-AU" sz="1600" kern="1200">
                <a:solidFill>
                  <a:srgbClr val="000000"/>
                </a:solidFill>
                <a:effectLst/>
                <a:ea typeface="Arial" panose="020B0604020202020204" pitchFamily="34" charset="0"/>
                <a:cs typeface="Trebuchet MS" panose="020B0603020202020204" pitchFamily="34" charset="0"/>
              </a:rPr>
              <a:t>System Console </a:t>
            </a:r>
            <a:r>
              <a:rPr lang="en-AU" sz="1600" b="0" kern="1200">
                <a:solidFill>
                  <a:srgbClr val="000000"/>
                </a:solidFill>
                <a:effectLst/>
                <a:ea typeface="Arial" panose="020B0604020202020204" pitchFamily="34" charset="0"/>
                <a:cs typeface="Trebuchet MS" panose="020B0603020202020204" pitchFamily="34" charset="0"/>
              </a:rPr>
              <a:t>view status of the data source can be seen. </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1000"/>
              </a:spcAft>
              <a:buNone/>
            </a:pPr>
            <a:r>
              <a:rPr lang="en-AU" sz="1600" b="0" kern="1200">
                <a:solidFill>
                  <a:srgbClr val="000000"/>
                </a:solidFill>
                <a:effectLst/>
                <a:ea typeface="Arial" panose="020B0604020202020204" pitchFamily="34" charset="0"/>
                <a:cs typeface="Trebuchet MS" panose="020B0603020202020204" pitchFamily="34" charset="0"/>
              </a:rPr>
              <a:t>To test the connection between interface, navigate to Data Sources&gt;&gt;</a:t>
            </a:r>
            <a:r>
              <a:rPr lang="en-AU" sz="1600" kern="1200">
                <a:solidFill>
                  <a:srgbClr val="000000"/>
                </a:solidFill>
                <a:effectLst/>
                <a:ea typeface="Arial" panose="020B0604020202020204" pitchFamily="34" charset="0"/>
                <a:cs typeface="Trebuchet MS" panose="020B0603020202020204" pitchFamily="34" charset="0"/>
              </a:rPr>
              <a:t>Select </a:t>
            </a:r>
            <a:r>
              <a:rPr lang="en-AU" sz="1600" kern="1200" err="1">
                <a:solidFill>
                  <a:srgbClr val="000000"/>
                </a:solidFill>
                <a:effectLst/>
                <a:ea typeface="Arial" panose="020B0604020202020204" pitchFamily="34" charset="0"/>
                <a:cs typeface="Trebuchet MS" panose="020B0603020202020204" pitchFamily="34" charset="0"/>
              </a:rPr>
              <a:t>Datasource</a:t>
            </a:r>
            <a:r>
              <a:rPr lang="en-AU" sz="1600" b="0" kern="1200">
                <a:solidFill>
                  <a:srgbClr val="000000"/>
                </a:solidFill>
                <a:effectLst/>
                <a:ea typeface="Arial" panose="020B0604020202020204" pitchFamily="34" charset="0"/>
                <a:cs typeface="Trebuchet MS" panose="020B0603020202020204" pitchFamily="34" charset="0"/>
              </a:rPr>
              <a:t>&gt;&gt;Details and click on </a:t>
            </a:r>
            <a:r>
              <a:rPr lang="en-AU" sz="1600" kern="1200">
                <a:solidFill>
                  <a:srgbClr val="000000"/>
                </a:solidFill>
                <a:effectLst/>
                <a:ea typeface="Arial" panose="020B0604020202020204" pitchFamily="34" charset="0"/>
                <a:cs typeface="Trebuchet MS" panose="020B0603020202020204" pitchFamily="34" charset="0"/>
              </a:rPr>
              <a:t>Test Connection </a:t>
            </a:r>
            <a:endParaRPr lang="en-US" sz="160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a:xfrm>
            <a:off x="11199755" y="6480164"/>
            <a:ext cx="496945" cy="237617"/>
          </a:xfrm>
        </p:spPr>
        <p:txBody>
          <a:bodyPr anchor="b">
            <a:normAutofit lnSpcReduction="10000"/>
          </a:bodyPr>
          <a:lstStyle/>
          <a:p>
            <a:pPr>
              <a:spcAft>
                <a:spcPts val="600"/>
              </a:spcAft>
            </a:pPr>
            <a:fld id="{7B94EC18-1D2B-4535-B738-0E53AFE26620}" type="slidenum">
              <a:rPr lang="en-US" smtClean="0"/>
              <a:pPr>
                <a:spcAft>
                  <a:spcPts val="600"/>
                </a:spcAft>
              </a:pPr>
              <a:t>57</a:t>
            </a:fld>
            <a:endParaRPr lang="en-US"/>
          </a:p>
        </p:txBody>
      </p:sp>
      <p:pic>
        <p:nvPicPr>
          <p:cNvPr id="6" name="Picture 5">
            <a:extLst>
              <a:ext uri="{FF2B5EF4-FFF2-40B4-BE49-F238E27FC236}">
                <a16:creationId xmlns:a16="http://schemas.microsoft.com/office/drawing/2014/main" id="{85551CFD-3C38-4E3D-9BCA-0E4D48C3E2C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5299" y="3630967"/>
            <a:ext cx="5733415" cy="2849197"/>
          </a:xfrm>
          <a:prstGeom prst="rect">
            <a:avLst/>
          </a:prstGeom>
          <a:noFill/>
          <a:ln>
            <a:noFill/>
          </a:ln>
        </p:spPr>
      </p:pic>
      <p:pic>
        <p:nvPicPr>
          <p:cNvPr id="8" name="Picture 7">
            <a:extLst>
              <a:ext uri="{FF2B5EF4-FFF2-40B4-BE49-F238E27FC236}">
                <a16:creationId xmlns:a16="http://schemas.microsoft.com/office/drawing/2014/main" id="{D1A04EE0-3704-4280-BB05-68C88B862C7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867399" y="1411551"/>
            <a:ext cx="5924550" cy="2751554"/>
          </a:xfrm>
          <a:prstGeom prst="rect">
            <a:avLst/>
          </a:prstGeom>
        </p:spPr>
      </p:pic>
      <p:sp>
        <p:nvSpPr>
          <p:cNvPr id="7" name="Slide Number Placeholder 3">
            <a:extLst>
              <a:ext uri="{FF2B5EF4-FFF2-40B4-BE49-F238E27FC236}">
                <a16:creationId xmlns:a16="http://schemas.microsoft.com/office/drawing/2014/main" id="{571E66F2-2B61-BA07-161B-C361E7A92A4A}"/>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57</a:t>
            </a:fld>
            <a:endParaRPr lang="en-US"/>
          </a:p>
        </p:txBody>
      </p:sp>
      <p:sp>
        <p:nvSpPr>
          <p:cNvPr id="5" name="Speech Bubble: Rectangle with Corners Rounded 4">
            <a:extLst>
              <a:ext uri="{FF2B5EF4-FFF2-40B4-BE49-F238E27FC236}">
                <a16:creationId xmlns:a16="http://schemas.microsoft.com/office/drawing/2014/main" id="{40A491CA-EAF0-55D1-87F1-399AF148DA86}"/>
              </a:ext>
            </a:extLst>
          </p:cNvPr>
          <p:cNvSpPr/>
          <p:nvPr/>
        </p:nvSpPr>
        <p:spPr>
          <a:xfrm>
            <a:off x="10271464" y="1269507"/>
            <a:ext cx="701336" cy="431785"/>
          </a:xfrm>
          <a:prstGeom prst="wedgeRoundRectCallout">
            <a:avLst>
              <a:gd name="adj1" fmla="val 79167"/>
              <a:gd name="adj2" fmla="val 85116"/>
              <a:gd name="adj3" fmla="val 16667"/>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Detail View</a:t>
            </a:r>
            <a:endParaRPr lang="en-US" dirty="0"/>
          </a:p>
        </p:txBody>
      </p:sp>
      <p:sp>
        <p:nvSpPr>
          <p:cNvPr id="9" name="Speech Bubble: Rectangle with Corners Rounded 8">
            <a:extLst>
              <a:ext uri="{FF2B5EF4-FFF2-40B4-BE49-F238E27FC236}">
                <a16:creationId xmlns:a16="http://schemas.microsoft.com/office/drawing/2014/main" id="{FEF14565-C607-663D-2685-1DF29EBFD7DD}"/>
              </a:ext>
            </a:extLst>
          </p:cNvPr>
          <p:cNvSpPr/>
          <p:nvPr/>
        </p:nvSpPr>
        <p:spPr>
          <a:xfrm>
            <a:off x="1040166" y="4724923"/>
            <a:ext cx="939553" cy="504025"/>
          </a:xfrm>
          <a:prstGeom prst="wedgeRoundRectCallout">
            <a:avLst>
              <a:gd name="adj1" fmla="val -60787"/>
              <a:gd name="adj2" fmla="val 123906"/>
              <a:gd name="adj3" fmla="val 16667"/>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050" dirty="0"/>
              <a:t>System Console View</a:t>
            </a:r>
            <a:endParaRPr lang="en-US" dirty="0"/>
          </a:p>
        </p:txBody>
      </p:sp>
    </p:spTree>
    <p:extLst>
      <p:ext uri="{BB962C8B-B14F-4D97-AF65-F5344CB8AC3E}">
        <p14:creationId xmlns:p14="http://schemas.microsoft.com/office/powerpoint/2010/main" val="28394091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02976"/>
            <a:ext cx="11201401" cy="615553"/>
          </a:xfrm>
        </p:spPr>
        <p:txBody>
          <a:bodyPr wrap="square" anchor="t">
            <a:normAutofit fontScale="90000"/>
          </a:bodyPr>
          <a:lstStyle/>
          <a:p>
            <a:pPr>
              <a:spcBef>
                <a:spcPts val="0"/>
              </a:spcBef>
              <a:spcAft>
                <a:spcPts val="1000"/>
              </a:spcAft>
            </a:pPr>
            <a:r>
              <a:rPr lang="en-US" sz="3600"/>
              <a:t>Viewing Calculation and Fault Model Execution status</a:t>
            </a:r>
            <a:br>
              <a:rPr lang="en-US" sz="3600"/>
            </a:br>
            <a:br>
              <a:rPr lang="en-US" sz="3600"/>
            </a:br>
            <a:endParaRPr lang="en-US" sz="360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305257" y="1701292"/>
            <a:ext cx="10733643" cy="700385"/>
          </a:xfrm>
        </p:spPr>
        <p:txBody>
          <a:bodyPr wrap="square">
            <a:normAutofit/>
          </a:bodyPr>
          <a:lstStyle/>
          <a:p>
            <a:pPr marL="0" marR="0" indent="0">
              <a:lnSpc>
                <a:spcPct val="115000"/>
              </a:lnSpc>
              <a:spcBef>
                <a:spcPts val="0"/>
              </a:spcBef>
              <a:spcAft>
                <a:spcPts val="1000"/>
              </a:spcAft>
              <a:buNone/>
            </a:pPr>
            <a:r>
              <a:rPr lang="en-US" sz="1600" b="0">
                <a:effectLst/>
                <a:ea typeface="Calibri" panose="020F0502020204030204" pitchFamily="34" charset="0"/>
                <a:cs typeface="Trebuchet MS" panose="020B0603020202020204" pitchFamily="34" charset="0"/>
              </a:rPr>
              <a:t>Fault Model and Calculation execution status for each equipment shall be viewed from Calculation Status option.</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a:xfrm>
            <a:off x="11199755" y="6480164"/>
            <a:ext cx="496945" cy="237617"/>
          </a:xfrm>
        </p:spPr>
        <p:txBody>
          <a:bodyPr anchor="b">
            <a:normAutofit lnSpcReduction="10000"/>
          </a:bodyPr>
          <a:lstStyle/>
          <a:p>
            <a:pPr>
              <a:spcAft>
                <a:spcPts val="600"/>
              </a:spcAft>
            </a:pPr>
            <a:fld id="{7B94EC18-1D2B-4535-B738-0E53AFE26620}" type="slidenum">
              <a:rPr lang="en-US" smtClean="0"/>
              <a:pPr>
                <a:spcAft>
                  <a:spcPts val="600"/>
                </a:spcAft>
              </a:pPr>
              <a:t>58</a:t>
            </a:fld>
            <a:endParaRPr lang="en-US"/>
          </a:p>
        </p:txBody>
      </p:sp>
      <p:pic>
        <p:nvPicPr>
          <p:cNvPr id="6" name="Picture 5">
            <a:extLst>
              <a:ext uri="{FF2B5EF4-FFF2-40B4-BE49-F238E27FC236}">
                <a16:creationId xmlns:a16="http://schemas.microsoft.com/office/drawing/2014/main" id="{D7909676-9F95-4F62-9A73-1D8ACA02412E}"/>
              </a:ext>
            </a:extLst>
          </p:cNvPr>
          <p:cNvPicPr>
            <a:picLocks noChangeAspect="1"/>
          </p:cNvPicPr>
          <p:nvPr/>
        </p:nvPicPr>
        <p:blipFill>
          <a:blip r:embed="rId2"/>
          <a:stretch>
            <a:fillRect/>
          </a:stretch>
        </p:blipFill>
        <p:spPr>
          <a:xfrm>
            <a:off x="1262003" y="2629902"/>
            <a:ext cx="8820150" cy="3162300"/>
          </a:xfrm>
          <a:prstGeom prst="rect">
            <a:avLst/>
          </a:prstGeom>
        </p:spPr>
      </p:pic>
      <p:sp>
        <p:nvSpPr>
          <p:cNvPr id="7" name="Slide Number Placeholder 3">
            <a:extLst>
              <a:ext uri="{FF2B5EF4-FFF2-40B4-BE49-F238E27FC236}">
                <a16:creationId xmlns:a16="http://schemas.microsoft.com/office/drawing/2014/main" id="{3123575D-29DF-40F4-15EB-6A7ADAD39D69}"/>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58</a:t>
            </a:fld>
            <a:endParaRPr lang="en-US"/>
          </a:p>
        </p:txBody>
      </p:sp>
    </p:spTree>
    <p:extLst>
      <p:ext uri="{BB962C8B-B14F-4D97-AF65-F5344CB8AC3E}">
        <p14:creationId xmlns:p14="http://schemas.microsoft.com/office/powerpoint/2010/main" val="18663782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495299"/>
            <a:ext cx="11201401" cy="615553"/>
          </a:xfrm>
        </p:spPr>
        <p:txBody>
          <a:bodyPr wrap="square" anchor="t">
            <a:normAutofit fontScale="90000"/>
          </a:bodyPr>
          <a:lstStyle/>
          <a:p>
            <a:pPr>
              <a:spcBef>
                <a:spcPts val="0"/>
              </a:spcBef>
              <a:spcAft>
                <a:spcPts val="1000"/>
              </a:spcAft>
            </a:pPr>
            <a:r>
              <a:rPr lang="en-AU" sz="3600"/>
              <a:t>Application Logs</a:t>
            </a:r>
            <a:br>
              <a:rPr lang="en-US" sz="3600"/>
            </a:br>
            <a:br>
              <a:rPr lang="en-US" sz="3600"/>
            </a:br>
            <a:endParaRPr lang="en-US" sz="360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305257" y="1701293"/>
            <a:ext cx="10894497" cy="1504616"/>
          </a:xfrm>
        </p:spPr>
        <p:txBody>
          <a:bodyPr wrap="square">
            <a:normAutofit/>
          </a:bodyPr>
          <a:lstStyle/>
          <a:p>
            <a:pPr marL="0" marR="0" indent="0">
              <a:lnSpc>
                <a:spcPct val="115000"/>
              </a:lnSpc>
              <a:spcBef>
                <a:spcPts val="0"/>
              </a:spcBef>
              <a:spcAft>
                <a:spcPts val="1000"/>
              </a:spcAft>
              <a:buNone/>
            </a:pPr>
            <a:r>
              <a:rPr lang="en-AU" sz="1600" b="0">
                <a:effectLst/>
                <a:ea typeface="Calibri" panose="020F0502020204030204" pitchFamily="34" charset="0"/>
                <a:cs typeface="Trebuchet MS" panose="020B0603020202020204" pitchFamily="34" charset="0"/>
              </a:rPr>
              <a:t>In Sentinel Application Server, Application Logs are available in the below path. All the issues related to application interface, services, fault/symptom/calculation execution is  </a:t>
            </a:r>
            <a:endParaRPr lang="en-US" sz="1600" b="0">
              <a:effectLst/>
              <a:ea typeface="Calibri" panose="020F0502020204030204" pitchFamily="34" charset="0"/>
              <a:cs typeface="Arial" panose="020B0604020202020204" pitchFamily="34" charset="0"/>
            </a:endParaRPr>
          </a:p>
          <a:p>
            <a:pPr marL="0" marR="0" indent="0">
              <a:lnSpc>
                <a:spcPct val="115000"/>
              </a:lnSpc>
              <a:spcBef>
                <a:spcPts val="0"/>
              </a:spcBef>
              <a:spcAft>
                <a:spcPts val="1000"/>
              </a:spcAft>
              <a:buNone/>
            </a:pPr>
            <a:r>
              <a:rPr lang="en-AU" sz="1600" b="0">
                <a:effectLst/>
                <a:ea typeface="Calibri" panose="020F0502020204030204" pitchFamily="34" charset="0"/>
                <a:cs typeface="Trebuchet MS" panose="020B0603020202020204" pitchFamily="34" charset="0"/>
              </a:rPr>
              <a:t>C:\ProgramData\Honeywell\Asset Manager\</a:t>
            </a:r>
            <a:r>
              <a:rPr lang="en-AU" sz="1600" b="0" err="1">
                <a:effectLst/>
                <a:ea typeface="Calibri" panose="020F0502020204030204" pitchFamily="34" charset="0"/>
                <a:cs typeface="Trebuchet MS" panose="020B0603020202020204" pitchFamily="34" charset="0"/>
              </a:rPr>
              <a:t>LogFiles</a:t>
            </a:r>
            <a:r>
              <a:rPr lang="en-AU" sz="1600" b="0">
                <a:effectLst/>
                <a:ea typeface="Calibri" panose="020F0502020204030204" pitchFamily="34" charset="0"/>
                <a:cs typeface="Trebuchet MS" panose="020B0603020202020204" pitchFamily="34" charset="0"/>
              </a:rPr>
              <a:t>\</a:t>
            </a:r>
            <a:r>
              <a:rPr lang="en-AU" sz="1600" b="0" err="1">
                <a:effectLst/>
                <a:ea typeface="Calibri" panose="020F0502020204030204" pitchFamily="34" charset="0"/>
                <a:cs typeface="Trebuchet MS" panose="020B0603020202020204" pitchFamily="34" charset="0"/>
              </a:rPr>
              <a:t>AMservice.Log</a:t>
            </a:r>
            <a:endParaRPr lang="en-US" sz="1600" b="0">
              <a:effectLst/>
              <a:ea typeface="Calibri" panose="020F050202020403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5A4DFCFC-7275-4846-95F9-0FBD10031C7A}"/>
              </a:ext>
            </a:extLst>
          </p:cNvPr>
          <p:cNvPicPr>
            <a:picLocks noChangeAspect="1"/>
          </p:cNvPicPr>
          <p:nvPr/>
        </p:nvPicPr>
        <p:blipFill>
          <a:blip r:embed="rId2"/>
          <a:stretch>
            <a:fillRect/>
          </a:stretch>
        </p:blipFill>
        <p:spPr>
          <a:xfrm>
            <a:off x="2905165" y="2944386"/>
            <a:ext cx="5694680" cy="1898650"/>
          </a:xfrm>
          <a:prstGeom prst="rect">
            <a:avLst/>
          </a:prstGeom>
          <a:ln w="12700">
            <a:solidFill>
              <a:schemeClr val="tx1"/>
            </a:solidFill>
          </a:ln>
        </p:spPr>
      </p:pic>
      <p:sp>
        <p:nvSpPr>
          <p:cNvPr id="9" name="TextBox 8">
            <a:extLst>
              <a:ext uri="{FF2B5EF4-FFF2-40B4-BE49-F238E27FC236}">
                <a16:creationId xmlns:a16="http://schemas.microsoft.com/office/drawing/2014/main" id="{09AF3C40-33A5-4AC5-AF44-C23B35A0C2EC}"/>
              </a:ext>
            </a:extLst>
          </p:cNvPr>
          <p:cNvSpPr txBox="1"/>
          <p:nvPr/>
        </p:nvSpPr>
        <p:spPr>
          <a:xfrm>
            <a:off x="1269233" y="5449474"/>
            <a:ext cx="9653531" cy="351763"/>
          </a:xfrm>
          <a:prstGeom prst="rect">
            <a:avLst/>
          </a:prstGeom>
          <a:noFill/>
        </p:spPr>
        <p:txBody>
          <a:bodyPr wrap="square">
            <a:spAutoFit/>
          </a:bodyPr>
          <a:lstStyle/>
          <a:p>
            <a:pPr marL="0" marR="0">
              <a:lnSpc>
                <a:spcPct val="115000"/>
              </a:lnSpc>
              <a:spcBef>
                <a:spcPts val="0"/>
              </a:spcBef>
              <a:spcAft>
                <a:spcPts val="1000"/>
              </a:spcAft>
            </a:pPr>
            <a:r>
              <a:rPr lang="en-US" sz="1600">
                <a:effectLst/>
                <a:ea typeface="Calibri" panose="020F0502020204030204" pitchFamily="34" charset="0"/>
                <a:cs typeface="Trebuchet MS" panose="020B0603020202020204" pitchFamily="34" charset="0"/>
              </a:rPr>
              <a:t>Note: </a:t>
            </a:r>
            <a:r>
              <a:rPr lang="en-AU" sz="1600">
                <a:effectLst/>
                <a:ea typeface="Calibri" panose="020F0502020204030204" pitchFamily="34" charset="0"/>
                <a:cs typeface="Trebuchet MS" panose="020B0603020202020204" pitchFamily="34" charset="0"/>
              </a:rPr>
              <a:t>For more troubleshooting contents, refer to Asset Sentinel Troubleshooting guide</a:t>
            </a:r>
            <a:endParaRPr lang="en-US" sz="1600">
              <a:effectLst/>
              <a:ea typeface="Calibri" panose="020F0502020204030204" pitchFamily="34" charset="0"/>
              <a:cs typeface="Arial" panose="020B0604020202020204" pitchFamily="34" charset="0"/>
            </a:endParaRPr>
          </a:p>
        </p:txBody>
      </p:sp>
      <p:sp>
        <p:nvSpPr>
          <p:cNvPr id="6" name="Slide Number Placeholder 3">
            <a:extLst>
              <a:ext uri="{FF2B5EF4-FFF2-40B4-BE49-F238E27FC236}">
                <a16:creationId xmlns:a16="http://schemas.microsoft.com/office/drawing/2014/main" id="{410EE15D-FFAC-ECE5-C6A7-9514B97CF275}"/>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59</a:t>
            </a:fld>
            <a:endParaRPr lang="en-US"/>
          </a:p>
        </p:txBody>
      </p:sp>
    </p:spTree>
    <p:extLst>
      <p:ext uri="{BB962C8B-B14F-4D97-AF65-F5344CB8AC3E}">
        <p14:creationId xmlns:p14="http://schemas.microsoft.com/office/powerpoint/2010/main" val="11891804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C0CCD-C970-A251-0EB5-426A7C627233}"/>
              </a:ext>
            </a:extLst>
          </p:cNvPr>
          <p:cNvSpPr>
            <a:spLocks noGrp="1"/>
          </p:cNvSpPr>
          <p:nvPr>
            <p:ph type="title"/>
          </p:nvPr>
        </p:nvSpPr>
        <p:spPr>
          <a:xfrm>
            <a:off x="495299" y="495299"/>
            <a:ext cx="11201401" cy="584775"/>
          </a:xfrm>
        </p:spPr>
        <p:txBody>
          <a:bodyPr/>
          <a:lstStyle/>
          <a:p>
            <a:r>
              <a:rPr lang="en-US" sz="3200">
                <a:latin typeface="Arial"/>
                <a:cs typeface="Arial"/>
              </a:rPr>
              <a:t>Rabbit MQ not starting</a:t>
            </a:r>
            <a:endParaRPr lang="en-US" sz="3200"/>
          </a:p>
        </p:txBody>
      </p:sp>
      <p:sp>
        <p:nvSpPr>
          <p:cNvPr id="3" name="Content Placeholder 2">
            <a:extLst>
              <a:ext uri="{FF2B5EF4-FFF2-40B4-BE49-F238E27FC236}">
                <a16:creationId xmlns:a16="http://schemas.microsoft.com/office/drawing/2014/main" id="{B4B3B2A1-F6EF-C892-17E6-4CF93D66D1D1}"/>
              </a:ext>
            </a:extLst>
          </p:cNvPr>
          <p:cNvSpPr>
            <a:spLocks noGrp="1"/>
          </p:cNvSpPr>
          <p:nvPr>
            <p:ph idx="1"/>
          </p:nvPr>
        </p:nvSpPr>
        <p:spPr>
          <a:xfrm>
            <a:off x="495300" y="1409701"/>
            <a:ext cx="9456420" cy="4457700"/>
          </a:xfrm>
        </p:spPr>
        <p:txBody>
          <a:bodyPr wrap="square" lIns="91440" tIns="45720" rIns="91440" bIns="45720" anchor="t"/>
          <a:lstStyle/>
          <a:p>
            <a:r>
              <a:rPr lang="en-US" sz="1600">
                <a:latin typeface="Arial"/>
                <a:cs typeface="Arial"/>
              </a:rPr>
              <a:t>If services are not getting started do the RabbitMQ step as shown in screenshot. </a:t>
            </a:r>
            <a:endParaRPr lang="en-US" sz="1600"/>
          </a:p>
          <a:p>
            <a:r>
              <a:rPr lang="en-US" sz="1600">
                <a:latin typeface="Arial"/>
                <a:cs typeface="Arial"/>
              </a:rPr>
              <a:t>  Password – Service account </a:t>
            </a:r>
            <a:endParaRPr lang="en-US" sz="1600"/>
          </a:p>
        </p:txBody>
      </p:sp>
      <p:sp>
        <p:nvSpPr>
          <p:cNvPr id="4" name="Slide Number Placeholder 3">
            <a:extLst>
              <a:ext uri="{FF2B5EF4-FFF2-40B4-BE49-F238E27FC236}">
                <a16:creationId xmlns:a16="http://schemas.microsoft.com/office/drawing/2014/main" id="{FCFBFC9E-3FB1-5D59-B040-55ECE0C8F9C1}"/>
              </a:ext>
            </a:extLst>
          </p:cNvPr>
          <p:cNvSpPr>
            <a:spLocks noGrp="1"/>
          </p:cNvSpPr>
          <p:nvPr>
            <p:ph type="sldNum" sz="quarter" idx="12"/>
          </p:nvPr>
        </p:nvSpPr>
        <p:spPr/>
        <p:txBody>
          <a:bodyPr/>
          <a:lstStyle/>
          <a:p>
            <a:fld id="{7B94EC18-1D2B-4535-B738-0E53AFE26620}" type="slidenum">
              <a:rPr lang="en-US" smtClean="0"/>
              <a:t>60</a:t>
            </a:fld>
            <a:endParaRPr lang="en-US"/>
          </a:p>
        </p:txBody>
      </p:sp>
      <p:pic>
        <p:nvPicPr>
          <p:cNvPr id="9" name="Picture 9" descr="Text&#10;&#10;Description automatically generated">
            <a:extLst>
              <a:ext uri="{FF2B5EF4-FFF2-40B4-BE49-F238E27FC236}">
                <a16:creationId xmlns:a16="http://schemas.microsoft.com/office/drawing/2014/main" id="{CFF9670F-877E-3CD3-F59B-9DC6792AEC64}"/>
              </a:ext>
            </a:extLst>
          </p:cNvPr>
          <p:cNvPicPr>
            <a:picLocks noChangeAspect="1"/>
          </p:cNvPicPr>
          <p:nvPr/>
        </p:nvPicPr>
        <p:blipFill>
          <a:blip r:embed="rId2"/>
          <a:stretch>
            <a:fillRect/>
          </a:stretch>
        </p:blipFill>
        <p:spPr>
          <a:xfrm>
            <a:off x="2306320" y="2068246"/>
            <a:ext cx="7579360" cy="4479188"/>
          </a:xfrm>
          <a:prstGeom prst="rect">
            <a:avLst/>
          </a:prstGeom>
        </p:spPr>
      </p:pic>
    </p:spTree>
    <p:extLst>
      <p:ext uri="{BB962C8B-B14F-4D97-AF65-F5344CB8AC3E}">
        <p14:creationId xmlns:p14="http://schemas.microsoft.com/office/powerpoint/2010/main" val="6000205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F1B76-7C58-4450-AD9A-5CC8E9227C1F}"/>
              </a:ext>
            </a:extLst>
          </p:cNvPr>
          <p:cNvSpPr>
            <a:spLocks noGrp="1"/>
          </p:cNvSpPr>
          <p:nvPr>
            <p:ph type="title"/>
          </p:nvPr>
        </p:nvSpPr>
        <p:spPr>
          <a:xfrm>
            <a:off x="495299" y="495299"/>
            <a:ext cx="11201401" cy="492443"/>
          </a:xfrm>
        </p:spPr>
        <p:txBody>
          <a:bodyPr/>
          <a:lstStyle/>
          <a:p>
            <a:r>
              <a:rPr lang="en-US" sz="3200" b="1"/>
              <a:t>Reference Documents</a:t>
            </a:r>
            <a:endParaRPr lang="en-US" sz="3200"/>
          </a:p>
        </p:txBody>
      </p:sp>
      <p:sp>
        <p:nvSpPr>
          <p:cNvPr id="4" name="Slide Number Placeholder 3">
            <a:extLst>
              <a:ext uri="{FF2B5EF4-FFF2-40B4-BE49-F238E27FC236}">
                <a16:creationId xmlns:a16="http://schemas.microsoft.com/office/drawing/2014/main" id="{DA11D5C5-5885-4A28-82D8-6742CE5374C9}"/>
              </a:ext>
            </a:extLst>
          </p:cNvPr>
          <p:cNvSpPr>
            <a:spLocks noGrp="1"/>
          </p:cNvSpPr>
          <p:nvPr>
            <p:ph type="sldNum" sz="quarter" idx="12"/>
          </p:nvPr>
        </p:nvSpPr>
        <p:spPr/>
        <p:txBody>
          <a:bodyPr/>
          <a:lstStyle/>
          <a:p>
            <a:fld id="{7B94EC18-1D2B-4535-B738-0E53AFE26620}" type="slidenum">
              <a:rPr lang="en-US" smtClean="0"/>
              <a:t>61</a:t>
            </a:fld>
            <a:endParaRPr lang="en-US"/>
          </a:p>
        </p:txBody>
      </p:sp>
      <p:graphicFrame>
        <p:nvGraphicFramePr>
          <p:cNvPr id="6" name="Table 5">
            <a:extLst>
              <a:ext uri="{FF2B5EF4-FFF2-40B4-BE49-F238E27FC236}">
                <a16:creationId xmlns:a16="http://schemas.microsoft.com/office/drawing/2014/main" id="{A5549CB0-2EC2-43B3-B567-BB5DAB8755EE}"/>
              </a:ext>
            </a:extLst>
          </p:cNvPr>
          <p:cNvGraphicFramePr>
            <a:graphicFrameLocks noGrp="1"/>
          </p:cNvGraphicFramePr>
          <p:nvPr>
            <p:extLst>
              <p:ext uri="{D42A27DB-BD31-4B8C-83A1-F6EECF244321}">
                <p14:modId xmlns:p14="http://schemas.microsoft.com/office/powerpoint/2010/main" val="2436636880"/>
              </p:ext>
            </p:extLst>
          </p:nvPr>
        </p:nvGraphicFramePr>
        <p:xfrm>
          <a:off x="630000" y="1629295"/>
          <a:ext cx="10292924" cy="2233355"/>
        </p:xfrm>
        <a:graphic>
          <a:graphicData uri="http://schemas.openxmlformats.org/drawingml/2006/table">
            <a:tbl>
              <a:tblPr firstRow="1" firstCol="1" bandRow="1">
                <a:tableStyleId>{5C22544A-7EE6-4342-B048-85BDC9FD1C3A}</a:tableStyleId>
              </a:tblPr>
              <a:tblGrid>
                <a:gridCol w="3229754">
                  <a:extLst>
                    <a:ext uri="{9D8B030D-6E8A-4147-A177-3AD203B41FA5}">
                      <a16:colId xmlns:a16="http://schemas.microsoft.com/office/drawing/2014/main" val="601777707"/>
                    </a:ext>
                  </a:extLst>
                </a:gridCol>
                <a:gridCol w="5423450">
                  <a:extLst>
                    <a:ext uri="{9D8B030D-6E8A-4147-A177-3AD203B41FA5}">
                      <a16:colId xmlns:a16="http://schemas.microsoft.com/office/drawing/2014/main" val="2648740884"/>
                    </a:ext>
                  </a:extLst>
                </a:gridCol>
                <a:gridCol w="1639720">
                  <a:extLst>
                    <a:ext uri="{9D8B030D-6E8A-4147-A177-3AD203B41FA5}">
                      <a16:colId xmlns:a16="http://schemas.microsoft.com/office/drawing/2014/main" val="259917662"/>
                    </a:ext>
                  </a:extLst>
                </a:gridCol>
              </a:tblGrid>
              <a:tr h="349135">
                <a:tc>
                  <a:txBody>
                    <a:bodyPr/>
                    <a:lstStyle/>
                    <a:p>
                      <a:pPr marL="0" marR="0" algn="just">
                        <a:spcBef>
                          <a:spcPts val="300"/>
                        </a:spcBef>
                        <a:spcAft>
                          <a:spcPts val="300"/>
                        </a:spcAft>
                      </a:pPr>
                      <a:r>
                        <a:rPr lang="en-US" sz="1600">
                          <a:effectLst/>
                        </a:rPr>
                        <a:t>Doc/Dwg No/Ref</a:t>
                      </a:r>
                      <a:endParaRPr lang="en-US" sz="160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a:effectLst/>
                        </a:rPr>
                        <a:t>Title</a:t>
                      </a:r>
                      <a:endParaRPr lang="en-US" sz="160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a:effectLst/>
                        </a:rPr>
                        <a:t>Revision</a:t>
                      </a:r>
                      <a:endParaRPr lang="en-US" sz="160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extLst>
                  <a:ext uri="{0D108BD9-81ED-4DB2-BD59-A6C34878D82A}">
                    <a16:rowId xmlns:a16="http://schemas.microsoft.com/office/drawing/2014/main" val="695565192"/>
                  </a:ext>
                </a:extLst>
              </a:tr>
              <a:tr h="349135">
                <a:tc>
                  <a:txBody>
                    <a:bodyPr/>
                    <a:lstStyle/>
                    <a:p>
                      <a:pPr marL="0" marR="0" algn="just">
                        <a:spcBef>
                          <a:spcPts val="300"/>
                        </a:spcBef>
                        <a:spcAft>
                          <a:spcPts val="300"/>
                        </a:spcAft>
                      </a:pPr>
                      <a:r>
                        <a:rPr lang="en-US" sz="1600" dirty="0">
                          <a:effectLst/>
                        </a:rPr>
                        <a:t>APMDOC-X481-en-5202A</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Asset Performance Management Model Library Guide.pdf</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R540.2</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extLst>
                  <a:ext uri="{0D108BD9-81ED-4DB2-BD59-A6C34878D82A}">
                    <a16:rowId xmlns:a16="http://schemas.microsoft.com/office/drawing/2014/main" val="786212883"/>
                  </a:ext>
                </a:extLst>
              </a:tr>
              <a:tr h="349135">
                <a:tc>
                  <a:txBody>
                    <a:bodyPr/>
                    <a:lstStyle/>
                    <a:p>
                      <a:pPr marL="0" marR="0" algn="just">
                        <a:spcBef>
                          <a:spcPts val="300"/>
                        </a:spcBef>
                        <a:spcAft>
                          <a:spcPts val="300"/>
                        </a:spcAft>
                      </a:pPr>
                      <a:r>
                        <a:rPr lang="en-US" sz="1600" dirty="0">
                          <a:effectLst/>
                        </a:rPr>
                        <a:t>APMDOC-X391-en-532.3A</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Asset Performance Management Configuration Guide.pdf</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R540.2</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extLst>
                  <a:ext uri="{0D108BD9-81ED-4DB2-BD59-A6C34878D82A}">
                    <a16:rowId xmlns:a16="http://schemas.microsoft.com/office/drawing/2014/main" val="697224134"/>
                  </a:ext>
                </a:extLst>
              </a:tr>
              <a:tr h="349135">
                <a:tc>
                  <a:txBody>
                    <a:bodyPr/>
                    <a:lstStyle/>
                    <a:p>
                      <a:pPr marL="0" marR="0" algn="just">
                        <a:spcBef>
                          <a:spcPts val="300"/>
                        </a:spcBef>
                        <a:spcAft>
                          <a:spcPts val="300"/>
                        </a:spcAft>
                      </a:pPr>
                      <a:r>
                        <a:rPr lang="en-US" sz="1600" dirty="0">
                          <a:effectLst/>
                        </a:rPr>
                        <a:t>APMDOC-X390-en-532.3A</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Asset Performance Management Installation Guide.pdf</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R540.2</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extLst>
                  <a:ext uri="{0D108BD9-81ED-4DB2-BD59-A6C34878D82A}">
                    <a16:rowId xmlns:a16="http://schemas.microsoft.com/office/drawing/2014/main" val="1702059096"/>
                  </a:ext>
                </a:extLst>
              </a:tr>
              <a:tr h="349135">
                <a:tc>
                  <a:txBody>
                    <a:bodyPr/>
                    <a:lstStyle/>
                    <a:p>
                      <a:pPr marL="0" marR="0" algn="just">
                        <a:spcBef>
                          <a:spcPts val="300"/>
                        </a:spcBef>
                        <a:spcAft>
                          <a:spcPts val="300"/>
                        </a:spcAft>
                      </a:pPr>
                      <a:r>
                        <a:rPr lang="en-US" sz="1600" dirty="0">
                          <a:effectLst/>
                        </a:rPr>
                        <a:t>APMDOC-X391-en-532.3A</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Asset Performance Management User Guide.pdf</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R540.2</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extLst>
                  <a:ext uri="{0D108BD9-81ED-4DB2-BD59-A6C34878D82A}">
                    <a16:rowId xmlns:a16="http://schemas.microsoft.com/office/drawing/2014/main" val="3100515508"/>
                  </a:ext>
                </a:extLst>
              </a:tr>
              <a:tr h="349135">
                <a:tc>
                  <a:txBody>
                    <a:bodyPr/>
                    <a:lstStyle/>
                    <a:p>
                      <a:pPr marL="0" marR="0" algn="just">
                        <a:spcBef>
                          <a:spcPts val="300"/>
                        </a:spcBef>
                        <a:spcAft>
                          <a:spcPts val="300"/>
                        </a:spcAft>
                      </a:pPr>
                      <a:r>
                        <a:rPr lang="en-US" sz="1600" dirty="0">
                          <a:effectLst/>
                        </a:rPr>
                        <a:t>APMDOC-X448-en-532.3A</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Asset Performance Management DAS Plugin User Guide.pdf</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R540.2</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extLst>
                  <a:ext uri="{0D108BD9-81ED-4DB2-BD59-A6C34878D82A}">
                    <a16:rowId xmlns:a16="http://schemas.microsoft.com/office/drawing/2014/main" val="2193344040"/>
                  </a:ext>
                </a:extLst>
              </a:tr>
            </a:tbl>
          </a:graphicData>
        </a:graphic>
      </p:graphicFrame>
    </p:spTree>
    <p:extLst>
      <p:ext uri="{BB962C8B-B14F-4D97-AF65-F5344CB8AC3E}">
        <p14:creationId xmlns:p14="http://schemas.microsoft.com/office/powerpoint/2010/main" val="9059361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0219CA5-4C94-4AB4-BC96-19296873B96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10219CA5-4C94-4AB4-BC96-19296873B96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B702ED1-68A4-4C4C-8AB8-131E1BAB333A}"/>
              </a:ext>
            </a:extLst>
          </p:cNvPr>
          <p:cNvSpPr/>
          <p:nvPr>
            <p:custDataLst>
              <p:tags r:id="rId2"/>
            </p:custDataLst>
          </p:nvPr>
        </p:nvSpPr>
        <p:spPr>
          <a:xfrm>
            <a:off x="0" y="0"/>
            <a:ext cx="158750" cy="1587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en-US" sz="4400" dirty="0" err="1">
              <a:solidFill>
                <a:schemeClr val="tx1"/>
              </a:solidFill>
              <a:latin typeface="Arial Black" panose="020B0A04020102020204" pitchFamily="34" charset="0"/>
              <a:ea typeface="+mj-ea"/>
              <a:cs typeface="+mj-cs"/>
              <a:sym typeface="Arial Black" panose="020B0A04020102020204" pitchFamily="34" charset="0"/>
            </a:endParaRPr>
          </a:p>
        </p:txBody>
      </p:sp>
      <p:sp>
        <p:nvSpPr>
          <p:cNvPr id="2" name="Title 1">
            <a:extLst>
              <a:ext uri="{FF2B5EF4-FFF2-40B4-BE49-F238E27FC236}">
                <a16:creationId xmlns:a16="http://schemas.microsoft.com/office/drawing/2014/main" id="{23423282-47ED-48A9-BB4D-CF63D190058B}"/>
              </a:ext>
            </a:extLst>
          </p:cNvPr>
          <p:cNvSpPr>
            <a:spLocks noGrp="1"/>
          </p:cNvSpPr>
          <p:nvPr>
            <p:ph type="title"/>
          </p:nvPr>
        </p:nvSpPr>
        <p:spPr>
          <a:xfrm>
            <a:off x="495300" y="3848099"/>
            <a:ext cx="11700254" cy="677108"/>
          </a:xfrm>
        </p:spPr>
        <p:txBody>
          <a:bodyPr/>
          <a:lstStyle/>
          <a:p>
            <a:r>
              <a:rPr lang="en-US" altLang="en-US" dirty="0"/>
              <a:t>Q &amp; A</a:t>
            </a:r>
          </a:p>
        </p:txBody>
      </p:sp>
      <p:pic>
        <p:nvPicPr>
          <p:cNvPr id="8" name="Picture Placeholder 7">
            <a:extLst>
              <a:ext uri="{FF2B5EF4-FFF2-40B4-BE49-F238E27FC236}">
                <a16:creationId xmlns:a16="http://schemas.microsoft.com/office/drawing/2014/main" id="{1ED6C810-C6EF-423D-812D-65DEA83B27A3}"/>
              </a:ext>
            </a:extLst>
          </p:cNvPr>
          <p:cNvPicPr>
            <a:picLocks noGrp="1" noChangeAspect="1"/>
          </p:cNvPicPr>
          <p:nvPr>
            <p:ph type="pic" sz="quarter" idx="13"/>
          </p:nvPr>
        </p:nvPicPr>
        <p:blipFill rotWithShape="1">
          <a:blip r:embed="rId6" cstate="print">
            <a:extLst>
              <a:ext uri="{28A0092B-C50C-407E-A947-70E740481C1C}">
                <a14:useLocalDpi xmlns:a14="http://schemas.microsoft.com/office/drawing/2010/main"/>
              </a:ext>
            </a:extLst>
          </a:blip>
          <a:srcRect t="6" b="6"/>
          <a:stretch/>
        </p:blipFill>
        <p:spPr/>
      </p:pic>
    </p:spTree>
    <p:extLst>
      <p:ext uri="{BB962C8B-B14F-4D97-AF65-F5344CB8AC3E}">
        <p14:creationId xmlns:p14="http://schemas.microsoft.com/office/powerpoint/2010/main" val="2814892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23934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fD1ZsHZybwBHB3NFGab2x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ujE5zQajOvoTWXTllZwrsg"/>
</p:tagLst>
</file>

<file path=ppt/tags/tag4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k.dc4bCsp5kbWFvl42V5Dg"/>
</p:tagLst>
</file>

<file path=ppt/theme/theme1.xml><?xml version="1.0" encoding="utf-8"?>
<a:theme xmlns:a="http://schemas.openxmlformats.org/drawingml/2006/main" name="Honeywell Single Image Cover">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A46E5CB9-61F2-4002-8D5D-82FCE510D994}"/>
    </a:ext>
  </a:extLst>
</a:theme>
</file>

<file path=ppt/theme/theme2.xml><?xml version="1.0" encoding="utf-8"?>
<a:theme xmlns:a="http://schemas.openxmlformats.org/drawingml/2006/main" name="Honeywell PPT Template 16X9 Wide V3.5">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FF3B1608-4820-49AC-A191-42C42200868D}"/>
    </a:ext>
  </a:extLst>
</a:theme>
</file>

<file path=ppt/theme/theme3.xml><?xml version="1.0" encoding="utf-8"?>
<a:theme xmlns:a="http://schemas.openxmlformats.org/drawingml/2006/main" name="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629F3C93-1033-47FA-975F-B4D6656B8A81}"/>
    </a:ext>
  </a:extLst>
</a:theme>
</file>

<file path=ppt/theme/theme4.xml><?xml version="1.0" encoding="utf-8"?>
<a:theme xmlns:a="http://schemas.openxmlformats.org/drawingml/2006/main" name="1_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5D0043DD-25DB-4999-8F41-D9CD3E5D122F}"/>
    </a:ext>
  </a:extLst>
</a:theme>
</file>

<file path=ppt/theme/theme5.xml><?xml version="1.0" encoding="utf-8"?>
<a:theme xmlns:a="http://schemas.openxmlformats.org/drawingml/2006/main" name="Uniformance Suite Template 16x9 2016">
  <a:themeElements>
    <a:clrScheme name="Honeywell Branded Colors">
      <a:dk1>
        <a:srgbClr val="000000"/>
      </a:dk1>
      <a:lt1>
        <a:srgbClr val="FFFFFF"/>
      </a:lt1>
      <a:dk2>
        <a:srgbClr val="E1261C"/>
      </a:dk2>
      <a:lt2>
        <a:srgbClr val="FFFFFF"/>
      </a:lt2>
      <a:accent1>
        <a:srgbClr val="000000"/>
      </a:accent1>
      <a:accent2>
        <a:srgbClr val="707070"/>
      </a:accent2>
      <a:accent3>
        <a:srgbClr val="E1261C"/>
      </a:accent3>
      <a:accent4>
        <a:srgbClr val="F37021"/>
      </a:accent4>
      <a:accent5>
        <a:srgbClr val="FFC627"/>
      </a:accent5>
      <a:accent6>
        <a:srgbClr val="1792E5"/>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w="9525" cmpd="sng">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niformance Suite Template 16x9 2016" id="{00CC5119-FAE4-4223-A78E-21C035F2F570}" vid="{52C0AB9A-E6D4-4EFA-8103-788B77A677E4}"/>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sisl xmlns:xsd="http://www.w3.org/2001/XMLSchema" xmlns:xsi="http://www.w3.org/2001/XMLSchema-instance" xmlns="http://www.boldonjames.com/2008/01/sie/internal/label" sislVersion="0" policy="bf276872-af07-4968-a71d-1c83e80bd0bf" origin="userSelected">
  <element uid="id_protectivemarking_protect" value=""/>
</sisl>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213af126-92eb-4bb5-8bfd-1661103a2928" xsi:nil="true"/>
    <_ip_UnifiedCompliancePolicyProperties xmlns="http://schemas.microsoft.com/sharepoint/v3" xsi:nil="true"/>
    <lcf76f155ced4ddcb4097134ff3c332f xmlns="b8c76253-90db-4ba9-a7f2-9ad644a92a7d">
      <Terms xmlns="http://schemas.microsoft.com/office/infopath/2007/PartnerControls"/>
    </lcf76f155ced4ddcb4097134ff3c332f>
    <SharedWithUsers xmlns="320503c4-c8b6-41b8-96d7-fd11e83f324e">
      <UserInfo>
        <DisplayName/>
        <AccountId xsi:nil="true"/>
        <AccountType/>
      </UserInfo>
    </SharedWithUsers>
    <MediaLengthInSeconds xmlns="b8c76253-90db-4ba9-a7f2-9ad644a92a7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5BD3B0FE2260AD4E9D647CA19CD43082" ma:contentTypeVersion="19" ma:contentTypeDescription="Create a new document." ma:contentTypeScope="" ma:versionID="06bc411f51365bda14318519cc3f82d4">
  <xsd:schema xmlns:xsd="http://www.w3.org/2001/XMLSchema" xmlns:xs="http://www.w3.org/2001/XMLSchema" xmlns:p="http://schemas.microsoft.com/office/2006/metadata/properties" xmlns:ns1="http://schemas.microsoft.com/sharepoint/v3" xmlns:ns2="b8c76253-90db-4ba9-a7f2-9ad644a92a7d" xmlns:ns3="320503c4-c8b6-41b8-96d7-fd11e83f324e" xmlns:ns4="213af126-92eb-4bb5-8bfd-1661103a2928" targetNamespace="http://schemas.microsoft.com/office/2006/metadata/properties" ma:root="true" ma:fieldsID="80619e4ad4f73b621c8a5dd39dd9b384" ns1:_="" ns2:_="" ns3:_="" ns4:_="">
    <xsd:import namespace="http://schemas.microsoft.com/sharepoint/v3"/>
    <xsd:import namespace="b8c76253-90db-4ba9-a7f2-9ad644a92a7d"/>
    <xsd:import namespace="320503c4-c8b6-41b8-96d7-fd11e83f324e"/>
    <xsd:import namespace="213af126-92eb-4bb5-8bfd-1661103a292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1:_ip_UnifiedCompliancePolicyProperties" minOccurs="0"/>
                <xsd:element ref="ns1:_ip_UnifiedCompliancePolicyUIAction"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8c76253-90db-4ba9-a7f2-9ad644a92a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8bc46713-8fa2-488a-ac8b-ad618560c9d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20503c4-c8b6-41b8-96d7-fd11e83f324e"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13af126-92eb-4bb5-8bfd-1661103a2928"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06144f2f-3b8d-4359-aee3-11dd9fecbf3c}" ma:internalName="TaxCatchAll" ma:showField="CatchAllData" ma:web="320503c4-c8b6-41b8-96d7-fd11e83f324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4FBFFB-6B19-4F41-A16D-823A0A73ED8D}">
  <ds:schemaRefs>
    <ds:schemaRef ds:uri="http://www.boldonjames.com/2008/01/sie/internal/label"/>
    <ds:schemaRef ds:uri="http://www.w3.org/2001/XMLSchema"/>
  </ds:schemaRefs>
</ds:datastoreItem>
</file>

<file path=customXml/itemProps2.xml><?xml version="1.0" encoding="utf-8"?>
<ds:datastoreItem xmlns:ds="http://schemas.openxmlformats.org/officeDocument/2006/customXml" ds:itemID="{5A1CA79F-0DCA-42D5-83EB-3BF17581FFDC}">
  <ds:schemaRefs>
    <ds:schemaRef ds:uri="http://purl.org/dc/dcmitype/"/>
    <ds:schemaRef ds:uri="213af126-92eb-4bb5-8bfd-1661103a2928"/>
    <ds:schemaRef ds:uri="http://www.w3.org/XML/1998/namespace"/>
    <ds:schemaRef ds:uri="320503c4-c8b6-41b8-96d7-fd11e83f324e"/>
    <ds:schemaRef ds:uri="http://schemas.microsoft.com/office/2006/metadata/properties"/>
    <ds:schemaRef ds:uri="http://purl.org/dc/elements/1.1/"/>
    <ds:schemaRef ds:uri="http://schemas.openxmlformats.org/package/2006/metadata/core-properties"/>
    <ds:schemaRef ds:uri="http://schemas.microsoft.com/office/2006/documentManagement/types"/>
    <ds:schemaRef ds:uri="http://schemas.microsoft.com/sharepoint/v3"/>
    <ds:schemaRef ds:uri="http://schemas.microsoft.com/office/infopath/2007/PartnerControls"/>
    <ds:schemaRef ds:uri="b8c76253-90db-4ba9-a7f2-9ad644a92a7d"/>
    <ds:schemaRef ds:uri="http://purl.org/dc/terms/"/>
    <ds:schemaRef ds:uri="6d76ae7f-c10f-430d-a0cc-135ba9f0776b"/>
    <ds:schemaRef ds:uri="077b9548-efac-458b-9a39-0dcad2d25a4d"/>
  </ds:schemaRefs>
</ds:datastoreItem>
</file>

<file path=customXml/itemProps3.xml><?xml version="1.0" encoding="utf-8"?>
<ds:datastoreItem xmlns:ds="http://schemas.openxmlformats.org/officeDocument/2006/customXml" ds:itemID="{226270A4-DBAA-4B2C-9A17-0E481C866110}">
  <ds:schemaRefs>
    <ds:schemaRef ds:uri="http://schemas.microsoft.com/sharepoint/v3/contenttype/forms"/>
  </ds:schemaRefs>
</ds:datastoreItem>
</file>

<file path=customXml/itemProps4.xml><?xml version="1.0" encoding="utf-8"?>
<ds:datastoreItem xmlns:ds="http://schemas.openxmlformats.org/officeDocument/2006/customXml" ds:itemID="{5C660787-F0D8-4A0D-AAA1-885FA1D649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8c76253-90db-4ba9-a7f2-9ad644a92a7d"/>
    <ds:schemaRef ds:uri="320503c4-c8b6-41b8-96d7-fd11e83f324e"/>
    <ds:schemaRef ds:uri="213af126-92eb-4bb5-8bfd-1661103a29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546e5e1-5d42-4630-bacd-c69bfdcbd5e8}" enabled="1" method="Standard" siteId="{96ece526-9c7d-48b0-8daf-8b93c90a5d18}" removed="0"/>
</clbl:labelList>
</file>

<file path=docProps/app.xml><?xml version="1.0" encoding="utf-8"?>
<Properties xmlns="http://schemas.openxmlformats.org/officeDocument/2006/extended-properties" xmlns:vt="http://schemas.openxmlformats.org/officeDocument/2006/docPropsVTypes">
  <Template>HON_Honeywell PPT Template 16X9_F pptx</Template>
  <TotalTime>206</TotalTime>
  <Words>3781</Words>
  <Application>Microsoft Office PowerPoint</Application>
  <PresentationFormat>Widescreen</PresentationFormat>
  <Paragraphs>566</Paragraphs>
  <Slides>63</Slides>
  <Notes>2</Notes>
  <HiddenSlides>0</HiddenSlides>
  <MMClips>0</MMClips>
  <ScaleCrop>false</ScaleCrop>
  <HeadingPairs>
    <vt:vector size="8" baseType="variant">
      <vt:variant>
        <vt:lpstr>Fonts Used</vt:lpstr>
      </vt:variant>
      <vt:variant>
        <vt:i4>12</vt:i4>
      </vt:variant>
      <vt:variant>
        <vt:lpstr>Theme</vt:lpstr>
      </vt:variant>
      <vt:variant>
        <vt:i4>5</vt:i4>
      </vt:variant>
      <vt:variant>
        <vt:lpstr>Embedded OLE Servers</vt:lpstr>
      </vt:variant>
      <vt:variant>
        <vt:i4>2</vt:i4>
      </vt:variant>
      <vt:variant>
        <vt:lpstr>Slide Titles</vt:lpstr>
      </vt:variant>
      <vt:variant>
        <vt:i4>63</vt:i4>
      </vt:variant>
    </vt:vector>
  </HeadingPairs>
  <TitlesOfParts>
    <vt:vector size="82" baseType="lpstr">
      <vt:lpstr>MS Mincho</vt:lpstr>
      <vt:lpstr>Arial</vt:lpstr>
      <vt:lpstr>Arial Black</vt:lpstr>
      <vt:lpstr>Calibri</vt:lpstr>
      <vt:lpstr>Cambria</vt:lpstr>
      <vt:lpstr>Courier New</vt:lpstr>
      <vt:lpstr>Helvetica 55 Roman</vt:lpstr>
      <vt:lpstr>Helvetica Neue</vt:lpstr>
      <vt:lpstr>HelveticaNeue BoldCond</vt:lpstr>
      <vt:lpstr>HelveticaNeue MediumCond</vt:lpstr>
      <vt:lpstr>Symbol</vt:lpstr>
      <vt:lpstr>Wingdings</vt:lpstr>
      <vt:lpstr>Honeywell Single Image Cover</vt:lpstr>
      <vt:lpstr>Honeywell PPT Template 16X9 Wide V3.5</vt:lpstr>
      <vt:lpstr>Honeywell Theme</vt:lpstr>
      <vt:lpstr>1_Honeywell Theme</vt:lpstr>
      <vt:lpstr>Uniformance Suite Template 16x9 2016</vt:lpstr>
      <vt:lpstr>think-cell Slide</vt:lpstr>
      <vt:lpstr>Worksheet</vt:lpstr>
      <vt:lpstr>PowerPoint Presentation</vt:lpstr>
      <vt:lpstr>Agenda</vt:lpstr>
      <vt:lpstr>  Module 1 Asset Performance Mangagement - Introduction </vt:lpstr>
      <vt:lpstr>Learning Objective &amp; Audience</vt:lpstr>
      <vt:lpstr>Asset Performance Monitoring Overview</vt:lpstr>
      <vt:lpstr>Performance Models </vt:lpstr>
      <vt:lpstr>Health &amp; Fault Models </vt:lpstr>
      <vt:lpstr>Advantages/Scope of APM  </vt:lpstr>
      <vt:lpstr>  Module 2 APM- End User Training Modules </vt:lpstr>
      <vt:lpstr>  Module 3 APM- Typical Architecture and Concepts </vt:lpstr>
      <vt:lpstr>Asset Performance Management </vt:lpstr>
      <vt:lpstr>APM Typical Architecture’s </vt:lpstr>
      <vt:lpstr>APM Typical Architecture’s </vt:lpstr>
      <vt:lpstr>APM Typical Architecture’s </vt:lpstr>
      <vt:lpstr>APM Typical Architecture’s </vt:lpstr>
      <vt:lpstr>APM Concepts</vt:lpstr>
      <vt:lpstr>Data Sources</vt:lpstr>
      <vt:lpstr>Asset class and types</vt:lpstr>
      <vt:lpstr>Asset &amp; Asset status</vt:lpstr>
      <vt:lpstr>Asset Attributes &amp; property</vt:lpstr>
      <vt:lpstr>Fault model &amp; symptom</vt:lpstr>
      <vt:lpstr>Fault model &amp; symptom</vt:lpstr>
      <vt:lpstr>Event status</vt:lpstr>
      <vt:lpstr>Hierarchy </vt:lpstr>
      <vt:lpstr>Module 4 APM – Configuration Overview &amp; Reports view </vt:lpstr>
      <vt:lpstr>  APM – Configuration Overview   </vt:lpstr>
      <vt:lpstr>APM – Bulk Configuration Tool </vt:lpstr>
      <vt:lpstr>Bulk Configuration Sheet</vt:lpstr>
      <vt:lpstr>Bulk Configuration Sheet</vt:lpstr>
      <vt:lpstr>APM – User Interface - Attributes</vt:lpstr>
      <vt:lpstr>Attributes (Contd.)</vt:lpstr>
      <vt:lpstr>Attributes (Contd.)</vt:lpstr>
      <vt:lpstr>APM – User Interface - Calculation Models</vt:lpstr>
      <vt:lpstr>Calculation Models (Contd.)</vt:lpstr>
      <vt:lpstr>APM – User Interface - Fault Models</vt:lpstr>
      <vt:lpstr>Fault Models (Contd.)</vt:lpstr>
      <vt:lpstr>Fault Models (Contd.)</vt:lpstr>
      <vt:lpstr>Fault Models (Contd.)</vt:lpstr>
      <vt:lpstr>  APM – Reports View   </vt:lpstr>
      <vt:lpstr>Attribute overview</vt:lpstr>
      <vt:lpstr>Attribute overview</vt:lpstr>
      <vt:lpstr>Attribute overview</vt:lpstr>
      <vt:lpstr>Event monitor</vt:lpstr>
      <vt:lpstr>Event monitor</vt:lpstr>
      <vt:lpstr>Event history</vt:lpstr>
      <vt:lpstr>Event history</vt:lpstr>
      <vt:lpstr>Module 5 APM - Type of Users &amp; Roles  </vt:lpstr>
      <vt:lpstr>User access control</vt:lpstr>
      <vt:lpstr>Module 6 APM - Security Configuration </vt:lpstr>
      <vt:lpstr>Security Role Configuration</vt:lpstr>
      <vt:lpstr>Security Role Assignment</vt:lpstr>
      <vt:lpstr>Security Role Assignment (Contd.)</vt:lpstr>
      <vt:lpstr>Security Role Assignment (Contd.)</vt:lpstr>
      <vt:lpstr>Security Role Assignment (Contd.)</vt:lpstr>
      <vt:lpstr>  Module 7 APM – Maintenance and Troubleshooting </vt:lpstr>
      <vt:lpstr>Asset Performance Management Service   </vt:lpstr>
      <vt:lpstr>External Datasource Health  </vt:lpstr>
      <vt:lpstr>Viewing Calculation and Fault Model Execution status  </vt:lpstr>
      <vt:lpstr>Application Logs  </vt:lpstr>
      <vt:lpstr>Rabbit MQ not starting</vt:lpstr>
      <vt:lpstr>Reference Documents</vt:lpstr>
      <vt:lpstr>Q &amp; A</vt:lpstr>
      <vt:lpstr>PowerPoint Presentation</vt:lpstr>
    </vt:vector>
  </TitlesOfParts>
  <Manager>Salim Navaskhan</Manager>
  <Company>Honeywell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UAS Admin Training</dc:title>
  <dc:creator>Honeywell</dc:creator>
  <cp:lastModifiedBy>Lohakare, Amit</cp:lastModifiedBy>
  <cp:revision>7</cp:revision>
  <dcterms:created xsi:type="dcterms:W3CDTF">2017-07-05T08:47:16Z</dcterms:created>
  <dcterms:modified xsi:type="dcterms:W3CDTF">2024-03-24T13:54:53Z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936474c3-38c3-49b2-ab93-9588b6930ffa</vt:lpwstr>
  </property>
  <property fmtid="{D5CDD505-2E9C-101B-9397-08002B2CF9AE}" pid="3" name="bjSaver">
    <vt:lpwstr>V0b7q78v43NednO1fphKtnnd/im1h9K4</vt:lpwstr>
  </property>
  <property fmtid="{D5CDD505-2E9C-101B-9397-08002B2CF9AE}" pid="4" name="bjDocumentLabelXML">
    <vt:lpwstr>&lt;?xml version="1.0" encoding="us-ascii"?&gt;&lt;sisl xmlns:xsd="http://www.w3.org/2001/XMLSchema" xmlns:xsi="http://www.w3.org/2001/XMLSchema-instance" sislVersion="0" policy="bf276872-af07-4968-a71d-1c83e80bd0bf" origin="userSelected" xmlns="http://www.boldonj</vt:lpwstr>
  </property>
  <property fmtid="{D5CDD505-2E9C-101B-9397-08002B2CF9AE}" pid="5" name="bjDocumentLabelXML-0">
    <vt:lpwstr>ames.com/2008/01/sie/internal/label"&gt;&lt;element uid="id_protectivemarking_protect" value="" /&gt;&lt;/sisl&gt;</vt:lpwstr>
  </property>
  <property fmtid="{D5CDD505-2E9C-101B-9397-08002B2CF9AE}" pid="6" name="bjDocumentSecurityLabel">
    <vt:lpwstr>Honeywell Internal</vt:lpwstr>
  </property>
  <property fmtid="{D5CDD505-2E9C-101B-9397-08002B2CF9AE}" pid="7" name="BJClassification">
    <vt:lpwstr>Honeywell Internal</vt:lpwstr>
  </property>
  <property fmtid="{D5CDD505-2E9C-101B-9397-08002B2CF9AE}" pid="8" name="bjSlideMasterFooterText">
    <vt:lpwstr>Honeywell Internal</vt:lpwstr>
  </property>
  <property fmtid="{D5CDD505-2E9C-101B-9397-08002B2CF9AE}" pid="9" name="ContentTypeId">
    <vt:lpwstr>0x0101005BD3B0FE2260AD4E9D647CA19CD43082</vt:lpwstr>
  </property>
  <property fmtid="{D5CDD505-2E9C-101B-9397-08002B2CF9AE}" pid="10" name="MSIP_Label_d546e5e1-5d42-4630-bacd-c69bfdcbd5e8_Enabled">
    <vt:lpwstr>true</vt:lpwstr>
  </property>
  <property fmtid="{D5CDD505-2E9C-101B-9397-08002B2CF9AE}" pid="11" name="MSIP_Label_d546e5e1-5d42-4630-bacd-c69bfdcbd5e8_SetDate">
    <vt:lpwstr>2021-04-18T09:56:59Z</vt:lpwstr>
  </property>
  <property fmtid="{D5CDD505-2E9C-101B-9397-08002B2CF9AE}" pid="12" name="MSIP_Label_d546e5e1-5d42-4630-bacd-c69bfdcbd5e8_Method">
    <vt:lpwstr>Standard</vt:lpwstr>
  </property>
  <property fmtid="{D5CDD505-2E9C-101B-9397-08002B2CF9AE}" pid="13" name="MSIP_Label_d546e5e1-5d42-4630-bacd-c69bfdcbd5e8_Name">
    <vt:lpwstr>d546e5e1-5d42-4630-bacd-c69bfdcbd5e8</vt:lpwstr>
  </property>
  <property fmtid="{D5CDD505-2E9C-101B-9397-08002B2CF9AE}" pid="14" name="MSIP_Label_d546e5e1-5d42-4630-bacd-c69bfdcbd5e8_SiteId">
    <vt:lpwstr>96ece526-9c7d-48b0-8daf-8b93c90a5d18</vt:lpwstr>
  </property>
  <property fmtid="{D5CDD505-2E9C-101B-9397-08002B2CF9AE}" pid="15" name="MSIP_Label_d546e5e1-5d42-4630-bacd-c69bfdcbd5e8_ActionId">
    <vt:lpwstr>d53c6399-737b-413e-a527-76314349be7d</vt:lpwstr>
  </property>
  <property fmtid="{D5CDD505-2E9C-101B-9397-08002B2CF9AE}" pid="16" name="MSIP_Label_d546e5e1-5d42-4630-bacd-c69bfdcbd5e8_ContentBits">
    <vt:lpwstr>0</vt:lpwstr>
  </property>
  <property fmtid="{D5CDD505-2E9C-101B-9397-08002B2CF9AE}" pid="17" name="SmartTag">
    <vt:lpwstr>4</vt:lpwstr>
  </property>
  <property fmtid="{D5CDD505-2E9C-101B-9397-08002B2CF9AE}" pid="18" name="MediaServiceImageTags">
    <vt:lpwstr/>
  </property>
  <property fmtid="{D5CDD505-2E9C-101B-9397-08002B2CF9AE}" pid="19" name="Order">
    <vt:r8>549900</vt:r8>
  </property>
  <property fmtid="{D5CDD505-2E9C-101B-9397-08002B2CF9AE}" pid="20" name="xd_Signature">
    <vt:bool>false</vt:bool>
  </property>
  <property fmtid="{D5CDD505-2E9C-101B-9397-08002B2CF9AE}" pid="21" name="xd_ProgID">
    <vt:lpwstr/>
  </property>
  <property fmtid="{D5CDD505-2E9C-101B-9397-08002B2CF9AE}" pid="22" name="ComplianceAssetId">
    <vt:lpwstr/>
  </property>
  <property fmtid="{D5CDD505-2E9C-101B-9397-08002B2CF9AE}" pid="23" name="TemplateUrl">
    <vt:lpwstr/>
  </property>
  <property fmtid="{D5CDD505-2E9C-101B-9397-08002B2CF9AE}" pid="24" name="_ExtendedDescription">
    <vt:lpwstr/>
  </property>
  <property fmtid="{D5CDD505-2E9C-101B-9397-08002B2CF9AE}" pid="25" name="TriggerFlowInfo">
    <vt:lpwstr/>
  </property>
</Properties>
</file>