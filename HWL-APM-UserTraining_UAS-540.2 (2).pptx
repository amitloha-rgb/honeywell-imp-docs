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heme/theme6.xml" ContentType="application/vnd.openxmlformats-officedocument.theme+xml"/>
  <Override PartName="/ppt/tags/tag39.xml" ContentType="application/vnd.openxmlformats-officedocument.presentationml.tags+xml"/>
  <Override PartName="/ppt/theme/theme7.xml" ContentType="application/vnd.openxmlformats-officedocument.theme+xml"/>
  <Override PartName="/ppt/tags/tag40.xml" ContentType="application/vnd.openxmlformats-officedocument.presentationml.tags+xml"/>
  <Override PartName="/ppt/tags/tag4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83_DEB539DF.xml" ContentType="application/vnd.ms-powerpoint.comments+xml"/>
  <Override PartName="/ppt/tags/tag4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A3_B4D87A19.xml" ContentType="application/vnd.ms-powerpoint.comment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63" r:id="rId6"/>
    <p:sldMasterId id="2147483665" r:id="rId7"/>
    <p:sldMasterId id="2147483671" r:id="rId8"/>
    <p:sldMasterId id="2147483676" r:id="rId9"/>
  </p:sldMasterIdLst>
  <p:notesMasterIdLst>
    <p:notesMasterId r:id="rId69"/>
  </p:notesMasterIdLst>
  <p:handoutMasterIdLst>
    <p:handoutMasterId r:id="rId70"/>
  </p:handoutMasterIdLst>
  <p:sldIdLst>
    <p:sldId id="256" r:id="rId10"/>
    <p:sldId id="825" r:id="rId11"/>
    <p:sldId id="438" r:id="rId12"/>
    <p:sldId id="538" r:id="rId13"/>
    <p:sldId id="1996" r:id="rId14"/>
    <p:sldId id="418" r:id="rId15"/>
    <p:sldId id="387" r:id="rId16"/>
    <p:sldId id="394" r:id="rId17"/>
    <p:sldId id="826" r:id="rId18"/>
    <p:sldId id="2000" r:id="rId19"/>
    <p:sldId id="2001" r:id="rId20"/>
    <p:sldId id="2002" r:id="rId21"/>
    <p:sldId id="2007" r:id="rId22"/>
    <p:sldId id="1997" r:id="rId23"/>
    <p:sldId id="2003" r:id="rId24"/>
    <p:sldId id="2004" r:id="rId25"/>
    <p:sldId id="2005" r:id="rId26"/>
    <p:sldId id="827" r:id="rId27"/>
    <p:sldId id="442" r:id="rId28"/>
    <p:sldId id="448" r:id="rId29"/>
    <p:sldId id="443" r:id="rId30"/>
    <p:sldId id="449" r:id="rId31"/>
    <p:sldId id="447" r:id="rId32"/>
    <p:sldId id="445" r:id="rId33"/>
    <p:sldId id="446" r:id="rId34"/>
    <p:sldId id="452" r:id="rId35"/>
    <p:sldId id="453" r:id="rId36"/>
    <p:sldId id="546" r:id="rId37"/>
    <p:sldId id="1998" r:id="rId38"/>
    <p:sldId id="459" r:id="rId39"/>
    <p:sldId id="460" r:id="rId40"/>
    <p:sldId id="2008" r:id="rId41"/>
    <p:sldId id="462" r:id="rId42"/>
    <p:sldId id="2009" r:id="rId43"/>
    <p:sldId id="2010" r:id="rId44"/>
    <p:sldId id="832" r:id="rId45"/>
    <p:sldId id="2011" r:id="rId46"/>
    <p:sldId id="570" r:id="rId47"/>
    <p:sldId id="575" r:id="rId48"/>
    <p:sldId id="464" r:id="rId49"/>
    <p:sldId id="2012" r:id="rId50"/>
    <p:sldId id="833" r:id="rId51"/>
    <p:sldId id="2013" r:id="rId52"/>
    <p:sldId id="2014" r:id="rId53"/>
    <p:sldId id="2015" r:id="rId54"/>
    <p:sldId id="1994" r:id="rId55"/>
    <p:sldId id="1995" r:id="rId56"/>
    <p:sldId id="2016" r:id="rId57"/>
    <p:sldId id="836" r:id="rId58"/>
    <p:sldId id="2018" r:id="rId59"/>
    <p:sldId id="468" r:id="rId60"/>
    <p:sldId id="2017" r:id="rId61"/>
    <p:sldId id="419" r:id="rId62"/>
    <p:sldId id="841" r:id="rId63"/>
    <p:sldId id="840" r:id="rId64"/>
    <p:sldId id="839" r:id="rId65"/>
    <p:sldId id="1999" r:id="rId66"/>
    <p:sldId id="471" r:id="rId67"/>
    <p:sldId id="842" r:id="rId6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C2B690-963D-4BC3-A405-65FF1EC82D61}">
          <p14:sldIdLst>
            <p14:sldId id="256"/>
            <p14:sldId id="825"/>
            <p14:sldId id="438"/>
          </p14:sldIdLst>
        </p14:section>
        <p14:section name="Module 1" id="{094020ED-8D9B-4621-A966-CA8111A6649A}">
          <p14:sldIdLst>
            <p14:sldId id="538"/>
            <p14:sldId id="1996"/>
            <p14:sldId id="418"/>
            <p14:sldId id="387"/>
            <p14:sldId id="394"/>
            <p14:sldId id="826"/>
            <p14:sldId id="2000"/>
            <p14:sldId id="2001"/>
            <p14:sldId id="2002"/>
            <p14:sldId id="2007"/>
            <p14:sldId id="1997"/>
            <p14:sldId id="2003"/>
            <p14:sldId id="2004"/>
            <p14:sldId id="2005"/>
            <p14:sldId id="827"/>
            <p14:sldId id="442"/>
            <p14:sldId id="448"/>
            <p14:sldId id="443"/>
            <p14:sldId id="449"/>
            <p14:sldId id="447"/>
            <p14:sldId id="445"/>
            <p14:sldId id="446"/>
            <p14:sldId id="452"/>
            <p14:sldId id="453"/>
          </p14:sldIdLst>
        </p14:section>
        <p14:section name="Module 2" id="{392E7896-85BB-4E17-B52E-A53211CBA371}">
          <p14:sldIdLst>
            <p14:sldId id="546"/>
            <p14:sldId id="1998"/>
            <p14:sldId id="459"/>
            <p14:sldId id="460"/>
            <p14:sldId id="2008"/>
            <p14:sldId id="462"/>
            <p14:sldId id="2009"/>
            <p14:sldId id="2010"/>
            <p14:sldId id="832"/>
            <p14:sldId id="2011"/>
            <p14:sldId id="570"/>
            <p14:sldId id="575"/>
            <p14:sldId id="464"/>
            <p14:sldId id="2012"/>
            <p14:sldId id="833"/>
            <p14:sldId id="2013"/>
            <p14:sldId id="2014"/>
            <p14:sldId id="2015"/>
            <p14:sldId id="1994"/>
            <p14:sldId id="1995"/>
            <p14:sldId id="2016"/>
            <p14:sldId id="836"/>
            <p14:sldId id="2018"/>
            <p14:sldId id="468"/>
            <p14:sldId id="2017"/>
            <p14:sldId id="419"/>
            <p14:sldId id="841"/>
            <p14:sldId id="840"/>
            <p14:sldId id="839"/>
            <p14:sldId id="1999"/>
            <p14:sldId id="471"/>
            <p14:sldId id="8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0F3FD89-3E22-E6AF-191F-B6EAC9BD42E0}" name="Lohakare, Amit" initials="AL" userId="S::AmitHiramanjiLohakare.Lohakare@Honeywell.com::d0c59914-2652-45d2-9cc8-c7584646f742" providerId="AD"/>
  <p188:author id="{8B045ECA-DB19-16EB-47E4-9566064D1C23}" name="Navaskhan, Salim (TC02)" initials="NS(" userId="S::Salim.Navaskhan@Honeywell.com::bf4bdd0b-c749-4d0a-89a9-5bb18547fa4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esavan, Suresh" initials="KS" lastIdx="3" clrIdx="0">
    <p:extLst>
      <p:ext uri="{19B8F6BF-5375-455C-9EA6-DF929625EA0E}">
        <p15:presenceInfo xmlns:p15="http://schemas.microsoft.com/office/powerpoint/2012/main" userId="S::suresh.kesavan@honeywell.com::249a176b-f49f-4de8-94ee-502d27afd6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363170-81E7-43B4-8D7F-6D56A4D6F079}" v="7" dt="2024-05-24T09:18:18.446"/>
    <p1510:client id="{4A5B6ACA-3AB7-4AFD-895D-447DCBB4EEEB}" v="43" dt="2024-05-23T10:24:46.9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5380" autoAdjust="0"/>
  </p:normalViewPr>
  <p:slideViewPr>
    <p:cSldViewPr snapToGrid="0">
      <p:cViewPr>
        <p:scale>
          <a:sx n="87" d="100"/>
          <a:sy n="87" d="100"/>
        </p:scale>
        <p:origin x="852" y="14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16" Type="http://schemas.openxmlformats.org/officeDocument/2006/relationships/slide" Target="slides/slide7.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theme" Target="theme/theme1.xml"/><Relationship Id="rId5" Type="http://schemas.openxmlformats.org/officeDocument/2006/relationships/slideMaster" Target="slideMasters/slideMaster1.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notesMaster" Target="notesMasters/notesMaster1.xml"/><Relationship Id="rId77" Type="http://schemas.microsoft.com/office/2015/10/relationships/revisionInfo" Target="revisionInfo.xml"/><Relationship Id="rId8" Type="http://schemas.openxmlformats.org/officeDocument/2006/relationships/slideMaster" Target="slideMasters/slideMaster4.xml"/><Relationship Id="rId51" Type="http://schemas.openxmlformats.org/officeDocument/2006/relationships/slide" Target="slides/slide42.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viewProps" Target="viewProps.xml"/><Relationship Id="rId78" Type="http://schemas.microsoft.com/office/2018/10/relationships/authors" Target="authors.xml"/><Relationship Id="rId4" Type="http://schemas.openxmlformats.org/officeDocument/2006/relationships/customXml" Target="../customXml/item4.xml"/><Relationship Id="rId9"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microsoft.com/office/2016/11/relationships/changesInfo" Target="changesInfos/changesInfo1.xml"/><Relationship Id="rId7" Type="http://schemas.openxmlformats.org/officeDocument/2006/relationships/slideMaster" Target="slideMasters/slideMaster3.xml"/><Relationship Id="rId71" Type="http://schemas.openxmlformats.org/officeDocument/2006/relationships/commentAuthors" Target="commentAuthors.xml"/><Relationship Id="rId2" Type="http://schemas.openxmlformats.org/officeDocument/2006/relationships/customXml" Target="../customXml/item2.xml"/><Relationship Id="rId29"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savan, Suresh" userId="249a176b-f49f-4de8-94ee-502d27afd651" providerId="ADAL" clId="{2C363170-81E7-43B4-8D7F-6D56A4D6F079}"/>
    <pc:docChg chg="custSel addSld delSld modSld modSection modNotesMaster modHandout">
      <pc:chgData name="Kesavan, Suresh" userId="249a176b-f49f-4de8-94ee-502d27afd651" providerId="ADAL" clId="{2C363170-81E7-43B4-8D7F-6D56A4D6F079}" dt="2024-05-24T09:20:55.195" v="46" actId="478"/>
      <pc:docMkLst>
        <pc:docMk/>
      </pc:docMkLst>
      <pc:sldChg chg="modSp mod">
        <pc:chgData name="Kesavan, Suresh" userId="249a176b-f49f-4de8-94ee-502d27afd651" providerId="ADAL" clId="{2C363170-81E7-43B4-8D7F-6D56A4D6F079}" dt="2024-05-24T09:11:40.864" v="31" actId="20577"/>
        <pc:sldMkLst>
          <pc:docMk/>
          <pc:sldMk cId="2376356744" sldId="256"/>
        </pc:sldMkLst>
        <pc:spChg chg="mod">
          <ac:chgData name="Kesavan, Suresh" userId="249a176b-f49f-4de8-94ee-502d27afd651" providerId="ADAL" clId="{2C363170-81E7-43B4-8D7F-6D56A4D6F079}" dt="2024-05-24T09:11:40.864" v="31" actId="20577"/>
          <ac:spMkLst>
            <pc:docMk/>
            <pc:sldMk cId="2376356744" sldId="256"/>
            <ac:spMk id="2" creationId="{00000000-0000-0000-0000-000000000000}"/>
          </ac:spMkLst>
        </pc:spChg>
        <pc:spChg chg="mod">
          <ac:chgData name="Kesavan, Suresh" userId="249a176b-f49f-4de8-94ee-502d27afd651" providerId="ADAL" clId="{2C363170-81E7-43B4-8D7F-6D56A4D6F079}" dt="2024-05-24T09:02:26.833" v="25" actId="20577"/>
          <ac:spMkLst>
            <pc:docMk/>
            <pc:sldMk cId="2376356744" sldId="256"/>
            <ac:spMk id="5" creationId="{00000000-0000-0000-0000-000000000000}"/>
          </ac:spMkLst>
        </pc:spChg>
      </pc:sldChg>
      <pc:sldChg chg="del">
        <pc:chgData name="Kesavan, Suresh" userId="249a176b-f49f-4de8-94ee-502d27afd651" providerId="ADAL" clId="{2C363170-81E7-43B4-8D7F-6D56A4D6F079}" dt="2024-05-24T09:05:48.644" v="27" actId="47"/>
        <pc:sldMkLst>
          <pc:docMk/>
          <pc:sldMk cId="1412393458" sldId="390"/>
        </pc:sldMkLst>
      </pc:sldChg>
      <pc:sldChg chg="modNotes">
        <pc:chgData name="Kesavan, Suresh" userId="249a176b-f49f-4de8-94ee-502d27afd651" providerId="ADAL" clId="{2C363170-81E7-43B4-8D7F-6D56A4D6F079}" dt="2024-05-24T09:18:18.446" v="32"/>
        <pc:sldMkLst>
          <pc:docMk/>
          <pc:sldMk cId="1056362862" sldId="394"/>
        </pc:sldMkLst>
      </pc:sldChg>
      <pc:sldChg chg="modNotes">
        <pc:chgData name="Kesavan, Suresh" userId="249a176b-f49f-4de8-94ee-502d27afd651" providerId="ADAL" clId="{2C363170-81E7-43B4-8D7F-6D56A4D6F079}" dt="2024-05-24T09:18:18.446" v="32"/>
        <pc:sldMkLst>
          <pc:docMk/>
          <pc:sldMk cId="2133478097" sldId="472"/>
        </pc:sldMkLst>
      </pc:sldChg>
      <pc:sldChg chg="modNotes">
        <pc:chgData name="Kesavan, Suresh" userId="249a176b-f49f-4de8-94ee-502d27afd651" providerId="ADAL" clId="{2C363170-81E7-43B4-8D7F-6D56A4D6F079}" dt="2024-05-24T09:18:18.446" v="32"/>
        <pc:sldMkLst>
          <pc:docMk/>
          <pc:sldMk cId="1814081372" sldId="473"/>
        </pc:sldMkLst>
      </pc:sldChg>
      <pc:sldChg chg="delSp mod">
        <pc:chgData name="Kesavan, Suresh" userId="249a176b-f49f-4de8-94ee-502d27afd651" providerId="ADAL" clId="{2C363170-81E7-43B4-8D7F-6D56A4D6F079}" dt="2024-05-24T09:19:42.124" v="36" actId="478"/>
        <pc:sldMkLst>
          <pc:docMk/>
          <pc:sldMk cId="3287454893" sldId="474"/>
        </pc:sldMkLst>
        <pc:spChg chg="del">
          <ac:chgData name="Kesavan, Suresh" userId="249a176b-f49f-4de8-94ee-502d27afd651" providerId="ADAL" clId="{2C363170-81E7-43B4-8D7F-6D56A4D6F079}" dt="2024-05-24T09:19:42.124" v="36" actId="478"/>
          <ac:spMkLst>
            <pc:docMk/>
            <pc:sldMk cId="3287454893" sldId="474"/>
            <ac:spMk id="3" creationId="{00000000-0000-0000-0000-000000000000}"/>
          </ac:spMkLst>
        </pc:spChg>
      </pc:sldChg>
      <pc:sldChg chg="delSp mod">
        <pc:chgData name="Kesavan, Suresh" userId="249a176b-f49f-4de8-94ee-502d27afd651" providerId="ADAL" clId="{2C363170-81E7-43B4-8D7F-6D56A4D6F079}" dt="2024-05-24T09:19:45.966" v="37" actId="478"/>
        <pc:sldMkLst>
          <pc:docMk/>
          <pc:sldMk cId="1355114207" sldId="475"/>
        </pc:sldMkLst>
        <pc:spChg chg="del">
          <ac:chgData name="Kesavan, Suresh" userId="249a176b-f49f-4de8-94ee-502d27afd651" providerId="ADAL" clId="{2C363170-81E7-43B4-8D7F-6D56A4D6F079}" dt="2024-05-24T09:19:45.966" v="37" actId="478"/>
          <ac:spMkLst>
            <pc:docMk/>
            <pc:sldMk cId="1355114207" sldId="475"/>
            <ac:spMk id="3" creationId="{00000000-0000-0000-0000-000000000000}"/>
          </ac:spMkLst>
        </pc:spChg>
      </pc:sldChg>
      <pc:sldChg chg="delSp mod">
        <pc:chgData name="Kesavan, Suresh" userId="249a176b-f49f-4de8-94ee-502d27afd651" providerId="ADAL" clId="{2C363170-81E7-43B4-8D7F-6D56A4D6F079}" dt="2024-05-24T09:19:49.995" v="38" actId="478"/>
        <pc:sldMkLst>
          <pc:docMk/>
          <pc:sldMk cId="3177891190" sldId="476"/>
        </pc:sldMkLst>
        <pc:spChg chg="del">
          <ac:chgData name="Kesavan, Suresh" userId="249a176b-f49f-4de8-94ee-502d27afd651" providerId="ADAL" clId="{2C363170-81E7-43B4-8D7F-6D56A4D6F079}" dt="2024-05-24T09:19:49.995" v="38" actId="478"/>
          <ac:spMkLst>
            <pc:docMk/>
            <pc:sldMk cId="3177891190" sldId="476"/>
            <ac:spMk id="3" creationId="{00000000-0000-0000-0000-000000000000}"/>
          </ac:spMkLst>
        </pc:spChg>
      </pc:sldChg>
      <pc:sldChg chg="delSp mod">
        <pc:chgData name="Kesavan, Suresh" userId="249a176b-f49f-4de8-94ee-502d27afd651" providerId="ADAL" clId="{2C363170-81E7-43B4-8D7F-6D56A4D6F079}" dt="2024-05-24T09:19:19.375" v="34" actId="478"/>
        <pc:sldMkLst>
          <pc:docMk/>
          <pc:sldMk cId="3041054638" sldId="538"/>
        </pc:sldMkLst>
        <pc:spChg chg="del">
          <ac:chgData name="Kesavan, Suresh" userId="249a176b-f49f-4de8-94ee-502d27afd651" providerId="ADAL" clId="{2C363170-81E7-43B4-8D7F-6D56A4D6F079}" dt="2024-05-24T09:19:19.375" v="34" actId="478"/>
          <ac:spMkLst>
            <pc:docMk/>
            <pc:sldMk cId="3041054638" sldId="538"/>
            <ac:spMk id="4" creationId="{6512DE64-3037-4C6D-B430-409915B6E66D}"/>
          </ac:spMkLst>
        </pc:spChg>
      </pc:sldChg>
      <pc:sldChg chg="delSp mod">
        <pc:chgData name="Kesavan, Suresh" userId="249a176b-f49f-4de8-94ee-502d27afd651" providerId="ADAL" clId="{2C363170-81E7-43B4-8D7F-6D56A4D6F079}" dt="2024-05-24T09:20:14.345" v="40" actId="478"/>
        <pc:sldMkLst>
          <pc:docMk/>
          <pc:sldMk cId="3895135425" sldId="546"/>
        </pc:sldMkLst>
        <pc:spChg chg="del">
          <ac:chgData name="Kesavan, Suresh" userId="249a176b-f49f-4de8-94ee-502d27afd651" providerId="ADAL" clId="{2C363170-81E7-43B4-8D7F-6D56A4D6F079}" dt="2024-05-24T09:20:14.345" v="40" actId="478"/>
          <ac:spMkLst>
            <pc:docMk/>
            <pc:sldMk cId="3895135425" sldId="546"/>
            <ac:spMk id="4" creationId="{86558623-1DEF-4F66-B428-F22B25FC5226}"/>
          </ac:spMkLst>
        </pc:spChg>
      </pc:sldChg>
      <pc:sldChg chg="delSp mod">
        <pc:chgData name="Kesavan, Suresh" userId="249a176b-f49f-4de8-94ee-502d27afd651" providerId="ADAL" clId="{2C363170-81E7-43B4-8D7F-6D56A4D6F079}" dt="2024-05-24T09:20:32.690" v="42" actId="478"/>
        <pc:sldMkLst>
          <pc:docMk/>
          <pc:sldMk cId="512650064" sldId="570"/>
        </pc:sldMkLst>
        <pc:spChg chg="del">
          <ac:chgData name="Kesavan, Suresh" userId="249a176b-f49f-4de8-94ee-502d27afd651" providerId="ADAL" clId="{2C363170-81E7-43B4-8D7F-6D56A4D6F079}" dt="2024-05-24T09:20:32.690" v="42" actId="478"/>
          <ac:spMkLst>
            <pc:docMk/>
            <pc:sldMk cId="512650064" sldId="570"/>
            <ac:spMk id="4" creationId="{83F5485B-65C1-4CAA-9199-E3719F65331C}"/>
          </ac:spMkLst>
        </pc:spChg>
      </pc:sldChg>
      <pc:sldChg chg="delSp mod">
        <pc:chgData name="Kesavan, Suresh" userId="249a176b-f49f-4de8-94ee-502d27afd651" providerId="ADAL" clId="{2C363170-81E7-43B4-8D7F-6D56A4D6F079}" dt="2024-05-24T09:20:35.927" v="43" actId="478"/>
        <pc:sldMkLst>
          <pc:docMk/>
          <pc:sldMk cId="3097522580" sldId="575"/>
        </pc:sldMkLst>
        <pc:spChg chg="del">
          <ac:chgData name="Kesavan, Suresh" userId="249a176b-f49f-4de8-94ee-502d27afd651" providerId="ADAL" clId="{2C363170-81E7-43B4-8D7F-6D56A4D6F079}" dt="2024-05-24T09:20:35.927" v="43" actId="478"/>
          <ac:spMkLst>
            <pc:docMk/>
            <pc:sldMk cId="3097522580" sldId="575"/>
            <ac:spMk id="4" creationId="{B06BE9FB-1AC1-4EAA-ADB3-47B4728D2D43}"/>
          </ac:spMkLst>
        </pc:spChg>
      </pc:sldChg>
      <pc:sldChg chg="delSp mod">
        <pc:chgData name="Kesavan, Suresh" userId="249a176b-f49f-4de8-94ee-502d27afd651" providerId="ADAL" clId="{2C363170-81E7-43B4-8D7F-6D56A4D6F079}" dt="2024-05-24T09:19:12.479" v="33" actId="478"/>
        <pc:sldMkLst>
          <pc:docMk/>
          <pc:sldMk cId="4021265949" sldId="825"/>
        </pc:sldMkLst>
        <pc:spChg chg="del">
          <ac:chgData name="Kesavan, Suresh" userId="249a176b-f49f-4de8-94ee-502d27afd651" providerId="ADAL" clId="{2C363170-81E7-43B4-8D7F-6D56A4D6F079}" dt="2024-05-24T09:19:12.479" v="33" actId="478"/>
          <ac:spMkLst>
            <pc:docMk/>
            <pc:sldMk cId="4021265949" sldId="825"/>
            <ac:spMk id="3" creationId="{428974C3-6468-4082-A516-D9E5E42DB926}"/>
          </ac:spMkLst>
        </pc:spChg>
      </pc:sldChg>
      <pc:sldChg chg="modNotes">
        <pc:chgData name="Kesavan, Suresh" userId="249a176b-f49f-4de8-94ee-502d27afd651" providerId="ADAL" clId="{2C363170-81E7-43B4-8D7F-6D56A4D6F079}" dt="2024-05-24T09:18:18.446" v="32"/>
        <pc:sldMkLst>
          <pc:docMk/>
          <pc:sldMk cId="2214357143" sldId="826"/>
        </pc:sldMkLst>
      </pc:sldChg>
      <pc:sldChg chg="add">
        <pc:chgData name="Kesavan, Suresh" userId="249a176b-f49f-4de8-94ee-502d27afd651" providerId="ADAL" clId="{2C363170-81E7-43B4-8D7F-6D56A4D6F079}" dt="2024-05-24T09:05:45.472" v="26"/>
        <pc:sldMkLst>
          <pc:docMk/>
          <pc:sldMk cId="3192727240" sldId="842"/>
        </pc:sldMkLst>
      </pc:sldChg>
      <pc:sldChg chg="delSp mod">
        <pc:chgData name="Kesavan, Suresh" userId="249a176b-f49f-4de8-94ee-502d27afd651" providerId="ADAL" clId="{2C363170-81E7-43B4-8D7F-6D56A4D6F079}" dt="2024-05-24T09:20:43.839" v="44" actId="478"/>
        <pc:sldMkLst>
          <pc:docMk/>
          <pc:sldMk cId="732494534" sldId="1994"/>
        </pc:sldMkLst>
        <pc:spChg chg="del">
          <ac:chgData name="Kesavan, Suresh" userId="249a176b-f49f-4de8-94ee-502d27afd651" providerId="ADAL" clId="{2C363170-81E7-43B4-8D7F-6D56A4D6F079}" dt="2024-05-24T09:20:43.839" v="44" actId="478"/>
          <ac:spMkLst>
            <pc:docMk/>
            <pc:sldMk cId="732494534" sldId="1994"/>
            <ac:spMk id="4" creationId="{FF8156DF-2BA9-48C5-BE4A-7CD7AAD9EA5C}"/>
          </ac:spMkLst>
        </pc:spChg>
      </pc:sldChg>
      <pc:sldChg chg="delSp mod">
        <pc:chgData name="Kesavan, Suresh" userId="249a176b-f49f-4de8-94ee-502d27afd651" providerId="ADAL" clId="{2C363170-81E7-43B4-8D7F-6D56A4D6F079}" dt="2024-05-24T09:20:48.122" v="45" actId="478"/>
        <pc:sldMkLst>
          <pc:docMk/>
          <pc:sldMk cId="3170370393" sldId="1995"/>
        </pc:sldMkLst>
        <pc:spChg chg="del">
          <ac:chgData name="Kesavan, Suresh" userId="249a176b-f49f-4de8-94ee-502d27afd651" providerId="ADAL" clId="{2C363170-81E7-43B4-8D7F-6D56A4D6F079}" dt="2024-05-24T09:20:48.122" v="45" actId="478"/>
          <ac:spMkLst>
            <pc:docMk/>
            <pc:sldMk cId="3170370393" sldId="1995"/>
            <ac:spMk id="4" creationId="{E27FE7C0-936D-4DF3-981C-DD1F84C2E2D4}"/>
          </ac:spMkLst>
        </pc:spChg>
      </pc:sldChg>
      <pc:sldChg chg="delSp mod">
        <pc:chgData name="Kesavan, Suresh" userId="249a176b-f49f-4de8-94ee-502d27afd651" providerId="ADAL" clId="{2C363170-81E7-43B4-8D7F-6D56A4D6F079}" dt="2024-05-24T09:19:23.596" v="35" actId="478"/>
        <pc:sldMkLst>
          <pc:docMk/>
          <pc:sldMk cId="2891121976" sldId="1996"/>
        </pc:sldMkLst>
        <pc:spChg chg="del">
          <ac:chgData name="Kesavan, Suresh" userId="249a176b-f49f-4de8-94ee-502d27afd651" providerId="ADAL" clId="{2C363170-81E7-43B4-8D7F-6D56A4D6F079}" dt="2024-05-24T09:19:23.596" v="35" actId="478"/>
          <ac:spMkLst>
            <pc:docMk/>
            <pc:sldMk cId="2891121976" sldId="1996"/>
            <ac:spMk id="4" creationId="{6512DE64-3037-4C6D-B430-409915B6E66D}"/>
          </ac:spMkLst>
        </pc:spChg>
      </pc:sldChg>
      <pc:sldChg chg="delSp mod">
        <pc:chgData name="Kesavan, Suresh" userId="249a176b-f49f-4de8-94ee-502d27afd651" providerId="ADAL" clId="{2C363170-81E7-43B4-8D7F-6D56A4D6F079}" dt="2024-05-24T09:19:54.227" v="39" actId="478"/>
        <pc:sldMkLst>
          <pc:docMk/>
          <pc:sldMk cId="2669001942" sldId="1997"/>
        </pc:sldMkLst>
        <pc:spChg chg="del">
          <ac:chgData name="Kesavan, Suresh" userId="249a176b-f49f-4de8-94ee-502d27afd651" providerId="ADAL" clId="{2C363170-81E7-43B4-8D7F-6D56A4D6F079}" dt="2024-05-24T09:19:54.227" v="39" actId="478"/>
          <ac:spMkLst>
            <pc:docMk/>
            <pc:sldMk cId="2669001942" sldId="1997"/>
            <ac:spMk id="4" creationId="{6512DE64-3037-4C6D-B430-409915B6E66D}"/>
          </ac:spMkLst>
        </pc:spChg>
      </pc:sldChg>
      <pc:sldChg chg="delSp mod">
        <pc:chgData name="Kesavan, Suresh" userId="249a176b-f49f-4de8-94ee-502d27afd651" providerId="ADAL" clId="{2C363170-81E7-43B4-8D7F-6D56A4D6F079}" dt="2024-05-24T09:20:18.651" v="41" actId="478"/>
        <pc:sldMkLst>
          <pc:docMk/>
          <pc:sldMk cId="4223142106" sldId="1998"/>
        </pc:sldMkLst>
        <pc:spChg chg="del">
          <ac:chgData name="Kesavan, Suresh" userId="249a176b-f49f-4de8-94ee-502d27afd651" providerId="ADAL" clId="{2C363170-81E7-43B4-8D7F-6D56A4D6F079}" dt="2024-05-24T09:20:18.651" v="41" actId="478"/>
          <ac:spMkLst>
            <pc:docMk/>
            <pc:sldMk cId="4223142106" sldId="1998"/>
            <ac:spMk id="4" creationId="{6512DE64-3037-4C6D-B430-409915B6E66D}"/>
          </ac:spMkLst>
        </pc:spChg>
      </pc:sldChg>
      <pc:sldChg chg="delSp mod">
        <pc:chgData name="Kesavan, Suresh" userId="249a176b-f49f-4de8-94ee-502d27afd651" providerId="ADAL" clId="{2C363170-81E7-43B4-8D7F-6D56A4D6F079}" dt="2024-05-24T09:20:55.195" v="46" actId="478"/>
        <pc:sldMkLst>
          <pc:docMk/>
          <pc:sldMk cId="1568322264" sldId="1999"/>
        </pc:sldMkLst>
        <pc:spChg chg="del">
          <ac:chgData name="Kesavan, Suresh" userId="249a176b-f49f-4de8-94ee-502d27afd651" providerId="ADAL" clId="{2C363170-81E7-43B4-8D7F-6D56A4D6F079}" dt="2024-05-24T09:20:55.195" v="46" actId="478"/>
          <ac:spMkLst>
            <pc:docMk/>
            <pc:sldMk cId="1568322264" sldId="1999"/>
            <ac:spMk id="4" creationId="{6512DE64-3037-4C6D-B430-409915B6E66D}"/>
          </ac:spMkLst>
        </pc:spChg>
      </pc:sldChg>
      <pc:sldMasterChg chg="delSldLayout">
        <pc:chgData name="Kesavan, Suresh" userId="249a176b-f49f-4de8-94ee-502d27afd651" providerId="ADAL" clId="{2C363170-81E7-43B4-8D7F-6D56A4D6F079}" dt="2024-05-24T09:05:48.644" v="27" actId="47"/>
        <pc:sldMasterMkLst>
          <pc:docMk/>
          <pc:sldMasterMk cId="262932767" sldId="2147483676"/>
        </pc:sldMasterMkLst>
        <pc:sldLayoutChg chg="del">
          <pc:chgData name="Kesavan, Suresh" userId="249a176b-f49f-4de8-94ee-502d27afd651" providerId="ADAL" clId="{2C363170-81E7-43B4-8D7F-6D56A4D6F079}" dt="2024-05-24T09:05:48.644" v="27" actId="47"/>
          <pc:sldLayoutMkLst>
            <pc:docMk/>
            <pc:sldMasterMk cId="262932767" sldId="2147483676"/>
            <pc:sldLayoutMk cId="2594423214" sldId="2147483709"/>
          </pc:sldLayoutMkLst>
        </pc:sldLayoutChg>
      </pc:sldMasterChg>
    </pc:docChg>
  </pc:docChgLst>
  <pc:docChgLst>
    <pc:chgData name="Lohakare, Amit" userId="d0c59914-2652-45d2-9cc8-c7584646f742" providerId="ADAL" clId="{FA1A0E22-CBB4-498B-80D2-83926F182C05}"/>
    <pc:docChg chg="undo redo custSel addSld delSld modSld modSection">
      <pc:chgData name="Lohakare, Amit" userId="d0c59914-2652-45d2-9cc8-c7584646f742" providerId="ADAL" clId="{FA1A0E22-CBB4-498B-80D2-83926F182C05}" dt="2024-03-24T13:29:39.312" v="2134" actId="20577"/>
      <pc:docMkLst>
        <pc:docMk/>
      </pc:docMkLst>
      <pc:sldChg chg="modSp mod">
        <pc:chgData name="Lohakare, Amit" userId="d0c59914-2652-45d2-9cc8-c7584646f742" providerId="ADAL" clId="{FA1A0E22-CBB4-498B-80D2-83926F182C05}" dt="2024-03-24T10:49:27.419" v="1989" actId="20577"/>
        <pc:sldMkLst>
          <pc:docMk/>
          <pc:sldMk cId="2376356744" sldId="256"/>
        </pc:sldMkLst>
        <pc:spChg chg="mod">
          <ac:chgData name="Lohakare, Amit" userId="d0c59914-2652-45d2-9cc8-c7584646f742" providerId="ADAL" clId="{FA1A0E22-CBB4-498B-80D2-83926F182C05}" dt="2024-03-24T10:49:27.419" v="1989" actId="20577"/>
          <ac:spMkLst>
            <pc:docMk/>
            <pc:sldMk cId="2376356744" sldId="256"/>
            <ac:spMk id="2" creationId="{00000000-0000-0000-0000-000000000000}"/>
          </ac:spMkLst>
        </pc:spChg>
        <pc:spChg chg="mod">
          <ac:chgData name="Lohakare, Amit" userId="d0c59914-2652-45d2-9cc8-c7584646f742" providerId="ADAL" clId="{FA1A0E22-CBB4-498B-80D2-83926F182C05}" dt="2024-03-24T10:49:07.785" v="1951" actId="20577"/>
          <ac:spMkLst>
            <pc:docMk/>
            <pc:sldMk cId="2376356744" sldId="256"/>
            <ac:spMk id="3" creationId="{00000000-0000-0000-0000-000000000000}"/>
          </ac:spMkLst>
        </pc:spChg>
      </pc:sldChg>
      <pc:sldChg chg="modSp mod">
        <pc:chgData name="Lohakare, Amit" userId="d0c59914-2652-45d2-9cc8-c7584646f742" providerId="ADAL" clId="{FA1A0E22-CBB4-498B-80D2-83926F182C05}" dt="2024-03-24T10:50:51.460" v="2037" actId="20577"/>
        <pc:sldMkLst>
          <pc:docMk/>
          <pc:sldMk cId="809690931" sldId="266"/>
        </pc:sldMkLst>
        <pc:spChg chg="mod">
          <ac:chgData name="Lohakare, Amit" userId="d0c59914-2652-45d2-9cc8-c7584646f742" providerId="ADAL" clId="{FA1A0E22-CBB4-498B-80D2-83926F182C05}" dt="2024-03-24T10:50:51.460" v="2037" actId="20577"/>
          <ac:spMkLst>
            <pc:docMk/>
            <pc:sldMk cId="809690931" sldId="266"/>
            <ac:spMk id="5" creationId="{00000000-0000-0000-0000-000000000000}"/>
          </ac:spMkLst>
        </pc:spChg>
      </pc:sldChg>
      <pc:sldChg chg="modSp mod">
        <pc:chgData name="Lohakare, Amit" userId="d0c59914-2652-45d2-9cc8-c7584646f742" providerId="ADAL" clId="{FA1A0E22-CBB4-498B-80D2-83926F182C05}" dt="2024-03-24T10:50:59.687" v="2038"/>
        <pc:sldMkLst>
          <pc:docMk/>
          <pc:sldMk cId="3041054638" sldId="538"/>
        </pc:sldMkLst>
        <pc:spChg chg="mod">
          <ac:chgData name="Lohakare, Amit" userId="d0c59914-2652-45d2-9cc8-c7584646f742" providerId="ADAL" clId="{FA1A0E22-CBB4-498B-80D2-83926F182C05}" dt="2024-03-24T10:50:59.687" v="2038"/>
          <ac:spMkLst>
            <pc:docMk/>
            <pc:sldMk cId="3041054638" sldId="538"/>
            <ac:spMk id="2" creationId="{8DD64707-8FB4-4837-8F2A-424463829031}"/>
          </ac:spMkLst>
        </pc:spChg>
      </pc:sldChg>
      <pc:sldChg chg="modSp mod">
        <pc:chgData name="Lohakare, Amit" userId="d0c59914-2652-45d2-9cc8-c7584646f742" providerId="ADAL" clId="{FA1A0E22-CBB4-498B-80D2-83926F182C05}" dt="2024-03-24T10:56:01.765" v="2082" actId="20577"/>
        <pc:sldMkLst>
          <pc:docMk/>
          <pc:sldMk cId="4223666808" sldId="541"/>
        </pc:sldMkLst>
        <pc:spChg chg="mod">
          <ac:chgData name="Lohakare, Amit" userId="d0c59914-2652-45d2-9cc8-c7584646f742" providerId="ADAL" clId="{FA1A0E22-CBB4-498B-80D2-83926F182C05}" dt="2024-03-24T10:56:01.765" v="2082" actId="20577"/>
          <ac:spMkLst>
            <pc:docMk/>
            <pc:sldMk cId="4223666808" sldId="541"/>
            <ac:spMk id="2" creationId="{DA874D19-2DAC-4ACF-B1D1-C249E0805002}"/>
          </ac:spMkLst>
        </pc:spChg>
      </pc:sldChg>
      <pc:sldChg chg="addSp modSp mod">
        <pc:chgData name="Lohakare, Amit" userId="d0c59914-2652-45d2-9cc8-c7584646f742" providerId="ADAL" clId="{FA1A0E22-CBB4-498B-80D2-83926F182C05}" dt="2024-03-24T10:52:00.661" v="2046" actId="20577"/>
        <pc:sldMkLst>
          <pc:docMk/>
          <pc:sldMk cId="1005124943" sldId="543"/>
        </pc:sldMkLst>
        <pc:spChg chg="mod">
          <ac:chgData name="Lohakare, Amit" userId="d0c59914-2652-45d2-9cc8-c7584646f742" providerId="ADAL" clId="{FA1A0E22-CBB4-498B-80D2-83926F182C05}" dt="2024-03-24T10:52:00.661" v="2046" actId="20577"/>
          <ac:spMkLst>
            <pc:docMk/>
            <pc:sldMk cId="1005124943" sldId="543"/>
            <ac:spMk id="2" creationId="{43B7A490-7D98-476D-8D1F-669503DBE190}"/>
          </ac:spMkLst>
        </pc:spChg>
        <pc:picChg chg="add mod">
          <ac:chgData name="Lohakare, Amit" userId="d0c59914-2652-45d2-9cc8-c7584646f742" providerId="ADAL" clId="{FA1A0E22-CBB4-498B-80D2-83926F182C05}" dt="2024-03-21T11:08:40.897" v="36" actId="14100"/>
          <ac:picMkLst>
            <pc:docMk/>
            <pc:sldMk cId="1005124943" sldId="543"/>
            <ac:picMk id="3" creationId="{9BF0CC70-C1D8-8309-9DF9-9446E164ADCA}"/>
          </ac:picMkLst>
        </pc:picChg>
        <pc:picChg chg="mod">
          <ac:chgData name="Lohakare, Amit" userId="d0c59914-2652-45d2-9cc8-c7584646f742" providerId="ADAL" clId="{FA1A0E22-CBB4-498B-80D2-83926F182C05}" dt="2024-03-21T11:07:15.522" v="31" actId="1076"/>
          <ac:picMkLst>
            <pc:docMk/>
            <pc:sldMk cId="1005124943" sldId="543"/>
            <ac:picMk id="6" creationId="{3EC9334C-0D7C-4659-A117-5AB9B487B795}"/>
          </ac:picMkLst>
        </pc:picChg>
      </pc:sldChg>
      <pc:sldChg chg="modSp mod">
        <pc:chgData name="Lohakare, Amit" userId="d0c59914-2652-45d2-9cc8-c7584646f742" providerId="ADAL" clId="{FA1A0E22-CBB4-498B-80D2-83926F182C05}" dt="2024-03-24T10:51:45.279" v="2043" actId="20577"/>
        <pc:sldMkLst>
          <pc:docMk/>
          <pc:sldMk cId="3895135425" sldId="546"/>
        </pc:sldMkLst>
        <pc:spChg chg="mod">
          <ac:chgData name="Lohakare, Amit" userId="d0c59914-2652-45d2-9cc8-c7584646f742" providerId="ADAL" clId="{FA1A0E22-CBB4-498B-80D2-83926F182C05}" dt="2024-03-24T10:51:45.279" v="2043" actId="20577"/>
          <ac:spMkLst>
            <pc:docMk/>
            <pc:sldMk cId="3895135425" sldId="546"/>
            <ac:spMk id="2" creationId="{B2963385-B96E-47E8-BA13-46E680AB4F5F}"/>
          </ac:spMkLst>
        </pc:spChg>
      </pc:sldChg>
      <pc:sldChg chg="modSp mod">
        <pc:chgData name="Lohakare, Amit" userId="d0c59914-2652-45d2-9cc8-c7584646f742" providerId="ADAL" clId="{FA1A0E22-CBB4-498B-80D2-83926F182C05}" dt="2024-03-24T10:52:23.881" v="2058" actId="20577"/>
        <pc:sldMkLst>
          <pc:docMk/>
          <pc:sldMk cId="1299606018" sldId="547"/>
        </pc:sldMkLst>
        <pc:spChg chg="mod">
          <ac:chgData name="Lohakare, Amit" userId="d0c59914-2652-45d2-9cc8-c7584646f742" providerId="ADAL" clId="{FA1A0E22-CBB4-498B-80D2-83926F182C05}" dt="2024-03-24T10:52:23.881" v="2058" actId="20577"/>
          <ac:spMkLst>
            <pc:docMk/>
            <pc:sldMk cId="1299606018" sldId="547"/>
            <ac:spMk id="2" creationId="{585E1320-2529-4064-9439-E0AD406D9E84}"/>
          </ac:spMkLst>
        </pc:spChg>
      </pc:sldChg>
      <pc:sldChg chg="modSp mod">
        <pc:chgData name="Lohakare, Amit" userId="d0c59914-2652-45d2-9cc8-c7584646f742" providerId="ADAL" clId="{FA1A0E22-CBB4-498B-80D2-83926F182C05}" dt="2024-03-24T10:51:19.549" v="2039"/>
        <pc:sldMkLst>
          <pc:docMk/>
          <pc:sldMk cId="304296723" sldId="548"/>
        </pc:sldMkLst>
        <pc:spChg chg="mod">
          <ac:chgData name="Lohakare, Amit" userId="d0c59914-2652-45d2-9cc8-c7584646f742" providerId="ADAL" clId="{FA1A0E22-CBB4-498B-80D2-83926F182C05}" dt="2024-03-24T10:51:19.549" v="2039"/>
          <ac:spMkLst>
            <pc:docMk/>
            <pc:sldMk cId="304296723" sldId="548"/>
            <ac:spMk id="3" creationId="{A42A85D8-3BE5-4AAB-970B-83EABA1B8E8A}"/>
          </ac:spMkLst>
        </pc:spChg>
      </pc:sldChg>
      <pc:sldChg chg="modSp mod">
        <pc:chgData name="Lohakare, Amit" userId="d0c59914-2652-45d2-9cc8-c7584646f742" providerId="ADAL" clId="{FA1A0E22-CBB4-498B-80D2-83926F182C05}" dt="2024-03-24T10:53:21.496" v="2062"/>
        <pc:sldMkLst>
          <pc:docMk/>
          <pc:sldMk cId="1760217608" sldId="549"/>
        </pc:sldMkLst>
        <pc:spChg chg="mod">
          <ac:chgData name="Lohakare, Amit" userId="d0c59914-2652-45d2-9cc8-c7584646f742" providerId="ADAL" clId="{FA1A0E22-CBB4-498B-80D2-83926F182C05}" dt="2024-03-24T10:53:21.496" v="2062"/>
          <ac:spMkLst>
            <pc:docMk/>
            <pc:sldMk cId="1760217608" sldId="549"/>
            <ac:spMk id="2" creationId="{078303C1-0A9D-4355-B271-F3DB3F44B4C5}"/>
          </ac:spMkLst>
        </pc:spChg>
      </pc:sldChg>
      <pc:sldChg chg="modSp mod">
        <pc:chgData name="Lohakare, Amit" userId="d0c59914-2652-45d2-9cc8-c7584646f742" providerId="ADAL" clId="{FA1A0E22-CBB4-498B-80D2-83926F182C05}" dt="2024-03-24T10:51:32.023" v="2040"/>
        <pc:sldMkLst>
          <pc:docMk/>
          <pc:sldMk cId="3744329296" sldId="552"/>
        </pc:sldMkLst>
        <pc:spChg chg="mod">
          <ac:chgData name="Lohakare, Amit" userId="d0c59914-2652-45d2-9cc8-c7584646f742" providerId="ADAL" clId="{FA1A0E22-CBB4-498B-80D2-83926F182C05}" dt="2024-03-24T10:51:32.023" v="2040"/>
          <ac:spMkLst>
            <pc:docMk/>
            <pc:sldMk cId="3744329296" sldId="552"/>
            <ac:spMk id="3" creationId="{FB402644-EB69-491D-856F-6DC8A5EC8E98}"/>
          </ac:spMkLst>
        </pc:spChg>
      </pc:sldChg>
      <pc:sldChg chg="modSp mod">
        <pc:chgData name="Lohakare, Amit" userId="d0c59914-2652-45d2-9cc8-c7584646f742" providerId="ADAL" clId="{FA1A0E22-CBB4-498B-80D2-83926F182C05}" dt="2024-03-24T10:52:53.973" v="2060"/>
        <pc:sldMkLst>
          <pc:docMk/>
          <pc:sldMk cId="3453583063" sldId="554"/>
        </pc:sldMkLst>
        <pc:spChg chg="mod">
          <ac:chgData name="Lohakare, Amit" userId="d0c59914-2652-45d2-9cc8-c7584646f742" providerId="ADAL" clId="{FA1A0E22-CBB4-498B-80D2-83926F182C05}" dt="2024-03-24T10:52:45.364" v="2059"/>
          <ac:spMkLst>
            <pc:docMk/>
            <pc:sldMk cId="3453583063" sldId="554"/>
            <ac:spMk id="2" creationId="{106AFD28-67CD-4096-9AF0-42E844D5099C}"/>
          </ac:spMkLst>
        </pc:spChg>
        <pc:spChg chg="mod">
          <ac:chgData name="Lohakare, Amit" userId="d0c59914-2652-45d2-9cc8-c7584646f742" providerId="ADAL" clId="{FA1A0E22-CBB4-498B-80D2-83926F182C05}" dt="2024-03-24T10:52:53.973" v="2060"/>
          <ac:spMkLst>
            <pc:docMk/>
            <pc:sldMk cId="3453583063" sldId="554"/>
            <ac:spMk id="3" creationId="{60C088D1-3B30-47D7-ABCC-7C97C262C4C7}"/>
          </ac:spMkLst>
        </pc:spChg>
      </pc:sldChg>
      <pc:sldChg chg="modSp mod">
        <pc:chgData name="Lohakare, Amit" userId="d0c59914-2652-45d2-9cc8-c7584646f742" providerId="ADAL" clId="{FA1A0E22-CBB4-498B-80D2-83926F182C05}" dt="2024-03-24T10:53:11.564" v="2061"/>
        <pc:sldMkLst>
          <pc:docMk/>
          <pc:sldMk cId="1177948408" sldId="556"/>
        </pc:sldMkLst>
        <pc:spChg chg="mod">
          <ac:chgData name="Lohakare, Amit" userId="d0c59914-2652-45d2-9cc8-c7584646f742" providerId="ADAL" clId="{FA1A0E22-CBB4-498B-80D2-83926F182C05}" dt="2024-03-24T10:53:11.564" v="2061"/>
          <ac:spMkLst>
            <pc:docMk/>
            <pc:sldMk cId="1177948408" sldId="556"/>
            <ac:spMk id="2" creationId="{3D0F581D-BD12-4245-86D1-B509B57B3D2B}"/>
          </ac:spMkLst>
        </pc:spChg>
      </pc:sldChg>
      <pc:sldChg chg="modSp mod">
        <pc:chgData name="Lohakare, Amit" userId="d0c59914-2652-45d2-9cc8-c7584646f742" providerId="ADAL" clId="{FA1A0E22-CBB4-498B-80D2-83926F182C05}" dt="2024-03-24T10:53:31.061" v="2063"/>
        <pc:sldMkLst>
          <pc:docMk/>
          <pc:sldMk cId="2704724791" sldId="557"/>
        </pc:sldMkLst>
        <pc:spChg chg="mod">
          <ac:chgData name="Lohakare, Amit" userId="d0c59914-2652-45d2-9cc8-c7584646f742" providerId="ADAL" clId="{FA1A0E22-CBB4-498B-80D2-83926F182C05}" dt="2024-03-24T10:53:31.061" v="2063"/>
          <ac:spMkLst>
            <pc:docMk/>
            <pc:sldMk cId="2704724791" sldId="557"/>
            <ac:spMk id="2" creationId="{964B0D98-7CC7-4A99-8D97-905DA5A3BDEF}"/>
          </ac:spMkLst>
        </pc:spChg>
      </pc:sldChg>
      <pc:sldChg chg="modSp mod">
        <pc:chgData name="Lohakare, Amit" userId="d0c59914-2652-45d2-9cc8-c7584646f742" providerId="ADAL" clId="{FA1A0E22-CBB4-498B-80D2-83926F182C05}" dt="2024-03-24T10:53:40.017" v="2064"/>
        <pc:sldMkLst>
          <pc:docMk/>
          <pc:sldMk cId="288173967" sldId="558"/>
        </pc:sldMkLst>
        <pc:spChg chg="mod">
          <ac:chgData name="Lohakare, Amit" userId="d0c59914-2652-45d2-9cc8-c7584646f742" providerId="ADAL" clId="{FA1A0E22-CBB4-498B-80D2-83926F182C05}" dt="2024-03-24T10:53:40.017" v="2064"/>
          <ac:spMkLst>
            <pc:docMk/>
            <pc:sldMk cId="288173967" sldId="558"/>
            <ac:spMk id="2" creationId="{90A465CF-5F4E-4ECE-8C80-7C1674DDA8A7}"/>
          </ac:spMkLst>
        </pc:spChg>
      </pc:sldChg>
      <pc:sldChg chg="delSp modSp mod">
        <pc:chgData name="Lohakare, Amit" userId="d0c59914-2652-45d2-9cc8-c7584646f742" providerId="ADAL" clId="{FA1A0E22-CBB4-498B-80D2-83926F182C05}" dt="2024-03-21T11:35:44.864" v="93" actId="1076"/>
        <pc:sldMkLst>
          <pc:docMk/>
          <pc:sldMk cId="1867010510" sldId="559"/>
        </pc:sldMkLst>
        <pc:spChg chg="del">
          <ac:chgData name="Lohakare, Amit" userId="d0c59914-2652-45d2-9cc8-c7584646f742" providerId="ADAL" clId="{FA1A0E22-CBB4-498B-80D2-83926F182C05}" dt="2024-03-21T11:33:26.778" v="73" actId="478"/>
          <ac:spMkLst>
            <pc:docMk/>
            <pc:sldMk cId="1867010510" sldId="559"/>
            <ac:spMk id="12" creationId="{00A088CE-AAEC-482F-8E7D-5F3BC82CC2F7}"/>
          </ac:spMkLst>
        </pc:spChg>
        <pc:spChg chg="mod">
          <ac:chgData name="Lohakare, Amit" userId="d0c59914-2652-45d2-9cc8-c7584646f742" providerId="ADAL" clId="{FA1A0E22-CBB4-498B-80D2-83926F182C05}" dt="2024-03-21T11:34:24.866" v="86" actId="1076"/>
          <ac:spMkLst>
            <pc:docMk/>
            <pc:sldMk cId="1867010510" sldId="559"/>
            <ac:spMk id="14" creationId="{E8350CC4-B832-4FDC-B6DE-811B307D9F2B}"/>
          </ac:spMkLst>
        </pc:spChg>
        <pc:spChg chg="mod">
          <ac:chgData name="Lohakare, Amit" userId="d0c59914-2652-45d2-9cc8-c7584646f742" providerId="ADAL" clId="{FA1A0E22-CBB4-498B-80D2-83926F182C05}" dt="2024-03-21T11:35:44.864" v="93" actId="1076"/>
          <ac:spMkLst>
            <pc:docMk/>
            <pc:sldMk cId="1867010510" sldId="559"/>
            <ac:spMk id="15" creationId="{32FDD4CA-AAFA-46B2-8C85-F33A7C0D573C}"/>
          </ac:spMkLst>
        </pc:spChg>
        <pc:spChg chg="mod">
          <ac:chgData name="Lohakare, Amit" userId="d0c59914-2652-45d2-9cc8-c7584646f742" providerId="ADAL" clId="{FA1A0E22-CBB4-498B-80D2-83926F182C05}" dt="2024-03-21T11:35:28.567" v="90" actId="1076"/>
          <ac:spMkLst>
            <pc:docMk/>
            <pc:sldMk cId="1867010510" sldId="559"/>
            <ac:spMk id="16" creationId="{A22301B7-C9C3-465D-85CB-A387F74F3C7D}"/>
          </ac:spMkLst>
        </pc:spChg>
        <pc:spChg chg="del">
          <ac:chgData name="Lohakare, Amit" userId="d0c59914-2652-45d2-9cc8-c7584646f742" providerId="ADAL" clId="{FA1A0E22-CBB4-498B-80D2-83926F182C05}" dt="2024-03-21T11:33:24.988" v="72" actId="478"/>
          <ac:spMkLst>
            <pc:docMk/>
            <pc:sldMk cId="1867010510" sldId="559"/>
            <ac:spMk id="17" creationId="{351D36A3-4A41-4B26-A24D-486CC6076D10}"/>
          </ac:spMkLst>
        </pc:spChg>
        <pc:spChg chg="mod">
          <ac:chgData name="Lohakare, Amit" userId="d0c59914-2652-45d2-9cc8-c7584646f742" providerId="ADAL" clId="{FA1A0E22-CBB4-498B-80D2-83926F182C05}" dt="2024-03-21T11:34:38.940" v="88" actId="1076"/>
          <ac:spMkLst>
            <pc:docMk/>
            <pc:sldMk cId="1867010510" sldId="559"/>
            <ac:spMk id="19" creationId="{A795F3CC-295D-4825-BD8E-EFD3438EA21D}"/>
          </ac:spMkLst>
        </pc:spChg>
        <pc:spChg chg="del">
          <ac:chgData name="Lohakare, Amit" userId="d0c59914-2652-45d2-9cc8-c7584646f742" providerId="ADAL" clId="{FA1A0E22-CBB4-498B-80D2-83926F182C05}" dt="2024-03-21T11:33:12.137" v="71" actId="478"/>
          <ac:spMkLst>
            <pc:docMk/>
            <pc:sldMk cId="1867010510" sldId="559"/>
            <ac:spMk id="20" creationId="{07B19631-9136-41F7-A9EB-7A2887B3D20C}"/>
          </ac:spMkLst>
        </pc:spChg>
        <pc:picChg chg="mod">
          <ac:chgData name="Lohakare, Amit" userId="d0c59914-2652-45d2-9cc8-c7584646f742" providerId="ADAL" clId="{FA1A0E22-CBB4-498B-80D2-83926F182C05}" dt="2024-03-21T11:34:14.946" v="84" actId="14100"/>
          <ac:picMkLst>
            <pc:docMk/>
            <pc:sldMk cId="1867010510" sldId="559"/>
            <ac:picMk id="6" creationId="{217B6EEB-ED3D-460E-806E-FC2DECE86D2B}"/>
          </ac:picMkLst>
        </pc:picChg>
        <pc:cxnChg chg="mod">
          <ac:chgData name="Lohakare, Amit" userId="d0c59914-2652-45d2-9cc8-c7584646f742" providerId="ADAL" clId="{FA1A0E22-CBB4-498B-80D2-83926F182C05}" dt="2024-03-21T11:35:37.494" v="92" actId="14100"/>
          <ac:cxnSpMkLst>
            <pc:docMk/>
            <pc:sldMk cId="1867010510" sldId="559"/>
            <ac:cxnSpMk id="10" creationId="{D98A883D-472A-44DF-804A-B7888EA2EBEF}"/>
          </ac:cxnSpMkLst>
        </pc:cxnChg>
        <pc:cxnChg chg="mod">
          <ac:chgData name="Lohakare, Amit" userId="d0c59914-2652-45d2-9cc8-c7584646f742" providerId="ADAL" clId="{FA1A0E22-CBB4-498B-80D2-83926F182C05}" dt="2024-03-21T11:35:22.685" v="89" actId="1076"/>
          <ac:cxnSpMkLst>
            <pc:docMk/>
            <pc:sldMk cId="1867010510" sldId="559"/>
            <ac:cxnSpMk id="11" creationId="{CC08B0FA-016E-46EC-A407-130CEEB1AA08}"/>
          </ac:cxnSpMkLst>
        </pc:cxnChg>
        <pc:cxnChg chg="mod">
          <ac:chgData name="Lohakare, Amit" userId="d0c59914-2652-45d2-9cc8-c7584646f742" providerId="ADAL" clId="{FA1A0E22-CBB4-498B-80D2-83926F182C05}" dt="2024-03-21T11:34:20.198" v="85" actId="1076"/>
          <ac:cxnSpMkLst>
            <pc:docMk/>
            <pc:sldMk cId="1867010510" sldId="559"/>
            <ac:cxnSpMk id="13" creationId="{38FF1ED6-EDDF-4E26-BB53-C6581548844A}"/>
          </ac:cxnSpMkLst>
        </pc:cxnChg>
        <pc:cxnChg chg="mod">
          <ac:chgData name="Lohakare, Amit" userId="d0c59914-2652-45d2-9cc8-c7584646f742" providerId="ADAL" clId="{FA1A0E22-CBB4-498B-80D2-83926F182C05}" dt="2024-03-21T11:34:32.838" v="87" actId="1076"/>
          <ac:cxnSpMkLst>
            <pc:docMk/>
            <pc:sldMk cId="1867010510" sldId="559"/>
            <ac:cxnSpMk id="18" creationId="{24118E9B-C9A6-419A-8F99-A67A3007E37A}"/>
          </ac:cxnSpMkLst>
        </pc:cxnChg>
      </pc:sldChg>
      <pc:sldChg chg="addSp delSp modSp mod">
        <pc:chgData name="Lohakare, Amit" userId="d0c59914-2652-45d2-9cc8-c7584646f742" providerId="ADAL" clId="{FA1A0E22-CBB4-498B-80D2-83926F182C05}" dt="2024-03-21T11:51:35.078" v="125" actId="1076"/>
        <pc:sldMkLst>
          <pc:docMk/>
          <pc:sldMk cId="2469337200" sldId="560"/>
        </pc:sldMkLst>
        <pc:spChg chg="add del">
          <ac:chgData name="Lohakare, Amit" userId="d0c59914-2652-45d2-9cc8-c7584646f742" providerId="ADAL" clId="{FA1A0E22-CBB4-498B-80D2-83926F182C05}" dt="2024-03-21T11:44:39.877" v="97" actId="11529"/>
          <ac:spMkLst>
            <pc:docMk/>
            <pc:sldMk cId="2469337200" sldId="560"/>
            <ac:spMk id="7" creationId="{A1AAE23A-9653-C6B0-EBDA-F873F7149E12}"/>
          </ac:spMkLst>
        </pc:spChg>
        <pc:spChg chg="add mod">
          <ac:chgData name="Lohakare, Amit" userId="d0c59914-2652-45d2-9cc8-c7584646f742" providerId="ADAL" clId="{FA1A0E22-CBB4-498B-80D2-83926F182C05}" dt="2024-03-21T11:45:05.968" v="101" actId="767"/>
          <ac:spMkLst>
            <pc:docMk/>
            <pc:sldMk cId="2469337200" sldId="560"/>
            <ac:spMk id="8" creationId="{F569912B-22F3-F83E-0CF2-F2B058D5296A}"/>
          </ac:spMkLst>
        </pc:spChg>
        <pc:spChg chg="mod">
          <ac:chgData name="Lohakare, Amit" userId="d0c59914-2652-45d2-9cc8-c7584646f742" providerId="ADAL" clId="{FA1A0E22-CBB4-498B-80D2-83926F182C05}" dt="2024-03-21T11:49:23.488" v="112" actId="1076"/>
          <ac:spMkLst>
            <pc:docMk/>
            <pc:sldMk cId="2469337200" sldId="560"/>
            <ac:spMk id="29" creationId="{5C115202-F44C-4C00-9BFD-C527F29A85FB}"/>
          </ac:spMkLst>
        </pc:spChg>
        <pc:spChg chg="mod">
          <ac:chgData name="Lohakare, Amit" userId="d0c59914-2652-45d2-9cc8-c7584646f742" providerId="ADAL" clId="{FA1A0E22-CBB4-498B-80D2-83926F182C05}" dt="2024-03-21T11:48:49.904" v="109" actId="1076"/>
          <ac:spMkLst>
            <pc:docMk/>
            <pc:sldMk cId="2469337200" sldId="560"/>
            <ac:spMk id="32" creationId="{B2625DDE-2E1D-4B32-9819-48773A25DF68}"/>
          </ac:spMkLst>
        </pc:spChg>
        <pc:spChg chg="mod">
          <ac:chgData name="Lohakare, Amit" userId="d0c59914-2652-45d2-9cc8-c7584646f742" providerId="ADAL" clId="{FA1A0E22-CBB4-498B-80D2-83926F182C05}" dt="2024-03-21T11:49:07.977" v="111" actId="1076"/>
          <ac:spMkLst>
            <pc:docMk/>
            <pc:sldMk cId="2469337200" sldId="560"/>
            <ac:spMk id="34" creationId="{DED2CE31-098A-4F9E-8F11-895919D4F838}"/>
          </ac:spMkLst>
        </pc:spChg>
        <pc:spChg chg="mod">
          <ac:chgData name="Lohakare, Amit" userId="d0c59914-2652-45d2-9cc8-c7584646f742" providerId="ADAL" clId="{FA1A0E22-CBB4-498B-80D2-83926F182C05}" dt="2024-03-21T11:50:09.320" v="113" actId="1076"/>
          <ac:spMkLst>
            <pc:docMk/>
            <pc:sldMk cId="2469337200" sldId="560"/>
            <ac:spMk id="35" creationId="{9ECA57A6-2D2A-4EDE-B684-EC5FC91341F7}"/>
          </ac:spMkLst>
        </pc:spChg>
        <pc:spChg chg="mod">
          <ac:chgData name="Lohakare, Amit" userId="d0c59914-2652-45d2-9cc8-c7584646f742" providerId="ADAL" clId="{FA1A0E22-CBB4-498B-80D2-83926F182C05}" dt="2024-03-21T11:50:34.137" v="118" actId="1076"/>
          <ac:spMkLst>
            <pc:docMk/>
            <pc:sldMk cId="2469337200" sldId="560"/>
            <ac:spMk id="36" creationId="{510ED35E-86FA-4DB1-84B8-9F7966205824}"/>
          </ac:spMkLst>
        </pc:spChg>
        <pc:spChg chg="mod">
          <ac:chgData name="Lohakare, Amit" userId="d0c59914-2652-45d2-9cc8-c7584646f742" providerId="ADAL" clId="{FA1A0E22-CBB4-498B-80D2-83926F182C05}" dt="2024-03-21T11:51:01.675" v="121" actId="1076"/>
          <ac:spMkLst>
            <pc:docMk/>
            <pc:sldMk cId="2469337200" sldId="560"/>
            <ac:spMk id="37" creationId="{960989FC-FE53-4428-B226-84F914FDB949}"/>
          </ac:spMkLst>
        </pc:spChg>
        <pc:spChg chg="mod">
          <ac:chgData name="Lohakare, Amit" userId="d0c59914-2652-45d2-9cc8-c7584646f742" providerId="ADAL" clId="{FA1A0E22-CBB4-498B-80D2-83926F182C05}" dt="2024-03-21T11:51:15.313" v="123" actId="1076"/>
          <ac:spMkLst>
            <pc:docMk/>
            <pc:sldMk cId="2469337200" sldId="560"/>
            <ac:spMk id="38" creationId="{0A1DE2CF-8325-4E0F-A660-131B554D0470}"/>
          </ac:spMkLst>
        </pc:spChg>
        <pc:spChg chg="mod">
          <ac:chgData name="Lohakare, Amit" userId="d0c59914-2652-45d2-9cc8-c7584646f742" providerId="ADAL" clId="{FA1A0E22-CBB4-498B-80D2-83926F182C05}" dt="2024-03-21T11:51:35.078" v="125" actId="1076"/>
          <ac:spMkLst>
            <pc:docMk/>
            <pc:sldMk cId="2469337200" sldId="560"/>
            <ac:spMk id="45" creationId="{3E4F55E6-B4CD-4763-9608-BCA2B788EA2B}"/>
          </ac:spMkLst>
        </pc:spChg>
        <pc:spChg chg="mod">
          <ac:chgData name="Lohakare, Amit" userId="d0c59914-2652-45d2-9cc8-c7584646f742" providerId="ADAL" clId="{FA1A0E22-CBB4-498B-80D2-83926F182C05}" dt="2024-03-21T11:50:48.734" v="120" actId="1076"/>
          <ac:spMkLst>
            <pc:docMk/>
            <pc:sldMk cId="2469337200" sldId="560"/>
            <ac:spMk id="47" creationId="{980A7231-D7B4-4928-B183-C25F322EBD59}"/>
          </ac:spMkLst>
        </pc:spChg>
        <pc:picChg chg="mod">
          <ac:chgData name="Lohakare, Amit" userId="d0c59914-2652-45d2-9cc8-c7584646f742" providerId="ADAL" clId="{FA1A0E22-CBB4-498B-80D2-83926F182C05}" dt="2024-03-21T11:48:40.590" v="108" actId="1076"/>
          <ac:picMkLst>
            <pc:docMk/>
            <pc:sldMk cId="2469337200" sldId="560"/>
            <ac:picMk id="28" creationId="{7ED504D4-0609-4160-A4BD-1F4DA6D5109C}"/>
          </ac:picMkLst>
        </pc:picChg>
        <pc:cxnChg chg="add del">
          <ac:chgData name="Lohakare, Amit" userId="d0c59914-2652-45d2-9cc8-c7584646f742" providerId="ADAL" clId="{FA1A0E22-CBB4-498B-80D2-83926F182C05}" dt="2024-03-21T11:44:31.883" v="95" actId="11529"/>
          <ac:cxnSpMkLst>
            <pc:docMk/>
            <pc:sldMk cId="2469337200" sldId="560"/>
            <ac:cxnSpMk id="6" creationId="{65540C83-CF4A-0CF0-DB6C-50321705F579}"/>
          </ac:cxnSpMkLst>
        </pc:cxnChg>
        <pc:cxnChg chg="mod">
          <ac:chgData name="Lohakare, Amit" userId="d0c59914-2652-45d2-9cc8-c7584646f742" providerId="ADAL" clId="{FA1A0E22-CBB4-498B-80D2-83926F182C05}" dt="2024-03-21T11:48:55.233" v="110" actId="1076"/>
          <ac:cxnSpMkLst>
            <pc:docMk/>
            <pc:sldMk cId="2469337200" sldId="560"/>
            <ac:cxnSpMk id="41" creationId="{A396C931-A145-4578-9601-D53FBBC56B76}"/>
          </ac:cxnSpMkLst>
        </pc:cxnChg>
        <pc:cxnChg chg="mod">
          <ac:chgData name="Lohakare, Amit" userId="d0c59914-2652-45d2-9cc8-c7584646f742" providerId="ADAL" clId="{FA1A0E22-CBB4-498B-80D2-83926F182C05}" dt="2024-03-21T11:50:23.687" v="116" actId="1076"/>
          <ac:cxnSpMkLst>
            <pc:docMk/>
            <pc:sldMk cId="2469337200" sldId="560"/>
            <ac:cxnSpMk id="42" creationId="{5E512AC2-E002-4B33-BF05-4BC5164D1C5E}"/>
          </ac:cxnSpMkLst>
        </pc:cxnChg>
        <pc:cxnChg chg="mod">
          <ac:chgData name="Lohakare, Amit" userId="d0c59914-2652-45d2-9cc8-c7584646f742" providerId="ADAL" clId="{FA1A0E22-CBB4-498B-80D2-83926F182C05}" dt="2024-03-21T11:51:06.722" v="122" actId="1076"/>
          <ac:cxnSpMkLst>
            <pc:docMk/>
            <pc:sldMk cId="2469337200" sldId="560"/>
            <ac:cxnSpMk id="43" creationId="{226C59C8-2573-4076-9C7A-85FC3F41CF39}"/>
          </ac:cxnSpMkLst>
        </pc:cxnChg>
        <pc:cxnChg chg="mod">
          <ac:chgData name="Lohakare, Amit" userId="d0c59914-2652-45d2-9cc8-c7584646f742" providerId="ADAL" clId="{FA1A0E22-CBB4-498B-80D2-83926F182C05}" dt="2024-03-21T11:51:26.620" v="124" actId="1076"/>
          <ac:cxnSpMkLst>
            <pc:docMk/>
            <pc:sldMk cId="2469337200" sldId="560"/>
            <ac:cxnSpMk id="44" creationId="{E162D1D3-9704-4364-8F29-91C1F2E1F814}"/>
          </ac:cxnSpMkLst>
        </pc:cxnChg>
        <pc:cxnChg chg="mod">
          <ac:chgData name="Lohakare, Amit" userId="d0c59914-2652-45d2-9cc8-c7584646f742" providerId="ADAL" clId="{FA1A0E22-CBB4-498B-80D2-83926F182C05}" dt="2024-03-21T11:50:45.171" v="119" actId="1076"/>
          <ac:cxnSpMkLst>
            <pc:docMk/>
            <pc:sldMk cId="2469337200" sldId="560"/>
            <ac:cxnSpMk id="46" creationId="{F7AC97E4-ED57-408C-A9DB-0778FBBE65BA}"/>
          </ac:cxnSpMkLst>
        </pc:cxnChg>
      </pc:sldChg>
      <pc:sldChg chg="modSp mod">
        <pc:chgData name="Lohakare, Amit" userId="d0c59914-2652-45d2-9cc8-c7584646f742" providerId="ADAL" clId="{FA1A0E22-CBB4-498B-80D2-83926F182C05}" dt="2024-03-22T05:02:06.321" v="134" actId="20577"/>
        <pc:sldMkLst>
          <pc:docMk/>
          <pc:sldMk cId="3532627000" sldId="563"/>
        </pc:sldMkLst>
        <pc:spChg chg="mod">
          <ac:chgData name="Lohakare, Amit" userId="d0c59914-2652-45d2-9cc8-c7584646f742" providerId="ADAL" clId="{FA1A0E22-CBB4-498B-80D2-83926F182C05}" dt="2024-03-22T05:02:06.321" v="134" actId="20577"/>
          <ac:spMkLst>
            <pc:docMk/>
            <pc:sldMk cId="3532627000" sldId="563"/>
            <ac:spMk id="3" creationId="{15B2F6C3-37DD-4D2C-8DD6-C1D90982A34C}"/>
          </ac:spMkLst>
        </pc:spChg>
      </pc:sldChg>
      <pc:sldChg chg="modSp mod">
        <pc:chgData name="Lohakare, Amit" userId="d0c59914-2652-45d2-9cc8-c7584646f742" providerId="ADAL" clId="{FA1A0E22-CBB4-498B-80D2-83926F182C05}" dt="2024-03-22T05:06:33.761" v="137" actId="14100"/>
        <pc:sldMkLst>
          <pc:docMk/>
          <pc:sldMk cId="107875394" sldId="564"/>
        </pc:sldMkLst>
        <pc:picChg chg="mod">
          <ac:chgData name="Lohakare, Amit" userId="d0c59914-2652-45d2-9cc8-c7584646f742" providerId="ADAL" clId="{FA1A0E22-CBB4-498B-80D2-83926F182C05}" dt="2024-03-22T05:06:33.761" v="137" actId="14100"/>
          <ac:picMkLst>
            <pc:docMk/>
            <pc:sldMk cId="107875394" sldId="564"/>
            <ac:picMk id="22" creationId="{ED213A92-56BF-419C-9648-AEAA9F01FF1B}"/>
          </ac:picMkLst>
        </pc:picChg>
      </pc:sldChg>
      <pc:sldChg chg="modSp mod">
        <pc:chgData name="Lohakare, Amit" userId="d0c59914-2652-45d2-9cc8-c7584646f742" providerId="ADAL" clId="{FA1A0E22-CBB4-498B-80D2-83926F182C05}" dt="2024-03-22T05:03:19.503" v="135" actId="313"/>
        <pc:sldMkLst>
          <pc:docMk/>
          <pc:sldMk cId="2914761865" sldId="565"/>
        </pc:sldMkLst>
        <pc:spChg chg="mod">
          <ac:chgData name="Lohakare, Amit" userId="d0c59914-2652-45d2-9cc8-c7584646f742" providerId="ADAL" clId="{FA1A0E22-CBB4-498B-80D2-83926F182C05}" dt="2024-03-22T05:03:19.503" v="135" actId="313"/>
          <ac:spMkLst>
            <pc:docMk/>
            <pc:sldMk cId="2914761865" sldId="565"/>
            <ac:spMk id="3" creationId="{DB80641F-C705-47C4-B207-A829F6F9F060}"/>
          </ac:spMkLst>
        </pc:spChg>
      </pc:sldChg>
      <pc:sldChg chg="addSp delSp modSp mod addCm delCm">
        <pc:chgData name="Lohakare, Amit" userId="d0c59914-2652-45d2-9cc8-c7584646f742" providerId="ADAL" clId="{FA1A0E22-CBB4-498B-80D2-83926F182C05}" dt="2024-03-24T10:58:30.106" v="2085"/>
        <pc:sldMkLst>
          <pc:docMk/>
          <pc:sldMk cId="705561885" sldId="570"/>
        </pc:sldMkLst>
        <pc:spChg chg="mod">
          <ac:chgData name="Lohakare, Amit" userId="d0c59914-2652-45d2-9cc8-c7584646f742" providerId="ADAL" clId="{FA1A0E22-CBB4-498B-80D2-83926F182C05}" dt="2024-03-22T08:21:18.680" v="282" actId="20577"/>
          <ac:spMkLst>
            <pc:docMk/>
            <pc:sldMk cId="705561885" sldId="570"/>
            <ac:spMk id="2" creationId="{ACE06DDF-F324-4866-8EEE-72B16A1A1BB9}"/>
          </ac:spMkLst>
        </pc:spChg>
        <pc:spChg chg="mod">
          <ac:chgData name="Lohakare, Amit" userId="d0c59914-2652-45d2-9cc8-c7584646f742" providerId="ADAL" clId="{FA1A0E22-CBB4-498B-80D2-83926F182C05}" dt="2024-03-22T08:45:29.233" v="416"/>
          <ac:spMkLst>
            <pc:docMk/>
            <pc:sldMk cId="705561885" sldId="570"/>
            <ac:spMk id="3" creationId="{853865CD-89FF-481B-BED1-24644B0653B5}"/>
          </ac:spMkLst>
        </pc:spChg>
        <pc:spChg chg="mod">
          <ac:chgData name="Lohakare, Amit" userId="d0c59914-2652-45d2-9cc8-c7584646f742" providerId="ADAL" clId="{FA1A0E22-CBB4-498B-80D2-83926F182C05}" dt="2024-03-22T08:15:16.209" v="240" actId="1076"/>
          <ac:spMkLst>
            <pc:docMk/>
            <pc:sldMk cId="705561885" sldId="570"/>
            <ac:spMk id="9" creationId="{D0C5142C-6638-4E72-9056-F2D6995DDD3A}"/>
          </ac:spMkLst>
        </pc:spChg>
        <pc:spChg chg="mod">
          <ac:chgData name="Lohakare, Amit" userId="d0c59914-2652-45d2-9cc8-c7584646f742" providerId="ADAL" clId="{FA1A0E22-CBB4-498B-80D2-83926F182C05}" dt="2024-03-22T06:56:55.032" v="174" actId="1076"/>
          <ac:spMkLst>
            <pc:docMk/>
            <pc:sldMk cId="705561885" sldId="570"/>
            <ac:spMk id="11" creationId="{576EE6A8-5D3B-49C2-987F-8381BE120BAF}"/>
          </ac:spMkLst>
        </pc:spChg>
        <pc:spChg chg="mod">
          <ac:chgData name="Lohakare, Amit" userId="d0c59914-2652-45d2-9cc8-c7584646f742" providerId="ADAL" clId="{FA1A0E22-CBB4-498B-80D2-83926F182C05}" dt="2024-03-22T08:10:17.709" v="176" actId="1076"/>
          <ac:spMkLst>
            <pc:docMk/>
            <pc:sldMk cId="705561885" sldId="570"/>
            <ac:spMk id="13" creationId="{A35A10AE-6475-4206-8E74-4F891D61F4F0}"/>
          </ac:spMkLst>
        </pc:spChg>
        <pc:spChg chg="mod">
          <ac:chgData name="Lohakare, Amit" userId="d0c59914-2652-45d2-9cc8-c7584646f742" providerId="ADAL" clId="{FA1A0E22-CBB4-498B-80D2-83926F182C05}" dt="2024-03-22T08:10:08.820" v="175" actId="1076"/>
          <ac:spMkLst>
            <pc:docMk/>
            <pc:sldMk cId="705561885" sldId="570"/>
            <ac:spMk id="15" creationId="{4FB29A77-F521-4F8F-BA93-14C54E09D30A}"/>
          </ac:spMkLst>
        </pc:spChg>
        <pc:spChg chg="mod">
          <ac:chgData name="Lohakare, Amit" userId="d0c59914-2652-45d2-9cc8-c7584646f742" providerId="ADAL" clId="{FA1A0E22-CBB4-498B-80D2-83926F182C05}" dt="2024-03-22T08:17:30.930" v="251"/>
          <ac:spMkLst>
            <pc:docMk/>
            <pc:sldMk cId="705561885" sldId="570"/>
            <ac:spMk id="16" creationId="{A74FBCD1-B9E7-4F36-9305-8B73D1697CB8}"/>
          </ac:spMkLst>
        </pc:spChg>
        <pc:spChg chg="mod">
          <ac:chgData name="Lohakare, Amit" userId="d0c59914-2652-45d2-9cc8-c7584646f742" providerId="ADAL" clId="{FA1A0E22-CBB4-498B-80D2-83926F182C05}" dt="2024-03-22T08:15:10.211" v="239" actId="1076"/>
          <ac:spMkLst>
            <pc:docMk/>
            <pc:sldMk cId="705561885" sldId="570"/>
            <ac:spMk id="19" creationId="{B87FE606-7EC8-49EF-A099-DAE7EFB1FE9E}"/>
          </ac:spMkLst>
        </pc:spChg>
        <pc:spChg chg="mod">
          <ac:chgData name="Lohakare, Amit" userId="d0c59914-2652-45d2-9cc8-c7584646f742" providerId="ADAL" clId="{FA1A0E22-CBB4-498B-80D2-83926F182C05}" dt="2024-03-22T06:28:40.408" v="142" actId="14100"/>
          <ac:spMkLst>
            <pc:docMk/>
            <pc:sldMk cId="705561885" sldId="570"/>
            <ac:spMk id="20" creationId="{96CCA218-BA48-439D-8BC8-062A2975FB14}"/>
          </ac:spMkLst>
        </pc:spChg>
        <pc:spChg chg="mod">
          <ac:chgData name="Lohakare, Amit" userId="d0c59914-2652-45d2-9cc8-c7584646f742" providerId="ADAL" clId="{FA1A0E22-CBB4-498B-80D2-83926F182C05}" dt="2024-03-22T06:53:35.475" v="153" actId="1076"/>
          <ac:spMkLst>
            <pc:docMk/>
            <pc:sldMk cId="705561885" sldId="570"/>
            <ac:spMk id="23" creationId="{C2BBDC86-DC6C-41DD-A789-D8B68ACDAF55}"/>
          </ac:spMkLst>
        </pc:spChg>
        <pc:spChg chg="add del">
          <ac:chgData name="Lohakare, Amit" userId="d0c59914-2652-45d2-9cc8-c7584646f742" providerId="ADAL" clId="{FA1A0E22-CBB4-498B-80D2-83926F182C05}" dt="2024-03-22T08:17:23.372" v="249" actId="22"/>
          <ac:spMkLst>
            <pc:docMk/>
            <pc:sldMk cId="705561885" sldId="570"/>
            <ac:spMk id="27" creationId="{4433C104-4C0C-CECD-57D1-DB1DB56033DD}"/>
          </ac:spMkLst>
        </pc:spChg>
        <pc:spChg chg="add del mod">
          <ac:chgData name="Lohakare, Amit" userId="d0c59914-2652-45d2-9cc8-c7584646f742" providerId="ADAL" clId="{FA1A0E22-CBB4-498B-80D2-83926F182C05}" dt="2024-03-22T08:17:46.955" v="255" actId="22"/>
          <ac:spMkLst>
            <pc:docMk/>
            <pc:sldMk cId="705561885" sldId="570"/>
            <ac:spMk id="29" creationId="{3202FFC3-EB73-01BE-DBA1-2829633446A0}"/>
          </ac:spMkLst>
        </pc:spChg>
        <pc:spChg chg="add mod">
          <ac:chgData name="Lohakare, Amit" userId="d0c59914-2652-45d2-9cc8-c7584646f742" providerId="ADAL" clId="{FA1A0E22-CBB4-498B-80D2-83926F182C05}" dt="2024-03-22T08:19:28.577" v="270" actId="1076"/>
          <ac:spMkLst>
            <pc:docMk/>
            <pc:sldMk cId="705561885" sldId="570"/>
            <ac:spMk id="30" creationId="{531B6DCF-6005-3610-236B-8FF011867E49}"/>
          </ac:spMkLst>
        </pc:spChg>
        <pc:picChg chg="mod">
          <ac:chgData name="Lohakare, Amit" userId="d0c59914-2652-45d2-9cc8-c7584646f742" providerId="ADAL" clId="{FA1A0E22-CBB4-498B-80D2-83926F182C05}" dt="2024-03-22T06:28:29.310" v="141" actId="14100"/>
          <ac:picMkLst>
            <pc:docMk/>
            <pc:sldMk cId="705561885" sldId="570"/>
            <ac:picMk id="7" creationId="{B3C64B9F-37B4-4267-8017-B29B6BB846A0}"/>
          </ac:picMkLst>
        </pc:picChg>
        <pc:cxnChg chg="mod">
          <ac:chgData name="Lohakare, Amit" userId="d0c59914-2652-45d2-9cc8-c7584646f742" providerId="ADAL" clId="{FA1A0E22-CBB4-498B-80D2-83926F182C05}" dt="2024-03-22T06:56:23.531" v="173" actId="1035"/>
          <ac:cxnSpMkLst>
            <pc:docMk/>
            <pc:sldMk cId="705561885" sldId="570"/>
            <ac:cxnSpMk id="8" creationId="{F9FE1CFD-AD5D-4BF8-8161-F9C07F6A0FF0}"/>
          </ac:cxnSpMkLst>
        </pc:cxnChg>
        <pc:cxnChg chg="mod">
          <ac:chgData name="Lohakare, Amit" userId="d0c59914-2652-45d2-9cc8-c7584646f742" providerId="ADAL" clId="{FA1A0E22-CBB4-498B-80D2-83926F182C05}" dt="2024-03-22T06:51:14.393" v="144" actId="1076"/>
          <ac:cxnSpMkLst>
            <pc:docMk/>
            <pc:sldMk cId="705561885" sldId="570"/>
            <ac:cxnSpMk id="10" creationId="{B4007755-07DF-4396-A468-7109D87B8C07}"/>
          </ac:cxnSpMkLst>
        </pc:cxnChg>
        <pc:cxnChg chg="mod">
          <ac:chgData name="Lohakare, Amit" userId="d0c59914-2652-45d2-9cc8-c7584646f742" providerId="ADAL" clId="{FA1A0E22-CBB4-498B-80D2-83926F182C05}" dt="2024-03-22T06:56:09.467" v="167" actId="1036"/>
          <ac:cxnSpMkLst>
            <pc:docMk/>
            <pc:sldMk cId="705561885" sldId="570"/>
            <ac:cxnSpMk id="12" creationId="{ED873F92-6E9D-4795-9438-9E06D0CA3AF4}"/>
          </ac:cxnSpMkLst>
        </pc:cxnChg>
        <pc:cxnChg chg="mod">
          <ac:chgData name="Lohakare, Amit" userId="d0c59914-2652-45d2-9cc8-c7584646f742" providerId="ADAL" clId="{FA1A0E22-CBB4-498B-80D2-83926F182C05}" dt="2024-03-22T06:56:16.181" v="169" actId="1036"/>
          <ac:cxnSpMkLst>
            <pc:docMk/>
            <pc:sldMk cId="705561885" sldId="570"/>
            <ac:cxnSpMk id="14" creationId="{5C4E1E37-439D-4EFD-90D8-F643C69A96A6}"/>
          </ac:cxnSpMkLst>
        </pc:cxnChg>
        <pc:cxnChg chg="del mod">
          <ac:chgData name="Lohakare, Amit" userId="d0c59914-2652-45d2-9cc8-c7584646f742" providerId="ADAL" clId="{FA1A0E22-CBB4-498B-80D2-83926F182C05}" dt="2024-03-22T08:20:01.965" v="271" actId="478"/>
          <ac:cxnSpMkLst>
            <pc:docMk/>
            <pc:sldMk cId="705561885" sldId="570"/>
            <ac:cxnSpMk id="17" creationId="{F8A92B15-2624-4CE2-B95A-A1AAE5A49B02}"/>
          </ac:cxnSpMkLst>
        </pc:cxnChg>
        <pc:cxnChg chg="mod">
          <ac:chgData name="Lohakare, Amit" userId="d0c59914-2652-45d2-9cc8-c7584646f742" providerId="ADAL" clId="{FA1A0E22-CBB4-498B-80D2-83926F182C05}" dt="2024-03-22T06:52:44.539" v="149" actId="1076"/>
          <ac:cxnSpMkLst>
            <pc:docMk/>
            <pc:sldMk cId="705561885" sldId="570"/>
            <ac:cxnSpMk id="18" creationId="{897743EF-276A-4435-B428-3AB97F51A7B4}"/>
          </ac:cxnSpMkLst>
        </pc:cxnChg>
        <pc:cxnChg chg="mod">
          <ac:chgData name="Lohakare, Amit" userId="d0c59914-2652-45d2-9cc8-c7584646f742" providerId="ADAL" clId="{FA1A0E22-CBB4-498B-80D2-83926F182C05}" dt="2024-03-22T06:53:29.952" v="152" actId="14100"/>
          <ac:cxnSpMkLst>
            <pc:docMk/>
            <pc:sldMk cId="705561885" sldId="570"/>
            <ac:cxnSpMk id="22" creationId="{2185634D-2761-4196-B755-F50C39213210}"/>
          </ac:cxnSpMkLst>
        </pc:cxnChg>
        <pc:cxnChg chg="add mod">
          <ac:chgData name="Lohakare, Amit" userId="d0c59914-2652-45d2-9cc8-c7584646f742" providerId="ADAL" clId="{FA1A0E22-CBB4-498B-80D2-83926F182C05}" dt="2024-03-22T06:54:49.365" v="159" actId="1076"/>
          <ac:cxnSpMkLst>
            <pc:docMk/>
            <pc:sldMk cId="705561885" sldId="570"/>
            <ac:cxnSpMk id="24" creationId="{DB76BACB-8DCC-B5A0-15D4-C0E55A86096C}"/>
          </ac:cxnSpMkLst>
        </pc:cxnChg>
        <pc:cxnChg chg="add mod">
          <ac:chgData name="Lohakare, Amit" userId="d0c59914-2652-45d2-9cc8-c7584646f742" providerId="ADAL" clId="{FA1A0E22-CBB4-498B-80D2-83926F182C05}" dt="2024-03-22T06:56:03.084" v="165" actId="1038"/>
          <ac:cxnSpMkLst>
            <pc:docMk/>
            <pc:sldMk cId="705561885" sldId="570"/>
            <ac:cxnSpMk id="25" creationId="{99E2E9DC-B81B-2373-0A8D-5B8307B4259A}"/>
          </ac:cxnSpMkLst>
        </pc:cxnChg>
        <pc:extLst>
          <p:ext xmlns:p="http://schemas.openxmlformats.org/presentationml/2006/main" uri="{D6D511B9-2390-475A-947B-AFAB55BFBCF1}">
            <pc226:cmChg xmlns:pc226="http://schemas.microsoft.com/office/powerpoint/2022/06/main/command" chg="add del">
              <pc226:chgData name="Lohakare, Amit" userId="d0c59914-2652-45d2-9cc8-c7584646f742" providerId="ADAL" clId="{FA1A0E22-CBB4-498B-80D2-83926F182C05}" dt="2024-03-24T10:58:30.106" v="2085"/>
              <pc2:cmMkLst xmlns:pc2="http://schemas.microsoft.com/office/powerpoint/2019/9/main/command">
                <pc:docMk/>
                <pc:sldMk cId="705561885" sldId="570"/>
                <pc2:cmMk id="{36AADC77-D248-49F5-B1D5-1AFD0A6240C1}"/>
              </pc2:cmMkLst>
            </pc226:cmChg>
          </p:ext>
        </pc:extLst>
      </pc:sldChg>
      <pc:sldChg chg="addSp delSp modSp mod">
        <pc:chgData name="Lohakare, Amit" userId="d0c59914-2652-45d2-9cc8-c7584646f742" providerId="ADAL" clId="{FA1A0E22-CBB4-498B-80D2-83926F182C05}" dt="2024-03-23T11:04:42.724" v="1140" actId="20577"/>
        <pc:sldMkLst>
          <pc:docMk/>
          <pc:sldMk cId="4002191208" sldId="572"/>
        </pc:sldMkLst>
        <pc:spChg chg="add mod">
          <ac:chgData name="Lohakare, Amit" userId="d0c59914-2652-45d2-9cc8-c7584646f742" providerId="ADAL" clId="{FA1A0E22-CBB4-498B-80D2-83926F182C05}" dt="2024-03-23T10:26:23.160" v="898" actId="1076"/>
          <ac:spMkLst>
            <pc:docMk/>
            <pc:sldMk cId="4002191208" sldId="572"/>
            <ac:spMk id="3" creationId="{C20A2F25-CB98-1796-EA5B-B671C72A1AEA}"/>
          </ac:spMkLst>
        </pc:spChg>
        <pc:spChg chg="mod">
          <ac:chgData name="Lohakare, Amit" userId="d0c59914-2652-45d2-9cc8-c7584646f742" providerId="ADAL" clId="{FA1A0E22-CBB4-498B-80D2-83926F182C05}" dt="2024-03-23T11:04:42.724" v="1140" actId="20577"/>
          <ac:spMkLst>
            <pc:docMk/>
            <pc:sldMk cId="4002191208" sldId="572"/>
            <ac:spMk id="6" creationId="{9B962202-AF22-4E9B-B957-1855ABC826F8}"/>
          </ac:spMkLst>
        </pc:spChg>
        <pc:spChg chg="add mod">
          <ac:chgData name="Lohakare, Amit" userId="d0c59914-2652-45d2-9cc8-c7584646f742" providerId="ADAL" clId="{FA1A0E22-CBB4-498B-80D2-83926F182C05}" dt="2024-03-23T10:26:47.008" v="900" actId="1076"/>
          <ac:spMkLst>
            <pc:docMk/>
            <pc:sldMk cId="4002191208" sldId="572"/>
            <ac:spMk id="7" creationId="{CBDA8F65-0B04-29B2-5AC1-F24B929869D4}"/>
          </ac:spMkLst>
        </pc:spChg>
        <pc:spChg chg="mod">
          <ac:chgData name="Lohakare, Amit" userId="d0c59914-2652-45d2-9cc8-c7584646f742" providerId="ADAL" clId="{FA1A0E22-CBB4-498B-80D2-83926F182C05}" dt="2024-03-23T10:23:41.689" v="874" actId="1076"/>
          <ac:spMkLst>
            <pc:docMk/>
            <pc:sldMk cId="4002191208" sldId="572"/>
            <ac:spMk id="8" creationId="{51B1425D-ACC2-4B88-BC0F-183E188E2908}"/>
          </ac:spMkLst>
        </pc:spChg>
        <pc:spChg chg="mod">
          <ac:chgData name="Lohakare, Amit" userId="d0c59914-2652-45d2-9cc8-c7584646f742" providerId="ADAL" clId="{FA1A0E22-CBB4-498B-80D2-83926F182C05}" dt="2024-03-23T10:23:51.700" v="876" actId="1076"/>
          <ac:spMkLst>
            <pc:docMk/>
            <pc:sldMk cId="4002191208" sldId="572"/>
            <ac:spMk id="10" creationId="{5B2169FD-2F03-4436-B6A1-589C7037F804}"/>
          </ac:spMkLst>
        </pc:spChg>
        <pc:spChg chg="del">
          <ac:chgData name="Lohakare, Amit" userId="d0c59914-2652-45d2-9cc8-c7584646f742" providerId="ADAL" clId="{FA1A0E22-CBB4-498B-80D2-83926F182C05}" dt="2024-03-23T10:37:57.450" v="943" actId="478"/>
          <ac:spMkLst>
            <pc:docMk/>
            <pc:sldMk cId="4002191208" sldId="572"/>
            <ac:spMk id="11" creationId="{C4CF52E5-A412-4552-B977-B483199AA588}"/>
          </ac:spMkLst>
        </pc:spChg>
        <pc:spChg chg="mod">
          <ac:chgData name="Lohakare, Amit" userId="d0c59914-2652-45d2-9cc8-c7584646f742" providerId="ADAL" clId="{FA1A0E22-CBB4-498B-80D2-83926F182C05}" dt="2024-03-23T10:40:07.901" v="958" actId="207"/>
          <ac:spMkLst>
            <pc:docMk/>
            <pc:sldMk cId="4002191208" sldId="572"/>
            <ac:spMk id="14" creationId="{035BD795-E3FA-4868-8FE5-646BFB4D44A5}"/>
          </ac:spMkLst>
        </pc:spChg>
        <pc:spChg chg="mod">
          <ac:chgData name="Lohakare, Amit" userId="d0c59914-2652-45d2-9cc8-c7584646f742" providerId="ADAL" clId="{FA1A0E22-CBB4-498B-80D2-83926F182C05}" dt="2024-03-23T10:40:16.052" v="959" actId="207"/>
          <ac:spMkLst>
            <pc:docMk/>
            <pc:sldMk cId="4002191208" sldId="572"/>
            <ac:spMk id="15" creationId="{1CA5751A-297C-4784-8D00-34DD03CCC4B4}"/>
          </ac:spMkLst>
        </pc:spChg>
        <pc:spChg chg="mod">
          <ac:chgData name="Lohakare, Amit" userId="d0c59914-2652-45d2-9cc8-c7584646f742" providerId="ADAL" clId="{FA1A0E22-CBB4-498B-80D2-83926F182C05}" dt="2024-03-23T10:30:12.175" v="919" actId="1076"/>
          <ac:spMkLst>
            <pc:docMk/>
            <pc:sldMk cId="4002191208" sldId="572"/>
            <ac:spMk id="16" creationId="{FB4C02DE-A762-4282-AA57-D4307A03F0D4}"/>
          </ac:spMkLst>
        </pc:spChg>
        <pc:spChg chg="mod">
          <ac:chgData name="Lohakare, Amit" userId="d0c59914-2652-45d2-9cc8-c7584646f742" providerId="ADAL" clId="{FA1A0E22-CBB4-498B-80D2-83926F182C05}" dt="2024-03-23T10:30:59.236" v="925" actId="1076"/>
          <ac:spMkLst>
            <pc:docMk/>
            <pc:sldMk cId="4002191208" sldId="572"/>
            <ac:spMk id="17" creationId="{84A0129E-CDCE-4212-96C2-9647F2E3477A}"/>
          </ac:spMkLst>
        </pc:spChg>
        <pc:spChg chg="mod">
          <ac:chgData name="Lohakare, Amit" userId="d0c59914-2652-45d2-9cc8-c7584646f742" providerId="ADAL" clId="{FA1A0E22-CBB4-498B-80D2-83926F182C05}" dt="2024-03-23T10:35:08.526" v="927" actId="1076"/>
          <ac:spMkLst>
            <pc:docMk/>
            <pc:sldMk cId="4002191208" sldId="572"/>
            <ac:spMk id="18" creationId="{76C45B10-4226-4BA0-99F6-C29A28939BEB}"/>
          </ac:spMkLst>
        </pc:spChg>
        <pc:spChg chg="mod">
          <ac:chgData name="Lohakare, Amit" userId="d0c59914-2652-45d2-9cc8-c7584646f742" providerId="ADAL" clId="{FA1A0E22-CBB4-498B-80D2-83926F182C05}" dt="2024-03-23T10:37:13.788" v="936" actId="1076"/>
          <ac:spMkLst>
            <pc:docMk/>
            <pc:sldMk cId="4002191208" sldId="572"/>
            <ac:spMk id="19" creationId="{F8577B4F-0490-4ACD-9480-A7F4F65DE77B}"/>
          </ac:spMkLst>
        </pc:spChg>
        <pc:spChg chg="mod">
          <ac:chgData name="Lohakare, Amit" userId="d0c59914-2652-45d2-9cc8-c7584646f742" providerId="ADAL" clId="{FA1A0E22-CBB4-498B-80D2-83926F182C05}" dt="2024-03-23T10:35:23.583" v="929" actId="1076"/>
          <ac:spMkLst>
            <pc:docMk/>
            <pc:sldMk cId="4002191208" sldId="572"/>
            <ac:spMk id="20" creationId="{7B47C975-1D2F-49F6-97F1-0E8F85BC1FA5}"/>
          </ac:spMkLst>
        </pc:spChg>
        <pc:spChg chg="mod">
          <ac:chgData name="Lohakare, Amit" userId="d0c59914-2652-45d2-9cc8-c7584646f742" providerId="ADAL" clId="{FA1A0E22-CBB4-498B-80D2-83926F182C05}" dt="2024-03-23T10:36:34.477" v="931" actId="1076"/>
          <ac:spMkLst>
            <pc:docMk/>
            <pc:sldMk cId="4002191208" sldId="572"/>
            <ac:spMk id="21" creationId="{6DFBA13F-3A04-496F-9EAD-E563CA9970D9}"/>
          </ac:spMkLst>
        </pc:spChg>
        <pc:spChg chg="mod">
          <ac:chgData name="Lohakare, Amit" userId="d0c59914-2652-45d2-9cc8-c7584646f742" providerId="ADAL" clId="{FA1A0E22-CBB4-498B-80D2-83926F182C05}" dt="2024-03-23T10:37:02.798" v="934" actId="1076"/>
          <ac:spMkLst>
            <pc:docMk/>
            <pc:sldMk cId="4002191208" sldId="572"/>
            <ac:spMk id="22" creationId="{BA204847-5F80-4559-AE93-10F07F0287F5}"/>
          </ac:spMkLst>
        </pc:spChg>
        <pc:spChg chg="mod">
          <ac:chgData name="Lohakare, Amit" userId="d0c59914-2652-45d2-9cc8-c7584646f742" providerId="ADAL" clId="{FA1A0E22-CBB4-498B-80D2-83926F182C05}" dt="2024-03-23T10:29:36.566" v="914" actId="1076"/>
          <ac:spMkLst>
            <pc:docMk/>
            <pc:sldMk cId="4002191208" sldId="572"/>
            <ac:spMk id="23" creationId="{D5AC2AF8-5521-4FE2-A9D5-AAB05CFD3481}"/>
          </ac:spMkLst>
        </pc:spChg>
        <pc:spChg chg="mod">
          <ac:chgData name="Lohakare, Amit" userId="d0c59914-2652-45d2-9cc8-c7584646f742" providerId="ADAL" clId="{FA1A0E22-CBB4-498B-80D2-83926F182C05}" dt="2024-03-23T10:38:05.639" v="944" actId="1076"/>
          <ac:spMkLst>
            <pc:docMk/>
            <pc:sldMk cId="4002191208" sldId="572"/>
            <ac:spMk id="24" creationId="{93FDCA7D-73E5-4F20-B815-E917B5D5FCFD}"/>
          </ac:spMkLst>
        </pc:spChg>
        <pc:spChg chg="del">
          <ac:chgData name="Lohakare, Amit" userId="d0c59914-2652-45d2-9cc8-c7584646f742" providerId="ADAL" clId="{FA1A0E22-CBB4-498B-80D2-83926F182C05}" dt="2024-03-23T10:37:31.752" v="938" actId="478"/>
          <ac:spMkLst>
            <pc:docMk/>
            <pc:sldMk cId="4002191208" sldId="572"/>
            <ac:spMk id="25" creationId="{24FDE837-BBE0-4912-B53D-FDF731B517AA}"/>
          </ac:spMkLst>
        </pc:spChg>
        <pc:spChg chg="del">
          <ac:chgData name="Lohakare, Amit" userId="d0c59914-2652-45d2-9cc8-c7584646f742" providerId="ADAL" clId="{FA1A0E22-CBB4-498B-80D2-83926F182C05}" dt="2024-03-23T10:37:52.870" v="942" actId="478"/>
          <ac:spMkLst>
            <pc:docMk/>
            <pc:sldMk cId="4002191208" sldId="572"/>
            <ac:spMk id="26" creationId="{EA7E1708-7A0A-4E64-B5A6-1851B28327C6}"/>
          </ac:spMkLst>
        </pc:spChg>
        <pc:spChg chg="mod">
          <ac:chgData name="Lohakare, Amit" userId="d0c59914-2652-45d2-9cc8-c7584646f742" providerId="ADAL" clId="{FA1A0E22-CBB4-498B-80D2-83926F182C05}" dt="2024-03-23T10:40:21.076" v="960" actId="207"/>
          <ac:spMkLst>
            <pc:docMk/>
            <pc:sldMk cId="4002191208" sldId="572"/>
            <ac:spMk id="29" creationId="{59448557-4BE3-48FA-B1F0-04A934CB45F5}"/>
          </ac:spMkLst>
        </pc:spChg>
        <pc:spChg chg="mod">
          <ac:chgData name="Lohakare, Amit" userId="d0c59914-2652-45d2-9cc8-c7584646f742" providerId="ADAL" clId="{FA1A0E22-CBB4-498B-80D2-83926F182C05}" dt="2024-03-23T10:40:30.906" v="961" actId="207"/>
          <ac:spMkLst>
            <pc:docMk/>
            <pc:sldMk cId="4002191208" sldId="572"/>
            <ac:spMk id="30" creationId="{70B3EC2B-5BBF-4DB6-81A4-6394C9D788EA}"/>
          </ac:spMkLst>
        </pc:spChg>
        <pc:spChg chg="del">
          <ac:chgData name="Lohakare, Amit" userId="d0c59914-2652-45d2-9cc8-c7584646f742" providerId="ADAL" clId="{FA1A0E22-CBB4-498B-80D2-83926F182C05}" dt="2024-03-23T10:36:54.650" v="933" actId="478"/>
          <ac:spMkLst>
            <pc:docMk/>
            <pc:sldMk cId="4002191208" sldId="572"/>
            <ac:spMk id="31" creationId="{876BEA4F-E364-41F7-8029-0151417359D5}"/>
          </ac:spMkLst>
        </pc:spChg>
        <pc:spChg chg="mod">
          <ac:chgData name="Lohakare, Amit" userId="d0c59914-2652-45d2-9cc8-c7584646f742" providerId="ADAL" clId="{FA1A0E22-CBB4-498B-80D2-83926F182C05}" dt="2024-03-23T10:40:35.300" v="962" actId="207"/>
          <ac:spMkLst>
            <pc:docMk/>
            <pc:sldMk cId="4002191208" sldId="572"/>
            <ac:spMk id="34" creationId="{B1DDD1D9-289F-41F2-8C94-5EF246AA0CC2}"/>
          </ac:spMkLst>
        </pc:spChg>
        <pc:spChg chg="mod">
          <ac:chgData name="Lohakare, Amit" userId="d0c59914-2652-45d2-9cc8-c7584646f742" providerId="ADAL" clId="{FA1A0E22-CBB4-498B-80D2-83926F182C05}" dt="2024-03-23T10:40:42.747" v="963" actId="207"/>
          <ac:spMkLst>
            <pc:docMk/>
            <pc:sldMk cId="4002191208" sldId="572"/>
            <ac:spMk id="35" creationId="{34715910-F5B4-43A8-B200-B0EFBAD4AC86}"/>
          </ac:spMkLst>
        </pc:spChg>
        <pc:spChg chg="del">
          <ac:chgData name="Lohakare, Amit" userId="d0c59914-2652-45d2-9cc8-c7584646f742" providerId="ADAL" clId="{FA1A0E22-CBB4-498B-80D2-83926F182C05}" dt="2024-03-23T10:37:48.078" v="941" actId="478"/>
          <ac:spMkLst>
            <pc:docMk/>
            <pc:sldMk cId="4002191208" sldId="572"/>
            <ac:spMk id="36" creationId="{08D6A22A-E871-43AE-A467-047B09B417BD}"/>
          </ac:spMkLst>
        </pc:spChg>
        <pc:spChg chg="mod">
          <ac:chgData name="Lohakare, Amit" userId="d0c59914-2652-45d2-9cc8-c7584646f742" providerId="ADAL" clId="{FA1A0E22-CBB4-498B-80D2-83926F182C05}" dt="2024-03-23T10:40:49.850" v="964" actId="207"/>
          <ac:spMkLst>
            <pc:docMk/>
            <pc:sldMk cId="4002191208" sldId="572"/>
            <ac:spMk id="39" creationId="{094BA37C-25E2-4481-9EA5-5A47DD698D43}"/>
          </ac:spMkLst>
        </pc:spChg>
        <pc:spChg chg="mod">
          <ac:chgData name="Lohakare, Amit" userId="d0c59914-2652-45d2-9cc8-c7584646f742" providerId="ADAL" clId="{FA1A0E22-CBB4-498B-80D2-83926F182C05}" dt="2024-03-23T10:40:55.645" v="965" actId="207"/>
          <ac:spMkLst>
            <pc:docMk/>
            <pc:sldMk cId="4002191208" sldId="572"/>
            <ac:spMk id="40" creationId="{E0B1438D-E6D2-4EB1-8DC3-0A1F355D002A}"/>
          </ac:spMkLst>
        </pc:spChg>
        <pc:spChg chg="del">
          <ac:chgData name="Lohakare, Amit" userId="d0c59914-2652-45d2-9cc8-c7584646f742" providerId="ADAL" clId="{FA1A0E22-CBB4-498B-80D2-83926F182C05}" dt="2024-03-23T10:37:42.973" v="940" actId="478"/>
          <ac:spMkLst>
            <pc:docMk/>
            <pc:sldMk cId="4002191208" sldId="572"/>
            <ac:spMk id="41" creationId="{412CDEB3-F595-4B89-BF9B-64D6B5AEE54F}"/>
          </ac:spMkLst>
        </pc:spChg>
        <pc:spChg chg="mod">
          <ac:chgData name="Lohakare, Amit" userId="d0c59914-2652-45d2-9cc8-c7584646f742" providerId="ADAL" clId="{FA1A0E22-CBB4-498B-80D2-83926F182C05}" dt="2024-03-23T10:41:04.428" v="966" actId="207"/>
          <ac:spMkLst>
            <pc:docMk/>
            <pc:sldMk cId="4002191208" sldId="572"/>
            <ac:spMk id="44" creationId="{FFB5F3CB-96F4-4BFF-B84A-E224E7F50FA4}"/>
          </ac:spMkLst>
        </pc:spChg>
        <pc:spChg chg="del mod">
          <ac:chgData name="Lohakare, Amit" userId="d0c59914-2652-45d2-9cc8-c7584646f742" providerId="ADAL" clId="{FA1A0E22-CBB4-498B-80D2-83926F182C05}" dt="2024-03-23T10:39:39.275" v="955" actId="478"/>
          <ac:spMkLst>
            <pc:docMk/>
            <pc:sldMk cId="4002191208" sldId="572"/>
            <ac:spMk id="45" creationId="{851DE155-AF13-4505-8DA7-A5AEBAEEA354}"/>
          </ac:spMkLst>
        </pc:spChg>
        <pc:spChg chg="mod">
          <ac:chgData name="Lohakare, Amit" userId="d0c59914-2652-45d2-9cc8-c7584646f742" providerId="ADAL" clId="{FA1A0E22-CBB4-498B-80D2-83926F182C05}" dt="2024-03-23T10:24:51.303" v="885" actId="1076"/>
          <ac:spMkLst>
            <pc:docMk/>
            <pc:sldMk cId="4002191208" sldId="572"/>
            <ac:spMk id="46" creationId="{85E6DFCF-C784-4854-986B-0BCCA3DF0735}"/>
          </ac:spMkLst>
        </pc:spChg>
        <pc:spChg chg="mod">
          <ac:chgData name="Lohakare, Amit" userId="d0c59914-2652-45d2-9cc8-c7584646f742" providerId="ADAL" clId="{FA1A0E22-CBB4-498B-80D2-83926F182C05}" dt="2024-03-23T10:25:01.585" v="886" actId="1076"/>
          <ac:spMkLst>
            <pc:docMk/>
            <pc:sldMk cId="4002191208" sldId="572"/>
            <ac:spMk id="47" creationId="{9A36E96B-2BDA-40BD-BEE8-3C51EA7D7F30}"/>
          </ac:spMkLst>
        </pc:spChg>
        <pc:spChg chg="mod">
          <ac:chgData name="Lohakare, Amit" userId="d0c59914-2652-45d2-9cc8-c7584646f742" providerId="ADAL" clId="{FA1A0E22-CBB4-498B-80D2-83926F182C05}" dt="2024-03-23T10:25:10.514" v="887" actId="1076"/>
          <ac:spMkLst>
            <pc:docMk/>
            <pc:sldMk cId="4002191208" sldId="572"/>
            <ac:spMk id="48" creationId="{431A7F79-CB8A-4AB8-99EB-34DB1B55C83D}"/>
          </ac:spMkLst>
        </pc:spChg>
        <pc:spChg chg="mod">
          <ac:chgData name="Lohakare, Amit" userId="d0c59914-2652-45d2-9cc8-c7584646f742" providerId="ADAL" clId="{FA1A0E22-CBB4-498B-80D2-83926F182C05}" dt="2024-03-23T10:25:16.757" v="888" actId="1076"/>
          <ac:spMkLst>
            <pc:docMk/>
            <pc:sldMk cId="4002191208" sldId="572"/>
            <ac:spMk id="49" creationId="{8D108686-0A21-47D6-9305-89BFB0E91B1C}"/>
          </ac:spMkLst>
        </pc:spChg>
        <pc:spChg chg="mod">
          <ac:chgData name="Lohakare, Amit" userId="d0c59914-2652-45d2-9cc8-c7584646f742" providerId="ADAL" clId="{FA1A0E22-CBB4-498B-80D2-83926F182C05}" dt="2024-03-23T10:25:57.153" v="895" actId="1076"/>
          <ac:spMkLst>
            <pc:docMk/>
            <pc:sldMk cId="4002191208" sldId="572"/>
            <ac:spMk id="50" creationId="{93C36A60-2257-40CC-8C8C-30358BEE2421}"/>
          </ac:spMkLst>
        </pc:spChg>
        <pc:spChg chg="mod">
          <ac:chgData name="Lohakare, Amit" userId="d0c59914-2652-45d2-9cc8-c7584646f742" providerId="ADAL" clId="{FA1A0E22-CBB4-498B-80D2-83926F182C05}" dt="2024-03-23T10:25:26.007" v="889" actId="1076"/>
          <ac:spMkLst>
            <pc:docMk/>
            <pc:sldMk cId="4002191208" sldId="572"/>
            <ac:spMk id="51" creationId="{4650B0D4-450B-469E-A613-9EA2E84D3509}"/>
          </ac:spMkLst>
        </pc:spChg>
        <pc:spChg chg="mod">
          <ac:chgData name="Lohakare, Amit" userId="d0c59914-2652-45d2-9cc8-c7584646f742" providerId="ADAL" clId="{FA1A0E22-CBB4-498B-80D2-83926F182C05}" dt="2024-03-23T10:26:06.489" v="896" actId="1076"/>
          <ac:spMkLst>
            <pc:docMk/>
            <pc:sldMk cId="4002191208" sldId="572"/>
            <ac:spMk id="52" creationId="{A08E865C-CF09-4299-8DB4-D58E75172E13}"/>
          </ac:spMkLst>
        </pc:spChg>
        <pc:spChg chg="del mod">
          <ac:chgData name="Lohakare, Amit" userId="d0c59914-2652-45d2-9cc8-c7584646f742" providerId="ADAL" clId="{FA1A0E22-CBB4-498B-80D2-83926F182C05}" dt="2024-03-23T10:25:47.964" v="894" actId="478"/>
          <ac:spMkLst>
            <pc:docMk/>
            <pc:sldMk cId="4002191208" sldId="572"/>
            <ac:spMk id="61" creationId="{51728135-434C-49B6-81CA-C83368D62BC7}"/>
          </ac:spMkLst>
        </pc:spChg>
        <pc:spChg chg="mod">
          <ac:chgData name="Lohakare, Amit" userId="d0c59914-2652-45d2-9cc8-c7584646f742" providerId="ADAL" clId="{FA1A0E22-CBB4-498B-80D2-83926F182C05}" dt="2024-03-23T10:42:32.786" v="969" actId="1076"/>
          <ac:spMkLst>
            <pc:docMk/>
            <pc:sldMk cId="4002191208" sldId="572"/>
            <ac:spMk id="62" creationId="{D65F76B1-BB6A-41A4-A376-B57BC5056022}"/>
          </ac:spMkLst>
        </pc:spChg>
        <pc:spChg chg="mod">
          <ac:chgData name="Lohakare, Amit" userId="d0c59914-2652-45d2-9cc8-c7584646f742" providerId="ADAL" clId="{FA1A0E22-CBB4-498B-80D2-83926F182C05}" dt="2024-03-23T10:42:37.463" v="970" actId="1076"/>
          <ac:spMkLst>
            <pc:docMk/>
            <pc:sldMk cId="4002191208" sldId="572"/>
            <ac:spMk id="63" creationId="{17BCA9EC-779C-47EF-8795-67C79B71A2CC}"/>
          </ac:spMkLst>
        </pc:spChg>
        <pc:spChg chg="mod">
          <ac:chgData name="Lohakare, Amit" userId="d0c59914-2652-45d2-9cc8-c7584646f742" providerId="ADAL" clId="{FA1A0E22-CBB4-498B-80D2-83926F182C05}" dt="2024-03-23T10:42:41.477" v="971" actId="1076"/>
          <ac:spMkLst>
            <pc:docMk/>
            <pc:sldMk cId="4002191208" sldId="572"/>
            <ac:spMk id="64" creationId="{8A7942D3-EECB-4591-AA43-5A5F448E11B3}"/>
          </ac:spMkLst>
        </pc:spChg>
        <pc:spChg chg="mod">
          <ac:chgData name="Lohakare, Amit" userId="d0c59914-2652-45d2-9cc8-c7584646f742" providerId="ADAL" clId="{FA1A0E22-CBB4-498B-80D2-83926F182C05}" dt="2024-03-23T10:42:45.418" v="972" actId="1076"/>
          <ac:spMkLst>
            <pc:docMk/>
            <pc:sldMk cId="4002191208" sldId="572"/>
            <ac:spMk id="65" creationId="{94007A9F-48BA-41DC-A418-F063B369D55F}"/>
          </ac:spMkLst>
        </pc:spChg>
        <pc:spChg chg="mod">
          <ac:chgData name="Lohakare, Amit" userId="d0c59914-2652-45d2-9cc8-c7584646f742" providerId="ADAL" clId="{FA1A0E22-CBB4-498B-80D2-83926F182C05}" dt="2024-03-23T10:25:34.014" v="890" actId="1076"/>
          <ac:spMkLst>
            <pc:docMk/>
            <pc:sldMk cId="4002191208" sldId="572"/>
            <ac:spMk id="67" creationId="{F627D2C3-CF52-4B2B-A590-E58870224E1E}"/>
          </ac:spMkLst>
        </pc:spChg>
        <pc:spChg chg="mod">
          <ac:chgData name="Lohakare, Amit" userId="d0c59914-2652-45d2-9cc8-c7584646f742" providerId="ADAL" clId="{FA1A0E22-CBB4-498B-80D2-83926F182C05}" dt="2024-03-23T10:42:51.847" v="973" actId="1076"/>
          <ac:spMkLst>
            <pc:docMk/>
            <pc:sldMk cId="4002191208" sldId="572"/>
            <ac:spMk id="69" creationId="{3DFC14D7-87B0-41B3-9B42-B1E6E13FCDCB}"/>
          </ac:spMkLst>
        </pc:spChg>
        <pc:spChg chg="mod">
          <ac:chgData name="Lohakare, Amit" userId="d0c59914-2652-45d2-9cc8-c7584646f742" providerId="ADAL" clId="{FA1A0E22-CBB4-498B-80D2-83926F182C05}" dt="2024-03-23T10:42:56.627" v="974" actId="1076"/>
          <ac:spMkLst>
            <pc:docMk/>
            <pc:sldMk cId="4002191208" sldId="572"/>
            <ac:spMk id="70" creationId="{9927E2AF-C599-4822-AC11-CC9D7EE4B3BE}"/>
          </ac:spMkLst>
        </pc:spChg>
        <pc:spChg chg="mod">
          <ac:chgData name="Lohakare, Amit" userId="d0c59914-2652-45d2-9cc8-c7584646f742" providerId="ADAL" clId="{FA1A0E22-CBB4-498B-80D2-83926F182C05}" dt="2024-03-23T10:43:02.610" v="975" actId="1076"/>
          <ac:spMkLst>
            <pc:docMk/>
            <pc:sldMk cId="4002191208" sldId="572"/>
            <ac:spMk id="71" creationId="{980BBA1D-637A-47AA-B11C-8DBD777F7E01}"/>
          </ac:spMkLst>
        </pc:spChg>
        <pc:spChg chg="mod">
          <ac:chgData name="Lohakare, Amit" userId="d0c59914-2652-45d2-9cc8-c7584646f742" providerId="ADAL" clId="{FA1A0E22-CBB4-498B-80D2-83926F182C05}" dt="2024-03-23T10:42:25.565" v="968" actId="1076"/>
          <ac:spMkLst>
            <pc:docMk/>
            <pc:sldMk cId="4002191208" sldId="572"/>
            <ac:spMk id="72" creationId="{3D3DF084-6E6B-443F-B111-D79D7D2B2B00}"/>
          </ac:spMkLst>
        </pc:spChg>
        <pc:spChg chg="add mod">
          <ac:chgData name="Lohakare, Amit" userId="d0c59914-2652-45d2-9cc8-c7584646f742" providerId="ADAL" clId="{FA1A0E22-CBB4-498B-80D2-83926F182C05}" dt="2024-03-23T10:43:19.754" v="979" actId="20577"/>
          <ac:spMkLst>
            <pc:docMk/>
            <pc:sldMk cId="4002191208" sldId="572"/>
            <ac:spMk id="81" creationId="{56ED91F8-840F-CC55-ADD0-47766E36CFB0}"/>
          </ac:spMkLst>
        </pc:spChg>
        <pc:spChg chg="add mod">
          <ac:chgData name="Lohakare, Amit" userId="d0c59914-2652-45d2-9cc8-c7584646f742" providerId="ADAL" clId="{FA1A0E22-CBB4-498B-80D2-83926F182C05}" dt="2024-03-23T10:43:38.342" v="983" actId="20577"/>
          <ac:spMkLst>
            <pc:docMk/>
            <pc:sldMk cId="4002191208" sldId="572"/>
            <ac:spMk id="82" creationId="{300916B8-470E-9C17-5A9D-1FDC16B8482E}"/>
          </ac:spMkLst>
        </pc:spChg>
        <pc:spChg chg="add mod">
          <ac:chgData name="Lohakare, Amit" userId="d0c59914-2652-45d2-9cc8-c7584646f742" providerId="ADAL" clId="{FA1A0E22-CBB4-498B-80D2-83926F182C05}" dt="2024-03-23T10:51:01.938" v="1066" actId="14100"/>
          <ac:spMkLst>
            <pc:docMk/>
            <pc:sldMk cId="4002191208" sldId="572"/>
            <ac:spMk id="83" creationId="{09FDE48D-703D-7BE8-99C7-94EC7E4B4A2F}"/>
          </ac:spMkLst>
        </pc:spChg>
        <pc:spChg chg="add mod">
          <ac:chgData name="Lohakare, Amit" userId="d0c59914-2652-45d2-9cc8-c7584646f742" providerId="ADAL" clId="{FA1A0E22-CBB4-498B-80D2-83926F182C05}" dt="2024-03-23T10:51:48.004" v="1073" actId="20577"/>
          <ac:spMkLst>
            <pc:docMk/>
            <pc:sldMk cId="4002191208" sldId="572"/>
            <ac:spMk id="85" creationId="{D44BDF3D-56C5-EB60-F708-89414C78747D}"/>
          </ac:spMkLst>
        </pc:spChg>
        <pc:picChg chg="mod">
          <ac:chgData name="Lohakare, Amit" userId="d0c59914-2652-45d2-9cc8-c7584646f742" providerId="ADAL" clId="{FA1A0E22-CBB4-498B-80D2-83926F182C05}" dt="2024-03-23T10:23:25.026" v="873" actId="14100"/>
          <ac:picMkLst>
            <pc:docMk/>
            <pc:sldMk cId="4002191208" sldId="572"/>
            <ac:picMk id="5" creationId="{203CBEAC-4C65-4E61-973D-19DBD9A98593}"/>
          </ac:picMkLst>
        </pc:picChg>
        <pc:picChg chg="del mod">
          <ac:chgData name="Lohakare, Amit" userId="d0c59914-2652-45d2-9cc8-c7584646f742" providerId="ADAL" clId="{FA1A0E22-CBB4-498B-80D2-83926F182C05}" dt="2024-03-23T10:25:42.104" v="892" actId="478"/>
          <ac:picMkLst>
            <pc:docMk/>
            <pc:sldMk cId="4002191208" sldId="572"/>
            <ac:picMk id="66" creationId="{CF8DC8CF-5270-47AC-9BF8-3673CEA0FB02}"/>
          </ac:picMkLst>
        </pc:picChg>
        <pc:cxnChg chg="mod">
          <ac:chgData name="Lohakare, Amit" userId="d0c59914-2652-45d2-9cc8-c7584646f742" providerId="ADAL" clId="{FA1A0E22-CBB4-498B-80D2-83926F182C05}" dt="2024-03-23T10:23:48.023" v="875" actId="1076"/>
          <ac:cxnSpMkLst>
            <pc:docMk/>
            <pc:sldMk cId="4002191208" sldId="572"/>
            <ac:cxnSpMk id="9" creationId="{B838448C-5193-450E-8E43-6AE312515E52}"/>
          </ac:cxnSpMkLst>
        </pc:cxnChg>
        <pc:cxnChg chg="mod">
          <ac:chgData name="Lohakare, Amit" userId="d0c59914-2652-45d2-9cc8-c7584646f742" providerId="ADAL" clId="{FA1A0E22-CBB4-498B-80D2-83926F182C05}" dt="2024-03-23T10:29:41.029" v="915" actId="14100"/>
          <ac:cxnSpMkLst>
            <pc:docMk/>
            <pc:sldMk cId="4002191208" sldId="572"/>
            <ac:cxnSpMk id="12" creationId="{FB10DF5B-7D3C-4F16-9D5F-F6001479C657}"/>
          </ac:cxnSpMkLst>
        </pc:cxnChg>
        <pc:cxnChg chg="mod">
          <ac:chgData name="Lohakare, Amit" userId="d0c59914-2652-45d2-9cc8-c7584646f742" providerId="ADAL" clId="{FA1A0E22-CBB4-498B-80D2-83926F182C05}" dt="2024-03-23T10:30:30.417" v="922" actId="1076"/>
          <ac:cxnSpMkLst>
            <pc:docMk/>
            <pc:sldMk cId="4002191208" sldId="572"/>
            <ac:cxnSpMk id="13" creationId="{F6C936DA-4E03-481C-9855-B5FCBCB8530A}"/>
          </ac:cxnSpMkLst>
        </pc:cxnChg>
        <pc:cxnChg chg="mod">
          <ac:chgData name="Lohakare, Amit" userId="d0c59914-2652-45d2-9cc8-c7584646f742" providerId="ADAL" clId="{FA1A0E22-CBB4-498B-80D2-83926F182C05}" dt="2024-03-23T10:31:03.762" v="926" actId="1076"/>
          <ac:cxnSpMkLst>
            <pc:docMk/>
            <pc:sldMk cId="4002191208" sldId="572"/>
            <ac:cxnSpMk id="27" creationId="{AC682433-FC63-4427-83E7-45D395D96680}"/>
          </ac:cxnSpMkLst>
        </pc:cxnChg>
        <pc:cxnChg chg="mod">
          <ac:chgData name="Lohakare, Amit" userId="d0c59914-2652-45d2-9cc8-c7584646f742" providerId="ADAL" clId="{FA1A0E22-CBB4-498B-80D2-83926F182C05}" dt="2024-03-23T10:35:13.499" v="928" actId="1076"/>
          <ac:cxnSpMkLst>
            <pc:docMk/>
            <pc:sldMk cId="4002191208" sldId="572"/>
            <ac:cxnSpMk id="28" creationId="{102B9B02-F11F-41A3-8CB9-E437ADB39824}"/>
          </ac:cxnSpMkLst>
        </pc:cxnChg>
        <pc:cxnChg chg="mod">
          <ac:chgData name="Lohakare, Amit" userId="d0c59914-2652-45d2-9cc8-c7584646f742" providerId="ADAL" clId="{FA1A0E22-CBB4-498B-80D2-83926F182C05}" dt="2024-03-23T10:35:27.705" v="930" actId="1076"/>
          <ac:cxnSpMkLst>
            <pc:docMk/>
            <pc:sldMk cId="4002191208" sldId="572"/>
            <ac:cxnSpMk id="32" creationId="{877FED8E-5A1D-442B-9D8E-25B7C4BBAF3E}"/>
          </ac:cxnSpMkLst>
        </pc:cxnChg>
        <pc:cxnChg chg="mod">
          <ac:chgData name="Lohakare, Amit" userId="d0c59914-2652-45d2-9cc8-c7584646f742" providerId="ADAL" clId="{FA1A0E22-CBB4-498B-80D2-83926F182C05}" dt="2024-03-23T10:36:44.312" v="932" actId="1076"/>
          <ac:cxnSpMkLst>
            <pc:docMk/>
            <pc:sldMk cId="4002191208" sldId="572"/>
            <ac:cxnSpMk id="33" creationId="{F3F444DA-6255-4D36-B2EB-1B322375B326}"/>
          </ac:cxnSpMkLst>
        </pc:cxnChg>
        <pc:cxnChg chg="mod">
          <ac:chgData name="Lohakare, Amit" userId="d0c59914-2652-45d2-9cc8-c7584646f742" providerId="ADAL" clId="{FA1A0E22-CBB4-498B-80D2-83926F182C05}" dt="2024-03-23T10:37:06.270" v="935" actId="1076"/>
          <ac:cxnSpMkLst>
            <pc:docMk/>
            <pc:sldMk cId="4002191208" sldId="572"/>
            <ac:cxnSpMk id="37" creationId="{38F3632E-CE2E-49E5-90BD-610BFE32D1DF}"/>
          </ac:cxnSpMkLst>
        </pc:cxnChg>
        <pc:cxnChg chg="mod">
          <ac:chgData name="Lohakare, Amit" userId="d0c59914-2652-45d2-9cc8-c7584646f742" providerId="ADAL" clId="{FA1A0E22-CBB4-498B-80D2-83926F182C05}" dt="2024-03-23T10:37:18.018" v="937" actId="1076"/>
          <ac:cxnSpMkLst>
            <pc:docMk/>
            <pc:sldMk cId="4002191208" sldId="572"/>
            <ac:cxnSpMk id="38" creationId="{105345E6-9409-40D2-91DB-DB4AF7C769A9}"/>
          </ac:cxnSpMkLst>
        </pc:cxnChg>
        <pc:cxnChg chg="mod">
          <ac:chgData name="Lohakare, Amit" userId="d0c59914-2652-45d2-9cc8-c7584646f742" providerId="ADAL" clId="{FA1A0E22-CBB4-498B-80D2-83926F182C05}" dt="2024-03-23T10:38:10.558" v="945" actId="1076"/>
          <ac:cxnSpMkLst>
            <pc:docMk/>
            <pc:sldMk cId="4002191208" sldId="572"/>
            <ac:cxnSpMk id="42" creationId="{B852A12A-F69B-4E02-903D-79BAE95786CB}"/>
          </ac:cxnSpMkLst>
        </pc:cxnChg>
        <pc:cxnChg chg="del">
          <ac:chgData name="Lohakare, Amit" userId="d0c59914-2652-45d2-9cc8-c7584646f742" providerId="ADAL" clId="{FA1A0E22-CBB4-498B-80D2-83926F182C05}" dt="2024-03-23T10:37:35.334" v="939" actId="478"/>
          <ac:cxnSpMkLst>
            <pc:docMk/>
            <pc:sldMk cId="4002191208" sldId="572"/>
            <ac:cxnSpMk id="43" creationId="{9565CFB0-C0DB-4A94-A244-C6CC800FAB0C}"/>
          </ac:cxnSpMkLst>
        </pc:cxnChg>
        <pc:cxnChg chg="mod">
          <ac:chgData name="Lohakare, Amit" userId="d0c59914-2652-45d2-9cc8-c7584646f742" providerId="ADAL" clId="{FA1A0E22-CBB4-498B-80D2-83926F182C05}" dt="2024-03-23T10:26:53.343" v="901" actId="1076"/>
          <ac:cxnSpMkLst>
            <pc:docMk/>
            <pc:sldMk cId="4002191208" sldId="572"/>
            <ac:cxnSpMk id="53" creationId="{2BF03DCB-6641-44FC-AF69-581F7F000004}"/>
          </ac:cxnSpMkLst>
        </pc:cxnChg>
        <pc:cxnChg chg="mod">
          <ac:chgData name="Lohakare, Amit" userId="d0c59914-2652-45d2-9cc8-c7584646f742" providerId="ADAL" clId="{FA1A0E22-CBB4-498B-80D2-83926F182C05}" dt="2024-03-23T10:26:59.883" v="902" actId="1076"/>
          <ac:cxnSpMkLst>
            <pc:docMk/>
            <pc:sldMk cId="4002191208" sldId="572"/>
            <ac:cxnSpMk id="54" creationId="{E705204F-AF8E-4832-BC87-C48815529520}"/>
          </ac:cxnSpMkLst>
        </pc:cxnChg>
        <pc:cxnChg chg="mod">
          <ac:chgData name="Lohakare, Amit" userId="d0c59914-2652-45d2-9cc8-c7584646f742" providerId="ADAL" clId="{FA1A0E22-CBB4-498B-80D2-83926F182C05}" dt="2024-03-23T10:27:07.217" v="903" actId="1076"/>
          <ac:cxnSpMkLst>
            <pc:docMk/>
            <pc:sldMk cId="4002191208" sldId="572"/>
            <ac:cxnSpMk id="55" creationId="{AEF1DCC8-2FDD-4608-8F82-E4EF11956D5B}"/>
          </ac:cxnSpMkLst>
        </pc:cxnChg>
        <pc:cxnChg chg="mod">
          <ac:chgData name="Lohakare, Amit" userId="d0c59914-2652-45d2-9cc8-c7584646f742" providerId="ADAL" clId="{FA1A0E22-CBB4-498B-80D2-83926F182C05}" dt="2024-03-23T10:27:14.784" v="904" actId="1076"/>
          <ac:cxnSpMkLst>
            <pc:docMk/>
            <pc:sldMk cId="4002191208" sldId="572"/>
            <ac:cxnSpMk id="56" creationId="{6DB3278D-06C3-45F1-AE37-5EB19DC45A1D}"/>
          </ac:cxnSpMkLst>
        </pc:cxnChg>
        <pc:cxnChg chg="mod">
          <ac:chgData name="Lohakare, Amit" userId="d0c59914-2652-45d2-9cc8-c7584646f742" providerId="ADAL" clId="{FA1A0E22-CBB4-498B-80D2-83926F182C05}" dt="2024-03-23T10:41:30.806" v="967" actId="14100"/>
          <ac:cxnSpMkLst>
            <pc:docMk/>
            <pc:sldMk cId="4002191208" sldId="572"/>
            <ac:cxnSpMk id="57" creationId="{A4AB1C9B-2607-4CEA-8C49-EDAA58E3FC51}"/>
          </ac:cxnSpMkLst>
        </pc:cxnChg>
        <pc:cxnChg chg="mod">
          <ac:chgData name="Lohakare, Amit" userId="d0c59914-2652-45d2-9cc8-c7584646f742" providerId="ADAL" clId="{FA1A0E22-CBB4-498B-80D2-83926F182C05}" dt="2024-03-23T10:27:19.884" v="905" actId="1076"/>
          <ac:cxnSpMkLst>
            <pc:docMk/>
            <pc:sldMk cId="4002191208" sldId="572"/>
            <ac:cxnSpMk id="58" creationId="{27E272B0-F8B9-414C-A974-3EE7BB4F78D7}"/>
          </ac:cxnSpMkLst>
        </pc:cxnChg>
        <pc:cxnChg chg="mod">
          <ac:chgData name="Lohakare, Amit" userId="d0c59914-2652-45d2-9cc8-c7584646f742" providerId="ADAL" clId="{FA1A0E22-CBB4-498B-80D2-83926F182C05}" dt="2024-03-23T10:27:35.335" v="908" actId="1076"/>
          <ac:cxnSpMkLst>
            <pc:docMk/>
            <pc:sldMk cId="4002191208" sldId="572"/>
            <ac:cxnSpMk id="59" creationId="{F8DC103A-8D13-4ADA-838E-053E7A7DD27B}"/>
          </ac:cxnSpMkLst>
        </pc:cxnChg>
        <pc:cxnChg chg="mod">
          <ac:chgData name="Lohakare, Amit" userId="d0c59914-2652-45d2-9cc8-c7584646f742" providerId="ADAL" clId="{FA1A0E22-CBB4-498B-80D2-83926F182C05}" dt="2024-03-23T10:27:24.477" v="906" actId="1076"/>
          <ac:cxnSpMkLst>
            <pc:docMk/>
            <pc:sldMk cId="4002191208" sldId="572"/>
            <ac:cxnSpMk id="68" creationId="{6B270F4D-AC70-4089-9BA2-09C11F4AC75B}"/>
          </ac:cxnSpMkLst>
        </pc:cxnChg>
        <pc:cxnChg chg="add mod">
          <ac:chgData name="Lohakare, Amit" userId="d0c59914-2652-45d2-9cc8-c7584646f742" providerId="ADAL" clId="{FA1A0E22-CBB4-498B-80D2-83926F182C05}" dt="2024-03-23T10:28:58.872" v="910" actId="1076"/>
          <ac:cxnSpMkLst>
            <pc:docMk/>
            <pc:sldMk cId="4002191208" sldId="572"/>
            <ac:cxnSpMk id="73" creationId="{D5845009-14AD-9079-4201-AE4C21D0A887}"/>
          </ac:cxnSpMkLst>
        </pc:cxnChg>
        <pc:cxnChg chg="add mod">
          <ac:chgData name="Lohakare, Amit" userId="d0c59914-2652-45d2-9cc8-c7584646f742" providerId="ADAL" clId="{FA1A0E22-CBB4-498B-80D2-83926F182C05}" dt="2024-03-23T10:29:04.745" v="912" actId="1076"/>
          <ac:cxnSpMkLst>
            <pc:docMk/>
            <pc:sldMk cId="4002191208" sldId="572"/>
            <ac:cxnSpMk id="74" creationId="{79D3D51C-CD41-7EFF-2D9F-57C81803E391}"/>
          </ac:cxnSpMkLst>
        </pc:cxnChg>
        <pc:cxnChg chg="add mod">
          <ac:chgData name="Lohakare, Amit" userId="d0c59914-2652-45d2-9cc8-c7584646f742" providerId="ADAL" clId="{FA1A0E22-CBB4-498B-80D2-83926F182C05}" dt="2024-03-23T10:51:19.218" v="1069" actId="1076"/>
          <ac:cxnSpMkLst>
            <pc:docMk/>
            <pc:sldMk cId="4002191208" sldId="572"/>
            <ac:cxnSpMk id="84" creationId="{921D7915-A53D-922B-43CC-E387BF0C8081}"/>
          </ac:cxnSpMkLst>
        </pc:cxnChg>
      </pc:sldChg>
      <pc:sldChg chg="modSp mod">
        <pc:chgData name="Lohakare, Amit" userId="d0c59914-2652-45d2-9cc8-c7584646f742" providerId="ADAL" clId="{FA1A0E22-CBB4-498B-80D2-83926F182C05}" dt="2024-03-24T10:48:31.116" v="1945" actId="20577"/>
        <pc:sldMkLst>
          <pc:docMk/>
          <pc:sldMk cId="1085970211" sldId="574"/>
        </pc:sldMkLst>
        <pc:graphicFrameChg chg="mod modGraphic">
          <ac:chgData name="Lohakare, Amit" userId="d0c59914-2652-45d2-9cc8-c7584646f742" providerId="ADAL" clId="{FA1A0E22-CBB4-498B-80D2-83926F182C05}" dt="2024-03-24T10:48:31.116" v="1945" actId="20577"/>
          <ac:graphicFrameMkLst>
            <pc:docMk/>
            <pc:sldMk cId="1085970211" sldId="574"/>
            <ac:graphicFrameMk id="6" creationId="{4AA44E3E-C1CE-4F8E-95D4-204AA4CBBA3B}"/>
          </ac:graphicFrameMkLst>
        </pc:graphicFrameChg>
      </pc:sldChg>
      <pc:sldChg chg="modSp mod">
        <pc:chgData name="Lohakare, Amit" userId="d0c59914-2652-45d2-9cc8-c7584646f742" providerId="ADAL" clId="{FA1A0E22-CBB4-498B-80D2-83926F182C05}" dt="2024-03-22T08:34:22.470" v="397" actId="20577"/>
        <pc:sldMkLst>
          <pc:docMk/>
          <pc:sldMk cId="1653909596" sldId="575"/>
        </pc:sldMkLst>
        <pc:spChg chg="mod">
          <ac:chgData name="Lohakare, Amit" userId="d0c59914-2652-45d2-9cc8-c7584646f742" providerId="ADAL" clId="{FA1A0E22-CBB4-498B-80D2-83926F182C05}" dt="2024-03-22T08:22:09.385" v="318" actId="20577"/>
          <ac:spMkLst>
            <pc:docMk/>
            <pc:sldMk cId="1653909596" sldId="575"/>
            <ac:spMk id="2" creationId="{61A20F03-18CB-4850-B30E-B037D6145569}"/>
          </ac:spMkLst>
        </pc:spChg>
        <pc:spChg chg="mod">
          <ac:chgData name="Lohakare, Amit" userId="d0c59914-2652-45d2-9cc8-c7584646f742" providerId="ADAL" clId="{FA1A0E22-CBB4-498B-80D2-83926F182C05}" dt="2024-03-22T08:34:22.470" v="397" actId="20577"/>
          <ac:spMkLst>
            <pc:docMk/>
            <pc:sldMk cId="1653909596" sldId="575"/>
            <ac:spMk id="3" creationId="{503395D5-E255-45AF-A296-B313DF7F9103}"/>
          </ac:spMkLst>
        </pc:spChg>
        <pc:spChg chg="mod">
          <ac:chgData name="Lohakare, Amit" userId="d0c59914-2652-45d2-9cc8-c7584646f742" providerId="ADAL" clId="{FA1A0E22-CBB4-498B-80D2-83926F182C05}" dt="2024-03-22T08:32:50.727" v="332" actId="14100"/>
          <ac:spMkLst>
            <pc:docMk/>
            <pc:sldMk cId="1653909596" sldId="575"/>
            <ac:spMk id="7" creationId="{CD24FEE4-59F4-422E-91A3-B96CD1F7E8C5}"/>
          </ac:spMkLst>
        </pc:spChg>
        <pc:spChg chg="mod">
          <ac:chgData name="Lohakare, Amit" userId="d0c59914-2652-45d2-9cc8-c7584646f742" providerId="ADAL" clId="{FA1A0E22-CBB4-498B-80D2-83926F182C05}" dt="2024-03-22T08:33:05.067" v="333" actId="1076"/>
          <ac:spMkLst>
            <pc:docMk/>
            <pc:sldMk cId="1653909596" sldId="575"/>
            <ac:spMk id="11" creationId="{C642199A-2F35-4D94-A2E4-1BAB3F043651}"/>
          </ac:spMkLst>
        </pc:spChg>
        <pc:picChg chg="mod">
          <ac:chgData name="Lohakare, Amit" userId="d0c59914-2652-45d2-9cc8-c7584646f742" providerId="ADAL" clId="{FA1A0E22-CBB4-498B-80D2-83926F182C05}" dt="2024-03-22T08:32:35.805" v="330" actId="14100"/>
          <ac:picMkLst>
            <pc:docMk/>
            <pc:sldMk cId="1653909596" sldId="575"/>
            <ac:picMk id="12" creationId="{7CEF66BA-2424-406B-820D-5B2448EA1A7F}"/>
          </ac:picMkLst>
        </pc:picChg>
        <pc:cxnChg chg="mod">
          <ac:chgData name="Lohakare, Amit" userId="d0c59914-2652-45d2-9cc8-c7584646f742" providerId="ADAL" clId="{FA1A0E22-CBB4-498B-80D2-83926F182C05}" dt="2024-03-22T08:33:20.890" v="369" actId="14100"/>
          <ac:cxnSpMkLst>
            <pc:docMk/>
            <pc:sldMk cId="1653909596" sldId="575"/>
            <ac:cxnSpMk id="10" creationId="{3575286B-BA73-4A9A-82F7-E0CB175ADBE1}"/>
          </ac:cxnSpMkLst>
        </pc:cxnChg>
      </pc:sldChg>
      <pc:sldChg chg="modSp mod">
        <pc:chgData name="Lohakare, Amit" userId="d0c59914-2652-45d2-9cc8-c7584646f742" providerId="ADAL" clId="{FA1A0E22-CBB4-498B-80D2-83926F182C05}" dt="2024-03-22T08:37:48.264" v="401" actId="14100"/>
        <pc:sldMkLst>
          <pc:docMk/>
          <pc:sldMk cId="377962923" sldId="576"/>
        </pc:sldMkLst>
        <pc:picChg chg="mod">
          <ac:chgData name="Lohakare, Amit" userId="d0c59914-2652-45d2-9cc8-c7584646f742" providerId="ADAL" clId="{FA1A0E22-CBB4-498B-80D2-83926F182C05}" dt="2024-03-22T08:37:48.264" v="401" actId="14100"/>
          <ac:picMkLst>
            <pc:docMk/>
            <pc:sldMk cId="377962923" sldId="576"/>
            <ac:picMk id="7" creationId="{C9908B82-BB8E-4C5A-871D-E190E710E57C}"/>
          </ac:picMkLst>
        </pc:picChg>
      </pc:sldChg>
      <pc:sldChg chg="modSp mod">
        <pc:chgData name="Lohakare, Amit" userId="d0c59914-2652-45d2-9cc8-c7584646f742" providerId="ADAL" clId="{FA1A0E22-CBB4-498B-80D2-83926F182C05}" dt="2024-03-22T08:58:22.688" v="426" actId="20577"/>
        <pc:sldMkLst>
          <pc:docMk/>
          <pc:sldMk cId="3315379362" sldId="578"/>
        </pc:sldMkLst>
        <pc:spChg chg="mod">
          <ac:chgData name="Lohakare, Amit" userId="d0c59914-2652-45d2-9cc8-c7584646f742" providerId="ADAL" clId="{FA1A0E22-CBB4-498B-80D2-83926F182C05}" dt="2024-03-22T08:58:22.688" v="426" actId="20577"/>
          <ac:spMkLst>
            <pc:docMk/>
            <pc:sldMk cId="3315379362" sldId="578"/>
            <ac:spMk id="2" creationId="{050A8FFF-2992-483A-B769-A87075AD6C61}"/>
          </ac:spMkLst>
        </pc:spChg>
        <pc:picChg chg="mod">
          <ac:chgData name="Lohakare, Amit" userId="d0c59914-2652-45d2-9cc8-c7584646f742" providerId="ADAL" clId="{FA1A0E22-CBB4-498B-80D2-83926F182C05}" dt="2024-03-22T08:58:08.166" v="417" actId="14826"/>
          <ac:picMkLst>
            <pc:docMk/>
            <pc:sldMk cId="3315379362" sldId="578"/>
            <ac:picMk id="6" creationId="{46B791D6-F774-4737-A9D7-3F9B43D44A78}"/>
          </ac:picMkLst>
        </pc:picChg>
      </pc:sldChg>
      <pc:sldChg chg="modSp mod">
        <pc:chgData name="Lohakare, Amit" userId="d0c59914-2652-45d2-9cc8-c7584646f742" providerId="ADAL" clId="{FA1A0E22-CBB4-498B-80D2-83926F182C05}" dt="2024-03-22T09:05:51.519" v="466" actId="14100"/>
        <pc:sldMkLst>
          <pc:docMk/>
          <pc:sldMk cId="4243371794" sldId="579"/>
        </pc:sldMkLst>
        <pc:spChg chg="mod">
          <ac:chgData name="Lohakare, Amit" userId="d0c59914-2652-45d2-9cc8-c7584646f742" providerId="ADAL" clId="{FA1A0E22-CBB4-498B-80D2-83926F182C05}" dt="2024-03-22T08:58:38.091" v="435" actId="20577"/>
          <ac:spMkLst>
            <pc:docMk/>
            <pc:sldMk cId="4243371794" sldId="579"/>
            <ac:spMk id="2" creationId="{AFA19DAE-2F21-4FFE-A3D9-B4A4EA863540}"/>
          </ac:spMkLst>
        </pc:spChg>
        <pc:spChg chg="mod">
          <ac:chgData name="Lohakare, Amit" userId="d0c59914-2652-45d2-9cc8-c7584646f742" providerId="ADAL" clId="{FA1A0E22-CBB4-498B-80D2-83926F182C05}" dt="2024-03-22T08:59:08.108" v="462" actId="20577"/>
          <ac:spMkLst>
            <pc:docMk/>
            <pc:sldMk cId="4243371794" sldId="579"/>
            <ac:spMk id="3" creationId="{C9FE7EB3-7719-4BBA-BB84-D9758C64227B}"/>
          </ac:spMkLst>
        </pc:spChg>
        <pc:picChg chg="mod">
          <ac:chgData name="Lohakare, Amit" userId="d0c59914-2652-45d2-9cc8-c7584646f742" providerId="ADAL" clId="{FA1A0E22-CBB4-498B-80D2-83926F182C05}" dt="2024-03-22T09:05:51.519" v="466" actId="14100"/>
          <ac:picMkLst>
            <pc:docMk/>
            <pc:sldMk cId="4243371794" sldId="579"/>
            <ac:picMk id="6" creationId="{4D2E4C36-06F6-41F8-B209-1992560F945B}"/>
          </ac:picMkLst>
        </pc:picChg>
      </pc:sldChg>
      <pc:sldChg chg="modSp mod">
        <pc:chgData name="Lohakare, Amit" userId="d0c59914-2652-45d2-9cc8-c7584646f742" providerId="ADAL" clId="{FA1A0E22-CBB4-498B-80D2-83926F182C05}" dt="2024-03-22T11:45:08.139" v="496" actId="14100"/>
        <pc:sldMkLst>
          <pc:docMk/>
          <pc:sldMk cId="24156114" sldId="582"/>
        </pc:sldMkLst>
        <pc:picChg chg="mod">
          <ac:chgData name="Lohakare, Amit" userId="d0c59914-2652-45d2-9cc8-c7584646f742" providerId="ADAL" clId="{FA1A0E22-CBB4-498B-80D2-83926F182C05}" dt="2024-03-22T11:45:08.139" v="496" actId="14100"/>
          <ac:picMkLst>
            <pc:docMk/>
            <pc:sldMk cId="24156114" sldId="582"/>
            <ac:picMk id="6" creationId="{9D3014C4-9294-480C-834B-6CB276313147}"/>
          </ac:picMkLst>
        </pc:picChg>
      </pc:sldChg>
      <pc:sldChg chg="modSp mod">
        <pc:chgData name="Lohakare, Amit" userId="d0c59914-2652-45d2-9cc8-c7584646f742" providerId="ADAL" clId="{FA1A0E22-CBB4-498B-80D2-83926F182C05}" dt="2024-03-22T11:55:10.780" v="521" actId="1076"/>
        <pc:sldMkLst>
          <pc:docMk/>
          <pc:sldMk cId="3835414454" sldId="583"/>
        </pc:sldMkLst>
        <pc:spChg chg="mod">
          <ac:chgData name="Lohakare, Amit" userId="d0c59914-2652-45d2-9cc8-c7584646f742" providerId="ADAL" clId="{FA1A0E22-CBB4-498B-80D2-83926F182C05}" dt="2024-03-22T11:52:27.808" v="507" actId="1076"/>
          <ac:spMkLst>
            <pc:docMk/>
            <pc:sldMk cId="3835414454" sldId="583"/>
            <ac:spMk id="9" creationId="{B37D070D-E3D9-414F-8684-6776B6FBB1CB}"/>
          </ac:spMkLst>
        </pc:spChg>
        <pc:spChg chg="mod">
          <ac:chgData name="Lohakare, Amit" userId="d0c59914-2652-45d2-9cc8-c7584646f742" providerId="ADAL" clId="{FA1A0E22-CBB4-498B-80D2-83926F182C05}" dt="2024-03-22T11:52:10.640" v="506" actId="14100"/>
          <ac:spMkLst>
            <pc:docMk/>
            <pc:sldMk cId="3835414454" sldId="583"/>
            <ac:spMk id="10" creationId="{36B26FEA-98D8-48E8-A145-2429E00BC0A0}"/>
          </ac:spMkLst>
        </pc:spChg>
        <pc:spChg chg="mod">
          <ac:chgData name="Lohakare, Amit" userId="d0c59914-2652-45d2-9cc8-c7584646f742" providerId="ADAL" clId="{FA1A0E22-CBB4-498B-80D2-83926F182C05}" dt="2024-03-22T11:51:56.435" v="504" actId="1076"/>
          <ac:spMkLst>
            <pc:docMk/>
            <pc:sldMk cId="3835414454" sldId="583"/>
            <ac:spMk id="11" creationId="{4B4165B3-B53C-46CF-952E-C58A5ED94ED4}"/>
          </ac:spMkLst>
        </pc:spChg>
        <pc:spChg chg="mod">
          <ac:chgData name="Lohakare, Amit" userId="d0c59914-2652-45d2-9cc8-c7584646f742" providerId="ADAL" clId="{FA1A0E22-CBB4-498B-80D2-83926F182C05}" dt="2024-03-22T11:51:51.195" v="503" actId="1076"/>
          <ac:spMkLst>
            <pc:docMk/>
            <pc:sldMk cId="3835414454" sldId="583"/>
            <ac:spMk id="12" creationId="{16362D2B-306B-4D25-BED9-54C6595E6D44}"/>
          </ac:spMkLst>
        </pc:spChg>
        <pc:spChg chg="mod">
          <ac:chgData name="Lohakare, Amit" userId="d0c59914-2652-45d2-9cc8-c7584646f742" providerId="ADAL" clId="{FA1A0E22-CBB4-498B-80D2-83926F182C05}" dt="2024-03-22T11:55:10.780" v="521" actId="1076"/>
          <ac:spMkLst>
            <pc:docMk/>
            <pc:sldMk cId="3835414454" sldId="583"/>
            <ac:spMk id="18" creationId="{21287FEF-1577-4A4F-88A9-6E3CBDBE8F5D}"/>
          </ac:spMkLst>
        </pc:spChg>
        <pc:spChg chg="mod">
          <ac:chgData name="Lohakare, Amit" userId="d0c59914-2652-45d2-9cc8-c7584646f742" providerId="ADAL" clId="{FA1A0E22-CBB4-498B-80D2-83926F182C05}" dt="2024-03-22T11:54:14.053" v="515" actId="1076"/>
          <ac:spMkLst>
            <pc:docMk/>
            <pc:sldMk cId="3835414454" sldId="583"/>
            <ac:spMk id="19" creationId="{BF246F23-F381-4CE3-9183-5FFA82387756}"/>
          </ac:spMkLst>
        </pc:spChg>
        <pc:spChg chg="mod">
          <ac:chgData name="Lohakare, Amit" userId="d0c59914-2652-45d2-9cc8-c7584646f742" providerId="ADAL" clId="{FA1A0E22-CBB4-498B-80D2-83926F182C05}" dt="2024-03-22T11:52:55.069" v="508" actId="1076"/>
          <ac:spMkLst>
            <pc:docMk/>
            <pc:sldMk cId="3835414454" sldId="583"/>
            <ac:spMk id="20" creationId="{9650E79D-BBF8-4B5A-A12D-DA6CD1B14908}"/>
          </ac:spMkLst>
        </pc:spChg>
        <pc:spChg chg="mod">
          <ac:chgData name="Lohakare, Amit" userId="d0c59914-2652-45d2-9cc8-c7584646f742" providerId="ADAL" clId="{FA1A0E22-CBB4-498B-80D2-83926F182C05}" dt="2024-03-22T11:54:44.991" v="518" actId="1076"/>
          <ac:spMkLst>
            <pc:docMk/>
            <pc:sldMk cId="3835414454" sldId="583"/>
            <ac:spMk id="21" creationId="{C583250F-BE92-471B-9607-BF6BDD65C1DA}"/>
          </ac:spMkLst>
        </pc:spChg>
        <pc:picChg chg="mod">
          <ac:chgData name="Lohakare, Amit" userId="d0c59914-2652-45d2-9cc8-c7584646f742" providerId="ADAL" clId="{FA1A0E22-CBB4-498B-80D2-83926F182C05}" dt="2024-03-22T11:51:22.124" v="501" actId="1076"/>
          <ac:picMkLst>
            <pc:docMk/>
            <pc:sldMk cId="3835414454" sldId="583"/>
            <ac:picMk id="22" creationId="{24B36F63-0EC5-4266-8915-51E9B06FE86A}"/>
          </ac:picMkLst>
        </pc:picChg>
        <pc:cxnChg chg="mod">
          <ac:chgData name="Lohakare, Amit" userId="d0c59914-2652-45d2-9cc8-c7584646f742" providerId="ADAL" clId="{FA1A0E22-CBB4-498B-80D2-83926F182C05}" dt="2024-03-22T11:52:27.808" v="507" actId="1076"/>
          <ac:cxnSpMkLst>
            <pc:docMk/>
            <pc:sldMk cId="3835414454" sldId="583"/>
            <ac:cxnSpMk id="13" creationId="{8C4DAEA0-8EB7-4177-B128-5610D1B774D4}"/>
          </ac:cxnSpMkLst>
        </pc:cxnChg>
        <pc:cxnChg chg="mod">
          <ac:chgData name="Lohakare, Amit" userId="d0c59914-2652-45d2-9cc8-c7584646f742" providerId="ADAL" clId="{FA1A0E22-CBB4-498B-80D2-83926F182C05}" dt="2024-03-22T11:55:02.519" v="520" actId="1076"/>
          <ac:cxnSpMkLst>
            <pc:docMk/>
            <pc:sldMk cId="3835414454" sldId="583"/>
            <ac:cxnSpMk id="14" creationId="{460961EF-A8D0-443E-B35F-CF82C2903793}"/>
          </ac:cxnSpMkLst>
        </pc:cxnChg>
        <pc:cxnChg chg="mod">
          <ac:chgData name="Lohakare, Amit" userId="d0c59914-2652-45d2-9cc8-c7584646f742" providerId="ADAL" clId="{FA1A0E22-CBB4-498B-80D2-83926F182C05}" dt="2024-03-22T11:54:28.294" v="517" actId="1076"/>
          <ac:cxnSpMkLst>
            <pc:docMk/>
            <pc:sldMk cId="3835414454" sldId="583"/>
            <ac:cxnSpMk id="15" creationId="{0F873643-324C-4CF2-AD03-52B43933C112}"/>
          </ac:cxnSpMkLst>
        </pc:cxnChg>
        <pc:cxnChg chg="mod">
          <ac:chgData name="Lohakare, Amit" userId="d0c59914-2652-45d2-9cc8-c7584646f742" providerId="ADAL" clId="{FA1A0E22-CBB4-498B-80D2-83926F182C05}" dt="2024-03-22T11:53:05.303" v="510" actId="1076"/>
          <ac:cxnSpMkLst>
            <pc:docMk/>
            <pc:sldMk cId="3835414454" sldId="583"/>
            <ac:cxnSpMk id="16" creationId="{4CD4BE9D-50EE-457F-8FEB-12169301791A}"/>
          </ac:cxnSpMkLst>
        </pc:cxnChg>
      </pc:sldChg>
      <pc:sldChg chg="modSp mod">
        <pc:chgData name="Lohakare, Amit" userId="d0c59914-2652-45d2-9cc8-c7584646f742" providerId="ADAL" clId="{FA1A0E22-CBB4-498B-80D2-83926F182C05}" dt="2024-03-23T09:21:51.902" v="522" actId="14826"/>
        <pc:sldMkLst>
          <pc:docMk/>
          <pc:sldMk cId="3733476590" sldId="584"/>
        </pc:sldMkLst>
        <pc:picChg chg="mod">
          <ac:chgData name="Lohakare, Amit" userId="d0c59914-2652-45d2-9cc8-c7584646f742" providerId="ADAL" clId="{FA1A0E22-CBB4-498B-80D2-83926F182C05}" dt="2024-03-23T09:21:51.902" v="522" actId="14826"/>
          <ac:picMkLst>
            <pc:docMk/>
            <pc:sldMk cId="3733476590" sldId="584"/>
            <ac:picMk id="6" creationId="{70838EF6-A47A-4335-90A0-D5ADFB5FDE01}"/>
          </ac:picMkLst>
        </pc:picChg>
      </pc:sldChg>
      <pc:sldChg chg="addSp delSp modSp mod">
        <pc:chgData name="Lohakare, Amit" userId="d0c59914-2652-45d2-9cc8-c7584646f742" providerId="ADAL" clId="{FA1A0E22-CBB4-498B-80D2-83926F182C05}" dt="2024-03-23T10:17:54.468" v="869" actId="478"/>
        <pc:sldMkLst>
          <pc:docMk/>
          <pc:sldMk cId="1330815501" sldId="585"/>
        </pc:sldMkLst>
        <pc:spChg chg="add mod">
          <ac:chgData name="Lohakare, Amit" userId="d0c59914-2652-45d2-9cc8-c7584646f742" providerId="ADAL" clId="{FA1A0E22-CBB4-498B-80D2-83926F182C05}" dt="2024-03-23T09:51:46.064" v="600" actId="1076"/>
          <ac:spMkLst>
            <pc:docMk/>
            <pc:sldMk cId="1330815501" sldId="585"/>
            <ac:spMk id="3" creationId="{26F969B8-AB8E-878F-115B-CA63DD82F1AD}"/>
          </ac:spMkLst>
        </pc:spChg>
        <pc:spChg chg="add mod">
          <ac:chgData name="Lohakare, Amit" userId="d0c59914-2652-45d2-9cc8-c7584646f742" providerId="ADAL" clId="{FA1A0E22-CBB4-498B-80D2-83926F182C05}" dt="2024-03-23T09:51:56.388" v="602" actId="1076"/>
          <ac:spMkLst>
            <pc:docMk/>
            <pc:sldMk cId="1330815501" sldId="585"/>
            <ac:spMk id="6" creationId="{F665FDAD-BF70-6809-06F8-FB5AF954CA2A}"/>
          </ac:spMkLst>
        </pc:spChg>
        <pc:spChg chg="mod">
          <ac:chgData name="Lohakare, Amit" userId="d0c59914-2652-45d2-9cc8-c7584646f742" providerId="ADAL" clId="{FA1A0E22-CBB4-498B-80D2-83926F182C05}" dt="2024-03-23T10:17:35.947" v="865" actId="20577"/>
          <ac:spMkLst>
            <pc:docMk/>
            <pc:sldMk cId="1330815501" sldId="585"/>
            <ac:spMk id="7" creationId="{5FE38BF6-0308-4D0B-9295-931670668F63}"/>
          </ac:spMkLst>
        </pc:spChg>
        <pc:spChg chg="mod">
          <ac:chgData name="Lohakare, Amit" userId="d0c59914-2652-45d2-9cc8-c7584646f742" providerId="ADAL" clId="{FA1A0E22-CBB4-498B-80D2-83926F182C05}" dt="2024-03-23T09:38:13.265" v="525" actId="1076"/>
          <ac:spMkLst>
            <pc:docMk/>
            <pc:sldMk cId="1330815501" sldId="585"/>
            <ac:spMk id="8" creationId="{0E02887A-07CE-49D3-97A6-E35AF6C3484A}"/>
          </ac:spMkLst>
        </pc:spChg>
        <pc:spChg chg="mod">
          <ac:chgData name="Lohakare, Amit" userId="d0c59914-2652-45d2-9cc8-c7584646f742" providerId="ADAL" clId="{FA1A0E22-CBB4-498B-80D2-83926F182C05}" dt="2024-03-23T09:38:28.192" v="527" actId="1076"/>
          <ac:spMkLst>
            <pc:docMk/>
            <pc:sldMk cId="1330815501" sldId="585"/>
            <ac:spMk id="10" creationId="{ABA614DD-314B-461C-BD9A-CC6D856E5503}"/>
          </ac:spMkLst>
        </pc:spChg>
        <pc:spChg chg="mod">
          <ac:chgData name="Lohakare, Amit" userId="d0c59914-2652-45d2-9cc8-c7584646f742" providerId="ADAL" clId="{FA1A0E22-CBB4-498B-80D2-83926F182C05}" dt="2024-03-23T09:41:31.077" v="541" actId="1076"/>
          <ac:spMkLst>
            <pc:docMk/>
            <pc:sldMk cId="1330815501" sldId="585"/>
            <ac:spMk id="11" creationId="{2570D08F-9B6F-4A69-99BC-F58854DD908D}"/>
          </ac:spMkLst>
        </pc:spChg>
        <pc:spChg chg="mod">
          <ac:chgData name="Lohakare, Amit" userId="d0c59914-2652-45d2-9cc8-c7584646f742" providerId="ADAL" clId="{FA1A0E22-CBB4-498B-80D2-83926F182C05}" dt="2024-03-23T09:42:07.337" v="546" actId="1076"/>
          <ac:spMkLst>
            <pc:docMk/>
            <pc:sldMk cId="1330815501" sldId="585"/>
            <ac:spMk id="12" creationId="{81E1B175-1A13-419A-AFCA-93C1D78051E4}"/>
          </ac:spMkLst>
        </pc:spChg>
        <pc:spChg chg="mod">
          <ac:chgData name="Lohakare, Amit" userId="d0c59914-2652-45d2-9cc8-c7584646f742" providerId="ADAL" clId="{FA1A0E22-CBB4-498B-80D2-83926F182C05}" dt="2024-03-23T09:42:59.963" v="555" actId="14100"/>
          <ac:spMkLst>
            <pc:docMk/>
            <pc:sldMk cId="1330815501" sldId="585"/>
            <ac:spMk id="13" creationId="{ABCB502D-345A-40DE-8BE2-3F420EA042EE}"/>
          </ac:spMkLst>
        </pc:spChg>
        <pc:spChg chg="mod">
          <ac:chgData name="Lohakare, Amit" userId="d0c59914-2652-45d2-9cc8-c7584646f742" providerId="ADAL" clId="{FA1A0E22-CBB4-498B-80D2-83926F182C05}" dt="2024-03-23T09:56:29.933" v="627" actId="14100"/>
          <ac:spMkLst>
            <pc:docMk/>
            <pc:sldMk cId="1330815501" sldId="585"/>
            <ac:spMk id="14" creationId="{1A244D6D-95EE-4100-87AF-FF0802D76493}"/>
          </ac:spMkLst>
        </pc:spChg>
        <pc:spChg chg="del">
          <ac:chgData name="Lohakare, Amit" userId="d0c59914-2652-45d2-9cc8-c7584646f742" providerId="ADAL" clId="{FA1A0E22-CBB4-498B-80D2-83926F182C05}" dt="2024-03-23T09:55:52.637" v="621" actId="478"/>
          <ac:spMkLst>
            <pc:docMk/>
            <pc:sldMk cId="1330815501" sldId="585"/>
            <ac:spMk id="15" creationId="{1ABED45A-F95A-4988-A05D-6319E920B736}"/>
          </ac:spMkLst>
        </pc:spChg>
        <pc:spChg chg="mod">
          <ac:chgData name="Lohakare, Amit" userId="d0c59914-2652-45d2-9cc8-c7584646f742" providerId="ADAL" clId="{FA1A0E22-CBB4-498B-80D2-83926F182C05}" dt="2024-03-23T09:56:17.258" v="625" actId="1076"/>
          <ac:spMkLst>
            <pc:docMk/>
            <pc:sldMk cId="1330815501" sldId="585"/>
            <ac:spMk id="16" creationId="{3F16FB3F-99D2-414A-ADF9-DE16E55502DB}"/>
          </ac:spMkLst>
        </pc:spChg>
        <pc:spChg chg="del">
          <ac:chgData name="Lohakare, Amit" userId="d0c59914-2652-45d2-9cc8-c7584646f742" providerId="ADAL" clId="{FA1A0E22-CBB4-498B-80D2-83926F182C05}" dt="2024-03-23T09:55:47.253" v="619" actId="478"/>
          <ac:spMkLst>
            <pc:docMk/>
            <pc:sldMk cId="1330815501" sldId="585"/>
            <ac:spMk id="17" creationId="{E9EBC103-9009-4150-894A-3EBC9828966C}"/>
          </ac:spMkLst>
        </pc:spChg>
        <pc:spChg chg="mod">
          <ac:chgData name="Lohakare, Amit" userId="d0c59914-2652-45d2-9cc8-c7584646f742" providerId="ADAL" clId="{FA1A0E22-CBB4-498B-80D2-83926F182C05}" dt="2024-03-23T09:56:40.855" v="628" actId="1076"/>
          <ac:spMkLst>
            <pc:docMk/>
            <pc:sldMk cId="1330815501" sldId="585"/>
            <ac:spMk id="18" creationId="{F7AE1844-5689-4C57-9ADC-34452EB09643}"/>
          </ac:spMkLst>
        </pc:spChg>
        <pc:spChg chg="mod">
          <ac:chgData name="Lohakare, Amit" userId="d0c59914-2652-45d2-9cc8-c7584646f742" providerId="ADAL" clId="{FA1A0E22-CBB4-498B-80D2-83926F182C05}" dt="2024-03-23T10:10:34.023" v="724" actId="1076"/>
          <ac:spMkLst>
            <pc:docMk/>
            <pc:sldMk cId="1330815501" sldId="585"/>
            <ac:spMk id="19" creationId="{5D49E0CB-24D2-4543-9E97-07C3E46933AF}"/>
          </ac:spMkLst>
        </pc:spChg>
        <pc:spChg chg="mod">
          <ac:chgData name="Lohakare, Amit" userId="d0c59914-2652-45d2-9cc8-c7584646f742" providerId="ADAL" clId="{FA1A0E22-CBB4-498B-80D2-83926F182C05}" dt="2024-03-23T09:39:22.733" v="529" actId="1076"/>
          <ac:spMkLst>
            <pc:docMk/>
            <pc:sldMk cId="1330815501" sldId="585"/>
            <ac:spMk id="20" creationId="{2AED8110-275B-46A6-8E74-11FA2E98CC83}"/>
          </ac:spMkLst>
        </pc:spChg>
        <pc:spChg chg="mod">
          <ac:chgData name="Lohakare, Amit" userId="d0c59914-2652-45d2-9cc8-c7584646f742" providerId="ADAL" clId="{FA1A0E22-CBB4-498B-80D2-83926F182C05}" dt="2024-03-23T09:40:32.843" v="533" actId="1076"/>
          <ac:spMkLst>
            <pc:docMk/>
            <pc:sldMk cId="1330815501" sldId="585"/>
            <ac:spMk id="21" creationId="{EE43956C-5609-466D-8197-17F7D623E00B}"/>
          </ac:spMkLst>
        </pc:spChg>
        <pc:spChg chg="mod">
          <ac:chgData name="Lohakare, Amit" userId="d0c59914-2652-45d2-9cc8-c7584646f742" providerId="ADAL" clId="{FA1A0E22-CBB4-498B-80D2-83926F182C05}" dt="2024-03-23T09:40:52.247" v="536" actId="1076"/>
          <ac:spMkLst>
            <pc:docMk/>
            <pc:sldMk cId="1330815501" sldId="585"/>
            <ac:spMk id="22" creationId="{ECB07B0D-CD05-49B4-82A3-996A614743BC}"/>
          </ac:spMkLst>
        </pc:spChg>
        <pc:spChg chg="mod">
          <ac:chgData name="Lohakare, Amit" userId="d0c59914-2652-45d2-9cc8-c7584646f742" providerId="ADAL" clId="{FA1A0E22-CBB4-498B-80D2-83926F182C05}" dt="2024-03-23T09:43:37.862" v="556" actId="1076"/>
          <ac:spMkLst>
            <pc:docMk/>
            <pc:sldMk cId="1330815501" sldId="585"/>
            <ac:spMk id="23" creationId="{EFC2E555-F363-4A75-B3F8-596E85225960}"/>
          </ac:spMkLst>
        </pc:spChg>
        <pc:spChg chg="mod">
          <ac:chgData name="Lohakare, Amit" userId="d0c59914-2652-45d2-9cc8-c7584646f742" providerId="ADAL" clId="{FA1A0E22-CBB4-498B-80D2-83926F182C05}" dt="2024-03-23T09:48:04.809" v="583" actId="1076"/>
          <ac:spMkLst>
            <pc:docMk/>
            <pc:sldMk cId="1330815501" sldId="585"/>
            <ac:spMk id="24" creationId="{91553386-C340-4B7C-BC43-B9A57F27718D}"/>
          </ac:spMkLst>
        </pc:spChg>
        <pc:spChg chg="mod">
          <ac:chgData name="Lohakare, Amit" userId="d0c59914-2652-45d2-9cc8-c7584646f742" providerId="ADAL" clId="{FA1A0E22-CBB4-498B-80D2-83926F182C05}" dt="2024-03-23T09:44:45.335" v="572" actId="1076"/>
          <ac:spMkLst>
            <pc:docMk/>
            <pc:sldMk cId="1330815501" sldId="585"/>
            <ac:spMk id="25" creationId="{EF0A48D5-5697-4796-BDA7-6ABE586C839D}"/>
          </ac:spMkLst>
        </pc:spChg>
        <pc:spChg chg="mod">
          <ac:chgData name="Lohakare, Amit" userId="d0c59914-2652-45d2-9cc8-c7584646f742" providerId="ADAL" clId="{FA1A0E22-CBB4-498B-80D2-83926F182C05}" dt="2024-03-23T09:48:32.122" v="586" actId="1076"/>
          <ac:spMkLst>
            <pc:docMk/>
            <pc:sldMk cId="1330815501" sldId="585"/>
            <ac:spMk id="26" creationId="{94271C83-9D6E-4F4F-8048-C5DE8749D0DD}"/>
          </ac:spMkLst>
        </pc:spChg>
        <pc:spChg chg="mod">
          <ac:chgData name="Lohakare, Amit" userId="d0c59914-2652-45d2-9cc8-c7584646f742" providerId="ADAL" clId="{FA1A0E22-CBB4-498B-80D2-83926F182C05}" dt="2024-03-23T09:41:36.827" v="543" actId="1076"/>
          <ac:spMkLst>
            <pc:docMk/>
            <pc:sldMk cId="1330815501" sldId="585"/>
            <ac:spMk id="42" creationId="{8EAA8B00-69BB-478C-88D4-99FD29016B46}"/>
          </ac:spMkLst>
        </pc:spChg>
        <pc:spChg chg="mod">
          <ac:chgData name="Lohakare, Amit" userId="d0c59914-2652-45d2-9cc8-c7584646f742" providerId="ADAL" clId="{FA1A0E22-CBB4-498B-80D2-83926F182C05}" dt="2024-03-23T09:42:27.150" v="550" actId="1076"/>
          <ac:spMkLst>
            <pc:docMk/>
            <pc:sldMk cId="1330815501" sldId="585"/>
            <ac:spMk id="43" creationId="{7A02F8F2-FF26-4D0D-9844-6CB2B0F5E954}"/>
          </ac:spMkLst>
        </pc:spChg>
        <pc:spChg chg="mod">
          <ac:chgData name="Lohakare, Amit" userId="d0c59914-2652-45d2-9cc8-c7584646f742" providerId="ADAL" clId="{FA1A0E22-CBB4-498B-80D2-83926F182C05}" dt="2024-03-23T09:42:41.135" v="551" actId="1076"/>
          <ac:spMkLst>
            <pc:docMk/>
            <pc:sldMk cId="1330815501" sldId="585"/>
            <ac:spMk id="44" creationId="{F3BC7EE4-FA31-47C9-B96D-CB73E140ABA5}"/>
          </ac:spMkLst>
        </pc:spChg>
        <pc:spChg chg="del">
          <ac:chgData name="Lohakare, Amit" userId="d0c59914-2652-45d2-9cc8-c7584646f742" providerId="ADAL" clId="{FA1A0E22-CBB4-498B-80D2-83926F182C05}" dt="2024-03-23T09:57:23.944" v="635" actId="478"/>
          <ac:spMkLst>
            <pc:docMk/>
            <pc:sldMk cId="1330815501" sldId="585"/>
            <ac:spMk id="45" creationId="{4C902E53-6542-41E0-8BFE-EFC2D80EE33A}"/>
          </ac:spMkLst>
        </pc:spChg>
        <pc:spChg chg="mod">
          <ac:chgData name="Lohakare, Amit" userId="d0c59914-2652-45d2-9cc8-c7584646f742" providerId="ADAL" clId="{FA1A0E22-CBB4-498B-80D2-83926F182C05}" dt="2024-03-23T10:00:35.404" v="648" actId="1076"/>
          <ac:spMkLst>
            <pc:docMk/>
            <pc:sldMk cId="1330815501" sldId="585"/>
            <ac:spMk id="47" creationId="{A5A39086-69DD-4B25-B9DD-F51A87ABE2C9}"/>
          </ac:spMkLst>
        </pc:spChg>
        <pc:spChg chg="mod">
          <ac:chgData name="Lohakare, Amit" userId="d0c59914-2652-45d2-9cc8-c7584646f742" providerId="ADAL" clId="{FA1A0E22-CBB4-498B-80D2-83926F182C05}" dt="2024-03-23T10:00:29.964" v="647" actId="1076"/>
          <ac:spMkLst>
            <pc:docMk/>
            <pc:sldMk cId="1330815501" sldId="585"/>
            <ac:spMk id="48" creationId="{F33C55D2-A037-42C4-8FA0-7E219E6F59C6}"/>
          </ac:spMkLst>
        </pc:spChg>
        <pc:spChg chg="mod">
          <ac:chgData name="Lohakare, Amit" userId="d0c59914-2652-45d2-9cc8-c7584646f742" providerId="ADAL" clId="{FA1A0E22-CBB4-498B-80D2-83926F182C05}" dt="2024-03-23T10:00:25.854" v="646" actId="1076"/>
          <ac:spMkLst>
            <pc:docMk/>
            <pc:sldMk cId="1330815501" sldId="585"/>
            <ac:spMk id="49" creationId="{19EF460B-92C2-45DD-A874-5DADBFBC3101}"/>
          </ac:spMkLst>
        </pc:spChg>
        <pc:spChg chg="del">
          <ac:chgData name="Lohakare, Amit" userId="d0c59914-2652-45d2-9cc8-c7584646f742" providerId="ADAL" clId="{FA1A0E22-CBB4-498B-80D2-83926F182C05}" dt="2024-03-23T09:40:04.276" v="531" actId="478"/>
          <ac:spMkLst>
            <pc:docMk/>
            <pc:sldMk cId="1330815501" sldId="585"/>
            <ac:spMk id="50" creationId="{E958F363-C012-42C3-ACDF-FD70B8369214}"/>
          </ac:spMkLst>
        </pc:spChg>
        <pc:spChg chg="del">
          <ac:chgData name="Lohakare, Amit" userId="d0c59914-2652-45d2-9cc8-c7584646f742" providerId="ADAL" clId="{FA1A0E22-CBB4-498B-80D2-83926F182C05}" dt="2024-03-23T09:55:49.521" v="620" actId="478"/>
          <ac:spMkLst>
            <pc:docMk/>
            <pc:sldMk cId="1330815501" sldId="585"/>
            <ac:spMk id="51" creationId="{ADA14DD2-ECF7-4F14-BA52-FC620D245206}"/>
          </ac:spMkLst>
        </pc:spChg>
        <pc:spChg chg="mod">
          <ac:chgData name="Lohakare, Amit" userId="d0c59914-2652-45d2-9cc8-c7584646f742" providerId="ADAL" clId="{FA1A0E22-CBB4-498B-80D2-83926F182C05}" dt="2024-03-23T10:10:43.231" v="726" actId="1076"/>
          <ac:spMkLst>
            <pc:docMk/>
            <pc:sldMk cId="1330815501" sldId="585"/>
            <ac:spMk id="52" creationId="{F9AAFA97-93CE-43F0-BBDB-0129696B2F45}"/>
          </ac:spMkLst>
        </pc:spChg>
        <pc:spChg chg="del">
          <ac:chgData name="Lohakare, Amit" userId="d0c59914-2652-45d2-9cc8-c7584646f742" providerId="ADAL" clId="{FA1A0E22-CBB4-498B-80D2-83926F182C05}" dt="2024-03-23T09:58:42.719" v="643" actId="478"/>
          <ac:spMkLst>
            <pc:docMk/>
            <pc:sldMk cId="1330815501" sldId="585"/>
            <ac:spMk id="53" creationId="{708BB06A-4231-4D81-B0BB-BFE1AE85815C}"/>
          </ac:spMkLst>
        </pc:spChg>
        <pc:spChg chg="del mod">
          <ac:chgData name="Lohakare, Amit" userId="d0c59914-2652-45d2-9cc8-c7584646f742" providerId="ADAL" clId="{FA1A0E22-CBB4-498B-80D2-83926F182C05}" dt="2024-03-23T09:45:26.858" v="578" actId="478"/>
          <ac:spMkLst>
            <pc:docMk/>
            <pc:sldMk cId="1330815501" sldId="585"/>
            <ac:spMk id="54" creationId="{96277758-E3A6-4DCB-A89C-B1B003355F68}"/>
          </ac:spMkLst>
        </pc:spChg>
        <pc:spChg chg="del">
          <ac:chgData name="Lohakare, Amit" userId="d0c59914-2652-45d2-9cc8-c7584646f742" providerId="ADAL" clId="{FA1A0E22-CBB4-498B-80D2-83926F182C05}" dt="2024-03-23T09:58:46.057" v="644" actId="478"/>
          <ac:spMkLst>
            <pc:docMk/>
            <pc:sldMk cId="1330815501" sldId="585"/>
            <ac:spMk id="57" creationId="{F2FDCC6D-76F3-412F-8DF1-7EEE29FE736F}"/>
          </ac:spMkLst>
        </pc:spChg>
        <pc:spChg chg="del">
          <ac:chgData name="Lohakare, Amit" userId="d0c59914-2652-45d2-9cc8-c7584646f742" providerId="ADAL" clId="{FA1A0E22-CBB4-498B-80D2-83926F182C05}" dt="2024-03-23T09:58:39.728" v="642" actId="478"/>
          <ac:spMkLst>
            <pc:docMk/>
            <pc:sldMk cId="1330815501" sldId="585"/>
            <ac:spMk id="58" creationId="{E5C06D6F-1263-494E-85BD-E5255AC93A3C}"/>
          </ac:spMkLst>
        </pc:spChg>
        <pc:spChg chg="mod">
          <ac:chgData name="Lohakare, Amit" userId="d0c59914-2652-45d2-9cc8-c7584646f742" providerId="ADAL" clId="{FA1A0E22-CBB4-498B-80D2-83926F182C05}" dt="2024-03-23T09:40:12.826" v="532" actId="1076"/>
          <ac:spMkLst>
            <pc:docMk/>
            <pc:sldMk cId="1330815501" sldId="585"/>
            <ac:spMk id="59" creationId="{4E2C633C-B849-41DC-9C4C-BB8B162D49D5}"/>
          </ac:spMkLst>
        </pc:spChg>
        <pc:spChg chg="mod">
          <ac:chgData name="Lohakare, Amit" userId="d0c59914-2652-45d2-9cc8-c7584646f742" providerId="ADAL" clId="{FA1A0E22-CBB4-498B-80D2-83926F182C05}" dt="2024-03-23T09:40:43.577" v="535" actId="1076"/>
          <ac:spMkLst>
            <pc:docMk/>
            <pc:sldMk cId="1330815501" sldId="585"/>
            <ac:spMk id="60" creationId="{C5015B18-F76A-40AE-9C2F-6AE1C6288299}"/>
          </ac:spMkLst>
        </pc:spChg>
        <pc:spChg chg="mod">
          <ac:chgData name="Lohakare, Amit" userId="d0c59914-2652-45d2-9cc8-c7584646f742" providerId="ADAL" clId="{FA1A0E22-CBB4-498B-80D2-83926F182C05}" dt="2024-03-23T09:44:10.842" v="569" actId="1035"/>
          <ac:spMkLst>
            <pc:docMk/>
            <pc:sldMk cId="1330815501" sldId="585"/>
            <ac:spMk id="61" creationId="{D16970F8-56A7-4CD2-9278-EBACA3430458}"/>
          </ac:spMkLst>
        </pc:spChg>
        <pc:spChg chg="mod">
          <ac:chgData name="Lohakare, Amit" userId="d0c59914-2652-45d2-9cc8-c7584646f742" providerId="ADAL" clId="{FA1A0E22-CBB4-498B-80D2-83926F182C05}" dt="2024-03-23T09:44:17.349" v="571" actId="1035"/>
          <ac:spMkLst>
            <pc:docMk/>
            <pc:sldMk cId="1330815501" sldId="585"/>
            <ac:spMk id="62" creationId="{CBAB9F9F-78FD-4B0D-ADA1-8519787CFCF2}"/>
          </ac:spMkLst>
        </pc:spChg>
        <pc:spChg chg="mod">
          <ac:chgData name="Lohakare, Amit" userId="d0c59914-2652-45d2-9cc8-c7584646f742" providerId="ADAL" clId="{FA1A0E22-CBB4-498B-80D2-83926F182C05}" dt="2024-03-23T09:44:58.361" v="574" actId="1076"/>
          <ac:spMkLst>
            <pc:docMk/>
            <pc:sldMk cId="1330815501" sldId="585"/>
            <ac:spMk id="63" creationId="{B3609023-8C7C-4C14-87E7-0E3499124E5E}"/>
          </ac:spMkLst>
        </pc:spChg>
        <pc:spChg chg="mod">
          <ac:chgData name="Lohakare, Amit" userId="d0c59914-2652-45d2-9cc8-c7584646f742" providerId="ADAL" clId="{FA1A0E22-CBB4-498B-80D2-83926F182C05}" dt="2024-03-23T09:47:31.123" v="579" actId="1076"/>
          <ac:spMkLst>
            <pc:docMk/>
            <pc:sldMk cId="1330815501" sldId="585"/>
            <ac:spMk id="65" creationId="{0E28B023-9E08-4DF8-B775-80AB576C6514}"/>
          </ac:spMkLst>
        </pc:spChg>
        <pc:spChg chg="mod">
          <ac:chgData name="Lohakare, Amit" userId="d0c59914-2652-45d2-9cc8-c7584646f742" providerId="ADAL" clId="{FA1A0E22-CBB4-498B-80D2-83926F182C05}" dt="2024-03-23T09:47:43.306" v="581" actId="1076"/>
          <ac:spMkLst>
            <pc:docMk/>
            <pc:sldMk cId="1330815501" sldId="585"/>
            <ac:spMk id="67" creationId="{24777F6D-7088-4ADA-BF25-5D53B273EF65}"/>
          </ac:spMkLst>
        </pc:spChg>
        <pc:spChg chg="mod">
          <ac:chgData name="Lohakare, Amit" userId="d0c59914-2652-45d2-9cc8-c7584646f742" providerId="ADAL" clId="{FA1A0E22-CBB4-498B-80D2-83926F182C05}" dt="2024-03-23T09:48:16.439" v="585" actId="1076"/>
          <ac:spMkLst>
            <pc:docMk/>
            <pc:sldMk cId="1330815501" sldId="585"/>
            <ac:spMk id="68" creationId="{B19793C2-649C-41FD-A7F9-870670CFECA4}"/>
          </ac:spMkLst>
        </pc:spChg>
        <pc:spChg chg="mod">
          <ac:chgData name="Lohakare, Amit" userId="d0c59914-2652-45d2-9cc8-c7584646f742" providerId="ADAL" clId="{FA1A0E22-CBB4-498B-80D2-83926F182C05}" dt="2024-03-23T09:49:07.232" v="589" actId="1076"/>
          <ac:spMkLst>
            <pc:docMk/>
            <pc:sldMk cId="1330815501" sldId="585"/>
            <ac:spMk id="69" creationId="{E86BA017-5C57-41A7-B31A-84723C421A80}"/>
          </ac:spMkLst>
        </pc:spChg>
        <pc:spChg chg="mod">
          <ac:chgData name="Lohakare, Amit" userId="d0c59914-2652-45d2-9cc8-c7584646f742" providerId="ADAL" clId="{FA1A0E22-CBB4-498B-80D2-83926F182C05}" dt="2024-03-23T09:49:19.613" v="591" actId="1076"/>
          <ac:spMkLst>
            <pc:docMk/>
            <pc:sldMk cId="1330815501" sldId="585"/>
            <ac:spMk id="71" creationId="{6C4D7D94-9E56-4599-8545-C29FFCA762C8}"/>
          </ac:spMkLst>
        </pc:spChg>
        <pc:spChg chg="mod">
          <ac:chgData name="Lohakare, Amit" userId="d0c59914-2652-45d2-9cc8-c7584646f742" providerId="ADAL" clId="{FA1A0E22-CBB4-498B-80D2-83926F182C05}" dt="2024-03-23T09:49:52.657" v="596" actId="1076"/>
          <ac:spMkLst>
            <pc:docMk/>
            <pc:sldMk cId="1330815501" sldId="585"/>
            <ac:spMk id="72" creationId="{3613D052-557D-4DB4-84D3-50D1B9744F85}"/>
          </ac:spMkLst>
        </pc:spChg>
        <pc:spChg chg="mod">
          <ac:chgData name="Lohakare, Amit" userId="d0c59914-2652-45d2-9cc8-c7584646f742" providerId="ADAL" clId="{FA1A0E22-CBB4-498B-80D2-83926F182C05}" dt="2024-03-23T09:50:06.686" v="598" actId="1076"/>
          <ac:spMkLst>
            <pc:docMk/>
            <pc:sldMk cId="1330815501" sldId="585"/>
            <ac:spMk id="74" creationId="{668B929A-5414-4E82-983A-74E06B881389}"/>
          </ac:spMkLst>
        </pc:spChg>
        <pc:spChg chg="del mod">
          <ac:chgData name="Lohakare, Amit" userId="d0c59914-2652-45d2-9cc8-c7584646f742" providerId="ADAL" clId="{FA1A0E22-CBB4-498B-80D2-83926F182C05}" dt="2024-03-23T10:17:45.273" v="866" actId="478"/>
          <ac:spMkLst>
            <pc:docMk/>
            <pc:sldMk cId="1330815501" sldId="585"/>
            <ac:spMk id="75" creationId="{B8F77030-8E6E-4FBB-A9B3-12BD7E0413BD}"/>
          </ac:spMkLst>
        </pc:spChg>
        <pc:spChg chg="mod">
          <ac:chgData name="Lohakare, Amit" userId="d0c59914-2652-45d2-9cc8-c7584646f742" providerId="ADAL" clId="{FA1A0E22-CBB4-498B-80D2-83926F182C05}" dt="2024-03-23T10:00:57.795" v="649" actId="1076"/>
          <ac:spMkLst>
            <pc:docMk/>
            <pc:sldMk cId="1330815501" sldId="585"/>
            <ac:spMk id="77" creationId="{082642B3-18F4-400E-9855-35F086906137}"/>
          </ac:spMkLst>
        </pc:spChg>
        <pc:spChg chg="mod">
          <ac:chgData name="Lohakare, Amit" userId="d0c59914-2652-45d2-9cc8-c7584646f742" providerId="ADAL" clId="{FA1A0E22-CBB4-498B-80D2-83926F182C05}" dt="2024-03-23T09:49:32.170" v="595" actId="1035"/>
          <ac:spMkLst>
            <pc:docMk/>
            <pc:sldMk cId="1330815501" sldId="585"/>
            <ac:spMk id="78" creationId="{9EB76298-98A9-4E97-BA3F-3B6E4C73C572}"/>
          </ac:spMkLst>
        </pc:spChg>
        <pc:spChg chg="add mod">
          <ac:chgData name="Lohakare, Amit" userId="d0c59914-2652-45d2-9cc8-c7584646f742" providerId="ADAL" clId="{FA1A0E22-CBB4-498B-80D2-83926F182C05}" dt="2024-03-23T09:52:08.809" v="605" actId="14100"/>
          <ac:spMkLst>
            <pc:docMk/>
            <pc:sldMk cId="1330815501" sldId="585"/>
            <ac:spMk id="79" creationId="{C7B41677-8395-F5D1-D5F9-BEA7D2358369}"/>
          </ac:spMkLst>
        </pc:spChg>
        <pc:spChg chg="add mod">
          <ac:chgData name="Lohakare, Amit" userId="d0c59914-2652-45d2-9cc8-c7584646f742" providerId="ADAL" clId="{FA1A0E22-CBB4-498B-80D2-83926F182C05}" dt="2024-03-23T10:01:41.048" v="657" actId="20577"/>
          <ac:spMkLst>
            <pc:docMk/>
            <pc:sldMk cId="1330815501" sldId="585"/>
            <ac:spMk id="84" creationId="{D9E51857-2577-5706-9010-DC5EAB936A2C}"/>
          </ac:spMkLst>
        </pc:spChg>
        <pc:spChg chg="add mod">
          <ac:chgData name="Lohakare, Amit" userId="d0c59914-2652-45d2-9cc8-c7584646f742" providerId="ADAL" clId="{FA1A0E22-CBB4-498B-80D2-83926F182C05}" dt="2024-03-23T10:02:00.426" v="663" actId="20577"/>
          <ac:spMkLst>
            <pc:docMk/>
            <pc:sldMk cId="1330815501" sldId="585"/>
            <ac:spMk id="85" creationId="{049D10B2-8B3E-8BDB-A529-273D4A14C6A9}"/>
          </ac:spMkLst>
        </pc:spChg>
        <pc:spChg chg="add del mod">
          <ac:chgData name="Lohakare, Amit" userId="d0c59914-2652-45d2-9cc8-c7584646f742" providerId="ADAL" clId="{FA1A0E22-CBB4-498B-80D2-83926F182C05}" dt="2024-03-23T10:17:54.468" v="869" actId="478"/>
          <ac:spMkLst>
            <pc:docMk/>
            <pc:sldMk cId="1330815501" sldId="585"/>
            <ac:spMk id="86" creationId="{E0480B67-D48A-E85E-A6B3-C1608854EF63}"/>
          </ac:spMkLst>
        </pc:spChg>
        <pc:picChg chg="mod">
          <ac:chgData name="Lohakare, Amit" userId="d0c59914-2652-45d2-9cc8-c7584646f742" providerId="ADAL" clId="{FA1A0E22-CBB4-498B-80D2-83926F182C05}" dt="2024-03-23T09:57:12.174" v="634" actId="1076"/>
          <ac:picMkLst>
            <pc:docMk/>
            <pc:sldMk cId="1330815501" sldId="585"/>
            <ac:picMk id="5" creationId="{416A9CD4-A015-46A9-AC6C-0A9859A0DAA6}"/>
          </ac:picMkLst>
        </pc:picChg>
        <pc:picChg chg="del mod">
          <ac:chgData name="Lohakare, Amit" userId="d0c59914-2652-45d2-9cc8-c7584646f742" providerId="ADAL" clId="{FA1A0E22-CBB4-498B-80D2-83926F182C05}" dt="2024-03-23T09:47:49.318" v="582" actId="478"/>
          <ac:picMkLst>
            <pc:docMk/>
            <pc:sldMk cId="1330815501" sldId="585"/>
            <ac:picMk id="64" creationId="{41C52F93-B41F-4EB8-B728-7EA96097C25D}"/>
          </ac:picMkLst>
        </pc:picChg>
        <pc:cxnChg chg="mod">
          <ac:chgData name="Lohakare, Amit" userId="d0c59914-2652-45d2-9cc8-c7584646f742" providerId="ADAL" clId="{FA1A0E22-CBB4-498B-80D2-83926F182C05}" dt="2024-03-23T09:38:20.928" v="526" actId="1076"/>
          <ac:cxnSpMkLst>
            <pc:docMk/>
            <pc:sldMk cId="1330815501" sldId="585"/>
            <ac:cxnSpMk id="9" creationId="{0A9491A2-D8AA-46C8-ABCC-5FD157E684EF}"/>
          </ac:cxnSpMkLst>
        </pc:cxnChg>
        <pc:cxnChg chg="mod">
          <ac:chgData name="Lohakare, Amit" userId="d0c59914-2652-45d2-9cc8-c7584646f742" providerId="ADAL" clId="{FA1A0E22-CBB4-498B-80D2-83926F182C05}" dt="2024-03-23T09:41:33.711" v="542" actId="1076"/>
          <ac:cxnSpMkLst>
            <pc:docMk/>
            <pc:sldMk cId="1330815501" sldId="585"/>
            <ac:cxnSpMk id="27" creationId="{42CA1268-7FDB-422F-AF5A-CEE8324B384F}"/>
          </ac:cxnSpMkLst>
        </pc:cxnChg>
        <pc:cxnChg chg="mod">
          <ac:chgData name="Lohakare, Amit" userId="d0c59914-2652-45d2-9cc8-c7584646f742" providerId="ADAL" clId="{FA1A0E22-CBB4-498B-80D2-83926F182C05}" dt="2024-03-23T09:42:21.588" v="549" actId="1076"/>
          <ac:cxnSpMkLst>
            <pc:docMk/>
            <pc:sldMk cId="1330815501" sldId="585"/>
            <ac:cxnSpMk id="28" creationId="{75F34F74-2825-4BB6-9E4E-B0F0FBB0E4B8}"/>
          </ac:cxnSpMkLst>
        </pc:cxnChg>
        <pc:cxnChg chg="mod">
          <ac:chgData name="Lohakare, Amit" userId="d0c59914-2652-45d2-9cc8-c7584646f742" providerId="ADAL" clId="{FA1A0E22-CBB4-498B-80D2-83926F182C05}" dt="2024-03-23T09:42:46.230" v="552" actId="1076"/>
          <ac:cxnSpMkLst>
            <pc:docMk/>
            <pc:sldMk cId="1330815501" sldId="585"/>
            <ac:cxnSpMk id="29" creationId="{0644841C-FD1D-4E19-B892-D3C5DE41C91E}"/>
          </ac:cxnSpMkLst>
        </pc:cxnChg>
        <pc:cxnChg chg="mod">
          <ac:chgData name="Lohakare, Amit" userId="d0c59914-2652-45d2-9cc8-c7584646f742" providerId="ADAL" clId="{FA1A0E22-CBB4-498B-80D2-83926F182C05}" dt="2024-03-23T10:10:39.401" v="725" actId="1076"/>
          <ac:cxnSpMkLst>
            <pc:docMk/>
            <pc:sldMk cId="1330815501" sldId="585"/>
            <ac:cxnSpMk id="30" creationId="{F431C235-F7FB-4810-AAF9-2028DB69F83D}"/>
          </ac:cxnSpMkLst>
        </pc:cxnChg>
        <pc:cxnChg chg="mod">
          <ac:chgData name="Lohakare, Amit" userId="d0c59914-2652-45d2-9cc8-c7584646f742" providerId="ADAL" clId="{FA1A0E22-CBB4-498B-80D2-83926F182C05}" dt="2024-03-23T09:39:32.299" v="530" actId="1076"/>
          <ac:cxnSpMkLst>
            <pc:docMk/>
            <pc:sldMk cId="1330815501" sldId="585"/>
            <ac:cxnSpMk id="31" creationId="{EE103F1A-5F54-468F-B321-765F20EE4C04}"/>
          </ac:cxnSpMkLst>
        </pc:cxnChg>
        <pc:cxnChg chg="mod">
          <ac:chgData name="Lohakare, Amit" userId="d0c59914-2652-45d2-9cc8-c7584646f742" providerId="ADAL" clId="{FA1A0E22-CBB4-498B-80D2-83926F182C05}" dt="2024-03-23T09:40:37.504" v="534" actId="1076"/>
          <ac:cxnSpMkLst>
            <pc:docMk/>
            <pc:sldMk cId="1330815501" sldId="585"/>
            <ac:cxnSpMk id="32" creationId="{48B4B2AE-9230-41A6-8DF7-02BAE242B234}"/>
          </ac:cxnSpMkLst>
        </pc:cxnChg>
        <pc:cxnChg chg="mod">
          <ac:chgData name="Lohakare, Amit" userId="d0c59914-2652-45d2-9cc8-c7584646f742" providerId="ADAL" clId="{FA1A0E22-CBB4-498B-80D2-83926F182C05}" dt="2024-03-23T09:40:57.217" v="537" actId="1076"/>
          <ac:cxnSpMkLst>
            <pc:docMk/>
            <pc:sldMk cId="1330815501" sldId="585"/>
            <ac:cxnSpMk id="33" creationId="{93E34920-D51E-4FDB-AA02-7391A8CB488D}"/>
          </ac:cxnSpMkLst>
        </pc:cxnChg>
        <pc:cxnChg chg="mod">
          <ac:chgData name="Lohakare, Amit" userId="d0c59914-2652-45d2-9cc8-c7584646f742" providerId="ADAL" clId="{FA1A0E22-CBB4-498B-80D2-83926F182C05}" dt="2024-03-23T09:43:46.261" v="557" actId="1076"/>
          <ac:cxnSpMkLst>
            <pc:docMk/>
            <pc:sldMk cId="1330815501" sldId="585"/>
            <ac:cxnSpMk id="34" creationId="{265A23CD-7E2D-4906-BDD0-DA456168336A}"/>
          </ac:cxnSpMkLst>
        </pc:cxnChg>
        <pc:cxnChg chg="mod">
          <ac:chgData name="Lohakare, Amit" userId="d0c59914-2652-45d2-9cc8-c7584646f742" providerId="ADAL" clId="{FA1A0E22-CBB4-498B-80D2-83926F182C05}" dt="2024-03-23T09:48:09.262" v="584" actId="1076"/>
          <ac:cxnSpMkLst>
            <pc:docMk/>
            <pc:sldMk cId="1330815501" sldId="585"/>
            <ac:cxnSpMk id="35" creationId="{842DDFBC-089F-4772-BFF7-2B2A7E2A40D5}"/>
          </ac:cxnSpMkLst>
        </pc:cxnChg>
        <pc:cxnChg chg="mod">
          <ac:chgData name="Lohakare, Amit" userId="d0c59914-2652-45d2-9cc8-c7584646f742" providerId="ADAL" clId="{FA1A0E22-CBB4-498B-80D2-83926F182C05}" dt="2024-03-23T09:44:50.958" v="573" actId="1076"/>
          <ac:cxnSpMkLst>
            <pc:docMk/>
            <pc:sldMk cId="1330815501" sldId="585"/>
            <ac:cxnSpMk id="36" creationId="{35B70781-0DE3-4C36-8A6B-816C9A3EE782}"/>
          </ac:cxnSpMkLst>
        </pc:cxnChg>
        <pc:cxnChg chg="mod">
          <ac:chgData name="Lohakare, Amit" userId="d0c59914-2652-45d2-9cc8-c7584646f742" providerId="ADAL" clId="{FA1A0E22-CBB4-498B-80D2-83926F182C05}" dt="2024-03-23T09:48:36.571" v="587" actId="1076"/>
          <ac:cxnSpMkLst>
            <pc:docMk/>
            <pc:sldMk cId="1330815501" sldId="585"/>
            <ac:cxnSpMk id="37" creationId="{ACB1B97B-82D7-4CC8-8FD5-A2F594894B6E}"/>
          </ac:cxnSpMkLst>
        </pc:cxnChg>
        <pc:cxnChg chg="del mod">
          <ac:chgData name="Lohakare, Amit" userId="d0c59914-2652-45d2-9cc8-c7584646f742" providerId="ADAL" clId="{FA1A0E22-CBB4-498B-80D2-83926F182C05}" dt="2024-03-23T09:55:41.114" v="617" actId="478"/>
          <ac:cxnSpMkLst>
            <pc:docMk/>
            <pc:sldMk cId="1330815501" sldId="585"/>
            <ac:cxnSpMk id="38" creationId="{2F8F69BE-B02B-4133-B017-06C7F09E9777}"/>
          </ac:cxnSpMkLst>
        </pc:cxnChg>
        <pc:cxnChg chg="mod">
          <ac:chgData name="Lohakare, Amit" userId="d0c59914-2652-45d2-9cc8-c7584646f742" providerId="ADAL" clId="{FA1A0E22-CBB4-498B-80D2-83926F182C05}" dt="2024-03-23T09:57:48.752" v="639" actId="1076"/>
          <ac:cxnSpMkLst>
            <pc:docMk/>
            <pc:sldMk cId="1330815501" sldId="585"/>
            <ac:cxnSpMk id="39" creationId="{D4DF1AB6-A1DC-4C1B-A5F3-27EFF4550DCC}"/>
          </ac:cxnSpMkLst>
        </pc:cxnChg>
        <pc:cxnChg chg="del mod">
          <ac:chgData name="Lohakare, Amit" userId="d0c59914-2652-45d2-9cc8-c7584646f742" providerId="ADAL" clId="{FA1A0E22-CBB4-498B-80D2-83926F182C05}" dt="2024-03-23T09:55:32.157" v="615" actId="478"/>
          <ac:cxnSpMkLst>
            <pc:docMk/>
            <pc:sldMk cId="1330815501" sldId="585"/>
            <ac:cxnSpMk id="40" creationId="{656DE88B-11DD-40BD-AEEC-C03F5A1AB03B}"/>
          </ac:cxnSpMkLst>
        </pc:cxnChg>
        <pc:cxnChg chg="del mod">
          <ac:chgData name="Lohakare, Amit" userId="d0c59914-2652-45d2-9cc8-c7584646f742" providerId="ADAL" clId="{FA1A0E22-CBB4-498B-80D2-83926F182C05}" dt="2024-03-23T09:55:39.313" v="616" actId="478"/>
          <ac:cxnSpMkLst>
            <pc:docMk/>
            <pc:sldMk cId="1330815501" sldId="585"/>
            <ac:cxnSpMk id="41" creationId="{1534C8DD-9ABB-4359-955B-EA8546C49407}"/>
          </ac:cxnSpMkLst>
        </pc:cxnChg>
        <pc:cxnChg chg="del mod">
          <ac:chgData name="Lohakare, Amit" userId="d0c59914-2652-45d2-9cc8-c7584646f742" providerId="ADAL" clId="{FA1A0E22-CBB4-498B-80D2-83926F182C05}" dt="2024-03-23T09:55:42.920" v="618" actId="478"/>
          <ac:cxnSpMkLst>
            <pc:docMk/>
            <pc:sldMk cId="1330815501" sldId="585"/>
            <ac:cxnSpMk id="55" creationId="{0F92348F-CC90-4080-A6A3-1341D2CFE580}"/>
          </ac:cxnSpMkLst>
        </pc:cxnChg>
        <pc:cxnChg chg="mod">
          <ac:chgData name="Lohakare, Amit" userId="d0c59914-2652-45d2-9cc8-c7584646f742" providerId="ADAL" clId="{FA1A0E22-CBB4-498B-80D2-83926F182C05}" dt="2024-03-23T09:57:42.604" v="638" actId="1076"/>
          <ac:cxnSpMkLst>
            <pc:docMk/>
            <pc:sldMk cId="1330815501" sldId="585"/>
            <ac:cxnSpMk id="56" creationId="{E174AF76-68EB-4E97-B631-DA2DE6D855C7}"/>
          </ac:cxnSpMkLst>
        </pc:cxnChg>
        <pc:cxnChg chg="mod">
          <ac:chgData name="Lohakare, Amit" userId="d0c59914-2652-45d2-9cc8-c7584646f742" providerId="ADAL" clId="{FA1A0E22-CBB4-498B-80D2-83926F182C05}" dt="2024-03-23T09:47:36.855" v="580" actId="1076"/>
          <ac:cxnSpMkLst>
            <pc:docMk/>
            <pc:sldMk cId="1330815501" sldId="585"/>
            <ac:cxnSpMk id="66" creationId="{F9358001-3B16-43B6-8317-18EDB6E0E0AC}"/>
          </ac:cxnSpMkLst>
        </pc:cxnChg>
        <pc:cxnChg chg="mod">
          <ac:chgData name="Lohakare, Amit" userId="d0c59914-2652-45d2-9cc8-c7584646f742" providerId="ADAL" clId="{FA1A0E22-CBB4-498B-80D2-83926F182C05}" dt="2024-03-23T09:49:13.838" v="590" actId="1076"/>
          <ac:cxnSpMkLst>
            <pc:docMk/>
            <pc:sldMk cId="1330815501" sldId="585"/>
            <ac:cxnSpMk id="70" creationId="{ECDBCFBA-7942-42A4-A12D-2FFBF0A2F4D5}"/>
          </ac:cxnSpMkLst>
        </pc:cxnChg>
        <pc:cxnChg chg="mod">
          <ac:chgData name="Lohakare, Amit" userId="d0c59914-2652-45d2-9cc8-c7584646f742" providerId="ADAL" clId="{FA1A0E22-CBB4-498B-80D2-83926F182C05}" dt="2024-03-23T09:49:58.516" v="597" actId="1076"/>
          <ac:cxnSpMkLst>
            <pc:docMk/>
            <pc:sldMk cId="1330815501" sldId="585"/>
            <ac:cxnSpMk id="73" creationId="{2C759DA3-9E12-4EEE-8D7C-08E405673D1A}"/>
          </ac:cxnSpMkLst>
        </pc:cxnChg>
        <pc:cxnChg chg="mod">
          <ac:chgData name="Lohakare, Amit" userId="d0c59914-2652-45d2-9cc8-c7584646f742" providerId="ADAL" clId="{FA1A0E22-CBB4-498B-80D2-83926F182C05}" dt="2024-03-23T09:52:30.529" v="608" actId="1076"/>
          <ac:cxnSpMkLst>
            <pc:docMk/>
            <pc:sldMk cId="1330815501" sldId="585"/>
            <ac:cxnSpMk id="76" creationId="{93918F9F-C47E-4D7E-A67B-4E7D1F249FAA}"/>
          </ac:cxnSpMkLst>
        </pc:cxnChg>
        <pc:cxnChg chg="add mod">
          <ac:chgData name="Lohakare, Amit" userId="d0c59914-2652-45d2-9cc8-c7584646f742" providerId="ADAL" clId="{FA1A0E22-CBB4-498B-80D2-83926F182C05}" dt="2024-03-23T09:52:39.482" v="610" actId="1076"/>
          <ac:cxnSpMkLst>
            <pc:docMk/>
            <pc:sldMk cId="1330815501" sldId="585"/>
            <ac:cxnSpMk id="80" creationId="{ABA7D21A-B68A-0C78-68D3-A9E4742893A3}"/>
          </ac:cxnSpMkLst>
        </pc:cxnChg>
        <pc:cxnChg chg="add mod">
          <ac:chgData name="Lohakare, Amit" userId="d0c59914-2652-45d2-9cc8-c7584646f742" providerId="ADAL" clId="{FA1A0E22-CBB4-498B-80D2-83926F182C05}" dt="2024-03-23T09:52:45.431" v="612" actId="1076"/>
          <ac:cxnSpMkLst>
            <pc:docMk/>
            <pc:sldMk cId="1330815501" sldId="585"/>
            <ac:cxnSpMk id="81" creationId="{F4457979-E940-A1A8-6C52-ECA4A817E57E}"/>
          </ac:cxnSpMkLst>
        </pc:cxnChg>
        <pc:cxnChg chg="add del mod">
          <ac:chgData name="Lohakare, Amit" userId="d0c59914-2652-45d2-9cc8-c7584646f742" providerId="ADAL" clId="{FA1A0E22-CBB4-498B-80D2-83926F182C05}" dt="2024-03-23T10:17:48.043" v="867" actId="478"/>
          <ac:cxnSpMkLst>
            <pc:docMk/>
            <pc:sldMk cId="1330815501" sldId="585"/>
            <ac:cxnSpMk id="82" creationId="{D678D66F-9A24-A31A-839E-7BC2A85A853D}"/>
          </ac:cxnSpMkLst>
        </pc:cxnChg>
        <pc:cxnChg chg="add mod">
          <ac:chgData name="Lohakare, Amit" userId="d0c59914-2652-45d2-9cc8-c7584646f742" providerId="ADAL" clId="{FA1A0E22-CBB4-498B-80D2-83926F182C05}" dt="2024-03-23T09:57:54.722" v="641" actId="1076"/>
          <ac:cxnSpMkLst>
            <pc:docMk/>
            <pc:sldMk cId="1330815501" sldId="585"/>
            <ac:cxnSpMk id="83" creationId="{95131B6C-2343-4FC7-B2BE-1231D59DA4C6}"/>
          </ac:cxnSpMkLst>
        </pc:cxnChg>
      </pc:sldChg>
      <pc:sldChg chg="modSp mod">
        <pc:chgData name="Lohakare, Amit" userId="d0c59914-2652-45d2-9cc8-c7584646f742" providerId="ADAL" clId="{FA1A0E22-CBB4-498B-80D2-83926F182C05}" dt="2024-03-23T12:08:45.568" v="1359" actId="1076"/>
        <pc:sldMkLst>
          <pc:docMk/>
          <pc:sldMk cId="4134487142" sldId="586"/>
        </pc:sldMkLst>
        <pc:spChg chg="mod">
          <ac:chgData name="Lohakare, Amit" userId="d0c59914-2652-45d2-9cc8-c7584646f742" providerId="ADAL" clId="{FA1A0E22-CBB4-498B-80D2-83926F182C05}" dt="2024-03-23T12:08:41.778" v="1358" actId="14100"/>
          <ac:spMkLst>
            <pc:docMk/>
            <pc:sldMk cId="4134487142" sldId="586"/>
            <ac:spMk id="8" creationId="{BC989B69-B4A5-479B-B3C8-48BF626DB4F3}"/>
          </ac:spMkLst>
        </pc:spChg>
        <pc:spChg chg="mod">
          <ac:chgData name="Lohakare, Amit" userId="d0c59914-2652-45d2-9cc8-c7584646f742" providerId="ADAL" clId="{FA1A0E22-CBB4-498B-80D2-83926F182C05}" dt="2024-03-23T12:08:45.568" v="1359" actId="1076"/>
          <ac:spMkLst>
            <pc:docMk/>
            <pc:sldMk cId="4134487142" sldId="586"/>
            <ac:spMk id="10" creationId="{83316CFE-2839-444F-9C17-6C2289A15F67}"/>
          </ac:spMkLst>
        </pc:spChg>
        <pc:spChg chg="mod">
          <ac:chgData name="Lohakare, Amit" userId="d0c59914-2652-45d2-9cc8-c7584646f742" providerId="ADAL" clId="{FA1A0E22-CBB4-498B-80D2-83926F182C05}" dt="2024-03-23T11:58:59.403" v="1230" actId="1076"/>
          <ac:spMkLst>
            <pc:docMk/>
            <pc:sldMk cId="4134487142" sldId="586"/>
            <ac:spMk id="13" creationId="{717C8076-F031-4883-BD62-A2CC134B548B}"/>
          </ac:spMkLst>
        </pc:spChg>
        <pc:spChg chg="mod">
          <ac:chgData name="Lohakare, Amit" userId="d0c59914-2652-45d2-9cc8-c7584646f742" providerId="ADAL" clId="{FA1A0E22-CBB4-498B-80D2-83926F182C05}" dt="2024-03-23T11:59:08.481" v="1232" actId="1076"/>
          <ac:spMkLst>
            <pc:docMk/>
            <pc:sldMk cId="4134487142" sldId="586"/>
            <ac:spMk id="14" creationId="{D31D6EEC-5CE7-4263-9D7A-CC0DFEFAAB4D}"/>
          </ac:spMkLst>
        </pc:spChg>
        <pc:spChg chg="mod">
          <ac:chgData name="Lohakare, Amit" userId="d0c59914-2652-45d2-9cc8-c7584646f742" providerId="ADAL" clId="{FA1A0E22-CBB4-498B-80D2-83926F182C05}" dt="2024-03-23T11:56:04.079" v="1195" actId="14100"/>
          <ac:spMkLst>
            <pc:docMk/>
            <pc:sldMk cId="4134487142" sldId="586"/>
            <ac:spMk id="15" creationId="{5AA77809-C502-42F9-A34A-B144C5B6EEBA}"/>
          </ac:spMkLst>
        </pc:spChg>
        <pc:spChg chg="mod">
          <ac:chgData name="Lohakare, Amit" userId="d0c59914-2652-45d2-9cc8-c7584646f742" providerId="ADAL" clId="{FA1A0E22-CBB4-498B-80D2-83926F182C05}" dt="2024-03-23T11:56:25.401" v="1197" actId="1076"/>
          <ac:spMkLst>
            <pc:docMk/>
            <pc:sldMk cId="4134487142" sldId="586"/>
            <ac:spMk id="16" creationId="{7E57869C-7D30-47C4-801D-CAFC2C162003}"/>
          </ac:spMkLst>
        </pc:spChg>
        <pc:spChg chg="mod">
          <ac:chgData name="Lohakare, Amit" userId="d0c59914-2652-45d2-9cc8-c7584646f742" providerId="ADAL" clId="{FA1A0E22-CBB4-498B-80D2-83926F182C05}" dt="2024-03-23T11:56:38.644" v="1201" actId="1076"/>
          <ac:spMkLst>
            <pc:docMk/>
            <pc:sldMk cId="4134487142" sldId="586"/>
            <ac:spMk id="17" creationId="{758C37ED-C0B1-4909-BECA-A04CAE8E2A72}"/>
          </ac:spMkLst>
        </pc:spChg>
        <pc:spChg chg="mod">
          <ac:chgData name="Lohakare, Amit" userId="d0c59914-2652-45d2-9cc8-c7584646f742" providerId="ADAL" clId="{FA1A0E22-CBB4-498B-80D2-83926F182C05}" dt="2024-03-23T11:57:26.707" v="1211" actId="14100"/>
          <ac:spMkLst>
            <pc:docMk/>
            <pc:sldMk cId="4134487142" sldId="586"/>
            <ac:spMk id="18" creationId="{4CD14D1B-7D9E-474B-B0BC-778612016216}"/>
          </ac:spMkLst>
        </pc:spChg>
        <pc:spChg chg="mod">
          <ac:chgData name="Lohakare, Amit" userId="d0c59914-2652-45d2-9cc8-c7584646f742" providerId="ADAL" clId="{FA1A0E22-CBB4-498B-80D2-83926F182C05}" dt="2024-03-23T11:57:32.468" v="1212" actId="14100"/>
          <ac:spMkLst>
            <pc:docMk/>
            <pc:sldMk cId="4134487142" sldId="586"/>
            <ac:spMk id="19" creationId="{FEA74C5E-2A1A-417B-98F4-BD979B8D5A55}"/>
          </ac:spMkLst>
        </pc:spChg>
        <pc:spChg chg="mod">
          <ac:chgData name="Lohakare, Amit" userId="d0c59914-2652-45d2-9cc8-c7584646f742" providerId="ADAL" clId="{FA1A0E22-CBB4-498B-80D2-83926F182C05}" dt="2024-03-23T11:57:38.701" v="1213" actId="14100"/>
          <ac:spMkLst>
            <pc:docMk/>
            <pc:sldMk cId="4134487142" sldId="586"/>
            <ac:spMk id="20" creationId="{1C56842A-868A-49D5-A700-BED195C2ADD2}"/>
          </ac:spMkLst>
        </pc:spChg>
        <pc:spChg chg="mod">
          <ac:chgData name="Lohakare, Amit" userId="d0c59914-2652-45d2-9cc8-c7584646f742" providerId="ADAL" clId="{FA1A0E22-CBB4-498B-80D2-83926F182C05}" dt="2024-03-23T11:57:08.473" v="1207" actId="14100"/>
          <ac:spMkLst>
            <pc:docMk/>
            <pc:sldMk cId="4134487142" sldId="586"/>
            <ac:spMk id="21" creationId="{58E25689-F65D-474F-BC67-15687DB2A43E}"/>
          </ac:spMkLst>
        </pc:spChg>
        <pc:spChg chg="mod">
          <ac:chgData name="Lohakare, Amit" userId="d0c59914-2652-45d2-9cc8-c7584646f742" providerId="ADAL" clId="{FA1A0E22-CBB4-498B-80D2-83926F182C05}" dt="2024-03-23T11:55:12.987" v="1188" actId="1076"/>
          <ac:spMkLst>
            <pc:docMk/>
            <pc:sldMk cId="4134487142" sldId="586"/>
            <ac:spMk id="22" creationId="{113241A3-7B8D-4005-9C6C-E69CD1A4D01B}"/>
          </ac:spMkLst>
        </pc:spChg>
        <pc:spChg chg="mod">
          <ac:chgData name="Lohakare, Amit" userId="d0c59914-2652-45d2-9cc8-c7584646f742" providerId="ADAL" clId="{FA1A0E22-CBB4-498B-80D2-83926F182C05}" dt="2024-03-23T11:57:56.643" v="1217" actId="1076"/>
          <ac:spMkLst>
            <pc:docMk/>
            <pc:sldMk cId="4134487142" sldId="586"/>
            <ac:spMk id="23" creationId="{036AA15E-2DD6-4781-A94D-B9B524825AF6}"/>
          </ac:spMkLst>
        </pc:spChg>
        <pc:spChg chg="mod">
          <ac:chgData name="Lohakare, Amit" userId="d0c59914-2652-45d2-9cc8-c7584646f742" providerId="ADAL" clId="{FA1A0E22-CBB4-498B-80D2-83926F182C05}" dt="2024-03-23T11:58:05.039" v="1218" actId="1076"/>
          <ac:spMkLst>
            <pc:docMk/>
            <pc:sldMk cId="4134487142" sldId="586"/>
            <ac:spMk id="24" creationId="{8FE2A88C-9472-4B6A-BF0A-B8EE0DD0B6AF}"/>
          </ac:spMkLst>
        </pc:spChg>
        <pc:spChg chg="mod">
          <ac:chgData name="Lohakare, Amit" userId="d0c59914-2652-45d2-9cc8-c7584646f742" providerId="ADAL" clId="{FA1A0E22-CBB4-498B-80D2-83926F182C05}" dt="2024-03-23T11:59:16.562" v="1234" actId="1076"/>
          <ac:spMkLst>
            <pc:docMk/>
            <pc:sldMk cId="4134487142" sldId="586"/>
            <ac:spMk id="27" creationId="{912FD935-03D5-4A9C-B8B4-5DDC3B1C7871}"/>
          </ac:spMkLst>
        </pc:spChg>
        <pc:spChg chg="mod">
          <ac:chgData name="Lohakare, Amit" userId="d0c59914-2652-45d2-9cc8-c7584646f742" providerId="ADAL" clId="{FA1A0E22-CBB4-498B-80D2-83926F182C05}" dt="2024-03-23T11:59:27.484" v="1236" actId="1076"/>
          <ac:spMkLst>
            <pc:docMk/>
            <pc:sldMk cId="4134487142" sldId="586"/>
            <ac:spMk id="28" creationId="{CCE81CB8-8E03-435B-958A-239B9689FF12}"/>
          </ac:spMkLst>
        </pc:spChg>
        <pc:spChg chg="mod">
          <ac:chgData name="Lohakare, Amit" userId="d0c59914-2652-45d2-9cc8-c7584646f742" providerId="ADAL" clId="{FA1A0E22-CBB4-498B-80D2-83926F182C05}" dt="2024-03-23T11:59:37.401" v="1238" actId="1076"/>
          <ac:spMkLst>
            <pc:docMk/>
            <pc:sldMk cId="4134487142" sldId="586"/>
            <ac:spMk id="31" creationId="{63D0B20E-28FC-4867-815A-3322DEA50C42}"/>
          </ac:spMkLst>
        </pc:spChg>
        <pc:spChg chg="mod">
          <ac:chgData name="Lohakare, Amit" userId="d0c59914-2652-45d2-9cc8-c7584646f742" providerId="ADAL" clId="{FA1A0E22-CBB4-498B-80D2-83926F182C05}" dt="2024-03-23T11:59:48.820" v="1240" actId="1076"/>
          <ac:spMkLst>
            <pc:docMk/>
            <pc:sldMk cId="4134487142" sldId="586"/>
            <ac:spMk id="32" creationId="{91181653-7D13-4A4E-ADAE-0560E1E0AF2F}"/>
          </ac:spMkLst>
        </pc:spChg>
        <pc:spChg chg="mod">
          <ac:chgData name="Lohakare, Amit" userId="d0c59914-2652-45d2-9cc8-c7584646f742" providerId="ADAL" clId="{FA1A0E22-CBB4-498B-80D2-83926F182C05}" dt="2024-03-23T11:59:57.933" v="1242" actId="1076"/>
          <ac:spMkLst>
            <pc:docMk/>
            <pc:sldMk cId="4134487142" sldId="586"/>
            <ac:spMk id="35" creationId="{E3BF9B17-A3B5-4390-83C2-1C47DB334D21}"/>
          </ac:spMkLst>
        </pc:spChg>
        <pc:spChg chg="mod">
          <ac:chgData name="Lohakare, Amit" userId="d0c59914-2652-45d2-9cc8-c7584646f742" providerId="ADAL" clId="{FA1A0E22-CBB4-498B-80D2-83926F182C05}" dt="2024-03-23T12:00:08.217" v="1244" actId="1076"/>
          <ac:spMkLst>
            <pc:docMk/>
            <pc:sldMk cId="4134487142" sldId="586"/>
            <ac:spMk id="36" creationId="{858584AB-D3DF-466D-94E7-896D09A4AED4}"/>
          </ac:spMkLst>
        </pc:spChg>
        <pc:spChg chg="mod">
          <ac:chgData name="Lohakare, Amit" userId="d0c59914-2652-45d2-9cc8-c7584646f742" providerId="ADAL" clId="{FA1A0E22-CBB4-498B-80D2-83926F182C05}" dt="2024-03-23T12:00:24.032" v="1246" actId="1076"/>
          <ac:spMkLst>
            <pc:docMk/>
            <pc:sldMk cId="4134487142" sldId="586"/>
            <ac:spMk id="39" creationId="{48EABBF1-658A-4F4E-A308-3EE814B0B1CD}"/>
          </ac:spMkLst>
        </pc:spChg>
        <pc:spChg chg="mod">
          <ac:chgData name="Lohakare, Amit" userId="d0c59914-2652-45d2-9cc8-c7584646f742" providerId="ADAL" clId="{FA1A0E22-CBB4-498B-80D2-83926F182C05}" dt="2024-03-23T12:00:34.080" v="1248" actId="1076"/>
          <ac:spMkLst>
            <pc:docMk/>
            <pc:sldMk cId="4134487142" sldId="586"/>
            <ac:spMk id="40" creationId="{AA33C4ED-EA48-4214-AEE1-83F51983D6C6}"/>
          </ac:spMkLst>
        </pc:spChg>
        <pc:spChg chg="mod">
          <ac:chgData name="Lohakare, Amit" userId="d0c59914-2652-45d2-9cc8-c7584646f742" providerId="ADAL" clId="{FA1A0E22-CBB4-498B-80D2-83926F182C05}" dt="2024-03-23T11:46:30.125" v="1157" actId="1076"/>
          <ac:spMkLst>
            <pc:docMk/>
            <pc:sldMk cId="4134487142" sldId="586"/>
            <ac:spMk id="41" creationId="{11CCDC2A-7856-464E-8849-D78406D09B84}"/>
          </ac:spMkLst>
        </pc:spChg>
        <pc:spChg chg="mod">
          <ac:chgData name="Lohakare, Amit" userId="d0c59914-2652-45d2-9cc8-c7584646f742" providerId="ADAL" clId="{FA1A0E22-CBB4-498B-80D2-83926F182C05}" dt="2024-03-23T11:46:41.185" v="1158" actId="1076"/>
          <ac:spMkLst>
            <pc:docMk/>
            <pc:sldMk cId="4134487142" sldId="586"/>
            <ac:spMk id="42" creationId="{B520D5B7-7C5A-4F0A-88C6-A1A9C06EA70F}"/>
          </ac:spMkLst>
        </pc:spChg>
        <pc:spChg chg="mod">
          <ac:chgData name="Lohakare, Amit" userId="d0c59914-2652-45d2-9cc8-c7584646f742" providerId="ADAL" clId="{FA1A0E22-CBB4-498B-80D2-83926F182C05}" dt="2024-03-23T11:47:22.574" v="1162" actId="1076"/>
          <ac:spMkLst>
            <pc:docMk/>
            <pc:sldMk cId="4134487142" sldId="586"/>
            <ac:spMk id="43" creationId="{5766D5E5-B3BA-4867-BAB1-60085CC485CA}"/>
          </ac:spMkLst>
        </pc:spChg>
        <pc:spChg chg="mod">
          <ac:chgData name="Lohakare, Amit" userId="d0c59914-2652-45d2-9cc8-c7584646f742" providerId="ADAL" clId="{FA1A0E22-CBB4-498B-80D2-83926F182C05}" dt="2024-03-23T11:47:42.352" v="1164" actId="1076"/>
          <ac:spMkLst>
            <pc:docMk/>
            <pc:sldMk cId="4134487142" sldId="586"/>
            <ac:spMk id="44" creationId="{73048C39-11B0-4569-B156-40D8460F3D1B}"/>
          </ac:spMkLst>
        </pc:spChg>
        <pc:spChg chg="mod">
          <ac:chgData name="Lohakare, Amit" userId="d0c59914-2652-45d2-9cc8-c7584646f742" providerId="ADAL" clId="{FA1A0E22-CBB4-498B-80D2-83926F182C05}" dt="2024-03-23T11:48:31.760" v="1169" actId="1076"/>
          <ac:spMkLst>
            <pc:docMk/>
            <pc:sldMk cId="4134487142" sldId="586"/>
            <ac:spMk id="45" creationId="{DE42D5AF-A704-4B9B-A931-2CFA3B9D7D26}"/>
          </ac:spMkLst>
        </pc:spChg>
        <pc:spChg chg="mod">
          <ac:chgData name="Lohakare, Amit" userId="d0c59914-2652-45d2-9cc8-c7584646f742" providerId="ADAL" clId="{FA1A0E22-CBB4-498B-80D2-83926F182C05}" dt="2024-03-23T11:47:54.360" v="1165" actId="1076"/>
          <ac:spMkLst>
            <pc:docMk/>
            <pc:sldMk cId="4134487142" sldId="586"/>
            <ac:spMk id="46" creationId="{019F3507-068D-4929-96ED-E42CEF382AD4}"/>
          </ac:spMkLst>
        </pc:spChg>
        <pc:spChg chg="mod">
          <ac:chgData name="Lohakare, Amit" userId="d0c59914-2652-45d2-9cc8-c7584646f742" providerId="ADAL" clId="{FA1A0E22-CBB4-498B-80D2-83926F182C05}" dt="2024-03-23T11:48:44.975" v="1171" actId="1076"/>
          <ac:spMkLst>
            <pc:docMk/>
            <pc:sldMk cId="4134487142" sldId="586"/>
            <ac:spMk id="47" creationId="{1C939068-406B-4A3C-9F8E-43E4FB25E06D}"/>
          </ac:spMkLst>
        </pc:spChg>
        <pc:spChg chg="mod">
          <ac:chgData name="Lohakare, Amit" userId="d0c59914-2652-45d2-9cc8-c7584646f742" providerId="ADAL" clId="{FA1A0E22-CBB4-498B-80D2-83926F182C05}" dt="2024-03-23T12:01:02.832" v="1250" actId="1076"/>
          <ac:spMkLst>
            <pc:docMk/>
            <pc:sldMk cId="4134487142" sldId="586"/>
            <ac:spMk id="56" creationId="{538254B2-DEE2-49EE-8CC9-EF3DA372C6F1}"/>
          </ac:spMkLst>
        </pc:spChg>
        <pc:spChg chg="mod">
          <ac:chgData name="Lohakare, Amit" userId="d0c59914-2652-45d2-9cc8-c7584646f742" providerId="ADAL" clId="{FA1A0E22-CBB4-498B-80D2-83926F182C05}" dt="2024-03-23T12:01:08.342" v="1251" actId="1076"/>
          <ac:spMkLst>
            <pc:docMk/>
            <pc:sldMk cId="4134487142" sldId="586"/>
            <ac:spMk id="57" creationId="{26F6DA91-4E58-4059-8FA5-AFEDFDC591DA}"/>
          </ac:spMkLst>
        </pc:spChg>
        <pc:spChg chg="mod">
          <ac:chgData name="Lohakare, Amit" userId="d0c59914-2652-45d2-9cc8-c7584646f742" providerId="ADAL" clId="{FA1A0E22-CBB4-498B-80D2-83926F182C05}" dt="2024-03-23T12:01:12.965" v="1252" actId="1076"/>
          <ac:spMkLst>
            <pc:docMk/>
            <pc:sldMk cId="4134487142" sldId="586"/>
            <ac:spMk id="58" creationId="{39C009D5-CA77-4ABE-BCE7-39F55C2D75AA}"/>
          </ac:spMkLst>
        </pc:spChg>
        <pc:spChg chg="mod">
          <ac:chgData name="Lohakare, Amit" userId="d0c59914-2652-45d2-9cc8-c7584646f742" providerId="ADAL" clId="{FA1A0E22-CBB4-498B-80D2-83926F182C05}" dt="2024-03-23T12:01:17.083" v="1253" actId="1076"/>
          <ac:spMkLst>
            <pc:docMk/>
            <pc:sldMk cId="4134487142" sldId="586"/>
            <ac:spMk id="59" creationId="{1B3FD460-CBDD-401F-B5D5-0AA4B9BE284D}"/>
          </ac:spMkLst>
        </pc:spChg>
        <pc:spChg chg="mod">
          <ac:chgData name="Lohakare, Amit" userId="d0c59914-2652-45d2-9cc8-c7584646f742" providerId="ADAL" clId="{FA1A0E22-CBB4-498B-80D2-83926F182C05}" dt="2024-03-23T12:03:20.364" v="1255" actId="1076"/>
          <ac:spMkLst>
            <pc:docMk/>
            <pc:sldMk cId="4134487142" sldId="586"/>
            <ac:spMk id="60" creationId="{0560B593-4D75-4D52-81CF-AC95F7B9A029}"/>
          </ac:spMkLst>
        </pc:spChg>
        <pc:spChg chg="mod">
          <ac:chgData name="Lohakare, Amit" userId="d0c59914-2652-45d2-9cc8-c7584646f742" providerId="ADAL" clId="{FA1A0E22-CBB4-498B-80D2-83926F182C05}" dt="2024-03-23T12:03:25.574" v="1256" actId="1076"/>
          <ac:spMkLst>
            <pc:docMk/>
            <pc:sldMk cId="4134487142" sldId="586"/>
            <ac:spMk id="61" creationId="{AB5780EB-C117-41FF-A5C8-8B60008C3BE8}"/>
          </ac:spMkLst>
        </pc:spChg>
        <pc:spChg chg="mod">
          <ac:chgData name="Lohakare, Amit" userId="d0c59914-2652-45d2-9cc8-c7584646f742" providerId="ADAL" clId="{FA1A0E22-CBB4-498B-80D2-83926F182C05}" dt="2024-03-23T12:00:58.315" v="1249" actId="1076"/>
          <ac:spMkLst>
            <pc:docMk/>
            <pc:sldMk cId="4134487142" sldId="586"/>
            <ac:spMk id="62" creationId="{FF84EEE3-6C22-4F46-A638-7F9B2EE1A5AB}"/>
          </ac:spMkLst>
        </pc:spChg>
        <pc:spChg chg="mod">
          <ac:chgData name="Lohakare, Amit" userId="d0c59914-2652-45d2-9cc8-c7584646f742" providerId="ADAL" clId="{FA1A0E22-CBB4-498B-80D2-83926F182C05}" dt="2024-03-23T11:48:15.304" v="1167" actId="1076"/>
          <ac:spMkLst>
            <pc:docMk/>
            <pc:sldMk cId="4134487142" sldId="586"/>
            <ac:spMk id="63" creationId="{749A5BD2-1BED-43FC-B030-3C34BBD8FD18}"/>
          </ac:spMkLst>
        </pc:spChg>
        <pc:spChg chg="mod">
          <ac:chgData name="Lohakare, Amit" userId="d0c59914-2652-45d2-9cc8-c7584646f742" providerId="ADAL" clId="{FA1A0E22-CBB4-498B-80D2-83926F182C05}" dt="2024-03-23T12:03:15.629" v="1254" actId="1076"/>
          <ac:spMkLst>
            <pc:docMk/>
            <pc:sldMk cId="4134487142" sldId="586"/>
            <ac:spMk id="65" creationId="{44A1DC33-4512-4CFE-A611-F41BB9AFDFE4}"/>
          </ac:spMkLst>
        </pc:spChg>
        <pc:spChg chg="mod">
          <ac:chgData name="Lohakare, Amit" userId="d0c59914-2652-45d2-9cc8-c7584646f742" providerId="ADAL" clId="{FA1A0E22-CBB4-498B-80D2-83926F182C05}" dt="2024-03-23T11:50:25.780" v="1183" actId="1076"/>
          <ac:spMkLst>
            <pc:docMk/>
            <pc:sldMk cId="4134487142" sldId="586"/>
            <ac:spMk id="66" creationId="{57086ED0-905A-423A-BFD1-2B9CA6BE7A0A}"/>
          </ac:spMkLst>
        </pc:spChg>
        <pc:spChg chg="mod">
          <ac:chgData name="Lohakare, Amit" userId="d0c59914-2652-45d2-9cc8-c7584646f742" providerId="ADAL" clId="{FA1A0E22-CBB4-498B-80D2-83926F182C05}" dt="2024-03-23T11:50:35.414" v="1185" actId="1076"/>
          <ac:spMkLst>
            <pc:docMk/>
            <pc:sldMk cId="4134487142" sldId="586"/>
            <ac:spMk id="68" creationId="{D10E82E4-88BC-4360-B813-D90BE65B9748}"/>
          </ac:spMkLst>
        </pc:spChg>
        <pc:spChg chg="mod">
          <ac:chgData name="Lohakare, Amit" userId="d0c59914-2652-45d2-9cc8-c7584646f742" providerId="ADAL" clId="{FA1A0E22-CBB4-498B-80D2-83926F182C05}" dt="2024-03-23T11:49:56.811" v="1180" actId="1076"/>
          <ac:spMkLst>
            <pc:docMk/>
            <pc:sldMk cId="4134487142" sldId="586"/>
            <ac:spMk id="69" creationId="{3850DE3A-1B97-4EB0-8D77-8D119C2F4DA8}"/>
          </ac:spMkLst>
        </pc:spChg>
        <pc:spChg chg="mod">
          <ac:chgData name="Lohakare, Amit" userId="d0c59914-2652-45d2-9cc8-c7584646f742" providerId="ADAL" clId="{FA1A0E22-CBB4-498B-80D2-83926F182C05}" dt="2024-03-23T11:50:09.753" v="1182" actId="1076"/>
          <ac:spMkLst>
            <pc:docMk/>
            <pc:sldMk cId="4134487142" sldId="586"/>
            <ac:spMk id="71" creationId="{A8A37620-A12B-4CF9-8F48-C6282B25DDCC}"/>
          </ac:spMkLst>
        </pc:spChg>
        <pc:spChg chg="mod">
          <ac:chgData name="Lohakare, Amit" userId="d0c59914-2652-45d2-9cc8-c7584646f742" providerId="ADAL" clId="{FA1A0E22-CBB4-498B-80D2-83926F182C05}" dt="2024-03-23T11:49:28.025" v="1177" actId="1076"/>
          <ac:spMkLst>
            <pc:docMk/>
            <pc:sldMk cId="4134487142" sldId="586"/>
            <ac:spMk id="72" creationId="{AEA5937B-8461-4FCB-8775-22CACCE813DF}"/>
          </ac:spMkLst>
        </pc:spChg>
        <pc:spChg chg="mod">
          <ac:chgData name="Lohakare, Amit" userId="d0c59914-2652-45d2-9cc8-c7584646f742" providerId="ADAL" clId="{FA1A0E22-CBB4-498B-80D2-83926F182C05}" dt="2024-03-23T11:49:42.238" v="1179" actId="1076"/>
          <ac:spMkLst>
            <pc:docMk/>
            <pc:sldMk cId="4134487142" sldId="586"/>
            <ac:spMk id="74" creationId="{FF92F611-1338-46BD-B973-9819847CB38C}"/>
          </ac:spMkLst>
        </pc:spChg>
        <pc:spChg chg="mod">
          <ac:chgData name="Lohakare, Amit" userId="d0c59914-2652-45d2-9cc8-c7584646f742" providerId="ADAL" clId="{FA1A0E22-CBB4-498B-80D2-83926F182C05}" dt="2024-03-23T11:48:58.034" v="1173" actId="1076"/>
          <ac:spMkLst>
            <pc:docMk/>
            <pc:sldMk cId="4134487142" sldId="586"/>
            <ac:spMk id="75" creationId="{668DB6AB-90F8-422E-87D7-4925BF9CE193}"/>
          </ac:spMkLst>
        </pc:spChg>
        <pc:spChg chg="mod">
          <ac:chgData name="Lohakare, Amit" userId="d0c59914-2652-45d2-9cc8-c7584646f742" providerId="ADAL" clId="{FA1A0E22-CBB4-498B-80D2-83926F182C05}" dt="2024-03-23T12:03:29.807" v="1257" actId="1076"/>
          <ac:spMkLst>
            <pc:docMk/>
            <pc:sldMk cId="4134487142" sldId="586"/>
            <ac:spMk id="77" creationId="{4FCA3EBE-635A-43B8-9549-3AA884937855}"/>
          </ac:spMkLst>
        </pc:spChg>
        <pc:spChg chg="mod">
          <ac:chgData name="Lohakare, Amit" userId="d0c59914-2652-45d2-9cc8-c7584646f742" providerId="ADAL" clId="{FA1A0E22-CBB4-498B-80D2-83926F182C05}" dt="2024-03-23T11:49:09.616" v="1175" actId="1076"/>
          <ac:spMkLst>
            <pc:docMk/>
            <pc:sldMk cId="4134487142" sldId="586"/>
            <ac:spMk id="78" creationId="{F035B9A4-DDF2-40E0-B46A-929CF04A74CC}"/>
          </ac:spMkLst>
        </pc:spChg>
        <pc:spChg chg="mod">
          <ac:chgData name="Lohakare, Amit" userId="d0c59914-2652-45d2-9cc8-c7584646f742" providerId="ADAL" clId="{FA1A0E22-CBB4-498B-80D2-83926F182C05}" dt="2024-03-23T12:03:33.698" v="1258" actId="1076"/>
          <ac:spMkLst>
            <pc:docMk/>
            <pc:sldMk cId="4134487142" sldId="586"/>
            <ac:spMk id="80" creationId="{638A84CB-2C5F-49D1-8E93-313377B026D1}"/>
          </ac:spMkLst>
        </pc:spChg>
        <pc:spChg chg="mod">
          <ac:chgData name="Lohakare, Amit" userId="d0c59914-2652-45d2-9cc8-c7584646f742" providerId="ADAL" clId="{FA1A0E22-CBB4-498B-80D2-83926F182C05}" dt="2024-03-23T12:08:15.304" v="1356" actId="20577"/>
          <ac:spMkLst>
            <pc:docMk/>
            <pc:sldMk cId="4134487142" sldId="586"/>
            <ac:spMk id="81" creationId="{4870EF0A-9450-47C4-8BA4-6F8ACB798650}"/>
          </ac:spMkLst>
        </pc:spChg>
        <pc:picChg chg="mod">
          <ac:chgData name="Lohakare, Amit" userId="d0c59914-2652-45d2-9cc8-c7584646f742" providerId="ADAL" clId="{FA1A0E22-CBB4-498B-80D2-83926F182C05}" dt="2024-03-23T11:57:51.264" v="1216" actId="1076"/>
          <ac:picMkLst>
            <pc:docMk/>
            <pc:sldMk cId="4134487142" sldId="586"/>
            <ac:picMk id="5" creationId="{2A9A8D0E-9581-43EA-96C5-C8A64AAFCB7A}"/>
          </ac:picMkLst>
        </pc:picChg>
        <pc:cxnChg chg="mod">
          <ac:chgData name="Lohakare, Amit" userId="d0c59914-2652-45d2-9cc8-c7584646f742" providerId="ADAL" clId="{FA1A0E22-CBB4-498B-80D2-83926F182C05}" dt="2024-03-23T12:08:41.778" v="1358" actId="14100"/>
          <ac:cxnSpMkLst>
            <pc:docMk/>
            <pc:sldMk cId="4134487142" sldId="586"/>
            <ac:cxnSpMk id="9" creationId="{CDFC68EB-4455-4E7D-83AF-D465CD81F6A2}"/>
          </ac:cxnSpMkLst>
        </pc:cxnChg>
        <pc:cxnChg chg="mod">
          <ac:chgData name="Lohakare, Amit" userId="d0c59914-2652-45d2-9cc8-c7584646f742" providerId="ADAL" clId="{FA1A0E22-CBB4-498B-80D2-83926F182C05}" dt="2024-03-23T11:55:12.987" v="1188" actId="1076"/>
          <ac:cxnSpMkLst>
            <pc:docMk/>
            <pc:sldMk cId="4134487142" sldId="586"/>
            <ac:cxnSpMk id="11" creationId="{916B01F5-8C18-42EB-B0A3-C6C6050B258D}"/>
          </ac:cxnSpMkLst>
        </pc:cxnChg>
        <pc:cxnChg chg="mod">
          <ac:chgData name="Lohakare, Amit" userId="d0c59914-2652-45d2-9cc8-c7584646f742" providerId="ADAL" clId="{FA1A0E22-CBB4-498B-80D2-83926F182C05}" dt="2024-03-23T11:58:25.826" v="1223" actId="1076"/>
          <ac:cxnSpMkLst>
            <pc:docMk/>
            <pc:sldMk cId="4134487142" sldId="586"/>
            <ac:cxnSpMk id="12" creationId="{48818675-57A0-4AFF-B1C5-A08F1C120957}"/>
          </ac:cxnSpMkLst>
        </pc:cxnChg>
        <pc:cxnChg chg="mod">
          <ac:chgData name="Lohakare, Amit" userId="d0c59914-2652-45d2-9cc8-c7584646f742" providerId="ADAL" clId="{FA1A0E22-CBB4-498B-80D2-83926F182C05}" dt="2024-03-23T11:58:30.481" v="1224" actId="1076"/>
          <ac:cxnSpMkLst>
            <pc:docMk/>
            <pc:sldMk cId="4134487142" sldId="586"/>
            <ac:cxnSpMk id="25" creationId="{4555A698-F8A3-4C03-8334-F504948BD339}"/>
          </ac:cxnSpMkLst>
        </pc:cxnChg>
        <pc:cxnChg chg="mod">
          <ac:chgData name="Lohakare, Amit" userId="d0c59914-2652-45d2-9cc8-c7584646f742" providerId="ADAL" clId="{FA1A0E22-CBB4-498B-80D2-83926F182C05}" dt="2024-03-23T11:58:34.327" v="1225" actId="1076"/>
          <ac:cxnSpMkLst>
            <pc:docMk/>
            <pc:sldMk cId="4134487142" sldId="586"/>
            <ac:cxnSpMk id="26" creationId="{D6207687-F4B8-4CE8-81A0-6FE83E7981E7}"/>
          </ac:cxnSpMkLst>
        </pc:cxnChg>
        <pc:cxnChg chg="mod">
          <ac:chgData name="Lohakare, Amit" userId="d0c59914-2652-45d2-9cc8-c7584646f742" providerId="ADAL" clId="{FA1A0E22-CBB4-498B-80D2-83926F182C05}" dt="2024-03-23T11:58:38.207" v="1226" actId="1076"/>
          <ac:cxnSpMkLst>
            <pc:docMk/>
            <pc:sldMk cId="4134487142" sldId="586"/>
            <ac:cxnSpMk id="29" creationId="{CEB64380-5DD5-478A-8FBA-55B3AA381CCC}"/>
          </ac:cxnSpMkLst>
        </pc:cxnChg>
        <pc:cxnChg chg="mod">
          <ac:chgData name="Lohakare, Amit" userId="d0c59914-2652-45d2-9cc8-c7584646f742" providerId="ADAL" clId="{FA1A0E22-CBB4-498B-80D2-83926F182C05}" dt="2024-03-23T11:58:41.220" v="1227" actId="1076"/>
          <ac:cxnSpMkLst>
            <pc:docMk/>
            <pc:sldMk cId="4134487142" sldId="586"/>
            <ac:cxnSpMk id="30" creationId="{4C87B06C-4038-4995-92BB-6A14B62B384F}"/>
          </ac:cxnSpMkLst>
        </pc:cxnChg>
        <pc:cxnChg chg="mod">
          <ac:chgData name="Lohakare, Amit" userId="d0c59914-2652-45d2-9cc8-c7584646f742" providerId="ADAL" clId="{FA1A0E22-CBB4-498B-80D2-83926F182C05}" dt="2024-03-23T11:58:18.559" v="1222" actId="1076"/>
          <ac:cxnSpMkLst>
            <pc:docMk/>
            <pc:sldMk cId="4134487142" sldId="586"/>
            <ac:cxnSpMk id="33" creationId="{DF99B577-B568-4290-A059-C0705768FC5C}"/>
          </ac:cxnSpMkLst>
        </pc:cxnChg>
        <pc:cxnChg chg="mod">
          <ac:chgData name="Lohakare, Amit" userId="d0c59914-2652-45d2-9cc8-c7584646f742" providerId="ADAL" clId="{FA1A0E22-CBB4-498B-80D2-83926F182C05}" dt="2024-03-23T11:58:14.972" v="1221" actId="1076"/>
          <ac:cxnSpMkLst>
            <pc:docMk/>
            <pc:sldMk cId="4134487142" sldId="586"/>
            <ac:cxnSpMk id="34" creationId="{96DBD09A-8F9F-45FE-912C-EBCDA7B99495}"/>
          </ac:cxnSpMkLst>
        </pc:cxnChg>
        <pc:cxnChg chg="mod">
          <ac:chgData name="Lohakare, Amit" userId="d0c59914-2652-45d2-9cc8-c7584646f742" providerId="ADAL" clId="{FA1A0E22-CBB4-498B-80D2-83926F182C05}" dt="2024-03-23T11:58:11.894" v="1220" actId="1076"/>
          <ac:cxnSpMkLst>
            <pc:docMk/>
            <pc:sldMk cId="4134487142" sldId="586"/>
            <ac:cxnSpMk id="37" creationId="{1DDC7337-1977-4999-A0D7-4DDB25FE4A6C}"/>
          </ac:cxnSpMkLst>
        </pc:cxnChg>
        <pc:cxnChg chg="mod">
          <ac:chgData name="Lohakare, Amit" userId="d0c59914-2652-45d2-9cc8-c7584646f742" providerId="ADAL" clId="{FA1A0E22-CBB4-498B-80D2-83926F182C05}" dt="2024-03-23T11:58:09.416" v="1219" actId="1076"/>
          <ac:cxnSpMkLst>
            <pc:docMk/>
            <pc:sldMk cId="4134487142" sldId="586"/>
            <ac:cxnSpMk id="38" creationId="{C2ED411D-AD33-42CF-AB68-5B8302A49260}"/>
          </ac:cxnSpMkLst>
        </pc:cxnChg>
        <pc:cxnChg chg="mod">
          <ac:chgData name="Lohakare, Amit" userId="d0c59914-2652-45d2-9cc8-c7584646f742" providerId="ADAL" clId="{FA1A0E22-CBB4-498B-80D2-83926F182C05}" dt="2024-03-23T11:46:52.899" v="1160" actId="1076"/>
          <ac:cxnSpMkLst>
            <pc:docMk/>
            <pc:sldMk cId="4134487142" sldId="586"/>
            <ac:cxnSpMk id="48" creationId="{52A612E5-31BD-4D31-9D6D-067EB1BAE146}"/>
          </ac:cxnSpMkLst>
        </pc:cxnChg>
        <pc:cxnChg chg="mod">
          <ac:chgData name="Lohakare, Amit" userId="d0c59914-2652-45d2-9cc8-c7584646f742" providerId="ADAL" clId="{FA1A0E22-CBB4-498B-80D2-83926F182C05}" dt="2024-03-23T11:46:57.856" v="1161" actId="1076"/>
          <ac:cxnSpMkLst>
            <pc:docMk/>
            <pc:sldMk cId="4134487142" sldId="586"/>
            <ac:cxnSpMk id="49" creationId="{810EC80E-00B0-4BC1-9E23-3A7FEC1CAF35}"/>
          </ac:cxnSpMkLst>
        </pc:cxnChg>
        <pc:cxnChg chg="mod">
          <ac:chgData name="Lohakare, Amit" userId="d0c59914-2652-45d2-9cc8-c7584646f742" providerId="ADAL" clId="{FA1A0E22-CBB4-498B-80D2-83926F182C05}" dt="2024-03-23T11:47:29.412" v="1163" actId="1076"/>
          <ac:cxnSpMkLst>
            <pc:docMk/>
            <pc:sldMk cId="4134487142" sldId="586"/>
            <ac:cxnSpMk id="50" creationId="{AEADB427-C801-474B-863B-BF47885E3F29}"/>
          </ac:cxnSpMkLst>
        </pc:cxnChg>
        <pc:cxnChg chg="mod">
          <ac:chgData name="Lohakare, Amit" userId="d0c59914-2652-45d2-9cc8-c7584646f742" providerId="ADAL" clId="{FA1A0E22-CBB4-498B-80D2-83926F182C05}" dt="2024-03-23T11:47:42.352" v="1164" actId="1076"/>
          <ac:cxnSpMkLst>
            <pc:docMk/>
            <pc:sldMk cId="4134487142" sldId="586"/>
            <ac:cxnSpMk id="51" creationId="{CB7CFA7C-328A-4D9D-B326-27A0527AD285}"/>
          </ac:cxnSpMkLst>
        </pc:cxnChg>
        <pc:cxnChg chg="mod">
          <ac:chgData name="Lohakare, Amit" userId="d0c59914-2652-45d2-9cc8-c7584646f742" providerId="ADAL" clId="{FA1A0E22-CBB4-498B-80D2-83926F182C05}" dt="2024-03-23T11:48:37.874" v="1170" actId="1076"/>
          <ac:cxnSpMkLst>
            <pc:docMk/>
            <pc:sldMk cId="4134487142" sldId="586"/>
            <ac:cxnSpMk id="52" creationId="{40677DA5-5E86-4BC1-9C16-CDF3F95F34B9}"/>
          </ac:cxnSpMkLst>
        </pc:cxnChg>
        <pc:cxnChg chg="mod">
          <ac:chgData name="Lohakare, Amit" userId="d0c59914-2652-45d2-9cc8-c7584646f742" providerId="ADAL" clId="{FA1A0E22-CBB4-498B-80D2-83926F182C05}" dt="2024-03-23T11:48:01.265" v="1166" actId="1076"/>
          <ac:cxnSpMkLst>
            <pc:docMk/>
            <pc:sldMk cId="4134487142" sldId="586"/>
            <ac:cxnSpMk id="53" creationId="{DE9DC4C6-366A-40DC-B348-CAAEF99BEAC2}"/>
          </ac:cxnSpMkLst>
        </pc:cxnChg>
        <pc:cxnChg chg="mod">
          <ac:chgData name="Lohakare, Amit" userId="d0c59914-2652-45d2-9cc8-c7584646f742" providerId="ADAL" clId="{FA1A0E22-CBB4-498B-80D2-83926F182C05}" dt="2024-03-23T11:48:49.948" v="1172" actId="1076"/>
          <ac:cxnSpMkLst>
            <pc:docMk/>
            <pc:sldMk cId="4134487142" sldId="586"/>
            <ac:cxnSpMk id="54" creationId="{DE9D6773-CC4E-4D64-A2C0-183D6B648AAE}"/>
          </ac:cxnSpMkLst>
        </pc:cxnChg>
        <pc:cxnChg chg="mod">
          <ac:chgData name="Lohakare, Amit" userId="d0c59914-2652-45d2-9cc8-c7584646f742" providerId="ADAL" clId="{FA1A0E22-CBB4-498B-80D2-83926F182C05}" dt="2024-03-23T11:48:20.068" v="1168" actId="1076"/>
          <ac:cxnSpMkLst>
            <pc:docMk/>
            <pc:sldMk cId="4134487142" sldId="586"/>
            <ac:cxnSpMk id="64" creationId="{3A3F3348-FE3D-44A9-B0B4-C59C953847C1}"/>
          </ac:cxnSpMkLst>
        </pc:cxnChg>
        <pc:cxnChg chg="mod">
          <ac:chgData name="Lohakare, Amit" userId="d0c59914-2652-45d2-9cc8-c7584646f742" providerId="ADAL" clId="{FA1A0E22-CBB4-498B-80D2-83926F182C05}" dt="2024-03-23T11:50:30.381" v="1184" actId="1076"/>
          <ac:cxnSpMkLst>
            <pc:docMk/>
            <pc:sldMk cId="4134487142" sldId="586"/>
            <ac:cxnSpMk id="67" creationId="{383630AD-063D-41FC-8EC8-4EA918586095}"/>
          </ac:cxnSpMkLst>
        </pc:cxnChg>
        <pc:cxnChg chg="mod">
          <ac:chgData name="Lohakare, Amit" userId="d0c59914-2652-45d2-9cc8-c7584646f742" providerId="ADAL" clId="{FA1A0E22-CBB4-498B-80D2-83926F182C05}" dt="2024-03-23T11:50:01.867" v="1181" actId="1076"/>
          <ac:cxnSpMkLst>
            <pc:docMk/>
            <pc:sldMk cId="4134487142" sldId="586"/>
            <ac:cxnSpMk id="70" creationId="{DCC6959C-75EB-4CB4-AE3B-ECF2C6B1249F}"/>
          </ac:cxnSpMkLst>
        </pc:cxnChg>
        <pc:cxnChg chg="mod">
          <ac:chgData name="Lohakare, Amit" userId="d0c59914-2652-45d2-9cc8-c7584646f742" providerId="ADAL" clId="{FA1A0E22-CBB4-498B-80D2-83926F182C05}" dt="2024-03-23T11:49:33.239" v="1178" actId="1076"/>
          <ac:cxnSpMkLst>
            <pc:docMk/>
            <pc:sldMk cId="4134487142" sldId="586"/>
            <ac:cxnSpMk id="73" creationId="{FAD8F811-EEBA-4D7B-BA5E-670E4C516488}"/>
          </ac:cxnSpMkLst>
        </pc:cxnChg>
        <pc:cxnChg chg="mod">
          <ac:chgData name="Lohakare, Amit" userId="d0c59914-2652-45d2-9cc8-c7584646f742" providerId="ADAL" clId="{FA1A0E22-CBB4-498B-80D2-83926F182C05}" dt="2024-03-23T11:49:02.423" v="1174" actId="1076"/>
          <ac:cxnSpMkLst>
            <pc:docMk/>
            <pc:sldMk cId="4134487142" sldId="586"/>
            <ac:cxnSpMk id="76" creationId="{8338627C-1523-46E4-9317-741952D145D6}"/>
          </ac:cxnSpMkLst>
        </pc:cxnChg>
        <pc:cxnChg chg="mod">
          <ac:chgData name="Lohakare, Amit" userId="d0c59914-2652-45d2-9cc8-c7584646f742" providerId="ADAL" clId="{FA1A0E22-CBB4-498B-80D2-83926F182C05}" dt="2024-03-23T11:49:12.634" v="1176" actId="1076"/>
          <ac:cxnSpMkLst>
            <pc:docMk/>
            <pc:sldMk cId="4134487142" sldId="586"/>
            <ac:cxnSpMk id="79" creationId="{C6B47D8B-B136-4E6C-9033-5E8E297B4B7C}"/>
          </ac:cxnSpMkLst>
        </pc:cxnChg>
      </pc:sldChg>
      <pc:sldChg chg="del addCm">
        <pc:chgData name="Lohakare, Amit" userId="d0c59914-2652-45d2-9cc8-c7584646f742" providerId="ADAL" clId="{FA1A0E22-CBB4-498B-80D2-83926F182C05}" dt="2024-03-24T10:57:33.941" v="2083" actId="2696"/>
        <pc:sldMkLst>
          <pc:docMk/>
          <pc:sldMk cId="490765651" sldId="587"/>
        </pc:sldMkLst>
        <pc:extLst>
          <p:ext xmlns:p="http://schemas.openxmlformats.org/presentationml/2006/main" uri="{D6D511B9-2390-475A-947B-AFAB55BFBCF1}">
            <pc226:cmChg xmlns:pc226="http://schemas.microsoft.com/office/powerpoint/2022/06/main/command" chg="add">
              <pc226:chgData name="Lohakare, Amit" userId="d0c59914-2652-45d2-9cc8-c7584646f742" providerId="ADAL" clId="{FA1A0E22-CBB4-498B-80D2-83926F182C05}" dt="2024-03-23T12:31:23.078" v="1360"/>
              <pc2:cmMkLst xmlns:pc2="http://schemas.microsoft.com/office/powerpoint/2019/9/main/command">
                <pc:docMk/>
                <pc:sldMk cId="490765651" sldId="587"/>
                <pc2:cmMk id="{9DC94E0B-259C-4185-A595-2C3389B04562}"/>
              </pc2:cmMkLst>
            </pc226:cmChg>
          </p:ext>
        </pc:extLst>
      </pc:sldChg>
      <pc:sldChg chg="addSp delSp modSp mod">
        <pc:chgData name="Lohakare, Amit" userId="d0c59914-2652-45d2-9cc8-c7584646f742" providerId="ADAL" clId="{FA1A0E22-CBB4-498B-80D2-83926F182C05}" dt="2024-03-24T08:46:06.269" v="1609" actId="20577"/>
        <pc:sldMkLst>
          <pc:docMk/>
          <pc:sldMk cId="3919461125" sldId="588"/>
        </pc:sldMkLst>
        <pc:spChg chg="mod">
          <ac:chgData name="Lohakare, Amit" userId="d0c59914-2652-45d2-9cc8-c7584646f742" providerId="ADAL" clId="{FA1A0E22-CBB4-498B-80D2-83926F182C05}" dt="2024-03-24T08:46:06.269" v="1609" actId="20577"/>
          <ac:spMkLst>
            <pc:docMk/>
            <pc:sldMk cId="3919461125" sldId="588"/>
            <ac:spMk id="6" creationId="{7EDD9D40-B8AA-45CE-B788-92D73916D6AA}"/>
          </ac:spMkLst>
        </pc:spChg>
        <pc:spChg chg="mod">
          <ac:chgData name="Lohakare, Amit" userId="d0c59914-2652-45d2-9cc8-c7584646f742" providerId="ADAL" clId="{FA1A0E22-CBB4-498B-80D2-83926F182C05}" dt="2024-03-24T08:30:30.560" v="1385" actId="1076"/>
          <ac:spMkLst>
            <pc:docMk/>
            <pc:sldMk cId="3919461125" sldId="588"/>
            <ac:spMk id="8" creationId="{9246F37A-C871-4FA1-9E77-4B02EAAEAE56}"/>
          </ac:spMkLst>
        </pc:spChg>
        <pc:spChg chg="del mod">
          <ac:chgData name="Lohakare, Amit" userId="d0c59914-2652-45d2-9cc8-c7584646f742" providerId="ADAL" clId="{FA1A0E22-CBB4-498B-80D2-83926F182C05}" dt="2024-03-24T08:33:17.092" v="1413" actId="478"/>
          <ac:spMkLst>
            <pc:docMk/>
            <pc:sldMk cId="3919461125" sldId="588"/>
            <ac:spMk id="9" creationId="{4B018DAE-FE14-48D7-870F-90D282E39CEC}"/>
          </ac:spMkLst>
        </pc:spChg>
        <pc:spChg chg="del mod">
          <ac:chgData name="Lohakare, Amit" userId="d0c59914-2652-45d2-9cc8-c7584646f742" providerId="ADAL" clId="{FA1A0E22-CBB4-498B-80D2-83926F182C05}" dt="2024-03-24T08:33:23.720" v="1414" actId="478"/>
          <ac:spMkLst>
            <pc:docMk/>
            <pc:sldMk cId="3919461125" sldId="588"/>
            <ac:spMk id="10" creationId="{5AB2D7B9-2858-456B-AB0B-2A9970E56A36}"/>
          </ac:spMkLst>
        </pc:spChg>
        <pc:spChg chg="del mod">
          <ac:chgData name="Lohakare, Amit" userId="d0c59914-2652-45d2-9cc8-c7584646f742" providerId="ADAL" clId="{FA1A0E22-CBB4-498B-80D2-83926F182C05}" dt="2024-03-24T08:33:26.873" v="1415" actId="478"/>
          <ac:spMkLst>
            <pc:docMk/>
            <pc:sldMk cId="3919461125" sldId="588"/>
            <ac:spMk id="11" creationId="{6F118F1C-0997-4A37-81AD-66D64B1831D5}"/>
          </ac:spMkLst>
        </pc:spChg>
        <pc:spChg chg="del mod">
          <ac:chgData name="Lohakare, Amit" userId="d0c59914-2652-45d2-9cc8-c7584646f742" providerId="ADAL" clId="{FA1A0E22-CBB4-498B-80D2-83926F182C05}" dt="2024-03-24T08:33:28.563" v="1416" actId="478"/>
          <ac:spMkLst>
            <pc:docMk/>
            <pc:sldMk cId="3919461125" sldId="588"/>
            <ac:spMk id="12" creationId="{D42C5E36-5813-492C-8463-8329998416CD}"/>
          </ac:spMkLst>
        </pc:spChg>
        <pc:spChg chg="del mod">
          <ac:chgData name="Lohakare, Amit" userId="d0c59914-2652-45d2-9cc8-c7584646f742" providerId="ADAL" clId="{FA1A0E22-CBB4-498B-80D2-83926F182C05}" dt="2024-03-24T08:33:31.794" v="1418" actId="478"/>
          <ac:spMkLst>
            <pc:docMk/>
            <pc:sldMk cId="3919461125" sldId="588"/>
            <ac:spMk id="13" creationId="{45E765B6-2AC7-43F6-B512-1366C9814075}"/>
          </ac:spMkLst>
        </pc:spChg>
        <pc:spChg chg="del mod">
          <ac:chgData name="Lohakare, Amit" userId="d0c59914-2652-45d2-9cc8-c7584646f742" providerId="ADAL" clId="{FA1A0E22-CBB4-498B-80D2-83926F182C05}" dt="2024-03-24T08:33:36.087" v="1421" actId="478"/>
          <ac:spMkLst>
            <pc:docMk/>
            <pc:sldMk cId="3919461125" sldId="588"/>
            <ac:spMk id="14" creationId="{F15CA9EF-6D22-4D12-BF79-CF379482613D}"/>
          </ac:spMkLst>
        </pc:spChg>
        <pc:spChg chg="del mod">
          <ac:chgData name="Lohakare, Amit" userId="d0c59914-2652-45d2-9cc8-c7584646f742" providerId="ADAL" clId="{FA1A0E22-CBB4-498B-80D2-83926F182C05}" dt="2024-03-24T08:33:38.256" v="1423" actId="478"/>
          <ac:spMkLst>
            <pc:docMk/>
            <pc:sldMk cId="3919461125" sldId="588"/>
            <ac:spMk id="15" creationId="{604714BE-E000-478D-91A8-14EB5CDB2B70}"/>
          </ac:spMkLst>
        </pc:spChg>
        <pc:spChg chg="mod">
          <ac:chgData name="Lohakare, Amit" userId="d0c59914-2652-45d2-9cc8-c7584646f742" providerId="ADAL" clId="{FA1A0E22-CBB4-498B-80D2-83926F182C05}" dt="2024-03-24T08:27:31.798" v="1370" actId="14100"/>
          <ac:spMkLst>
            <pc:docMk/>
            <pc:sldMk cId="3919461125" sldId="588"/>
            <ac:spMk id="16" creationId="{4BA2A099-DD6D-42B4-B429-A26C1F8DCEAE}"/>
          </ac:spMkLst>
        </pc:spChg>
        <pc:spChg chg="mod">
          <ac:chgData name="Lohakare, Amit" userId="d0c59914-2652-45d2-9cc8-c7584646f742" providerId="ADAL" clId="{FA1A0E22-CBB4-498B-80D2-83926F182C05}" dt="2024-03-24T08:43:09.450" v="1473" actId="404"/>
          <ac:spMkLst>
            <pc:docMk/>
            <pc:sldMk cId="3919461125" sldId="588"/>
            <ac:spMk id="25" creationId="{896282FD-E55B-479C-A9D5-BBBAA5AA299D}"/>
          </ac:spMkLst>
        </pc:spChg>
        <pc:spChg chg="mod">
          <ac:chgData name="Lohakare, Amit" userId="d0c59914-2652-45d2-9cc8-c7584646f742" providerId="ADAL" clId="{FA1A0E22-CBB4-498B-80D2-83926F182C05}" dt="2024-03-24T08:43:03.854" v="1472" actId="404"/>
          <ac:spMkLst>
            <pc:docMk/>
            <pc:sldMk cId="3919461125" sldId="588"/>
            <ac:spMk id="26" creationId="{31266884-E8D9-4AED-AD8B-CC848CC89FD1}"/>
          </ac:spMkLst>
        </pc:spChg>
        <pc:spChg chg="mod">
          <ac:chgData name="Lohakare, Amit" userId="d0c59914-2652-45d2-9cc8-c7584646f742" providerId="ADAL" clId="{FA1A0E22-CBB4-498B-80D2-83926F182C05}" dt="2024-03-24T08:42:52.068" v="1469" actId="404"/>
          <ac:spMkLst>
            <pc:docMk/>
            <pc:sldMk cId="3919461125" sldId="588"/>
            <ac:spMk id="27" creationId="{82B027F8-9E1A-4D5A-B236-27734B5D95B3}"/>
          </ac:spMkLst>
        </pc:spChg>
        <pc:spChg chg="mod">
          <ac:chgData name="Lohakare, Amit" userId="d0c59914-2652-45d2-9cc8-c7584646f742" providerId="ADAL" clId="{FA1A0E22-CBB4-498B-80D2-83926F182C05}" dt="2024-03-24T08:42:44.941" v="1468" actId="1076"/>
          <ac:spMkLst>
            <pc:docMk/>
            <pc:sldMk cId="3919461125" sldId="588"/>
            <ac:spMk id="28" creationId="{28FBB0E2-533F-4786-8BC2-3FAF80CBDAAB}"/>
          </ac:spMkLst>
        </pc:spChg>
        <pc:spChg chg="mod">
          <ac:chgData name="Lohakare, Amit" userId="d0c59914-2652-45d2-9cc8-c7584646f742" providerId="ADAL" clId="{FA1A0E22-CBB4-498B-80D2-83926F182C05}" dt="2024-03-24T08:43:24.319" v="1477" actId="1076"/>
          <ac:spMkLst>
            <pc:docMk/>
            <pc:sldMk cId="3919461125" sldId="588"/>
            <ac:spMk id="29" creationId="{E72C1A64-FF57-4791-B139-264081799127}"/>
          </ac:spMkLst>
        </pc:spChg>
        <pc:spChg chg="mod">
          <ac:chgData name="Lohakare, Amit" userId="d0c59914-2652-45d2-9cc8-c7584646f742" providerId="ADAL" clId="{FA1A0E22-CBB4-498B-80D2-83926F182C05}" dt="2024-03-24T08:43:36.240" v="1481" actId="1076"/>
          <ac:spMkLst>
            <pc:docMk/>
            <pc:sldMk cId="3919461125" sldId="588"/>
            <ac:spMk id="30" creationId="{359B2FF8-0CB4-4723-A571-A55B7EA909B9}"/>
          </ac:spMkLst>
        </pc:spChg>
        <pc:spChg chg="mod">
          <ac:chgData name="Lohakare, Amit" userId="d0c59914-2652-45d2-9cc8-c7584646f742" providerId="ADAL" clId="{FA1A0E22-CBB4-498B-80D2-83926F182C05}" dt="2024-03-24T08:43:50.021" v="1485" actId="1076"/>
          <ac:spMkLst>
            <pc:docMk/>
            <pc:sldMk cId="3919461125" sldId="588"/>
            <ac:spMk id="31" creationId="{DA7B0B57-2379-45C4-97C0-C06CB692EA8C}"/>
          </ac:spMkLst>
        </pc:spChg>
        <pc:spChg chg="mod">
          <ac:chgData name="Lohakare, Amit" userId="d0c59914-2652-45d2-9cc8-c7584646f742" providerId="ADAL" clId="{FA1A0E22-CBB4-498B-80D2-83926F182C05}" dt="2024-03-24T08:44:08.835" v="1491" actId="1076"/>
          <ac:spMkLst>
            <pc:docMk/>
            <pc:sldMk cId="3919461125" sldId="588"/>
            <ac:spMk id="32" creationId="{72D14FD4-D11D-4360-B767-76D0EBE0BF9B}"/>
          </ac:spMkLst>
        </pc:spChg>
        <pc:spChg chg="del mod">
          <ac:chgData name="Lohakare, Amit" userId="d0c59914-2652-45d2-9cc8-c7584646f742" providerId="ADAL" clId="{FA1A0E22-CBB4-498B-80D2-83926F182C05}" dt="2024-03-24T08:33:33.257" v="1419" actId="478"/>
          <ac:spMkLst>
            <pc:docMk/>
            <pc:sldMk cId="3919461125" sldId="588"/>
            <ac:spMk id="35" creationId="{3224C34F-FFCB-44A3-A861-C252301DDBCD}"/>
          </ac:spMkLst>
        </pc:spChg>
        <pc:spChg chg="mod">
          <ac:chgData name="Lohakare, Amit" userId="d0c59914-2652-45d2-9cc8-c7584646f742" providerId="ADAL" clId="{FA1A0E22-CBB4-498B-80D2-83926F182C05}" dt="2024-03-24T08:44:21.422" v="1495" actId="1076"/>
          <ac:spMkLst>
            <pc:docMk/>
            <pc:sldMk cId="3919461125" sldId="588"/>
            <ac:spMk id="37" creationId="{E8DC6220-B0BE-4E9B-A4F4-6F39C16A6B39}"/>
          </ac:spMkLst>
        </pc:spChg>
        <pc:spChg chg="add mod">
          <ac:chgData name="Lohakare, Amit" userId="d0c59914-2652-45d2-9cc8-c7584646f742" providerId="ADAL" clId="{FA1A0E22-CBB4-498B-80D2-83926F182C05}" dt="2024-03-24T08:30:58.401" v="1387" actId="1076"/>
          <ac:spMkLst>
            <pc:docMk/>
            <pc:sldMk cId="3919461125" sldId="588"/>
            <ac:spMk id="44" creationId="{D926280D-77F2-9B7C-0127-47ABC1375955}"/>
          </ac:spMkLst>
        </pc:spChg>
        <pc:spChg chg="add mod">
          <ac:chgData name="Lohakare, Amit" userId="d0c59914-2652-45d2-9cc8-c7584646f742" providerId="ADAL" clId="{FA1A0E22-CBB4-498B-80D2-83926F182C05}" dt="2024-03-24T08:31:09.378" v="1389" actId="1076"/>
          <ac:spMkLst>
            <pc:docMk/>
            <pc:sldMk cId="3919461125" sldId="588"/>
            <ac:spMk id="45" creationId="{C452484C-47A3-ED84-15E0-969A0AF5EB60}"/>
          </ac:spMkLst>
        </pc:spChg>
        <pc:spChg chg="add mod">
          <ac:chgData name="Lohakare, Amit" userId="d0c59914-2652-45d2-9cc8-c7584646f742" providerId="ADAL" clId="{FA1A0E22-CBB4-498B-80D2-83926F182C05}" dt="2024-03-24T08:31:28.914" v="1392" actId="14100"/>
          <ac:spMkLst>
            <pc:docMk/>
            <pc:sldMk cId="3919461125" sldId="588"/>
            <ac:spMk id="46" creationId="{B8949F8E-895C-B672-5DFE-1276A437269E}"/>
          </ac:spMkLst>
        </pc:spChg>
        <pc:spChg chg="add mod">
          <ac:chgData name="Lohakare, Amit" userId="d0c59914-2652-45d2-9cc8-c7584646f742" providerId="ADAL" clId="{FA1A0E22-CBB4-498B-80D2-83926F182C05}" dt="2024-03-24T08:32:04.713" v="1394" actId="1076"/>
          <ac:spMkLst>
            <pc:docMk/>
            <pc:sldMk cId="3919461125" sldId="588"/>
            <ac:spMk id="47" creationId="{31AA9FC9-A8F0-CFC4-BD88-250AE655B425}"/>
          </ac:spMkLst>
        </pc:spChg>
        <pc:spChg chg="add mod">
          <ac:chgData name="Lohakare, Amit" userId="d0c59914-2652-45d2-9cc8-c7584646f742" providerId="ADAL" clId="{FA1A0E22-CBB4-498B-80D2-83926F182C05}" dt="2024-03-24T08:32:16.163" v="1396" actId="1076"/>
          <ac:spMkLst>
            <pc:docMk/>
            <pc:sldMk cId="3919461125" sldId="588"/>
            <ac:spMk id="48" creationId="{4BD26AAF-36F8-CC41-6FB1-DE1CDFB233D6}"/>
          </ac:spMkLst>
        </pc:spChg>
        <pc:spChg chg="add mod">
          <ac:chgData name="Lohakare, Amit" userId="d0c59914-2652-45d2-9cc8-c7584646f742" providerId="ADAL" clId="{FA1A0E22-CBB4-498B-80D2-83926F182C05}" dt="2024-03-24T08:32:42.617" v="1406" actId="1038"/>
          <ac:spMkLst>
            <pc:docMk/>
            <pc:sldMk cId="3919461125" sldId="588"/>
            <ac:spMk id="49" creationId="{38E58BAE-8A59-11A4-073B-A9497710B72C}"/>
          </ac:spMkLst>
        </pc:spChg>
        <pc:spChg chg="add mod">
          <ac:chgData name="Lohakare, Amit" userId="d0c59914-2652-45d2-9cc8-c7584646f742" providerId="ADAL" clId="{FA1A0E22-CBB4-498B-80D2-83926F182C05}" dt="2024-03-24T08:32:55.145" v="1408" actId="1076"/>
          <ac:spMkLst>
            <pc:docMk/>
            <pc:sldMk cId="3919461125" sldId="588"/>
            <ac:spMk id="50" creationId="{264A2DEB-5246-97F6-9CDA-E20A99BD41B5}"/>
          </ac:spMkLst>
        </pc:spChg>
        <pc:spChg chg="add mod">
          <ac:chgData name="Lohakare, Amit" userId="d0c59914-2652-45d2-9cc8-c7584646f742" providerId="ADAL" clId="{FA1A0E22-CBB4-498B-80D2-83926F182C05}" dt="2024-03-24T08:33:03.881" v="1410" actId="1076"/>
          <ac:spMkLst>
            <pc:docMk/>
            <pc:sldMk cId="3919461125" sldId="588"/>
            <ac:spMk id="51" creationId="{14C2F051-5833-0482-31C1-5FA907505938}"/>
          </ac:spMkLst>
        </pc:spChg>
        <pc:spChg chg="add mod">
          <ac:chgData name="Lohakare, Amit" userId="d0c59914-2652-45d2-9cc8-c7584646f742" providerId="ADAL" clId="{FA1A0E22-CBB4-498B-80D2-83926F182C05}" dt="2024-03-24T08:33:10.203" v="1412" actId="1076"/>
          <ac:spMkLst>
            <pc:docMk/>
            <pc:sldMk cId="3919461125" sldId="588"/>
            <ac:spMk id="52" creationId="{E4579621-BB19-C71E-BF13-BA1C5237A727}"/>
          </ac:spMkLst>
        </pc:spChg>
        <pc:spChg chg="add mod">
          <ac:chgData name="Lohakare, Amit" userId="d0c59914-2652-45d2-9cc8-c7584646f742" providerId="ADAL" clId="{FA1A0E22-CBB4-498B-80D2-83926F182C05}" dt="2024-03-24T08:44:34.167" v="1499" actId="1076"/>
          <ac:spMkLst>
            <pc:docMk/>
            <pc:sldMk cId="3919461125" sldId="588"/>
            <ac:spMk id="63" creationId="{05230DD9-3ACD-F700-D62F-437FE33F080A}"/>
          </ac:spMkLst>
        </pc:spChg>
        <pc:picChg chg="mod">
          <ac:chgData name="Lohakare, Amit" userId="d0c59914-2652-45d2-9cc8-c7584646f742" providerId="ADAL" clId="{FA1A0E22-CBB4-498B-80D2-83926F182C05}" dt="2024-03-24T08:44:01.311" v="1490" actId="1076"/>
          <ac:picMkLst>
            <pc:docMk/>
            <pc:sldMk cId="3919461125" sldId="588"/>
            <ac:picMk id="40" creationId="{53919DDD-C4CD-4B98-9461-F50083D6DB3A}"/>
          </ac:picMkLst>
        </pc:picChg>
        <pc:cxnChg chg="del mod">
          <ac:chgData name="Lohakare, Amit" userId="d0c59914-2652-45d2-9cc8-c7584646f742" providerId="ADAL" clId="{FA1A0E22-CBB4-498B-80D2-83926F182C05}" dt="2024-03-24T08:30:10.895" v="1383" actId="478"/>
          <ac:cxnSpMkLst>
            <pc:docMk/>
            <pc:sldMk cId="3919461125" sldId="588"/>
            <ac:cxnSpMk id="17" creationId="{199F4C47-5B3C-4F45-8CE4-0B0BFF208068}"/>
          </ac:cxnSpMkLst>
        </pc:cxnChg>
        <pc:cxnChg chg="del">
          <ac:chgData name="Lohakare, Amit" userId="d0c59914-2652-45d2-9cc8-c7584646f742" providerId="ADAL" clId="{FA1A0E22-CBB4-498B-80D2-83926F182C05}" dt="2024-03-24T08:33:49.783" v="1424" actId="478"/>
          <ac:cxnSpMkLst>
            <pc:docMk/>
            <pc:sldMk cId="3919461125" sldId="588"/>
            <ac:cxnSpMk id="18" creationId="{E97D0B03-892B-4284-96D5-B24F484FC5D4}"/>
          </ac:cxnSpMkLst>
        </pc:cxnChg>
        <pc:cxnChg chg="del">
          <ac:chgData name="Lohakare, Amit" userId="d0c59914-2652-45d2-9cc8-c7584646f742" providerId="ADAL" clId="{FA1A0E22-CBB4-498B-80D2-83926F182C05}" dt="2024-03-24T08:33:51.788" v="1425" actId="478"/>
          <ac:cxnSpMkLst>
            <pc:docMk/>
            <pc:sldMk cId="3919461125" sldId="588"/>
            <ac:cxnSpMk id="19" creationId="{DC9DA77D-885D-40C1-8279-57DD1D326E14}"/>
          </ac:cxnSpMkLst>
        </pc:cxnChg>
        <pc:cxnChg chg="del">
          <ac:chgData name="Lohakare, Amit" userId="d0c59914-2652-45d2-9cc8-c7584646f742" providerId="ADAL" clId="{FA1A0E22-CBB4-498B-80D2-83926F182C05}" dt="2024-03-24T08:33:53.252" v="1426" actId="478"/>
          <ac:cxnSpMkLst>
            <pc:docMk/>
            <pc:sldMk cId="3919461125" sldId="588"/>
            <ac:cxnSpMk id="20" creationId="{15E12292-E7BF-4F0D-B3EF-F14D1DE05F2F}"/>
          </ac:cxnSpMkLst>
        </pc:cxnChg>
        <pc:cxnChg chg="mod">
          <ac:chgData name="Lohakare, Amit" userId="d0c59914-2652-45d2-9cc8-c7584646f742" providerId="ADAL" clId="{FA1A0E22-CBB4-498B-80D2-83926F182C05}" dt="2024-03-24T08:34:06.016" v="1428" actId="14100"/>
          <ac:cxnSpMkLst>
            <pc:docMk/>
            <pc:sldMk cId="3919461125" sldId="588"/>
            <ac:cxnSpMk id="21" creationId="{275D9E3F-A7E7-425F-920D-1C349823EE8F}"/>
          </ac:cxnSpMkLst>
        </pc:cxnChg>
        <pc:cxnChg chg="del mod">
          <ac:chgData name="Lohakare, Amit" userId="d0c59914-2652-45d2-9cc8-c7584646f742" providerId="ADAL" clId="{FA1A0E22-CBB4-498B-80D2-83926F182C05}" dt="2024-03-24T08:33:30.268" v="1417" actId="478"/>
          <ac:cxnSpMkLst>
            <pc:docMk/>
            <pc:sldMk cId="3919461125" sldId="588"/>
            <ac:cxnSpMk id="22" creationId="{DE55016E-6D61-4568-AC8A-AF3F52D641A7}"/>
          </ac:cxnSpMkLst>
        </pc:cxnChg>
        <pc:cxnChg chg="del mod">
          <ac:chgData name="Lohakare, Amit" userId="d0c59914-2652-45d2-9cc8-c7584646f742" providerId="ADAL" clId="{FA1A0E22-CBB4-498B-80D2-83926F182C05}" dt="2024-03-24T08:33:34.176" v="1420" actId="478"/>
          <ac:cxnSpMkLst>
            <pc:docMk/>
            <pc:sldMk cId="3919461125" sldId="588"/>
            <ac:cxnSpMk id="23" creationId="{DF5F6D47-9EEE-4A96-9113-CE40D4F33120}"/>
          </ac:cxnSpMkLst>
        </pc:cxnChg>
        <pc:cxnChg chg="del mod">
          <ac:chgData name="Lohakare, Amit" userId="d0c59914-2652-45d2-9cc8-c7584646f742" providerId="ADAL" clId="{FA1A0E22-CBB4-498B-80D2-83926F182C05}" dt="2024-03-24T08:33:37.254" v="1422" actId="478"/>
          <ac:cxnSpMkLst>
            <pc:docMk/>
            <pc:sldMk cId="3919461125" sldId="588"/>
            <ac:cxnSpMk id="24" creationId="{C872759C-7D4B-457B-8A1A-B05367EF1FBE}"/>
          </ac:cxnSpMkLst>
        </pc:cxnChg>
        <pc:cxnChg chg="del">
          <ac:chgData name="Lohakare, Amit" userId="d0c59914-2652-45d2-9cc8-c7584646f742" providerId="ADAL" clId="{FA1A0E22-CBB4-498B-80D2-83926F182C05}" dt="2024-03-24T08:34:15.659" v="1429" actId="478"/>
          <ac:cxnSpMkLst>
            <pc:docMk/>
            <pc:sldMk cId="3919461125" sldId="588"/>
            <ac:cxnSpMk id="36" creationId="{4A608C26-1B9D-4FC9-9489-A630C482DD16}"/>
          </ac:cxnSpMkLst>
        </pc:cxnChg>
        <pc:cxnChg chg="mod">
          <ac:chgData name="Lohakare, Amit" userId="d0c59914-2652-45d2-9cc8-c7584646f742" providerId="ADAL" clId="{FA1A0E22-CBB4-498B-80D2-83926F182C05}" dt="2024-03-24T08:27:31.798" v="1370" actId="14100"/>
          <ac:cxnSpMkLst>
            <pc:docMk/>
            <pc:sldMk cId="3919461125" sldId="588"/>
            <ac:cxnSpMk id="38" creationId="{278B15AF-F1A9-49FF-A002-28275B79405B}"/>
          </ac:cxnSpMkLst>
        </pc:cxnChg>
        <pc:cxnChg chg="add mod">
          <ac:chgData name="Lohakare, Amit" userId="d0c59914-2652-45d2-9cc8-c7584646f742" providerId="ADAL" clId="{FA1A0E22-CBB4-498B-80D2-83926F182C05}" dt="2024-03-24T08:35:13.935" v="1438" actId="1038"/>
          <ac:cxnSpMkLst>
            <pc:docMk/>
            <pc:sldMk cId="3919461125" sldId="588"/>
            <ac:cxnSpMk id="54" creationId="{6931D36C-311E-7E53-2B45-376027EA980A}"/>
          </ac:cxnSpMkLst>
        </pc:cxnChg>
        <pc:cxnChg chg="add mod">
          <ac:chgData name="Lohakare, Amit" userId="d0c59914-2652-45d2-9cc8-c7584646f742" providerId="ADAL" clId="{FA1A0E22-CBB4-498B-80D2-83926F182C05}" dt="2024-03-24T08:35:10.516" v="1437" actId="1038"/>
          <ac:cxnSpMkLst>
            <pc:docMk/>
            <pc:sldMk cId="3919461125" sldId="588"/>
            <ac:cxnSpMk id="55" creationId="{F096CD1A-1E17-F9D1-D592-6B17FD20B65B}"/>
          </ac:cxnSpMkLst>
        </pc:cxnChg>
        <pc:cxnChg chg="add mod">
          <ac:chgData name="Lohakare, Amit" userId="d0c59914-2652-45d2-9cc8-c7584646f742" providerId="ADAL" clId="{FA1A0E22-CBB4-498B-80D2-83926F182C05}" dt="2024-03-24T08:35:21.857" v="1440" actId="1076"/>
          <ac:cxnSpMkLst>
            <pc:docMk/>
            <pc:sldMk cId="3919461125" sldId="588"/>
            <ac:cxnSpMk id="56" creationId="{E8CA8F20-4A10-E989-5537-EDB39C7EE44E}"/>
          </ac:cxnSpMkLst>
        </pc:cxnChg>
        <pc:cxnChg chg="add mod">
          <ac:chgData name="Lohakare, Amit" userId="d0c59914-2652-45d2-9cc8-c7584646f742" providerId="ADAL" clId="{FA1A0E22-CBB4-498B-80D2-83926F182C05}" dt="2024-03-24T08:35:26.936" v="1442" actId="1076"/>
          <ac:cxnSpMkLst>
            <pc:docMk/>
            <pc:sldMk cId="3919461125" sldId="588"/>
            <ac:cxnSpMk id="57" creationId="{BAC34613-D261-39A3-8626-84F23DDDEEEA}"/>
          </ac:cxnSpMkLst>
        </pc:cxnChg>
        <pc:cxnChg chg="add mod">
          <ac:chgData name="Lohakare, Amit" userId="d0c59914-2652-45d2-9cc8-c7584646f742" providerId="ADAL" clId="{FA1A0E22-CBB4-498B-80D2-83926F182C05}" dt="2024-03-24T08:36:02.262" v="1455" actId="1037"/>
          <ac:cxnSpMkLst>
            <pc:docMk/>
            <pc:sldMk cId="3919461125" sldId="588"/>
            <ac:cxnSpMk id="58" creationId="{91359E0D-953F-0156-06B5-D463170DB702}"/>
          </ac:cxnSpMkLst>
        </pc:cxnChg>
        <pc:cxnChg chg="add mod">
          <ac:chgData name="Lohakare, Amit" userId="d0c59914-2652-45d2-9cc8-c7584646f742" providerId="ADAL" clId="{FA1A0E22-CBB4-498B-80D2-83926F182C05}" dt="2024-03-24T08:35:36.435" v="1446" actId="1076"/>
          <ac:cxnSpMkLst>
            <pc:docMk/>
            <pc:sldMk cId="3919461125" sldId="588"/>
            <ac:cxnSpMk id="59" creationId="{9CF7858F-E3EB-0A9D-A84A-BDB1F97EF2B6}"/>
          </ac:cxnSpMkLst>
        </pc:cxnChg>
        <pc:cxnChg chg="add mod">
          <ac:chgData name="Lohakare, Amit" userId="d0c59914-2652-45d2-9cc8-c7584646f742" providerId="ADAL" clId="{FA1A0E22-CBB4-498B-80D2-83926F182C05}" dt="2024-03-24T08:35:59.099" v="1454" actId="1038"/>
          <ac:cxnSpMkLst>
            <pc:docMk/>
            <pc:sldMk cId="3919461125" sldId="588"/>
            <ac:cxnSpMk id="60" creationId="{57AB1E5F-8D03-C890-A178-44A8F8AA823D}"/>
          </ac:cxnSpMkLst>
        </pc:cxnChg>
        <pc:cxnChg chg="add mod">
          <ac:chgData name="Lohakare, Amit" userId="d0c59914-2652-45d2-9cc8-c7584646f742" providerId="ADAL" clId="{FA1A0E22-CBB4-498B-80D2-83926F182C05}" dt="2024-03-24T08:35:49.187" v="1450" actId="1076"/>
          <ac:cxnSpMkLst>
            <pc:docMk/>
            <pc:sldMk cId="3919461125" sldId="588"/>
            <ac:cxnSpMk id="61" creationId="{E2B0F026-07A0-7A33-CDC5-EB78B3C6D3F3}"/>
          </ac:cxnSpMkLst>
        </pc:cxnChg>
        <pc:cxnChg chg="add mod">
          <ac:chgData name="Lohakare, Amit" userId="d0c59914-2652-45d2-9cc8-c7584646f742" providerId="ADAL" clId="{FA1A0E22-CBB4-498B-80D2-83926F182C05}" dt="2024-03-24T08:35:56.529" v="1453" actId="1037"/>
          <ac:cxnSpMkLst>
            <pc:docMk/>
            <pc:sldMk cId="3919461125" sldId="588"/>
            <ac:cxnSpMk id="62" creationId="{3A66D961-242A-8592-DAD8-EBEE942C43B3}"/>
          </ac:cxnSpMkLst>
        </pc:cxnChg>
      </pc:sldChg>
      <pc:sldChg chg="addSp modSp mod">
        <pc:chgData name="Lohakare, Amit" userId="d0c59914-2652-45d2-9cc8-c7584646f742" providerId="ADAL" clId="{FA1A0E22-CBB4-498B-80D2-83926F182C05}" dt="2024-03-24T08:50:30.272" v="1630" actId="1076"/>
        <pc:sldMkLst>
          <pc:docMk/>
          <pc:sldMk cId="948243249" sldId="589"/>
        </pc:sldMkLst>
        <pc:spChg chg="mod">
          <ac:chgData name="Lohakare, Amit" userId="d0c59914-2652-45d2-9cc8-c7584646f742" providerId="ADAL" clId="{FA1A0E22-CBB4-498B-80D2-83926F182C05}" dt="2024-03-24T08:48:36.097" v="1621" actId="1036"/>
          <ac:spMkLst>
            <pc:docMk/>
            <pc:sldMk cId="948243249" sldId="589"/>
            <ac:spMk id="9" creationId="{847251B5-A9C6-4759-B439-1C9956D44AA2}"/>
          </ac:spMkLst>
        </pc:spChg>
        <pc:spChg chg="mod">
          <ac:chgData name="Lohakare, Amit" userId="d0c59914-2652-45d2-9cc8-c7584646f742" providerId="ADAL" clId="{FA1A0E22-CBB4-498B-80D2-83926F182C05}" dt="2024-03-24T08:48:20.751" v="1617" actId="14100"/>
          <ac:spMkLst>
            <pc:docMk/>
            <pc:sldMk cId="948243249" sldId="589"/>
            <ac:spMk id="10" creationId="{43D9AB88-D7D5-48DC-BDE8-2D9B175B6FD4}"/>
          </ac:spMkLst>
        </pc:spChg>
        <pc:spChg chg="mod">
          <ac:chgData name="Lohakare, Amit" userId="d0c59914-2652-45d2-9cc8-c7584646f742" providerId="ADAL" clId="{FA1A0E22-CBB4-498B-80D2-83926F182C05}" dt="2024-03-24T08:48:49.061" v="1623" actId="1076"/>
          <ac:spMkLst>
            <pc:docMk/>
            <pc:sldMk cId="948243249" sldId="589"/>
            <ac:spMk id="12" creationId="{A344F362-D259-44D7-92C6-C848C6BDB07E}"/>
          </ac:spMkLst>
        </pc:spChg>
        <pc:spChg chg="mod">
          <ac:chgData name="Lohakare, Amit" userId="d0c59914-2652-45d2-9cc8-c7584646f742" providerId="ADAL" clId="{FA1A0E22-CBB4-498B-80D2-83926F182C05}" dt="2024-03-24T08:50:22.294" v="1628" actId="1076"/>
          <ac:spMkLst>
            <pc:docMk/>
            <pc:sldMk cId="948243249" sldId="589"/>
            <ac:spMk id="16" creationId="{AA5D2B77-AD98-4F16-87DA-188BD1B921AA}"/>
          </ac:spMkLst>
        </pc:spChg>
        <pc:spChg chg="mod">
          <ac:chgData name="Lohakare, Amit" userId="d0c59914-2652-45d2-9cc8-c7584646f742" providerId="ADAL" clId="{FA1A0E22-CBB4-498B-80D2-83926F182C05}" dt="2024-03-24T08:50:30.272" v="1630" actId="1076"/>
          <ac:spMkLst>
            <pc:docMk/>
            <pc:sldMk cId="948243249" sldId="589"/>
            <ac:spMk id="18" creationId="{0C4A2286-0B53-437A-A899-E1AE2E66C673}"/>
          </ac:spMkLst>
        </pc:spChg>
        <pc:picChg chg="mod">
          <ac:chgData name="Lohakare, Amit" userId="d0c59914-2652-45d2-9cc8-c7584646f742" providerId="ADAL" clId="{FA1A0E22-CBB4-498B-80D2-83926F182C05}" dt="2024-03-24T08:48:02.113" v="1614" actId="14100"/>
          <ac:picMkLst>
            <pc:docMk/>
            <pc:sldMk cId="948243249" sldId="589"/>
            <ac:picMk id="5" creationId="{6F695342-60F2-43B4-A8E9-3C99281599BA}"/>
          </ac:picMkLst>
        </pc:picChg>
        <pc:picChg chg="add mod">
          <ac:chgData name="Lohakare, Amit" userId="d0c59914-2652-45d2-9cc8-c7584646f742" providerId="ADAL" clId="{FA1A0E22-CBB4-498B-80D2-83926F182C05}" dt="2024-03-24T08:50:13.056" v="1627" actId="1076"/>
          <ac:picMkLst>
            <pc:docMk/>
            <pc:sldMk cId="948243249" sldId="589"/>
            <ac:picMk id="21" creationId="{A8460C22-6E0B-2EAB-F55C-3F50C3EE5069}"/>
          </ac:picMkLst>
        </pc:picChg>
        <pc:cxnChg chg="mod">
          <ac:chgData name="Lohakare, Amit" userId="d0c59914-2652-45d2-9cc8-c7584646f742" providerId="ADAL" clId="{FA1A0E22-CBB4-498B-80D2-83926F182C05}" dt="2024-03-24T08:48:42.625" v="1622" actId="1076"/>
          <ac:cxnSpMkLst>
            <pc:docMk/>
            <pc:sldMk cId="948243249" sldId="589"/>
            <ac:cxnSpMk id="11" creationId="{3D8F586C-C64F-4FDA-85C8-0932C397E4C7}"/>
          </ac:cxnSpMkLst>
        </pc:cxnChg>
        <pc:cxnChg chg="mod">
          <ac:chgData name="Lohakare, Amit" userId="d0c59914-2652-45d2-9cc8-c7584646f742" providerId="ADAL" clId="{FA1A0E22-CBB4-498B-80D2-83926F182C05}" dt="2024-03-24T08:48:20.751" v="1617" actId="14100"/>
          <ac:cxnSpMkLst>
            <pc:docMk/>
            <pc:sldMk cId="948243249" sldId="589"/>
            <ac:cxnSpMk id="15" creationId="{40DD79E7-ACC6-4A0D-917A-E8CBD2A734D1}"/>
          </ac:cxnSpMkLst>
        </pc:cxnChg>
        <pc:cxnChg chg="mod">
          <ac:chgData name="Lohakare, Amit" userId="d0c59914-2652-45d2-9cc8-c7584646f742" providerId="ADAL" clId="{FA1A0E22-CBB4-498B-80D2-83926F182C05}" dt="2024-03-24T08:50:26.340" v="1629" actId="1076"/>
          <ac:cxnSpMkLst>
            <pc:docMk/>
            <pc:sldMk cId="948243249" sldId="589"/>
            <ac:cxnSpMk id="17" creationId="{BC9EB088-3EF5-4DBC-AC5F-BF97DAA41CF6}"/>
          </ac:cxnSpMkLst>
        </pc:cxnChg>
      </pc:sldChg>
      <pc:sldChg chg="modSp mod">
        <pc:chgData name="Lohakare, Amit" userId="d0c59914-2652-45d2-9cc8-c7584646f742" providerId="ADAL" clId="{FA1A0E22-CBB4-498B-80D2-83926F182C05}" dt="2024-03-24T09:02:34.452" v="1681" actId="1076"/>
        <pc:sldMkLst>
          <pc:docMk/>
          <pc:sldMk cId="3757097764" sldId="590"/>
        </pc:sldMkLst>
        <pc:spChg chg="mod">
          <ac:chgData name="Lohakare, Amit" userId="d0c59914-2652-45d2-9cc8-c7584646f742" providerId="ADAL" clId="{FA1A0E22-CBB4-498B-80D2-83926F182C05}" dt="2024-03-24T08:56:59.762" v="1640" actId="14100"/>
          <ac:spMkLst>
            <pc:docMk/>
            <pc:sldMk cId="3757097764" sldId="590"/>
            <ac:spMk id="8" creationId="{8E5175FC-AB4E-4908-8B5C-4E94C5CBB3C3}"/>
          </ac:spMkLst>
        </pc:spChg>
        <pc:spChg chg="mod">
          <ac:chgData name="Lohakare, Amit" userId="d0c59914-2652-45d2-9cc8-c7584646f742" providerId="ADAL" clId="{FA1A0E22-CBB4-498B-80D2-83926F182C05}" dt="2024-03-24T08:57:34.159" v="1645" actId="1076"/>
          <ac:spMkLst>
            <pc:docMk/>
            <pc:sldMk cId="3757097764" sldId="590"/>
            <ac:spMk id="9" creationId="{24E2A497-1FB0-40E7-962A-FADF589C5C91}"/>
          </ac:spMkLst>
        </pc:spChg>
        <pc:spChg chg="mod">
          <ac:chgData name="Lohakare, Amit" userId="d0c59914-2652-45d2-9cc8-c7584646f742" providerId="ADAL" clId="{FA1A0E22-CBB4-498B-80D2-83926F182C05}" dt="2024-03-24T09:00:53.762" v="1668" actId="14100"/>
          <ac:spMkLst>
            <pc:docMk/>
            <pc:sldMk cId="3757097764" sldId="590"/>
            <ac:spMk id="10" creationId="{DBCB2F4B-8D93-48DB-A54D-7E5FDE77CB57}"/>
          </ac:spMkLst>
        </pc:spChg>
        <pc:spChg chg="mod">
          <ac:chgData name="Lohakare, Amit" userId="d0c59914-2652-45d2-9cc8-c7584646f742" providerId="ADAL" clId="{FA1A0E22-CBB4-498B-80D2-83926F182C05}" dt="2024-03-24T09:01:36.872" v="1673" actId="14100"/>
          <ac:spMkLst>
            <pc:docMk/>
            <pc:sldMk cId="3757097764" sldId="590"/>
            <ac:spMk id="11" creationId="{61AAEBE1-9746-4EC2-BCC7-AF29E3B33533}"/>
          </ac:spMkLst>
        </pc:spChg>
        <pc:spChg chg="mod">
          <ac:chgData name="Lohakare, Amit" userId="d0c59914-2652-45d2-9cc8-c7584646f742" providerId="ADAL" clId="{FA1A0E22-CBB4-498B-80D2-83926F182C05}" dt="2024-03-24T09:01:59.583" v="1677" actId="14100"/>
          <ac:spMkLst>
            <pc:docMk/>
            <pc:sldMk cId="3757097764" sldId="590"/>
            <ac:spMk id="12" creationId="{7A1BE8CF-4034-4D0E-B70F-BCE1297B81EB}"/>
          </ac:spMkLst>
        </pc:spChg>
        <pc:spChg chg="mod">
          <ac:chgData name="Lohakare, Amit" userId="d0c59914-2652-45d2-9cc8-c7584646f742" providerId="ADAL" clId="{FA1A0E22-CBB4-498B-80D2-83926F182C05}" dt="2024-03-24T08:58:39.148" v="1650" actId="14100"/>
          <ac:spMkLst>
            <pc:docMk/>
            <pc:sldMk cId="3757097764" sldId="590"/>
            <ac:spMk id="13" creationId="{49BAB7BA-243B-4CE1-BF72-E6B9C7A08240}"/>
          </ac:spMkLst>
        </pc:spChg>
        <pc:spChg chg="mod">
          <ac:chgData name="Lohakare, Amit" userId="d0c59914-2652-45d2-9cc8-c7584646f742" providerId="ADAL" clId="{FA1A0E22-CBB4-498B-80D2-83926F182C05}" dt="2024-03-24T08:59:21.623" v="1658" actId="14100"/>
          <ac:spMkLst>
            <pc:docMk/>
            <pc:sldMk cId="3757097764" sldId="590"/>
            <ac:spMk id="14" creationId="{9DDBA544-18BD-4915-B4BE-8AD22549D8AF}"/>
          </ac:spMkLst>
        </pc:spChg>
        <pc:spChg chg="mod">
          <ac:chgData name="Lohakare, Amit" userId="d0c59914-2652-45d2-9cc8-c7584646f742" providerId="ADAL" clId="{FA1A0E22-CBB4-498B-80D2-83926F182C05}" dt="2024-03-24T08:56:25.141" v="1636" actId="1076"/>
          <ac:spMkLst>
            <pc:docMk/>
            <pc:sldMk cId="3757097764" sldId="590"/>
            <ac:spMk id="20" creationId="{BABBB55B-1A39-44CD-A141-CEBF8E50FB66}"/>
          </ac:spMkLst>
        </pc:spChg>
        <pc:spChg chg="mod">
          <ac:chgData name="Lohakare, Amit" userId="d0c59914-2652-45d2-9cc8-c7584646f742" providerId="ADAL" clId="{FA1A0E22-CBB4-498B-80D2-83926F182C05}" dt="2024-03-24T08:56:30.217" v="1637" actId="1076"/>
          <ac:spMkLst>
            <pc:docMk/>
            <pc:sldMk cId="3757097764" sldId="590"/>
            <ac:spMk id="23" creationId="{353403C3-AA18-40D4-96F3-67AE258A13E7}"/>
          </ac:spMkLst>
        </pc:spChg>
        <pc:spChg chg="mod">
          <ac:chgData name="Lohakare, Amit" userId="d0c59914-2652-45d2-9cc8-c7584646f742" providerId="ADAL" clId="{FA1A0E22-CBB4-498B-80D2-83926F182C05}" dt="2024-03-24T09:00:12.204" v="1665" actId="404"/>
          <ac:spMkLst>
            <pc:docMk/>
            <pc:sldMk cId="3757097764" sldId="590"/>
            <ac:spMk id="25" creationId="{F7668E25-1314-432F-A105-9D52EEB1407E}"/>
          </ac:spMkLst>
        </pc:spChg>
        <pc:spChg chg="mod">
          <ac:chgData name="Lohakare, Amit" userId="d0c59914-2652-45d2-9cc8-c7584646f742" providerId="ADAL" clId="{FA1A0E22-CBB4-498B-80D2-83926F182C05}" dt="2024-03-24T09:00:07.144" v="1664" actId="404"/>
          <ac:spMkLst>
            <pc:docMk/>
            <pc:sldMk cId="3757097764" sldId="590"/>
            <ac:spMk id="26" creationId="{30FDFD04-C0E9-4EBE-AB63-15F6808A7A26}"/>
          </ac:spMkLst>
        </pc:spChg>
        <pc:spChg chg="mod">
          <ac:chgData name="Lohakare, Amit" userId="d0c59914-2652-45d2-9cc8-c7584646f742" providerId="ADAL" clId="{FA1A0E22-CBB4-498B-80D2-83926F182C05}" dt="2024-03-24T09:01:14.291" v="1670" actId="1076"/>
          <ac:spMkLst>
            <pc:docMk/>
            <pc:sldMk cId="3757097764" sldId="590"/>
            <ac:spMk id="27" creationId="{204DCB40-0D9B-4063-9054-C309EA00F2FA}"/>
          </ac:spMkLst>
        </pc:spChg>
        <pc:spChg chg="mod">
          <ac:chgData name="Lohakare, Amit" userId="d0c59914-2652-45d2-9cc8-c7584646f742" providerId="ADAL" clId="{FA1A0E22-CBB4-498B-80D2-83926F182C05}" dt="2024-03-24T09:01:48.654" v="1675" actId="1076"/>
          <ac:spMkLst>
            <pc:docMk/>
            <pc:sldMk cId="3757097764" sldId="590"/>
            <ac:spMk id="28" creationId="{D480E853-5801-4DE2-96F5-310C1FDACFD9}"/>
          </ac:spMkLst>
        </pc:spChg>
        <pc:spChg chg="mod">
          <ac:chgData name="Lohakare, Amit" userId="d0c59914-2652-45d2-9cc8-c7584646f742" providerId="ADAL" clId="{FA1A0E22-CBB4-498B-80D2-83926F182C05}" dt="2024-03-24T09:02:34.452" v="1681" actId="1076"/>
          <ac:spMkLst>
            <pc:docMk/>
            <pc:sldMk cId="3757097764" sldId="590"/>
            <ac:spMk id="29" creationId="{62FBFECE-E2CE-4F38-9234-DBF0B3237C4C}"/>
          </ac:spMkLst>
        </pc:spChg>
        <pc:spChg chg="mod">
          <ac:chgData name="Lohakare, Amit" userId="d0c59914-2652-45d2-9cc8-c7584646f742" providerId="ADAL" clId="{FA1A0E22-CBB4-498B-80D2-83926F182C05}" dt="2024-03-24T08:59:51.772" v="1662" actId="404"/>
          <ac:spMkLst>
            <pc:docMk/>
            <pc:sldMk cId="3757097764" sldId="590"/>
            <ac:spMk id="30" creationId="{BF98B1A5-148E-4FB9-B906-C8EC8B41E28B}"/>
          </ac:spMkLst>
        </pc:spChg>
        <pc:spChg chg="mod">
          <ac:chgData name="Lohakare, Amit" userId="d0c59914-2652-45d2-9cc8-c7584646f742" providerId="ADAL" clId="{FA1A0E22-CBB4-498B-80D2-83926F182C05}" dt="2024-03-24T09:00:01.889" v="1663" actId="404"/>
          <ac:spMkLst>
            <pc:docMk/>
            <pc:sldMk cId="3757097764" sldId="590"/>
            <ac:spMk id="31" creationId="{0CC77709-EEE0-45A4-B378-1AE45F87D547}"/>
          </ac:spMkLst>
        </pc:spChg>
        <pc:picChg chg="mod">
          <ac:chgData name="Lohakare, Amit" userId="d0c59914-2652-45d2-9cc8-c7584646f742" providerId="ADAL" clId="{FA1A0E22-CBB4-498B-80D2-83926F182C05}" dt="2024-03-24T08:59:05.991" v="1655" actId="1076"/>
          <ac:picMkLst>
            <pc:docMk/>
            <pc:sldMk cId="3757097764" sldId="590"/>
            <ac:picMk id="5" creationId="{B06501C5-987B-4776-B902-518BD1EE1989}"/>
          </ac:picMkLst>
        </pc:picChg>
        <pc:cxnChg chg="mod">
          <ac:chgData name="Lohakare, Amit" userId="d0c59914-2652-45d2-9cc8-c7584646f742" providerId="ADAL" clId="{FA1A0E22-CBB4-498B-80D2-83926F182C05}" dt="2024-03-24T08:57:03.949" v="1641" actId="14100"/>
          <ac:cxnSpMkLst>
            <pc:docMk/>
            <pc:sldMk cId="3757097764" sldId="590"/>
            <ac:cxnSpMk id="15" creationId="{377C523B-8A6F-4614-9E5B-72CE9376C63E}"/>
          </ac:cxnSpMkLst>
        </pc:cxnChg>
        <pc:cxnChg chg="mod">
          <ac:chgData name="Lohakare, Amit" userId="d0c59914-2652-45d2-9cc8-c7584646f742" providerId="ADAL" clId="{FA1A0E22-CBB4-498B-80D2-83926F182C05}" dt="2024-03-24T08:57:41.915" v="1647" actId="14100"/>
          <ac:cxnSpMkLst>
            <pc:docMk/>
            <pc:sldMk cId="3757097764" sldId="590"/>
            <ac:cxnSpMk id="16" creationId="{8CA0A72A-1AF8-4C15-8718-EEE5C309725D}"/>
          </ac:cxnSpMkLst>
        </pc:cxnChg>
        <pc:cxnChg chg="mod">
          <ac:chgData name="Lohakare, Amit" userId="d0c59914-2652-45d2-9cc8-c7584646f742" providerId="ADAL" clId="{FA1A0E22-CBB4-498B-80D2-83926F182C05}" dt="2024-03-24T09:01:05.323" v="1669" actId="1076"/>
          <ac:cxnSpMkLst>
            <pc:docMk/>
            <pc:sldMk cId="3757097764" sldId="590"/>
            <ac:cxnSpMk id="17" creationId="{86649D03-4FE3-47E8-8E7E-4E555FCB3FD8}"/>
          </ac:cxnSpMkLst>
        </pc:cxnChg>
        <pc:cxnChg chg="mod">
          <ac:chgData name="Lohakare, Amit" userId="d0c59914-2652-45d2-9cc8-c7584646f742" providerId="ADAL" clId="{FA1A0E22-CBB4-498B-80D2-83926F182C05}" dt="2024-03-24T09:01:43.066" v="1674" actId="1076"/>
          <ac:cxnSpMkLst>
            <pc:docMk/>
            <pc:sldMk cId="3757097764" sldId="590"/>
            <ac:cxnSpMk id="18" creationId="{7AB2510E-ED62-4D5C-B74C-8328B816D3CE}"/>
          </ac:cxnSpMkLst>
        </pc:cxnChg>
        <pc:cxnChg chg="mod">
          <ac:chgData name="Lohakare, Amit" userId="d0c59914-2652-45d2-9cc8-c7584646f742" providerId="ADAL" clId="{FA1A0E22-CBB4-498B-80D2-83926F182C05}" dt="2024-03-24T09:02:28.618" v="1680" actId="14100"/>
          <ac:cxnSpMkLst>
            <pc:docMk/>
            <pc:sldMk cId="3757097764" sldId="590"/>
            <ac:cxnSpMk id="19" creationId="{F846FB63-6766-42DF-9477-D99CD491961F}"/>
          </ac:cxnSpMkLst>
        </pc:cxnChg>
        <pc:cxnChg chg="mod">
          <ac:chgData name="Lohakare, Amit" userId="d0c59914-2652-45d2-9cc8-c7584646f742" providerId="ADAL" clId="{FA1A0E22-CBB4-498B-80D2-83926F182C05}" dt="2024-03-24T08:58:48.026" v="1652" actId="14100"/>
          <ac:cxnSpMkLst>
            <pc:docMk/>
            <pc:sldMk cId="3757097764" sldId="590"/>
            <ac:cxnSpMk id="21" creationId="{AD47A31F-2E4A-4B59-9015-8472272D8AF3}"/>
          </ac:cxnSpMkLst>
        </pc:cxnChg>
        <pc:cxnChg chg="mod">
          <ac:chgData name="Lohakare, Amit" userId="d0c59914-2652-45d2-9cc8-c7584646f742" providerId="ADAL" clId="{FA1A0E22-CBB4-498B-80D2-83926F182C05}" dt="2024-03-24T08:59:30.156" v="1660" actId="14100"/>
          <ac:cxnSpMkLst>
            <pc:docMk/>
            <pc:sldMk cId="3757097764" sldId="590"/>
            <ac:cxnSpMk id="22" creationId="{A936DE55-270B-4143-B1E1-C1586DCC1AA0}"/>
          </ac:cxnSpMkLst>
        </pc:cxnChg>
        <pc:cxnChg chg="mod">
          <ac:chgData name="Lohakare, Amit" userId="d0c59914-2652-45d2-9cc8-c7584646f742" providerId="ADAL" clId="{FA1A0E22-CBB4-498B-80D2-83926F182C05}" dt="2024-03-24T08:56:25.141" v="1636" actId="1076"/>
          <ac:cxnSpMkLst>
            <pc:docMk/>
            <pc:sldMk cId="3757097764" sldId="590"/>
            <ac:cxnSpMk id="24" creationId="{55B1E498-01DB-416D-B490-5592D516FFA6}"/>
          </ac:cxnSpMkLst>
        </pc:cxnChg>
      </pc:sldChg>
      <pc:sldChg chg="del addCm">
        <pc:chgData name="Lohakare, Amit" userId="d0c59914-2652-45d2-9cc8-c7584646f742" providerId="ADAL" clId="{FA1A0E22-CBB4-498B-80D2-83926F182C05}" dt="2024-03-24T10:57:59.111" v="2084" actId="2696"/>
        <pc:sldMkLst>
          <pc:docMk/>
          <pc:sldMk cId="2486769768" sldId="591"/>
        </pc:sldMkLst>
        <pc:extLst>
          <p:ext xmlns:p="http://schemas.openxmlformats.org/presentationml/2006/main" uri="{D6D511B9-2390-475A-947B-AFAB55BFBCF1}">
            <pc226:cmChg xmlns:pc226="http://schemas.microsoft.com/office/powerpoint/2022/06/main/command" chg="add">
              <pc226:chgData name="Lohakare, Amit" userId="d0c59914-2652-45d2-9cc8-c7584646f742" providerId="ADAL" clId="{FA1A0E22-CBB4-498B-80D2-83926F182C05}" dt="2024-03-24T09:04:48.146" v="1682"/>
              <pc2:cmMkLst xmlns:pc2="http://schemas.microsoft.com/office/powerpoint/2019/9/main/command">
                <pc:docMk/>
                <pc:sldMk cId="2486769768" sldId="591"/>
                <pc2:cmMk id="{89BD8325-4827-4782-AF50-481C8C744171}"/>
              </pc2:cmMkLst>
            </pc226:cmChg>
          </p:ext>
        </pc:extLst>
      </pc:sldChg>
      <pc:sldChg chg="modSp mod">
        <pc:chgData name="Lohakare, Amit" userId="d0c59914-2652-45d2-9cc8-c7584646f742" providerId="ADAL" clId="{FA1A0E22-CBB4-498B-80D2-83926F182C05}" dt="2024-03-24T09:07:29.215" v="1685" actId="14100"/>
        <pc:sldMkLst>
          <pc:docMk/>
          <pc:sldMk cId="2079651384" sldId="592"/>
        </pc:sldMkLst>
        <pc:picChg chg="mod">
          <ac:chgData name="Lohakare, Amit" userId="d0c59914-2652-45d2-9cc8-c7584646f742" providerId="ADAL" clId="{FA1A0E22-CBB4-498B-80D2-83926F182C05}" dt="2024-03-24T09:07:29.215" v="1685" actId="14100"/>
          <ac:picMkLst>
            <pc:docMk/>
            <pc:sldMk cId="2079651384" sldId="592"/>
            <ac:picMk id="5" creationId="{E32D22C3-3A50-49C5-9DD1-BF9FD01F26FE}"/>
          </ac:picMkLst>
        </pc:picChg>
      </pc:sldChg>
      <pc:sldChg chg="modSp mod">
        <pc:chgData name="Lohakare, Amit" userId="d0c59914-2652-45d2-9cc8-c7584646f742" providerId="ADAL" clId="{FA1A0E22-CBB4-498B-80D2-83926F182C05}" dt="2024-03-24T09:09:24.334" v="1687" actId="14100"/>
        <pc:sldMkLst>
          <pc:docMk/>
          <pc:sldMk cId="4054838053" sldId="593"/>
        </pc:sldMkLst>
        <pc:picChg chg="mod">
          <ac:chgData name="Lohakare, Amit" userId="d0c59914-2652-45d2-9cc8-c7584646f742" providerId="ADAL" clId="{FA1A0E22-CBB4-498B-80D2-83926F182C05}" dt="2024-03-24T09:09:24.334" v="1687" actId="14100"/>
          <ac:picMkLst>
            <pc:docMk/>
            <pc:sldMk cId="4054838053" sldId="593"/>
            <ac:picMk id="5" creationId="{F2889F6C-2730-4A84-ADC6-6AC561D66A66}"/>
          </ac:picMkLst>
        </pc:picChg>
      </pc:sldChg>
      <pc:sldChg chg="modSp mod">
        <pc:chgData name="Lohakare, Amit" userId="d0c59914-2652-45d2-9cc8-c7584646f742" providerId="ADAL" clId="{FA1A0E22-CBB4-498B-80D2-83926F182C05}" dt="2024-03-24T10:55:48.435" v="2076" actId="20577"/>
        <pc:sldMkLst>
          <pc:docMk/>
          <pc:sldMk cId="2392511244" sldId="606"/>
        </pc:sldMkLst>
        <pc:spChg chg="mod">
          <ac:chgData name="Lohakare, Amit" userId="d0c59914-2652-45d2-9cc8-c7584646f742" providerId="ADAL" clId="{FA1A0E22-CBB4-498B-80D2-83926F182C05}" dt="2024-03-24T10:55:48.435" v="2076" actId="20577"/>
          <ac:spMkLst>
            <pc:docMk/>
            <pc:sldMk cId="2392511244" sldId="606"/>
            <ac:spMk id="2" creationId="{B3DD129A-B0D4-4AF0-A11F-A5B14404C60B}"/>
          </ac:spMkLst>
        </pc:spChg>
      </pc:sldChg>
      <pc:sldChg chg="modSp mod">
        <pc:chgData name="Lohakare, Amit" userId="d0c59914-2652-45d2-9cc8-c7584646f742" providerId="ADAL" clId="{FA1A0E22-CBB4-498B-80D2-83926F182C05}" dt="2024-03-24T09:40:44.373" v="1740" actId="1076"/>
        <pc:sldMkLst>
          <pc:docMk/>
          <pc:sldMk cId="3761967782" sldId="607"/>
        </pc:sldMkLst>
        <pc:spChg chg="mod">
          <ac:chgData name="Lohakare, Amit" userId="d0c59914-2652-45d2-9cc8-c7584646f742" providerId="ADAL" clId="{FA1A0E22-CBB4-498B-80D2-83926F182C05}" dt="2024-03-24T09:38:49.199" v="1696" actId="20577"/>
          <ac:spMkLst>
            <pc:docMk/>
            <pc:sldMk cId="3761967782" sldId="607"/>
            <ac:spMk id="2" creationId="{D9FB7D09-77C6-419F-B1A8-62C332C06773}"/>
          </ac:spMkLst>
        </pc:spChg>
        <pc:spChg chg="mod">
          <ac:chgData name="Lohakare, Amit" userId="d0c59914-2652-45d2-9cc8-c7584646f742" providerId="ADAL" clId="{FA1A0E22-CBB4-498B-80D2-83926F182C05}" dt="2024-03-24T09:39:24.148" v="1725" actId="20577"/>
          <ac:spMkLst>
            <pc:docMk/>
            <pc:sldMk cId="3761967782" sldId="607"/>
            <ac:spMk id="6" creationId="{24951BA2-F41A-4AAD-AC90-26C52AFD7A1C}"/>
          </ac:spMkLst>
        </pc:spChg>
        <pc:spChg chg="mod">
          <ac:chgData name="Lohakare, Amit" userId="d0c59914-2652-45d2-9cc8-c7584646f742" providerId="ADAL" clId="{FA1A0E22-CBB4-498B-80D2-83926F182C05}" dt="2024-03-24T09:40:44.373" v="1740" actId="1076"/>
          <ac:spMkLst>
            <pc:docMk/>
            <pc:sldMk cId="3761967782" sldId="607"/>
            <ac:spMk id="8" creationId="{566AC320-076E-4A83-B04A-AB04765F430A}"/>
          </ac:spMkLst>
        </pc:spChg>
        <pc:spChg chg="mod">
          <ac:chgData name="Lohakare, Amit" userId="d0c59914-2652-45d2-9cc8-c7584646f742" providerId="ADAL" clId="{FA1A0E22-CBB4-498B-80D2-83926F182C05}" dt="2024-03-24T09:40:33.629" v="1738" actId="1037"/>
          <ac:spMkLst>
            <pc:docMk/>
            <pc:sldMk cId="3761967782" sldId="607"/>
            <ac:spMk id="10" creationId="{2DD77395-538F-4213-AB0F-66A619725AEB}"/>
          </ac:spMkLst>
        </pc:spChg>
        <pc:picChg chg="mod">
          <ac:chgData name="Lohakare, Amit" userId="d0c59914-2652-45d2-9cc8-c7584646f742" providerId="ADAL" clId="{FA1A0E22-CBB4-498B-80D2-83926F182C05}" dt="2024-03-24T09:40:07.074" v="1730" actId="14100"/>
          <ac:picMkLst>
            <pc:docMk/>
            <pc:sldMk cId="3761967782" sldId="607"/>
            <ac:picMk id="5" creationId="{4CE215A7-6EDB-43D1-B0CF-CD21D6498933}"/>
          </ac:picMkLst>
        </pc:picChg>
      </pc:sldChg>
      <pc:sldChg chg="modSp mod">
        <pc:chgData name="Lohakare, Amit" userId="d0c59914-2652-45d2-9cc8-c7584646f742" providerId="ADAL" clId="{FA1A0E22-CBB4-498B-80D2-83926F182C05}" dt="2024-03-24T09:42:13.558" v="1754" actId="14100"/>
        <pc:sldMkLst>
          <pc:docMk/>
          <pc:sldMk cId="499189697" sldId="609"/>
        </pc:sldMkLst>
        <pc:spChg chg="mod">
          <ac:chgData name="Lohakare, Amit" userId="d0c59914-2652-45d2-9cc8-c7584646f742" providerId="ADAL" clId="{FA1A0E22-CBB4-498B-80D2-83926F182C05}" dt="2024-03-24T09:41:20.143" v="1749" actId="20577"/>
          <ac:spMkLst>
            <pc:docMk/>
            <pc:sldMk cId="499189697" sldId="609"/>
            <ac:spMk id="2" creationId="{B96776F5-2C37-4432-8EAF-45F2DD727EA1}"/>
          </ac:spMkLst>
        </pc:spChg>
        <pc:picChg chg="mod">
          <ac:chgData name="Lohakare, Amit" userId="d0c59914-2652-45d2-9cc8-c7584646f742" providerId="ADAL" clId="{FA1A0E22-CBB4-498B-80D2-83926F182C05}" dt="2024-03-24T09:42:13.558" v="1754" actId="14100"/>
          <ac:picMkLst>
            <pc:docMk/>
            <pc:sldMk cId="499189697" sldId="609"/>
            <ac:picMk id="7" creationId="{ED9D510B-0A42-4D6D-AD68-7674BF58A612}"/>
          </ac:picMkLst>
        </pc:picChg>
      </pc:sldChg>
      <pc:sldChg chg="modSp mod">
        <pc:chgData name="Lohakare, Amit" userId="d0c59914-2652-45d2-9cc8-c7584646f742" providerId="ADAL" clId="{FA1A0E22-CBB4-498B-80D2-83926F182C05}" dt="2024-03-24T13:27:49.145" v="2094" actId="20577"/>
        <pc:sldMkLst>
          <pc:docMk/>
          <pc:sldMk cId="2099996896" sldId="610"/>
        </pc:sldMkLst>
        <pc:spChg chg="mod">
          <ac:chgData name="Lohakare, Amit" userId="d0c59914-2652-45d2-9cc8-c7584646f742" providerId="ADAL" clId="{FA1A0E22-CBB4-498B-80D2-83926F182C05}" dt="2024-03-24T13:27:49.145" v="2094" actId="20577"/>
          <ac:spMkLst>
            <pc:docMk/>
            <pc:sldMk cId="2099996896" sldId="610"/>
            <ac:spMk id="2" creationId="{94E0F403-9883-415C-BCE4-84DDC2370434}"/>
          </ac:spMkLst>
        </pc:spChg>
        <pc:picChg chg="mod">
          <ac:chgData name="Lohakare, Amit" userId="d0c59914-2652-45d2-9cc8-c7584646f742" providerId="ADAL" clId="{FA1A0E22-CBB4-498B-80D2-83926F182C05}" dt="2024-03-24T09:43:22.921" v="1757" actId="14100"/>
          <ac:picMkLst>
            <pc:docMk/>
            <pc:sldMk cId="2099996896" sldId="610"/>
            <ac:picMk id="7" creationId="{F1DFD97D-187A-4BBA-96B7-BC37828EC70C}"/>
          </ac:picMkLst>
        </pc:picChg>
      </pc:sldChg>
      <pc:sldChg chg="modSp mod">
        <pc:chgData name="Lohakare, Amit" userId="d0c59914-2652-45d2-9cc8-c7584646f742" providerId="ADAL" clId="{FA1A0E22-CBB4-498B-80D2-83926F182C05}" dt="2024-03-24T13:28:28.883" v="2113" actId="20577"/>
        <pc:sldMkLst>
          <pc:docMk/>
          <pc:sldMk cId="4084580108" sldId="611"/>
        </pc:sldMkLst>
        <pc:spChg chg="mod">
          <ac:chgData name="Lohakare, Amit" userId="d0c59914-2652-45d2-9cc8-c7584646f742" providerId="ADAL" clId="{FA1A0E22-CBB4-498B-80D2-83926F182C05}" dt="2024-03-24T13:28:28.883" v="2113" actId="20577"/>
          <ac:spMkLst>
            <pc:docMk/>
            <pc:sldMk cId="4084580108" sldId="611"/>
            <ac:spMk id="6" creationId="{67639B8B-C60D-4541-B0E2-2285769CF9CE}"/>
          </ac:spMkLst>
        </pc:spChg>
        <pc:spChg chg="mod">
          <ac:chgData name="Lohakare, Amit" userId="d0c59914-2652-45d2-9cc8-c7584646f742" providerId="ADAL" clId="{FA1A0E22-CBB4-498B-80D2-83926F182C05}" dt="2024-03-24T10:29:17.525" v="1762" actId="1076"/>
          <ac:spMkLst>
            <pc:docMk/>
            <pc:sldMk cId="4084580108" sldId="611"/>
            <ac:spMk id="8" creationId="{54F5276B-A605-4784-BA39-DE033FA6F922}"/>
          </ac:spMkLst>
        </pc:spChg>
        <pc:spChg chg="mod">
          <ac:chgData name="Lohakare, Amit" userId="d0c59914-2652-45d2-9cc8-c7584646f742" providerId="ADAL" clId="{FA1A0E22-CBB4-498B-80D2-83926F182C05}" dt="2024-03-24T10:29:10.272" v="1761" actId="1076"/>
          <ac:spMkLst>
            <pc:docMk/>
            <pc:sldMk cId="4084580108" sldId="611"/>
            <ac:spMk id="10" creationId="{F110CBA0-2453-4ADB-9AE2-0917187745AD}"/>
          </ac:spMkLst>
        </pc:spChg>
        <pc:picChg chg="mod">
          <ac:chgData name="Lohakare, Amit" userId="d0c59914-2652-45d2-9cc8-c7584646f742" providerId="ADAL" clId="{FA1A0E22-CBB4-498B-80D2-83926F182C05}" dt="2024-03-24T10:29:01.077" v="1760" actId="14826"/>
          <ac:picMkLst>
            <pc:docMk/>
            <pc:sldMk cId="4084580108" sldId="611"/>
            <ac:picMk id="5" creationId="{27A977A9-5550-446B-8DCE-A79B729315FB}"/>
          </ac:picMkLst>
        </pc:picChg>
      </pc:sldChg>
      <pc:sldChg chg="modSp mod">
        <pc:chgData name="Lohakare, Amit" userId="d0c59914-2652-45d2-9cc8-c7584646f742" providerId="ADAL" clId="{FA1A0E22-CBB4-498B-80D2-83926F182C05}" dt="2024-03-24T10:33:06.777" v="1767" actId="14100"/>
        <pc:sldMkLst>
          <pc:docMk/>
          <pc:sldMk cId="3095454035" sldId="612"/>
        </pc:sldMkLst>
        <pc:picChg chg="mod">
          <ac:chgData name="Lohakare, Amit" userId="d0c59914-2652-45d2-9cc8-c7584646f742" providerId="ADAL" clId="{FA1A0E22-CBB4-498B-80D2-83926F182C05}" dt="2024-03-24T10:33:06.777" v="1767" actId="14100"/>
          <ac:picMkLst>
            <pc:docMk/>
            <pc:sldMk cId="3095454035" sldId="612"/>
            <ac:picMk id="7" creationId="{2799C738-B347-49BB-A30C-A8C2706DB5D6}"/>
          </ac:picMkLst>
        </pc:picChg>
      </pc:sldChg>
      <pc:sldChg chg="addSp modSp mod">
        <pc:chgData name="Lohakare, Amit" userId="d0c59914-2652-45d2-9cc8-c7584646f742" providerId="ADAL" clId="{FA1A0E22-CBB4-498B-80D2-83926F182C05}" dt="2024-03-24T13:29:39.312" v="2134" actId="20577"/>
        <pc:sldMkLst>
          <pc:docMk/>
          <pc:sldMk cId="1415461095" sldId="613"/>
        </pc:sldMkLst>
        <pc:spChg chg="add mod">
          <ac:chgData name="Lohakare, Amit" userId="d0c59914-2652-45d2-9cc8-c7584646f742" providerId="ADAL" clId="{FA1A0E22-CBB4-498B-80D2-83926F182C05}" dt="2024-03-24T10:37:11.540" v="1787" actId="14100"/>
          <ac:spMkLst>
            <pc:docMk/>
            <pc:sldMk cId="1415461095" sldId="613"/>
            <ac:spMk id="3" creationId="{8713CF82-B3A7-7A18-DE5F-7953F7D67785}"/>
          </ac:spMkLst>
        </pc:spChg>
        <pc:spChg chg="mod">
          <ac:chgData name="Lohakare, Amit" userId="d0c59914-2652-45d2-9cc8-c7584646f742" providerId="ADAL" clId="{FA1A0E22-CBB4-498B-80D2-83926F182C05}" dt="2024-03-24T13:29:39.312" v="2134" actId="20577"/>
          <ac:spMkLst>
            <pc:docMk/>
            <pc:sldMk cId="1415461095" sldId="613"/>
            <ac:spMk id="6" creationId="{146771AD-5407-4073-A275-948CF1D3DF3F}"/>
          </ac:spMkLst>
        </pc:spChg>
        <pc:spChg chg="add mod">
          <ac:chgData name="Lohakare, Amit" userId="d0c59914-2652-45d2-9cc8-c7584646f742" providerId="ADAL" clId="{FA1A0E22-CBB4-498B-80D2-83926F182C05}" dt="2024-03-24T10:36:51.065" v="1782" actId="14100"/>
          <ac:spMkLst>
            <pc:docMk/>
            <pc:sldMk cId="1415461095" sldId="613"/>
            <ac:spMk id="7" creationId="{AAB79E49-77CA-1AA1-4391-B2C027A26798}"/>
          </ac:spMkLst>
        </pc:spChg>
        <pc:spChg chg="add mod">
          <ac:chgData name="Lohakare, Amit" userId="d0c59914-2652-45d2-9cc8-c7584646f742" providerId="ADAL" clId="{FA1A0E22-CBB4-498B-80D2-83926F182C05}" dt="2024-03-24T10:37:35.410" v="1790" actId="14100"/>
          <ac:spMkLst>
            <pc:docMk/>
            <pc:sldMk cId="1415461095" sldId="613"/>
            <ac:spMk id="9" creationId="{DD0BAE5A-5686-D9FE-CA41-754F2C91E875}"/>
          </ac:spMkLst>
        </pc:spChg>
        <pc:picChg chg="mod">
          <ac:chgData name="Lohakare, Amit" userId="d0c59914-2652-45d2-9cc8-c7584646f742" providerId="ADAL" clId="{FA1A0E22-CBB4-498B-80D2-83926F182C05}" dt="2024-03-24T10:34:38.677" v="1770" actId="14826"/>
          <ac:picMkLst>
            <pc:docMk/>
            <pc:sldMk cId="1415461095" sldId="613"/>
            <ac:picMk id="5" creationId="{1BD4FCE5-A6E8-4309-897B-FA5ED06995B2}"/>
          </ac:picMkLst>
        </pc:picChg>
      </pc:sldChg>
      <pc:sldChg chg="modSp mod">
        <pc:chgData name="Lohakare, Amit" userId="d0c59914-2652-45d2-9cc8-c7584646f742" providerId="ADAL" clId="{FA1A0E22-CBB4-498B-80D2-83926F182C05}" dt="2024-03-24T10:40:40.536" v="1793" actId="14100"/>
        <pc:sldMkLst>
          <pc:docMk/>
          <pc:sldMk cId="2217416255" sldId="614"/>
        </pc:sldMkLst>
        <pc:picChg chg="mod">
          <ac:chgData name="Lohakare, Amit" userId="d0c59914-2652-45d2-9cc8-c7584646f742" providerId="ADAL" clId="{FA1A0E22-CBB4-498B-80D2-83926F182C05}" dt="2024-03-24T10:40:40.536" v="1793" actId="14100"/>
          <ac:picMkLst>
            <pc:docMk/>
            <pc:sldMk cId="2217416255" sldId="614"/>
            <ac:picMk id="7" creationId="{BF677D16-2A3B-47BA-8BF0-A12B433EE4AC}"/>
          </ac:picMkLst>
        </pc:picChg>
      </pc:sldChg>
      <pc:sldChg chg="modSp mod">
        <pc:chgData name="Lohakare, Amit" userId="d0c59914-2652-45d2-9cc8-c7584646f742" providerId="ADAL" clId="{FA1A0E22-CBB4-498B-80D2-83926F182C05}" dt="2024-03-24T10:54:55.669" v="2067" actId="20577"/>
        <pc:sldMkLst>
          <pc:docMk/>
          <pc:sldMk cId="2507476992" sldId="615"/>
        </pc:sldMkLst>
        <pc:spChg chg="mod">
          <ac:chgData name="Lohakare, Amit" userId="d0c59914-2652-45d2-9cc8-c7584646f742" providerId="ADAL" clId="{FA1A0E22-CBB4-498B-80D2-83926F182C05}" dt="2024-03-24T10:54:55.669" v="2067" actId="20577"/>
          <ac:spMkLst>
            <pc:docMk/>
            <pc:sldMk cId="2507476992" sldId="615"/>
            <ac:spMk id="2" creationId="{75CBEBCD-AB1C-4A74-818B-81930952BA38}"/>
          </ac:spMkLst>
        </pc:spChg>
      </pc:sldChg>
      <pc:sldChg chg="modSp mod">
        <pc:chgData name="Lohakare, Amit" userId="d0c59914-2652-45d2-9cc8-c7584646f742" providerId="ADAL" clId="{FA1A0E22-CBB4-498B-80D2-83926F182C05}" dt="2024-03-24T10:55:07.158" v="2070" actId="20577"/>
        <pc:sldMkLst>
          <pc:docMk/>
          <pc:sldMk cId="3997377948" sldId="616"/>
        </pc:sldMkLst>
        <pc:spChg chg="mod">
          <ac:chgData name="Lohakare, Amit" userId="d0c59914-2652-45d2-9cc8-c7584646f742" providerId="ADAL" clId="{FA1A0E22-CBB4-498B-80D2-83926F182C05}" dt="2024-03-24T10:55:07.158" v="2070" actId="20577"/>
          <ac:spMkLst>
            <pc:docMk/>
            <pc:sldMk cId="3997377948" sldId="616"/>
            <ac:spMk id="6" creationId="{CC347D1B-12F8-4911-8BBD-0DBCBAB41D6B}"/>
          </ac:spMkLst>
        </pc:spChg>
      </pc:sldChg>
      <pc:sldChg chg="new del">
        <pc:chgData name="Lohakare, Amit" userId="d0c59914-2652-45d2-9cc8-c7584646f742" providerId="ADAL" clId="{FA1A0E22-CBB4-498B-80D2-83926F182C05}" dt="2024-03-21T11:09:08.156" v="38" actId="680"/>
        <pc:sldMkLst>
          <pc:docMk/>
          <pc:sldMk cId="2114771907" sldId="1990"/>
        </pc:sldMkLst>
      </pc:sldChg>
      <pc:sldChg chg="delSp modSp add mod">
        <pc:chgData name="Lohakare, Amit" userId="d0c59914-2652-45d2-9cc8-c7584646f742" providerId="ADAL" clId="{FA1A0E22-CBB4-498B-80D2-83926F182C05}" dt="2024-03-24T10:52:07.459" v="2049" actId="20577"/>
        <pc:sldMkLst>
          <pc:docMk/>
          <pc:sldMk cId="2867511556" sldId="1990"/>
        </pc:sldMkLst>
        <pc:spChg chg="mod">
          <ac:chgData name="Lohakare, Amit" userId="d0c59914-2652-45d2-9cc8-c7584646f742" providerId="ADAL" clId="{FA1A0E22-CBB4-498B-80D2-83926F182C05}" dt="2024-03-24T10:52:07.459" v="2049" actId="20577"/>
          <ac:spMkLst>
            <pc:docMk/>
            <pc:sldMk cId="2867511556" sldId="1990"/>
            <ac:spMk id="2" creationId="{69283F59-B69A-43CB-4642-0D0455A5C40F}"/>
          </ac:spMkLst>
        </pc:spChg>
        <pc:picChg chg="del">
          <ac:chgData name="Lohakare, Amit" userId="d0c59914-2652-45d2-9cc8-c7584646f742" providerId="ADAL" clId="{FA1A0E22-CBB4-498B-80D2-83926F182C05}" dt="2024-03-21T11:10:17.556" v="41" actId="478"/>
          <ac:picMkLst>
            <pc:docMk/>
            <pc:sldMk cId="2867511556" sldId="1990"/>
            <ac:picMk id="3" creationId="{3E085848-3BCF-9721-F5AB-75FB5C7A82B8}"/>
          </ac:picMkLst>
        </pc:picChg>
        <pc:picChg chg="mod">
          <ac:chgData name="Lohakare, Amit" userId="d0c59914-2652-45d2-9cc8-c7584646f742" providerId="ADAL" clId="{FA1A0E22-CBB4-498B-80D2-83926F182C05}" dt="2024-03-21T11:12:39.765" v="58" actId="14100"/>
          <ac:picMkLst>
            <pc:docMk/>
            <pc:sldMk cId="2867511556" sldId="1990"/>
            <ac:picMk id="6" creationId="{43E302DB-31AA-EA67-50D1-E947FD26E942}"/>
          </ac:picMkLst>
        </pc:picChg>
      </pc:sldChg>
      <pc:sldChg chg="modSp add mod">
        <pc:chgData name="Lohakare, Amit" userId="d0c59914-2652-45d2-9cc8-c7584646f742" providerId="ADAL" clId="{FA1A0E22-CBB4-498B-80D2-83926F182C05}" dt="2024-03-24T10:52:13.938" v="2052" actId="20577"/>
        <pc:sldMkLst>
          <pc:docMk/>
          <pc:sldMk cId="3535902177" sldId="1991"/>
        </pc:sldMkLst>
        <pc:spChg chg="mod">
          <ac:chgData name="Lohakare, Amit" userId="d0c59914-2652-45d2-9cc8-c7584646f742" providerId="ADAL" clId="{FA1A0E22-CBB4-498B-80D2-83926F182C05}" dt="2024-03-24T10:52:13.938" v="2052" actId="20577"/>
          <ac:spMkLst>
            <pc:docMk/>
            <pc:sldMk cId="3535902177" sldId="1991"/>
            <ac:spMk id="2" creationId="{A90CA54A-D992-B77C-CE06-B85B275A2160}"/>
          </ac:spMkLst>
        </pc:spChg>
        <pc:picChg chg="mod">
          <ac:chgData name="Lohakare, Amit" userId="d0c59914-2652-45d2-9cc8-c7584646f742" providerId="ADAL" clId="{FA1A0E22-CBB4-498B-80D2-83926F182C05}" dt="2024-03-21T11:12:56.452" v="62" actId="14100"/>
          <ac:picMkLst>
            <pc:docMk/>
            <pc:sldMk cId="3535902177" sldId="1991"/>
            <ac:picMk id="6" creationId="{5CFFC2FC-F82C-121E-F3B7-95803277F5E2}"/>
          </ac:picMkLst>
        </pc:picChg>
      </pc:sldChg>
      <pc:sldChg chg="modSp add mod">
        <pc:chgData name="Lohakare, Amit" userId="d0c59914-2652-45d2-9cc8-c7584646f742" providerId="ADAL" clId="{FA1A0E22-CBB4-498B-80D2-83926F182C05}" dt="2024-03-24T10:52:18.986" v="2055" actId="20577"/>
        <pc:sldMkLst>
          <pc:docMk/>
          <pc:sldMk cId="3756335911" sldId="1992"/>
        </pc:sldMkLst>
        <pc:spChg chg="mod">
          <ac:chgData name="Lohakare, Amit" userId="d0c59914-2652-45d2-9cc8-c7584646f742" providerId="ADAL" clId="{FA1A0E22-CBB4-498B-80D2-83926F182C05}" dt="2024-03-24T10:52:18.986" v="2055" actId="20577"/>
          <ac:spMkLst>
            <pc:docMk/>
            <pc:sldMk cId="3756335911" sldId="1992"/>
            <ac:spMk id="2" creationId="{5E27A641-F9AC-2215-57AE-483676408A6A}"/>
          </ac:spMkLst>
        </pc:spChg>
        <pc:picChg chg="mod">
          <ac:chgData name="Lohakare, Amit" userId="d0c59914-2652-45d2-9cc8-c7584646f742" providerId="ADAL" clId="{FA1A0E22-CBB4-498B-80D2-83926F182C05}" dt="2024-03-21T11:14:56.935" v="69" actId="14100"/>
          <ac:picMkLst>
            <pc:docMk/>
            <pc:sldMk cId="3756335911" sldId="1992"/>
            <ac:picMk id="6" creationId="{84669987-949A-7B44-995E-1FC7054426E3}"/>
          </ac:picMkLst>
        </pc:picChg>
      </pc:sldChg>
      <pc:sldChg chg="addSp delSp modSp add mod">
        <pc:chgData name="Lohakare, Amit" userId="d0c59914-2652-45d2-9cc8-c7584646f742" providerId="ADAL" clId="{FA1A0E22-CBB4-498B-80D2-83926F182C05}" dt="2024-03-22T09:08:43.715" v="487" actId="14100"/>
        <pc:sldMkLst>
          <pc:docMk/>
          <pc:sldMk cId="2144304494" sldId="1993"/>
        </pc:sldMkLst>
        <pc:spChg chg="del mod">
          <ac:chgData name="Lohakare, Amit" userId="d0c59914-2652-45d2-9cc8-c7584646f742" providerId="ADAL" clId="{FA1A0E22-CBB4-498B-80D2-83926F182C05}" dt="2024-03-22T09:06:26.582" v="469" actId="478"/>
          <ac:spMkLst>
            <pc:docMk/>
            <pc:sldMk cId="2144304494" sldId="1993"/>
            <ac:spMk id="3" creationId="{085ED173-4C65-83C2-7BB6-A5E90F8C923E}"/>
          </ac:spMkLst>
        </pc:spChg>
        <pc:spChg chg="add del mod">
          <ac:chgData name="Lohakare, Amit" userId="d0c59914-2652-45d2-9cc8-c7584646f742" providerId="ADAL" clId="{FA1A0E22-CBB4-498B-80D2-83926F182C05}" dt="2024-03-22T09:06:32.092" v="470" actId="478"/>
          <ac:spMkLst>
            <pc:docMk/>
            <pc:sldMk cId="2144304494" sldId="1993"/>
            <ac:spMk id="7" creationId="{644B62B9-6054-CBAF-BFD3-1E7BABC6CB72}"/>
          </ac:spMkLst>
        </pc:spChg>
        <pc:picChg chg="del">
          <ac:chgData name="Lohakare, Amit" userId="d0c59914-2652-45d2-9cc8-c7584646f742" providerId="ADAL" clId="{FA1A0E22-CBB4-498B-80D2-83926F182C05}" dt="2024-03-22T09:06:34.476" v="471" actId="478"/>
          <ac:picMkLst>
            <pc:docMk/>
            <pc:sldMk cId="2144304494" sldId="1993"/>
            <ac:picMk id="6" creationId="{DA8DF4A7-105A-C820-ADB7-D2BF53D745D6}"/>
          </ac:picMkLst>
        </pc:picChg>
        <pc:picChg chg="add mod">
          <ac:chgData name="Lohakare, Amit" userId="d0c59914-2652-45d2-9cc8-c7584646f742" providerId="ADAL" clId="{FA1A0E22-CBB4-498B-80D2-83926F182C05}" dt="2024-03-22T09:07:31.566" v="477" actId="14100"/>
          <ac:picMkLst>
            <pc:docMk/>
            <pc:sldMk cId="2144304494" sldId="1993"/>
            <ac:picMk id="9" creationId="{6B8CB307-DFE6-045D-DD46-598064C27716}"/>
          </ac:picMkLst>
        </pc:picChg>
        <pc:picChg chg="add mod">
          <ac:chgData name="Lohakare, Amit" userId="d0c59914-2652-45d2-9cc8-c7584646f742" providerId="ADAL" clId="{FA1A0E22-CBB4-498B-80D2-83926F182C05}" dt="2024-03-22T09:08:43.715" v="487" actId="14100"/>
          <ac:picMkLst>
            <pc:docMk/>
            <pc:sldMk cId="2144304494" sldId="1993"/>
            <ac:picMk id="11" creationId="{22388F31-12A3-02A8-35C4-0E98ABCF42CC}"/>
          </ac:picMkLst>
        </pc:picChg>
      </pc:sldChg>
    </pc:docChg>
  </pc:docChgLst>
  <pc:docChgLst>
    <pc:chgData name="Kesavan, Suresh" userId="249a176b-f49f-4de8-94ee-502d27afd651" providerId="ADAL" clId="{4A5B6ACA-3AB7-4AFD-895D-447DCBB4EEEB}"/>
    <pc:docChg chg="undo custSel addSld delSld modSld sldOrd delSection modSection">
      <pc:chgData name="Kesavan, Suresh" userId="249a176b-f49f-4de8-94ee-502d27afd651" providerId="ADAL" clId="{4A5B6ACA-3AB7-4AFD-895D-447DCBB4EEEB}" dt="2024-05-24T05:36:44.853" v="496" actId="47"/>
      <pc:docMkLst>
        <pc:docMk/>
      </pc:docMkLst>
      <pc:sldChg chg="add del mod modShow">
        <pc:chgData name="Kesavan, Suresh" userId="249a176b-f49f-4de8-94ee-502d27afd651" providerId="ADAL" clId="{4A5B6ACA-3AB7-4AFD-895D-447DCBB4EEEB}" dt="2024-05-23T10:16:40.747" v="262" actId="2696"/>
        <pc:sldMkLst>
          <pc:docMk/>
          <pc:sldMk cId="809690931" sldId="266"/>
        </pc:sldMkLst>
      </pc:sldChg>
      <pc:sldChg chg="modSp mod">
        <pc:chgData name="Kesavan, Suresh" userId="249a176b-f49f-4de8-94ee-502d27afd651" providerId="ADAL" clId="{4A5B6ACA-3AB7-4AFD-895D-447DCBB4EEEB}" dt="2024-05-23T10:24:46.909" v="362"/>
        <pc:sldMkLst>
          <pc:docMk/>
          <pc:sldMk cId="3736418783" sldId="387"/>
        </pc:sldMkLst>
        <pc:spChg chg="mod">
          <ac:chgData name="Kesavan, Suresh" userId="249a176b-f49f-4de8-94ee-502d27afd651" providerId="ADAL" clId="{4A5B6ACA-3AB7-4AFD-895D-447DCBB4EEEB}" dt="2024-05-23T10:24:46.909" v="362"/>
          <ac:spMkLst>
            <pc:docMk/>
            <pc:sldMk cId="3736418783" sldId="387"/>
            <ac:spMk id="2" creationId="{00000000-0000-0000-0000-000000000000}"/>
          </ac:spMkLst>
        </pc:spChg>
      </pc:sldChg>
      <pc:sldChg chg="ord">
        <pc:chgData name="Kesavan, Suresh" userId="249a176b-f49f-4de8-94ee-502d27afd651" providerId="ADAL" clId="{4A5B6ACA-3AB7-4AFD-895D-447DCBB4EEEB}" dt="2024-05-23T10:14:57.318" v="254"/>
        <pc:sldMkLst>
          <pc:docMk/>
          <pc:sldMk cId="1412393458" sldId="390"/>
        </pc:sldMkLst>
      </pc:sldChg>
      <pc:sldChg chg="modSp mod">
        <pc:chgData name="Kesavan, Suresh" userId="249a176b-f49f-4de8-94ee-502d27afd651" providerId="ADAL" clId="{4A5B6ACA-3AB7-4AFD-895D-447DCBB4EEEB}" dt="2024-05-23T10:25:03.809" v="364" actId="113"/>
        <pc:sldMkLst>
          <pc:docMk/>
          <pc:sldMk cId="1056362862" sldId="394"/>
        </pc:sldMkLst>
        <pc:spChg chg="mod">
          <ac:chgData name="Kesavan, Suresh" userId="249a176b-f49f-4de8-94ee-502d27afd651" providerId="ADAL" clId="{4A5B6ACA-3AB7-4AFD-895D-447DCBB4EEEB}" dt="2024-05-23T10:25:03.809" v="364" actId="113"/>
          <ac:spMkLst>
            <pc:docMk/>
            <pc:sldMk cId="1056362862" sldId="394"/>
            <ac:spMk id="70" creationId="{651026BF-AF86-449B-92E9-2911C16FC156}"/>
          </ac:spMkLst>
        </pc:spChg>
      </pc:sldChg>
      <pc:sldChg chg="modSp add del mod addCm delCm">
        <pc:chgData name="Kesavan, Suresh" userId="249a176b-f49f-4de8-94ee-502d27afd651" providerId="ADAL" clId="{4A5B6ACA-3AB7-4AFD-895D-447DCBB4EEEB}" dt="2024-05-23T10:25:31.638" v="384" actId="20577"/>
        <pc:sldMkLst>
          <pc:docMk/>
          <pc:sldMk cId="3571183000" sldId="418"/>
        </pc:sldMkLst>
        <pc:spChg chg="mod">
          <ac:chgData name="Kesavan, Suresh" userId="249a176b-f49f-4de8-94ee-502d27afd651" providerId="ADAL" clId="{4A5B6ACA-3AB7-4AFD-895D-447DCBB4EEEB}" dt="2024-05-23T08:47:05.377" v="9" actId="6549"/>
          <ac:spMkLst>
            <pc:docMk/>
            <pc:sldMk cId="3571183000" sldId="418"/>
            <ac:spMk id="6" creationId="{00000000-0000-0000-0000-000000000000}"/>
          </ac:spMkLst>
        </pc:spChg>
        <pc:spChg chg="mod">
          <ac:chgData name="Kesavan, Suresh" userId="249a176b-f49f-4de8-94ee-502d27afd651" providerId="ADAL" clId="{4A5B6ACA-3AB7-4AFD-895D-447DCBB4EEEB}" dt="2024-05-23T10:25:31.638" v="384" actId="20577"/>
          <ac:spMkLst>
            <pc:docMk/>
            <pc:sldMk cId="3571183000" sldId="418"/>
            <ac:spMk id="8" creationId="{00000000-0000-0000-0000-000000000000}"/>
          </ac:spMkLst>
        </pc:spChg>
      </pc:sldChg>
      <pc:sldChg chg="add del">
        <pc:chgData name="Kesavan, Suresh" userId="249a176b-f49f-4de8-94ee-502d27afd651" providerId="ADAL" clId="{4A5B6ACA-3AB7-4AFD-895D-447DCBB4EEEB}" dt="2024-05-23T09:21:10.444" v="96"/>
        <pc:sldMkLst>
          <pc:docMk/>
          <pc:sldMk cId="3034085913" sldId="419"/>
        </pc:sldMkLst>
      </pc:sldChg>
      <pc:sldChg chg="modSp del mod">
        <pc:chgData name="Kesavan, Suresh" userId="249a176b-f49f-4de8-94ee-502d27afd651" providerId="ADAL" clId="{4A5B6ACA-3AB7-4AFD-895D-447DCBB4EEEB}" dt="2024-05-23T10:24:29.027" v="361" actId="20577"/>
        <pc:sldMkLst>
          <pc:docMk/>
          <pc:sldMk cId="4106696886" sldId="438"/>
        </pc:sldMkLst>
        <pc:spChg chg="mod">
          <ac:chgData name="Kesavan, Suresh" userId="249a176b-f49f-4de8-94ee-502d27afd651" providerId="ADAL" clId="{4A5B6ACA-3AB7-4AFD-895D-447DCBB4EEEB}" dt="2024-05-23T08:47:54.861" v="15" actId="20577"/>
          <ac:spMkLst>
            <pc:docMk/>
            <pc:sldMk cId="4106696886" sldId="438"/>
            <ac:spMk id="2" creationId="{6A9EFB7D-4E71-4B8E-B7F1-2169963A0D3D}"/>
          </ac:spMkLst>
        </pc:spChg>
        <pc:spChg chg="mod">
          <ac:chgData name="Kesavan, Suresh" userId="249a176b-f49f-4de8-94ee-502d27afd651" providerId="ADAL" clId="{4A5B6ACA-3AB7-4AFD-895D-447DCBB4EEEB}" dt="2024-05-23T10:24:18.964" v="355" actId="20577"/>
          <ac:spMkLst>
            <pc:docMk/>
            <pc:sldMk cId="4106696886" sldId="438"/>
            <ac:spMk id="3" creationId="{A9D8DB73-23DC-4549-9497-A05FBB85FC62}"/>
          </ac:spMkLst>
        </pc:spChg>
        <pc:spChg chg="mod">
          <ac:chgData name="Kesavan, Suresh" userId="249a176b-f49f-4de8-94ee-502d27afd651" providerId="ADAL" clId="{4A5B6ACA-3AB7-4AFD-895D-447DCBB4EEEB}" dt="2024-05-23T10:24:29.027" v="361" actId="20577"/>
          <ac:spMkLst>
            <pc:docMk/>
            <pc:sldMk cId="4106696886" sldId="438"/>
            <ac:spMk id="4" creationId="{0EB17EFF-398B-4C5F-ACBF-EF790B3B3BE1}"/>
          </ac:spMkLst>
        </pc:spChg>
      </pc:sldChg>
      <pc:sldChg chg="add">
        <pc:chgData name="Kesavan, Suresh" userId="249a176b-f49f-4de8-94ee-502d27afd651" providerId="ADAL" clId="{4A5B6ACA-3AB7-4AFD-895D-447DCBB4EEEB}" dt="2024-05-23T10:20:24.978" v="321"/>
        <pc:sldMkLst>
          <pc:docMk/>
          <pc:sldMk cId="2210049537" sldId="440"/>
        </pc:sldMkLst>
      </pc:sldChg>
      <pc:sldChg chg="add">
        <pc:chgData name="Kesavan, Suresh" userId="249a176b-f49f-4de8-94ee-502d27afd651" providerId="ADAL" clId="{4A5B6ACA-3AB7-4AFD-895D-447DCBB4EEEB}" dt="2024-05-23T10:20:24.978" v="321"/>
        <pc:sldMkLst>
          <pc:docMk/>
          <pc:sldMk cId="3885562997" sldId="441"/>
        </pc:sldMkLst>
      </pc:sldChg>
      <pc:sldChg chg="add">
        <pc:chgData name="Kesavan, Suresh" userId="249a176b-f49f-4de8-94ee-502d27afd651" providerId="ADAL" clId="{4A5B6ACA-3AB7-4AFD-895D-447DCBB4EEEB}" dt="2024-05-23T10:20:24.978" v="321"/>
        <pc:sldMkLst>
          <pc:docMk/>
          <pc:sldMk cId="3128892841" sldId="442"/>
        </pc:sldMkLst>
      </pc:sldChg>
      <pc:sldChg chg="add">
        <pc:chgData name="Kesavan, Suresh" userId="249a176b-f49f-4de8-94ee-502d27afd651" providerId="ADAL" clId="{4A5B6ACA-3AB7-4AFD-895D-447DCBB4EEEB}" dt="2024-05-23T10:20:24.978" v="321"/>
        <pc:sldMkLst>
          <pc:docMk/>
          <pc:sldMk cId="4190921346" sldId="443"/>
        </pc:sldMkLst>
      </pc:sldChg>
      <pc:sldChg chg="add">
        <pc:chgData name="Kesavan, Suresh" userId="249a176b-f49f-4de8-94ee-502d27afd651" providerId="ADAL" clId="{4A5B6ACA-3AB7-4AFD-895D-447DCBB4EEEB}" dt="2024-05-23T10:20:24.978" v="321"/>
        <pc:sldMkLst>
          <pc:docMk/>
          <pc:sldMk cId="792153481" sldId="444"/>
        </pc:sldMkLst>
      </pc:sldChg>
      <pc:sldChg chg="add">
        <pc:chgData name="Kesavan, Suresh" userId="249a176b-f49f-4de8-94ee-502d27afd651" providerId="ADAL" clId="{4A5B6ACA-3AB7-4AFD-895D-447DCBB4EEEB}" dt="2024-05-23T10:20:24.978" v="321"/>
        <pc:sldMkLst>
          <pc:docMk/>
          <pc:sldMk cId="1096471463" sldId="445"/>
        </pc:sldMkLst>
      </pc:sldChg>
      <pc:sldChg chg="modSp add">
        <pc:chgData name="Kesavan, Suresh" userId="249a176b-f49f-4de8-94ee-502d27afd651" providerId="ADAL" clId="{4A5B6ACA-3AB7-4AFD-895D-447DCBB4EEEB}" dt="2024-05-23T10:24:46.909" v="362"/>
        <pc:sldMkLst>
          <pc:docMk/>
          <pc:sldMk cId="2637107058" sldId="446"/>
        </pc:sldMkLst>
        <pc:spChg chg="mod">
          <ac:chgData name="Kesavan, Suresh" userId="249a176b-f49f-4de8-94ee-502d27afd651" providerId="ADAL" clId="{4A5B6ACA-3AB7-4AFD-895D-447DCBB4EEEB}" dt="2024-05-23T10:24:46.909" v="362"/>
          <ac:spMkLst>
            <pc:docMk/>
            <pc:sldMk cId="2637107058" sldId="446"/>
            <ac:spMk id="3" creationId="{677E9501-AA4E-4267-A355-34A6D1DEB1AE}"/>
          </ac:spMkLst>
        </pc:spChg>
      </pc:sldChg>
      <pc:sldChg chg="add">
        <pc:chgData name="Kesavan, Suresh" userId="249a176b-f49f-4de8-94ee-502d27afd651" providerId="ADAL" clId="{4A5B6ACA-3AB7-4AFD-895D-447DCBB4EEEB}" dt="2024-05-23T10:20:24.978" v="321"/>
        <pc:sldMkLst>
          <pc:docMk/>
          <pc:sldMk cId="3309897971" sldId="447"/>
        </pc:sldMkLst>
      </pc:sldChg>
      <pc:sldChg chg="add">
        <pc:chgData name="Kesavan, Suresh" userId="249a176b-f49f-4de8-94ee-502d27afd651" providerId="ADAL" clId="{4A5B6ACA-3AB7-4AFD-895D-447DCBB4EEEB}" dt="2024-05-23T10:20:24.978" v="321"/>
        <pc:sldMkLst>
          <pc:docMk/>
          <pc:sldMk cId="1999681487" sldId="448"/>
        </pc:sldMkLst>
      </pc:sldChg>
      <pc:sldChg chg="modSp add">
        <pc:chgData name="Kesavan, Suresh" userId="249a176b-f49f-4de8-94ee-502d27afd651" providerId="ADAL" clId="{4A5B6ACA-3AB7-4AFD-895D-447DCBB4EEEB}" dt="2024-05-23T10:24:46.909" v="362"/>
        <pc:sldMkLst>
          <pc:docMk/>
          <pc:sldMk cId="1339553085" sldId="449"/>
        </pc:sldMkLst>
        <pc:spChg chg="mod">
          <ac:chgData name="Kesavan, Suresh" userId="249a176b-f49f-4de8-94ee-502d27afd651" providerId="ADAL" clId="{4A5B6ACA-3AB7-4AFD-895D-447DCBB4EEEB}" dt="2024-05-23T10:24:46.909" v="362"/>
          <ac:spMkLst>
            <pc:docMk/>
            <pc:sldMk cId="1339553085" sldId="449"/>
            <ac:spMk id="2" creationId="{A5BCCA3E-52A2-4CCA-A7CB-5B10984F92D5}"/>
          </ac:spMkLst>
        </pc:spChg>
      </pc:sldChg>
      <pc:sldChg chg="add mod modShow">
        <pc:chgData name="Kesavan, Suresh" userId="249a176b-f49f-4de8-94ee-502d27afd651" providerId="ADAL" clId="{4A5B6ACA-3AB7-4AFD-895D-447DCBB4EEEB}" dt="2024-05-23T10:20:49.604" v="322" actId="729"/>
        <pc:sldMkLst>
          <pc:docMk/>
          <pc:sldMk cId="884652002" sldId="452"/>
        </pc:sldMkLst>
      </pc:sldChg>
      <pc:sldChg chg="add">
        <pc:chgData name="Kesavan, Suresh" userId="249a176b-f49f-4de8-94ee-502d27afd651" providerId="ADAL" clId="{4A5B6ACA-3AB7-4AFD-895D-447DCBB4EEEB}" dt="2024-05-23T10:20:24.978" v="321"/>
        <pc:sldMkLst>
          <pc:docMk/>
          <pc:sldMk cId="955355786" sldId="453"/>
        </pc:sldMkLst>
      </pc:sldChg>
      <pc:sldChg chg="modSp add del mod">
        <pc:chgData name="Kesavan, Suresh" userId="249a176b-f49f-4de8-94ee-502d27afd651" providerId="ADAL" clId="{4A5B6ACA-3AB7-4AFD-895D-447DCBB4EEEB}" dt="2024-05-23T10:27:58.024" v="451" actId="1076"/>
        <pc:sldMkLst>
          <pc:docMk/>
          <pc:sldMk cId="1933314930" sldId="459"/>
        </pc:sldMkLst>
        <pc:spChg chg="mod">
          <ac:chgData name="Kesavan, Suresh" userId="249a176b-f49f-4de8-94ee-502d27afd651" providerId="ADAL" clId="{4A5B6ACA-3AB7-4AFD-895D-447DCBB4EEEB}" dt="2024-05-23T10:27:55.182" v="450" actId="255"/>
          <ac:spMkLst>
            <pc:docMk/>
            <pc:sldMk cId="1933314930" sldId="459"/>
            <ac:spMk id="3" creationId="{677E9501-AA4E-4267-A355-34A6D1DEB1AE}"/>
          </ac:spMkLst>
        </pc:spChg>
        <pc:picChg chg="mod">
          <ac:chgData name="Kesavan, Suresh" userId="249a176b-f49f-4de8-94ee-502d27afd651" providerId="ADAL" clId="{4A5B6ACA-3AB7-4AFD-895D-447DCBB4EEEB}" dt="2024-05-23T10:27:58.024" v="451" actId="1076"/>
          <ac:picMkLst>
            <pc:docMk/>
            <pc:sldMk cId="1933314930" sldId="459"/>
            <ac:picMk id="6" creationId="{0047CAA3-DB7B-4492-8433-DCDA5E6877DC}"/>
          </ac:picMkLst>
        </pc:picChg>
      </pc:sldChg>
      <pc:sldChg chg="modSp add del mod">
        <pc:chgData name="Kesavan, Suresh" userId="249a176b-f49f-4de8-94ee-502d27afd651" providerId="ADAL" clId="{4A5B6ACA-3AB7-4AFD-895D-447DCBB4EEEB}" dt="2024-05-23T10:27:38.570" v="449" actId="14100"/>
        <pc:sldMkLst>
          <pc:docMk/>
          <pc:sldMk cId="2355549179" sldId="460"/>
        </pc:sldMkLst>
        <pc:spChg chg="mod">
          <ac:chgData name="Kesavan, Suresh" userId="249a176b-f49f-4de8-94ee-502d27afd651" providerId="ADAL" clId="{4A5B6ACA-3AB7-4AFD-895D-447DCBB4EEEB}" dt="2024-05-23T10:27:24.145" v="445" actId="255"/>
          <ac:spMkLst>
            <pc:docMk/>
            <pc:sldMk cId="2355549179" sldId="460"/>
            <ac:spMk id="3" creationId="{677E9501-AA4E-4267-A355-34A6D1DEB1AE}"/>
          </ac:spMkLst>
        </pc:spChg>
        <pc:picChg chg="mod">
          <ac:chgData name="Kesavan, Suresh" userId="249a176b-f49f-4de8-94ee-502d27afd651" providerId="ADAL" clId="{4A5B6ACA-3AB7-4AFD-895D-447DCBB4EEEB}" dt="2024-05-23T10:27:38.570" v="449" actId="14100"/>
          <ac:picMkLst>
            <pc:docMk/>
            <pc:sldMk cId="2355549179" sldId="460"/>
            <ac:picMk id="2" creationId="{FD047E25-1AF9-4E48-8323-132905D531E0}"/>
          </ac:picMkLst>
        </pc:picChg>
      </pc:sldChg>
      <pc:sldChg chg="modSp add del mod">
        <pc:chgData name="Kesavan, Suresh" userId="249a176b-f49f-4de8-94ee-502d27afd651" providerId="ADAL" clId="{4A5B6ACA-3AB7-4AFD-895D-447DCBB4EEEB}" dt="2024-05-23T10:27:07.314" v="444" actId="255"/>
        <pc:sldMkLst>
          <pc:docMk/>
          <pc:sldMk cId="203527745" sldId="461"/>
        </pc:sldMkLst>
        <pc:spChg chg="mod">
          <ac:chgData name="Kesavan, Suresh" userId="249a176b-f49f-4de8-94ee-502d27afd651" providerId="ADAL" clId="{4A5B6ACA-3AB7-4AFD-895D-447DCBB4EEEB}" dt="2024-05-23T10:27:07.314" v="444" actId="255"/>
          <ac:spMkLst>
            <pc:docMk/>
            <pc:sldMk cId="203527745" sldId="461"/>
            <ac:spMk id="3" creationId="{677E9501-AA4E-4267-A355-34A6D1DEB1AE}"/>
          </ac:spMkLst>
        </pc:spChg>
      </pc:sldChg>
      <pc:sldChg chg="add del">
        <pc:chgData name="Kesavan, Suresh" userId="249a176b-f49f-4de8-94ee-502d27afd651" providerId="ADAL" clId="{4A5B6ACA-3AB7-4AFD-895D-447DCBB4EEEB}" dt="2024-05-23T09:21:10.444" v="96"/>
        <pc:sldMkLst>
          <pc:docMk/>
          <pc:sldMk cId="3051988749" sldId="462"/>
        </pc:sldMkLst>
      </pc:sldChg>
      <pc:sldChg chg="add del">
        <pc:chgData name="Kesavan, Suresh" userId="249a176b-f49f-4de8-94ee-502d27afd651" providerId="ADAL" clId="{4A5B6ACA-3AB7-4AFD-895D-447DCBB4EEEB}" dt="2024-05-23T09:21:10.444" v="96"/>
        <pc:sldMkLst>
          <pc:docMk/>
          <pc:sldMk cId="423584358" sldId="463"/>
        </pc:sldMkLst>
      </pc:sldChg>
      <pc:sldChg chg="add del">
        <pc:chgData name="Kesavan, Suresh" userId="249a176b-f49f-4de8-94ee-502d27afd651" providerId="ADAL" clId="{4A5B6ACA-3AB7-4AFD-895D-447DCBB4EEEB}" dt="2024-05-23T09:21:10.444" v="96"/>
        <pc:sldMkLst>
          <pc:docMk/>
          <pc:sldMk cId="3986016821" sldId="464"/>
        </pc:sldMkLst>
      </pc:sldChg>
      <pc:sldChg chg="modSp add del mod">
        <pc:chgData name="Kesavan, Suresh" userId="249a176b-f49f-4de8-94ee-502d27afd651" providerId="ADAL" clId="{4A5B6ACA-3AB7-4AFD-895D-447DCBB4EEEB}" dt="2024-05-23T10:10:49.028" v="213" actId="12"/>
        <pc:sldMkLst>
          <pc:docMk/>
          <pc:sldMk cId="606663731" sldId="465"/>
        </pc:sldMkLst>
        <pc:spChg chg="mod">
          <ac:chgData name="Kesavan, Suresh" userId="249a176b-f49f-4de8-94ee-502d27afd651" providerId="ADAL" clId="{4A5B6ACA-3AB7-4AFD-895D-447DCBB4EEEB}" dt="2024-05-23T10:10:49.028" v="213" actId="12"/>
          <ac:spMkLst>
            <pc:docMk/>
            <pc:sldMk cId="606663731" sldId="465"/>
            <ac:spMk id="3" creationId="{677E9501-AA4E-4267-A355-34A6D1DEB1AE}"/>
          </ac:spMkLst>
        </pc:spChg>
      </pc:sldChg>
      <pc:sldChg chg="add del">
        <pc:chgData name="Kesavan, Suresh" userId="249a176b-f49f-4de8-94ee-502d27afd651" providerId="ADAL" clId="{4A5B6ACA-3AB7-4AFD-895D-447DCBB4EEEB}" dt="2024-05-23T09:21:10.444" v="96"/>
        <pc:sldMkLst>
          <pc:docMk/>
          <pc:sldMk cId="849436444" sldId="466"/>
        </pc:sldMkLst>
      </pc:sldChg>
      <pc:sldChg chg="add del">
        <pc:chgData name="Kesavan, Suresh" userId="249a176b-f49f-4de8-94ee-502d27afd651" providerId="ADAL" clId="{4A5B6ACA-3AB7-4AFD-895D-447DCBB4EEEB}" dt="2024-05-23T09:21:10.444" v="96"/>
        <pc:sldMkLst>
          <pc:docMk/>
          <pc:sldMk cId="2146094766" sldId="467"/>
        </pc:sldMkLst>
      </pc:sldChg>
      <pc:sldChg chg="addSp delSp modSp add del mod">
        <pc:chgData name="Kesavan, Suresh" userId="249a176b-f49f-4de8-94ee-502d27afd651" providerId="ADAL" clId="{4A5B6ACA-3AB7-4AFD-895D-447DCBB4EEEB}" dt="2024-05-23T10:07:22.250" v="140" actId="1076"/>
        <pc:sldMkLst>
          <pc:docMk/>
          <pc:sldMk cId="3439543333" sldId="468"/>
        </pc:sldMkLst>
        <pc:picChg chg="del">
          <ac:chgData name="Kesavan, Suresh" userId="249a176b-f49f-4de8-94ee-502d27afd651" providerId="ADAL" clId="{4A5B6ACA-3AB7-4AFD-895D-447DCBB4EEEB}" dt="2024-05-23T10:07:14.473" v="137" actId="478"/>
          <ac:picMkLst>
            <pc:docMk/>
            <pc:sldMk cId="3439543333" sldId="468"/>
            <ac:picMk id="2" creationId="{8E8F6733-E8AA-4FF8-81AC-9FFA3AC2EE1B}"/>
          </ac:picMkLst>
        </pc:picChg>
        <pc:picChg chg="add mod">
          <ac:chgData name="Kesavan, Suresh" userId="249a176b-f49f-4de8-94ee-502d27afd651" providerId="ADAL" clId="{4A5B6ACA-3AB7-4AFD-895D-447DCBB4EEEB}" dt="2024-05-23T10:07:22.250" v="140" actId="1076"/>
          <ac:picMkLst>
            <pc:docMk/>
            <pc:sldMk cId="3439543333" sldId="468"/>
            <ac:picMk id="3" creationId="{0910289E-D0D0-181D-8614-E66EBA1D1CAA}"/>
          </ac:picMkLst>
        </pc:picChg>
      </pc:sldChg>
      <pc:sldChg chg="add del">
        <pc:chgData name="Kesavan, Suresh" userId="249a176b-f49f-4de8-94ee-502d27afd651" providerId="ADAL" clId="{4A5B6ACA-3AB7-4AFD-895D-447DCBB4EEEB}" dt="2024-05-23T09:21:10.444" v="96"/>
        <pc:sldMkLst>
          <pc:docMk/>
          <pc:sldMk cId="2459871503" sldId="469"/>
        </pc:sldMkLst>
      </pc:sldChg>
      <pc:sldChg chg="modSp add del">
        <pc:chgData name="Kesavan, Suresh" userId="249a176b-f49f-4de8-94ee-502d27afd651" providerId="ADAL" clId="{4A5B6ACA-3AB7-4AFD-895D-447DCBB4EEEB}" dt="2024-05-23T10:24:46.909" v="362"/>
        <pc:sldMkLst>
          <pc:docMk/>
          <pc:sldMk cId="2256837563" sldId="471"/>
        </pc:sldMkLst>
        <pc:spChg chg="mod">
          <ac:chgData name="Kesavan, Suresh" userId="249a176b-f49f-4de8-94ee-502d27afd651" providerId="ADAL" clId="{4A5B6ACA-3AB7-4AFD-895D-447DCBB4EEEB}" dt="2024-05-23T10:24:46.909" v="362"/>
          <ac:spMkLst>
            <pc:docMk/>
            <pc:sldMk cId="2256837563" sldId="471"/>
            <ac:spMk id="8" creationId="{00000000-0000-0000-0000-000000000000}"/>
          </ac:spMkLst>
        </pc:spChg>
        <pc:graphicFrameChg chg="mod">
          <ac:chgData name="Kesavan, Suresh" userId="249a176b-f49f-4de8-94ee-502d27afd651" providerId="ADAL" clId="{4A5B6ACA-3AB7-4AFD-895D-447DCBB4EEEB}" dt="2024-05-23T10:23:06.665" v="343"/>
          <ac:graphicFrameMkLst>
            <pc:docMk/>
            <pc:sldMk cId="2256837563" sldId="471"/>
            <ac:graphicFrameMk id="4" creationId="{B42FAFF4-041C-4CD7-9564-F28D4A237286}"/>
          </ac:graphicFrameMkLst>
        </pc:graphicFrameChg>
      </pc:sldChg>
      <pc:sldChg chg="addSp delSp modSp mod">
        <pc:chgData name="Kesavan, Suresh" userId="249a176b-f49f-4de8-94ee-502d27afd651" providerId="ADAL" clId="{4A5B6ACA-3AB7-4AFD-895D-447DCBB4EEEB}" dt="2024-05-23T10:23:58.931" v="349" actId="20577"/>
        <pc:sldMkLst>
          <pc:docMk/>
          <pc:sldMk cId="3041054638" sldId="538"/>
        </pc:sldMkLst>
        <pc:spChg chg="del mod">
          <ac:chgData name="Kesavan, Suresh" userId="249a176b-f49f-4de8-94ee-502d27afd651" providerId="ADAL" clId="{4A5B6ACA-3AB7-4AFD-895D-447DCBB4EEEB}" dt="2024-05-23T10:15:44.143" v="256" actId="21"/>
          <ac:spMkLst>
            <pc:docMk/>
            <pc:sldMk cId="3041054638" sldId="538"/>
            <ac:spMk id="2" creationId="{8DD64707-8FB4-4837-8F2A-424463829031}"/>
          </ac:spMkLst>
        </pc:spChg>
        <pc:spChg chg="add del mod">
          <ac:chgData name="Kesavan, Suresh" userId="249a176b-f49f-4de8-94ee-502d27afd651" providerId="ADAL" clId="{4A5B6ACA-3AB7-4AFD-895D-447DCBB4EEEB}" dt="2024-05-23T10:15:47.837" v="257" actId="21"/>
          <ac:spMkLst>
            <pc:docMk/>
            <pc:sldMk cId="3041054638" sldId="538"/>
            <ac:spMk id="3" creationId="{714C68DC-9BA1-8DFB-7700-A0E8F02DD994}"/>
          </ac:spMkLst>
        </pc:spChg>
        <pc:spChg chg="add mod">
          <ac:chgData name="Kesavan, Suresh" userId="249a176b-f49f-4de8-94ee-502d27afd651" providerId="ADAL" clId="{4A5B6ACA-3AB7-4AFD-895D-447DCBB4EEEB}" dt="2024-05-23T10:23:58.931" v="349" actId="20577"/>
          <ac:spMkLst>
            <pc:docMk/>
            <pc:sldMk cId="3041054638" sldId="538"/>
            <ac:spMk id="5" creationId="{0B03758F-7D7B-61E6-C2E3-1993B5FF36F6}"/>
          </ac:spMkLst>
        </pc:spChg>
      </pc:sldChg>
      <pc:sldChg chg="del">
        <pc:chgData name="Kesavan, Suresh" userId="249a176b-f49f-4de8-94ee-502d27afd651" providerId="ADAL" clId="{4A5B6ACA-3AB7-4AFD-895D-447DCBB4EEEB}" dt="2024-05-23T10:16:32.315" v="261" actId="2696"/>
        <pc:sldMkLst>
          <pc:docMk/>
          <pc:sldMk cId="455914289" sldId="539"/>
        </pc:sldMkLst>
      </pc:sldChg>
      <pc:sldChg chg="del">
        <pc:chgData name="Kesavan, Suresh" userId="249a176b-f49f-4de8-94ee-502d27afd651" providerId="ADAL" clId="{4A5B6ACA-3AB7-4AFD-895D-447DCBB4EEEB}" dt="2024-05-23T10:16:32.315" v="261" actId="2696"/>
        <pc:sldMkLst>
          <pc:docMk/>
          <pc:sldMk cId="285090969" sldId="540"/>
        </pc:sldMkLst>
      </pc:sldChg>
      <pc:sldChg chg="del">
        <pc:chgData name="Kesavan, Suresh" userId="249a176b-f49f-4de8-94ee-502d27afd651" providerId="ADAL" clId="{4A5B6ACA-3AB7-4AFD-895D-447DCBB4EEEB}" dt="2024-05-23T10:16:32.315" v="261" actId="2696"/>
        <pc:sldMkLst>
          <pc:docMk/>
          <pc:sldMk cId="4223666808" sldId="541"/>
        </pc:sldMkLst>
      </pc:sldChg>
      <pc:sldChg chg="del">
        <pc:chgData name="Kesavan, Suresh" userId="249a176b-f49f-4de8-94ee-502d27afd651" providerId="ADAL" clId="{4A5B6ACA-3AB7-4AFD-895D-447DCBB4EEEB}" dt="2024-05-23T09:21:00.415" v="95" actId="47"/>
        <pc:sldMkLst>
          <pc:docMk/>
          <pc:sldMk cId="1005124943" sldId="543"/>
        </pc:sldMkLst>
      </pc:sldChg>
      <pc:sldChg chg="addSp delSp modSp add del mod">
        <pc:chgData name="Kesavan, Suresh" userId="249a176b-f49f-4de8-94ee-502d27afd651" providerId="ADAL" clId="{4A5B6ACA-3AB7-4AFD-895D-447DCBB4EEEB}" dt="2024-05-23T10:24:46.909" v="362"/>
        <pc:sldMkLst>
          <pc:docMk/>
          <pc:sldMk cId="3895135425" sldId="546"/>
        </pc:sldMkLst>
        <pc:spChg chg="del mod">
          <ac:chgData name="Kesavan, Suresh" userId="249a176b-f49f-4de8-94ee-502d27afd651" providerId="ADAL" clId="{4A5B6ACA-3AB7-4AFD-895D-447DCBB4EEEB}" dt="2024-05-23T09:19:56.029" v="91" actId="21"/>
          <ac:spMkLst>
            <pc:docMk/>
            <pc:sldMk cId="3895135425" sldId="546"/>
            <ac:spMk id="2" creationId="{B2963385-B96E-47E8-BA13-46E680AB4F5F}"/>
          </ac:spMkLst>
        </pc:spChg>
        <pc:spChg chg="add del mod">
          <ac:chgData name="Kesavan, Suresh" userId="249a176b-f49f-4de8-94ee-502d27afd651" providerId="ADAL" clId="{4A5B6ACA-3AB7-4AFD-895D-447DCBB4EEEB}" dt="2024-05-23T09:20:01.755" v="92" actId="21"/>
          <ac:spMkLst>
            <pc:docMk/>
            <pc:sldMk cId="3895135425" sldId="546"/>
            <ac:spMk id="3" creationId="{D64D5E8C-B068-9EC7-DC7F-4585BE7E5A25}"/>
          </ac:spMkLst>
        </pc:spChg>
        <pc:spChg chg="add mod">
          <ac:chgData name="Kesavan, Suresh" userId="249a176b-f49f-4de8-94ee-502d27afd651" providerId="ADAL" clId="{4A5B6ACA-3AB7-4AFD-895D-447DCBB4EEEB}" dt="2024-05-23T10:24:46.909" v="362"/>
          <ac:spMkLst>
            <pc:docMk/>
            <pc:sldMk cId="3895135425" sldId="546"/>
            <ac:spMk id="5" creationId="{5743A8DD-B0D7-55B2-6223-4744DB9A43E1}"/>
          </ac:spMkLst>
        </pc:spChg>
      </pc:sldChg>
      <pc:sldChg chg="del">
        <pc:chgData name="Kesavan, Suresh" userId="249a176b-f49f-4de8-94ee-502d27afd651" providerId="ADAL" clId="{4A5B6ACA-3AB7-4AFD-895D-447DCBB4EEEB}" dt="2024-05-23T10:14:37.537" v="250" actId="47"/>
        <pc:sldMkLst>
          <pc:docMk/>
          <pc:sldMk cId="1299606018" sldId="547"/>
        </pc:sldMkLst>
      </pc:sldChg>
      <pc:sldChg chg="del">
        <pc:chgData name="Kesavan, Suresh" userId="249a176b-f49f-4de8-94ee-502d27afd651" providerId="ADAL" clId="{4A5B6ACA-3AB7-4AFD-895D-447DCBB4EEEB}" dt="2024-05-23T10:16:32.315" v="261" actId="2696"/>
        <pc:sldMkLst>
          <pc:docMk/>
          <pc:sldMk cId="304296723" sldId="548"/>
        </pc:sldMkLst>
      </pc:sldChg>
      <pc:sldChg chg="del">
        <pc:chgData name="Kesavan, Suresh" userId="249a176b-f49f-4de8-94ee-502d27afd651" providerId="ADAL" clId="{4A5B6ACA-3AB7-4AFD-895D-447DCBB4EEEB}" dt="2024-05-23T09:54:21.569" v="98" actId="47"/>
        <pc:sldMkLst>
          <pc:docMk/>
          <pc:sldMk cId="1760217608" sldId="549"/>
        </pc:sldMkLst>
      </pc:sldChg>
      <pc:sldChg chg="del">
        <pc:chgData name="Kesavan, Suresh" userId="249a176b-f49f-4de8-94ee-502d27afd651" providerId="ADAL" clId="{4A5B6ACA-3AB7-4AFD-895D-447DCBB4EEEB}" dt="2024-05-23T10:16:32.315" v="261" actId="2696"/>
        <pc:sldMkLst>
          <pc:docMk/>
          <pc:sldMk cId="3744329296" sldId="552"/>
        </pc:sldMkLst>
      </pc:sldChg>
      <pc:sldChg chg="del">
        <pc:chgData name="Kesavan, Suresh" userId="249a176b-f49f-4de8-94ee-502d27afd651" providerId="ADAL" clId="{4A5B6ACA-3AB7-4AFD-895D-447DCBB4EEEB}" dt="2024-05-23T09:54:21.569" v="98" actId="47"/>
        <pc:sldMkLst>
          <pc:docMk/>
          <pc:sldMk cId="3453583063" sldId="554"/>
        </pc:sldMkLst>
      </pc:sldChg>
      <pc:sldChg chg="del">
        <pc:chgData name="Kesavan, Suresh" userId="249a176b-f49f-4de8-94ee-502d27afd651" providerId="ADAL" clId="{4A5B6ACA-3AB7-4AFD-895D-447DCBB4EEEB}" dt="2024-05-23T09:54:21.569" v="98" actId="47"/>
        <pc:sldMkLst>
          <pc:docMk/>
          <pc:sldMk cId="3610892482" sldId="555"/>
        </pc:sldMkLst>
      </pc:sldChg>
      <pc:sldChg chg="del">
        <pc:chgData name="Kesavan, Suresh" userId="249a176b-f49f-4de8-94ee-502d27afd651" providerId="ADAL" clId="{4A5B6ACA-3AB7-4AFD-895D-447DCBB4EEEB}" dt="2024-05-23T09:54:21.569" v="98" actId="47"/>
        <pc:sldMkLst>
          <pc:docMk/>
          <pc:sldMk cId="1177948408" sldId="556"/>
        </pc:sldMkLst>
      </pc:sldChg>
      <pc:sldChg chg="del">
        <pc:chgData name="Kesavan, Suresh" userId="249a176b-f49f-4de8-94ee-502d27afd651" providerId="ADAL" clId="{4A5B6ACA-3AB7-4AFD-895D-447DCBB4EEEB}" dt="2024-05-23T09:54:21.569" v="98" actId="47"/>
        <pc:sldMkLst>
          <pc:docMk/>
          <pc:sldMk cId="2704724791" sldId="557"/>
        </pc:sldMkLst>
      </pc:sldChg>
      <pc:sldChg chg="del">
        <pc:chgData name="Kesavan, Suresh" userId="249a176b-f49f-4de8-94ee-502d27afd651" providerId="ADAL" clId="{4A5B6ACA-3AB7-4AFD-895D-447DCBB4EEEB}" dt="2024-05-23T09:54:21.569" v="98" actId="47"/>
        <pc:sldMkLst>
          <pc:docMk/>
          <pc:sldMk cId="288173967" sldId="558"/>
        </pc:sldMkLst>
      </pc:sldChg>
      <pc:sldChg chg="del">
        <pc:chgData name="Kesavan, Suresh" userId="249a176b-f49f-4de8-94ee-502d27afd651" providerId="ADAL" clId="{4A5B6ACA-3AB7-4AFD-895D-447DCBB4EEEB}" dt="2024-05-23T09:58:50.325" v="136" actId="47"/>
        <pc:sldMkLst>
          <pc:docMk/>
          <pc:sldMk cId="1867010510" sldId="559"/>
        </pc:sldMkLst>
      </pc:sldChg>
      <pc:sldChg chg="del">
        <pc:chgData name="Kesavan, Suresh" userId="249a176b-f49f-4de8-94ee-502d27afd651" providerId="ADAL" clId="{4A5B6ACA-3AB7-4AFD-895D-447DCBB4EEEB}" dt="2024-05-23T09:58:50.325" v="136" actId="47"/>
        <pc:sldMkLst>
          <pc:docMk/>
          <pc:sldMk cId="2469337200" sldId="560"/>
        </pc:sldMkLst>
      </pc:sldChg>
      <pc:sldChg chg="del">
        <pc:chgData name="Kesavan, Suresh" userId="249a176b-f49f-4de8-94ee-502d27afd651" providerId="ADAL" clId="{4A5B6ACA-3AB7-4AFD-895D-447DCBB4EEEB}" dt="2024-05-23T10:14:37.537" v="250" actId="47"/>
        <pc:sldMkLst>
          <pc:docMk/>
          <pc:sldMk cId="1504901968" sldId="561"/>
        </pc:sldMkLst>
      </pc:sldChg>
      <pc:sldChg chg="del">
        <pc:chgData name="Kesavan, Suresh" userId="249a176b-f49f-4de8-94ee-502d27afd651" providerId="ADAL" clId="{4A5B6ACA-3AB7-4AFD-895D-447DCBB4EEEB}" dt="2024-05-23T10:14:37.537" v="250" actId="47"/>
        <pc:sldMkLst>
          <pc:docMk/>
          <pc:sldMk cId="1759621206" sldId="562"/>
        </pc:sldMkLst>
      </pc:sldChg>
      <pc:sldChg chg="del">
        <pc:chgData name="Kesavan, Suresh" userId="249a176b-f49f-4de8-94ee-502d27afd651" providerId="ADAL" clId="{4A5B6ACA-3AB7-4AFD-895D-447DCBB4EEEB}" dt="2024-05-23T10:14:37.537" v="250" actId="47"/>
        <pc:sldMkLst>
          <pc:docMk/>
          <pc:sldMk cId="3532627000" sldId="563"/>
        </pc:sldMkLst>
      </pc:sldChg>
      <pc:sldChg chg="del">
        <pc:chgData name="Kesavan, Suresh" userId="249a176b-f49f-4de8-94ee-502d27afd651" providerId="ADAL" clId="{4A5B6ACA-3AB7-4AFD-895D-447DCBB4EEEB}" dt="2024-05-23T10:14:37.537" v="250" actId="47"/>
        <pc:sldMkLst>
          <pc:docMk/>
          <pc:sldMk cId="107875394" sldId="564"/>
        </pc:sldMkLst>
      </pc:sldChg>
      <pc:sldChg chg="del">
        <pc:chgData name="Kesavan, Suresh" userId="249a176b-f49f-4de8-94ee-502d27afd651" providerId="ADAL" clId="{4A5B6ACA-3AB7-4AFD-895D-447DCBB4EEEB}" dt="2024-05-23T10:14:37.537" v="250" actId="47"/>
        <pc:sldMkLst>
          <pc:docMk/>
          <pc:sldMk cId="2914761865" sldId="565"/>
        </pc:sldMkLst>
      </pc:sldChg>
      <pc:sldChg chg="del">
        <pc:chgData name="Kesavan, Suresh" userId="249a176b-f49f-4de8-94ee-502d27afd651" providerId="ADAL" clId="{4A5B6ACA-3AB7-4AFD-895D-447DCBB4EEEB}" dt="2024-05-23T10:14:37.537" v="250" actId="47"/>
        <pc:sldMkLst>
          <pc:docMk/>
          <pc:sldMk cId="4050650694" sldId="566"/>
        </pc:sldMkLst>
      </pc:sldChg>
      <pc:sldChg chg="del">
        <pc:chgData name="Kesavan, Suresh" userId="249a176b-f49f-4de8-94ee-502d27afd651" providerId="ADAL" clId="{4A5B6ACA-3AB7-4AFD-895D-447DCBB4EEEB}" dt="2024-05-23T10:14:37.537" v="250" actId="47"/>
        <pc:sldMkLst>
          <pc:docMk/>
          <pc:sldMk cId="3371149548" sldId="568"/>
        </pc:sldMkLst>
      </pc:sldChg>
      <pc:sldChg chg="del">
        <pc:chgData name="Kesavan, Suresh" userId="249a176b-f49f-4de8-94ee-502d27afd651" providerId="ADAL" clId="{4A5B6ACA-3AB7-4AFD-895D-447DCBB4EEEB}" dt="2024-05-23T10:14:37.537" v="250" actId="47"/>
        <pc:sldMkLst>
          <pc:docMk/>
          <pc:sldMk cId="453818562" sldId="569"/>
        </pc:sldMkLst>
      </pc:sldChg>
      <pc:sldChg chg="modSp add mod">
        <pc:chgData name="Kesavan, Suresh" userId="249a176b-f49f-4de8-94ee-502d27afd651" providerId="ADAL" clId="{4A5B6ACA-3AB7-4AFD-895D-447DCBB4EEEB}" dt="2024-05-23T09:57:45.352" v="133" actId="255"/>
        <pc:sldMkLst>
          <pc:docMk/>
          <pc:sldMk cId="512650064" sldId="570"/>
        </pc:sldMkLst>
        <pc:spChg chg="mod">
          <ac:chgData name="Kesavan, Suresh" userId="249a176b-f49f-4de8-94ee-502d27afd651" providerId="ADAL" clId="{4A5B6ACA-3AB7-4AFD-895D-447DCBB4EEEB}" dt="2024-05-23T09:57:28.729" v="132" actId="255"/>
          <ac:spMkLst>
            <pc:docMk/>
            <pc:sldMk cId="512650064" sldId="570"/>
            <ac:spMk id="2" creationId="{ACE06DDF-F324-4866-8EEE-72B16A1A1BB9}"/>
          </ac:spMkLst>
        </pc:spChg>
        <pc:spChg chg="mod">
          <ac:chgData name="Kesavan, Suresh" userId="249a176b-f49f-4de8-94ee-502d27afd651" providerId="ADAL" clId="{4A5B6ACA-3AB7-4AFD-895D-447DCBB4EEEB}" dt="2024-05-23T09:57:45.352" v="133" actId="255"/>
          <ac:spMkLst>
            <pc:docMk/>
            <pc:sldMk cId="512650064" sldId="570"/>
            <ac:spMk id="3" creationId="{853865CD-89FF-481B-BED1-24644B0653B5}"/>
          </ac:spMkLst>
        </pc:spChg>
      </pc:sldChg>
      <pc:sldChg chg="del">
        <pc:chgData name="Kesavan, Suresh" userId="249a176b-f49f-4de8-94ee-502d27afd651" providerId="ADAL" clId="{4A5B6ACA-3AB7-4AFD-895D-447DCBB4EEEB}" dt="2024-05-23T09:56:26.954" v="99" actId="2696"/>
        <pc:sldMkLst>
          <pc:docMk/>
          <pc:sldMk cId="705561885" sldId="570"/>
        </pc:sldMkLst>
      </pc:sldChg>
      <pc:sldChg chg="del">
        <pc:chgData name="Kesavan, Suresh" userId="249a176b-f49f-4de8-94ee-502d27afd651" providerId="ADAL" clId="{4A5B6ACA-3AB7-4AFD-895D-447DCBB4EEEB}" dt="2024-05-23T10:14:37.537" v="250" actId="47"/>
        <pc:sldMkLst>
          <pc:docMk/>
          <pc:sldMk cId="372480020" sldId="571"/>
        </pc:sldMkLst>
      </pc:sldChg>
      <pc:sldChg chg="del">
        <pc:chgData name="Kesavan, Suresh" userId="249a176b-f49f-4de8-94ee-502d27afd651" providerId="ADAL" clId="{4A5B6ACA-3AB7-4AFD-895D-447DCBB4EEEB}" dt="2024-05-23T10:14:37.537" v="250" actId="47"/>
        <pc:sldMkLst>
          <pc:docMk/>
          <pc:sldMk cId="4002191208" sldId="572"/>
        </pc:sldMkLst>
      </pc:sldChg>
      <pc:sldChg chg="del">
        <pc:chgData name="Kesavan, Suresh" userId="249a176b-f49f-4de8-94ee-502d27afd651" providerId="ADAL" clId="{4A5B6ACA-3AB7-4AFD-895D-447DCBB4EEEB}" dt="2024-05-23T10:14:37.537" v="250" actId="47"/>
        <pc:sldMkLst>
          <pc:docMk/>
          <pc:sldMk cId="1085970211" sldId="574"/>
        </pc:sldMkLst>
      </pc:sldChg>
      <pc:sldChg chg="del">
        <pc:chgData name="Kesavan, Suresh" userId="249a176b-f49f-4de8-94ee-502d27afd651" providerId="ADAL" clId="{4A5B6ACA-3AB7-4AFD-895D-447DCBB4EEEB}" dt="2024-05-23T09:56:26.954" v="99" actId="2696"/>
        <pc:sldMkLst>
          <pc:docMk/>
          <pc:sldMk cId="1653909596" sldId="575"/>
        </pc:sldMkLst>
      </pc:sldChg>
      <pc:sldChg chg="modSp add mod">
        <pc:chgData name="Kesavan, Suresh" userId="249a176b-f49f-4de8-94ee-502d27afd651" providerId="ADAL" clId="{4A5B6ACA-3AB7-4AFD-895D-447DCBB4EEEB}" dt="2024-05-23T09:57:57.686" v="135" actId="255"/>
        <pc:sldMkLst>
          <pc:docMk/>
          <pc:sldMk cId="3097522580" sldId="575"/>
        </pc:sldMkLst>
        <pc:spChg chg="mod">
          <ac:chgData name="Kesavan, Suresh" userId="249a176b-f49f-4de8-94ee-502d27afd651" providerId="ADAL" clId="{4A5B6ACA-3AB7-4AFD-895D-447DCBB4EEEB}" dt="2024-05-23T09:57:57.686" v="135" actId="255"/>
          <ac:spMkLst>
            <pc:docMk/>
            <pc:sldMk cId="3097522580" sldId="575"/>
            <ac:spMk id="2" creationId="{61A20F03-18CB-4850-B30E-B037D6145569}"/>
          </ac:spMkLst>
        </pc:spChg>
        <pc:spChg chg="mod">
          <ac:chgData name="Kesavan, Suresh" userId="249a176b-f49f-4de8-94ee-502d27afd651" providerId="ADAL" clId="{4A5B6ACA-3AB7-4AFD-895D-447DCBB4EEEB}" dt="2024-05-23T09:57:51.883" v="134" actId="255"/>
          <ac:spMkLst>
            <pc:docMk/>
            <pc:sldMk cId="3097522580" sldId="575"/>
            <ac:spMk id="3" creationId="{503395D5-E255-45AF-A296-B313DF7F9103}"/>
          </ac:spMkLst>
        </pc:spChg>
      </pc:sldChg>
      <pc:sldChg chg="del">
        <pc:chgData name="Kesavan, Suresh" userId="249a176b-f49f-4de8-94ee-502d27afd651" providerId="ADAL" clId="{4A5B6ACA-3AB7-4AFD-895D-447DCBB4EEEB}" dt="2024-05-23T10:14:37.537" v="250" actId="47"/>
        <pc:sldMkLst>
          <pc:docMk/>
          <pc:sldMk cId="377962923" sldId="576"/>
        </pc:sldMkLst>
      </pc:sldChg>
      <pc:sldChg chg="del">
        <pc:chgData name="Kesavan, Suresh" userId="249a176b-f49f-4de8-94ee-502d27afd651" providerId="ADAL" clId="{4A5B6ACA-3AB7-4AFD-895D-447DCBB4EEEB}" dt="2024-05-23T10:14:37.537" v="250" actId="47"/>
        <pc:sldMkLst>
          <pc:docMk/>
          <pc:sldMk cId="3304363222" sldId="577"/>
        </pc:sldMkLst>
      </pc:sldChg>
      <pc:sldChg chg="del">
        <pc:chgData name="Kesavan, Suresh" userId="249a176b-f49f-4de8-94ee-502d27afd651" providerId="ADAL" clId="{4A5B6ACA-3AB7-4AFD-895D-447DCBB4EEEB}" dt="2024-05-23T10:14:37.537" v="250" actId="47"/>
        <pc:sldMkLst>
          <pc:docMk/>
          <pc:sldMk cId="3315379362" sldId="578"/>
        </pc:sldMkLst>
      </pc:sldChg>
      <pc:sldChg chg="del">
        <pc:chgData name="Kesavan, Suresh" userId="249a176b-f49f-4de8-94ee-502d27afd651" providerId="ADAL" clId="{4A5B6ACA-3AB7-4AFD-895D-447DCBB4EEEB}" dt="2024-05-23T10:14:37.537" v="250" actId="47"/>
        <pc:sldMkLst>
          <pc:docMk/>
          <pc:sldMk cId="4243371794" sldId="579"/>
        </pc:sldMkLst>
      </pc:sldChg>
      <pc:sldChg chg="del">
        <pc:chgData name="Kesavan, Suresh" userId="249a176b-f49f-4de8-94ee-502d27afd651" providerId="ADAL" clId="{4A5B6ACA-3AB7-4AFD-895D-447DCBB4EEEB}" dt="2024-05-23T10:14:37.537" v="250" actId="47"/>
        <pc:sldMkLst>
          <pc:docMk/>
          <pc:sldMk cId="4000376936" sldId="580"/>
        </pc:sldMkLst>
      </pc:sldChg>
      <pc:sldChg chg="del">
        <pc:chgData name="Kesavan, Suresh" userId="249a176b-f49f-4de8-94ee-502d27afd651" providerId="ADAL" clId="{4A5B6ACA-3AB7-4AFD-895D-447DCBB4EEEB}" dt="2024-05-23T10:14:37.537" v="250" actId="47"/>
        <pc:sldMkLst>
          <pc:docMk/>
          <pc:sldMk cId="1361669306" sldId="581"/>
        </pc:sldMkLst>
      </pc:sldChg>
      <pc:sldChg chg="del">
        <pc:chgData name="Kesavan, Suresh" userId="249a176b-f49f-4de8-94ee-502d27afd651" providerId="ADAL" clId="{4A5B6ACA-3AB7-4AFD-895D-447DCBB4EEEB}" dt="2024-05-23T10:14:37.537" v="250" actId="47"/>
        <pc:sldMkLst>
          <pc:docMk/>
          <pc:sldMk cId="24156114" sldId="582"/>
        </pc:sldMkLst>
      </pc:sldChg>
      <pc:sldChg chg="del">
        <pc:chgData name="Kesavan, Suresh" userId="249a176b-f49f-4de8-94ee-502d27afd651" providerId="ADAL" clId="{4A5B6ACA-3AB7-4AFD-895D-447DCBB4EEEB}" dt="2024-05-23T10:14:37.537" v="250" actId="47"/>
        <pc:sldMkLst>
          <pc:docMk/>
          <pc:sldMk cId="3835414454" sldId="583"/>
        </pc:sldMkLst>
      </pc:sldChg>
      <pc:sldChg chg="del">
        <pc:chgData name="Kesavan, Suresh" userId="249a176b-f49f-4de8-94ee-502d27afd651" providerId="ADAL" clId="{4A5B6ACA-3AB7-4AFD-895D-447DCBB4EEEB}" dt="2024-05-23T10:14:37.537" v="250" actId="47"/>
        <pc:sldMkLst>
          <pc:docMk/>
          <pc:sldMk cId="3733476590" sldId="584"/>
        </pc:sldMkLst>
      </pc:sldChg>
      <pc:sldChg chg="del">
        <pc:chgData name="Kesavan, Suresh" userId="249a176b-f49f-4de8-94ee-502d27afd651" providerId="ADAL" clId="{4A5B6ACA-3AB7-4AFD-895D-447DCBB4EEEB}" dt="2024-05-23T10:14:37.537" v="250" actId="47"/>
        <pc:sldMkLst>
          <pc:docMk/>
          <pc:sldMk cId="1330815501" sldId="585"/>
        </pc:sldMkLst>
      </pc:sldChg>
      <pc:sldChg chg="del">
        <pc:chgData name="Kesavan, Suresh" userId="249a176b-f49f-4de8-94ee-502d27afd651" providerId="ADAL" clId="{4A5B6ACA-3AB7-4AFD-895D-447DCBB4EEEB}" dt="2024-05-23T10:14:37.537" v="250" actId="47"/>
        <pc:sldMkLst>
          <pc:docMk/>
          <pc:sldMk cId="4134487142" sldId="586"/>
        </pc:sldMkLst>
      </pc:sldChg>
      <pc:sldChg chg="del">
        <pc:chgData name="Kesavan, Suresh" userId="249a176b-f49f-4de8-94ee-502d27afd651" providerId="ADAL" clId="{4A5B6ACA-3AB7-4AFD-895D-447DCBB4EEEB}" dt="2024-05-23T10:14:37.537" v="250" actId="47"/>
        <pc:sldMkLst>
          <pc:docMk/>
          <pc:sldMk cId="3919461125" sldId="588"/>
        </pc:sldMkLst>
      </pc:sldChg>
      <pc:sldChg chg="del">
        <pc:chgData name="Kesavan, Suresh" userId="249a176b-f49f-4de8-94ee-502d27afd651" providerId="ADAL" clId="{4A5B6ACA-3AB7-4AFD-895D-447DCBB4EEEB}" dt="2024-05-23T10:14:37.537" v="250" actId="47"/>
        <pc:sldMkLst>
          <pc:docMk/>
          <pc:sldMk cId="948243249" sldId="589"/>
        </pc:sldMkLst>
      </pc:sldChg>
      <pc:sldChg chg="del">
        <pc:chgData name="Kesavan, Suresh" userId="249a176b-f49f-4de8-94ee-502d27afd651" providerId="ADAL" clId="{4A5B6ACA-3AB7-4AFD-895D-447DCBB4EEEB}" dt="2024-05-23T10:14:37.537" v="250" actId="47"/>
        <pc:sldMkLst>
          <pc:docMk/>
          <pc:sldMk cId="3757097764" sldId="590"/>
        </pc:sldMkLst>
      </pc:sldChg>
      <pc:sldChg chg="del">
        <pc:chgData name="Kesavan, Suresh" userId="249a176b-f49f-4de8-94ee-502d27afd651" providerId="ADAL" clId="{4A5B6ACA-3AB7-4AFD-895D-447DCBB4EEEB}" dt="2024-05-23T10:14:37.537" v="250" actId="47"/>
        <pc:sldMkLst>
          <pc:docMk/>
          <pc:sldMk cId="2079651384" sldId="592"/>
        </pc:sldMkLst>
      </pc:sldChg>
      <pc:sldChg chg="del">
        <pc:chgData name="Kesavan, Suresh" userId="249a176b-f49f-4de8-94ee-502d27afd651" providerId="ADAL" clId="{4A5B6ACA-3AB7-4AFD-895D-447DCBB4EEEB}" dt="2024-05-23T10:14:37.537" v="250" actId="47"/>
        <pc:sldMkLst>
          <pc:docMk/>
          <pc:sldMk cId="4054838053" sldId="593"/>
        </pc:sldMkLst>
      </pc:sldChg>
      <pc:sldChg chg="del">
        <pc:chgData name="Kesavan, Suresh" userId="249a176b-f49f-4de8-94ee-502d27afd651" providerId="ADAL" clId="{4A5B6ACA-3AB7-4AFD-895D-447DCBB4EEEB}" dt="2024-05-23T10:14:37.537" v="250" actId="47"/>
        <pc:sldMkLst>
          <pc:docMk/>
          <pc:sldMk cId="2392511244" sldId="606"/>
        </pc:sldMkLst>
      </pc:sldChg>
      <pc:sldChg chg="del">
        <pc:chgData name="Kesavan, Suresh" userId="249a176b-f49f-4de8-94ee-502d27afd651" providerId="ADAL" clId="{4A5B6ACA-3AB7-4AFD-895D-447DCBB4EEEB}" dt="2024-05-23T10:14:37.537" v="250" actId="47"/>
        <pc:sldMkLst>
          <pc:docMk/>
          <pc:sldMk cId="3761967782" sldId="607"/>
        </pc:sldMkLst>
      </pc:sldChg>
      <pc:sldChg chg="del">
        <pc:chgData name="Kesavan, Suresh" userId="249a176b-f49f-4de8-94ee-502d27afd651" providerId="ADAL" clId="{4A5B6ACA-3AB7-4AFD-895D-447DCBB4EEEB}" dt="2024-05-23T10:14:37.537" v="250" actId="47"/>
        <pc:sldMkLst>
          <pc:docMk/>
          <pc:sldMk cId="499189697" sldId="609"/>
        </pc:sldMkLst>
      </pc:sldChg>
      <pc:sldChg chg="del">
        <pc:chgData name="Kesavan, Suresh" userId="249a176b-f49f-4de8-94ee-502d27afd651" providerId="ADAL" clId="{4A5B6ACA-3AB7-4AFD-895D-447DCBB4EEEB}" dt="2024-05-23T10:14:37.537" v="250" actId="47"/>
        <pc:sldMkLst>
          <pc:docMk/>
          <pc:sldMk cId="2099996896" sldId="610"/>
        </pc:sldMkLst>
      </pc:sldChg>
      <pc:sldChg chg="del">
        <pc:chgData name="Kesavan, Suresh" userId="249a176b-f49f-4de8-94ee-502d27afd651" providerId="ADAL" clId="{4A5B6ACA-3AB7-4AFD-895D-447DCBB4EEEB}" dt="2024-05-23T10:14:37.537" v="250" actId="47"/>
        <pc:sldMkLst>
          <pc:docMk/>
          <pc:sldMk cId="4084580108" sldId="611"/>
        </pc:sldMkLst>
      </pc:sldChg>
      <pc:sldChg chg="del">
        <pc:chgData name="Kesavan, Suresh" userId="249a176b-f49f-4de8-94ee-502d27afd651" providerId="ADAL" clId="{4A5B6ACA-3AB7-4AFD-895D-447DCBB4EEEB}" dt="2024-05-23T10:14:37.537" v="250" actId="47"/>
        <pc:sldMkLst>
          <pc:docMk/>
          <pc:sldMk cId="3095454035" sldId="612"/>
        </pc:sldMkLst>
      </pc:sldChg>
      <pc:sldChg chg="del">
        <pc:chgData name="Kesavan, Suresh" userId="249a176b-f49f-4de8-94ee-502d27afd651" providerId="ADAL" clId="{4A5B6ACA-3AB7-4AFD-895D-447DCBB4EEEB}" dt="2024-05-23T10:14:37.537" v="250" actId="47"/>
        <pc:sldMkLst>
          <pc:docMk/>
          <pc:sldMk cId="1415461095" sldId="613"/>
        </pc:sldMkLst>
      </pc:sldChg>
      <pc:sldChg chg="del">
        <pc:chgData name="Kesavan, Suresh" userId="249a176b-f49f-4de8-94ee-502d27afd651" providerId="ADAL" clId="{4A5B6ACA-3AB7-4AFD-895D-447DCBB4EEEB}" dt="2024-05-23T10:14:37.537" v="250" actId="47"/>
        <pc:sldMkLst>
          <pc:docMk/>
          <pc:sldMk cId="2217416255" sldId="614"/>
        </pc:sldMkLst>
      </pc:sldChg>
      <pc:sldChg chg="del">
        <pc:chgData name="Kesavan, Suresh" userId="249a176b-f49f-4de8-94ee-502d27afd651" providerId="ADAL" clId="{4A5B6ACA-3AB7-4AFD-895D-447DCBB4EEEB}" dt="2024-05-23T10:14:37.537" v="250" actId="47"/>
        <pc:sldMkLst>
          <pc:docMk/>
          <pc:sldMk cId="2507476992" sldId="615"/>
        </pc:sldMkLst>
      </pc:sldChg>
      <pc:sldChg chg="del">
        <pc:chgData name="Kesavan, Suresh" userId="249a176b-f49f-4de8-94ee-502d27afd651" providerId="ADAL" clId="{4A5B6ACA-3AB7-4AFD-895D-447DCBB4EEEB}" dt="2024-05-23T10:14:37.537" v="250" actId="47"/>
        <pc:sldMkLst>
          <pc:docMk/>
          <pc:sldMk cId="3997377948" sldId="616"/>
        </pc:sldMkLst>
      </pc:sldChg>
      <pc:sldChg chg="del">
        <pc:chgData name="Kesavan, Suresh" userId="249a176b-f49f-4de8-94ee-502d27afd651" providerId="ADAL" clId="{4A5B6ACA-3AB7-4AFD-895D-447DCBB4EEEB}" dt="2024-05-23T08:47:23.806" v="11"/>
        <pc:sldMkLst>
          <pc:docMk/>
          <pc:sldMk cId="4021265949" sldId="825"/>
        </pc:sldMkLst>
      </pc:sldChg>
      <pc:sldChg chg="add">
        <pc:chgData name="Kesavan, Suresh" userId="249a176b-f49f-4de8-94ee-502d27afd651" providerId="ADAL" clId="{4A5B6ACA-3AB7-4AFD-895D-447DCBB4EEEB}" dt="2024-05-23T10:20:24.978" v="321"/>
        <pc:sldMkLst>
          <pc:docMk/>
          <pc:sldMk cId="3614153251" sldId="827"/>
        </pc:sldMkLst>
      </pc:sldChg>
      <pc:sldChg chg="modSp add del mod">
        <pc:chgData name="Kesavan, Suresh" userId="249a176b-f49f-4de8-94ee-502d27afd651" providerId="ADAL" clId="{4A5B6ACA-3AB7-4AFD-895D-447DCBB4EEEB}" dt="2024-05-23T10:26:57.850" v="443" actId="255"/>
        <pc:sldMkLst>
          <pc:docMk/>
          <pc:sldMk cId="444520037" sldId="829"/>
        </pc:sldMkLst>
        <pc:spChg chg="mod">
          <ac:chgData name="Kesavan, Suresh" userId="249a176b-f49f-4de8-94ee-502d27afd651" providerId="ADAL" clId="{4A5B6ACA-3AB7-4AFD-895D-447DCBB4EEEB}" dt="2024-05-23T10:26:57.850" v="443" actId="255"/>
          <ac:spMkLst>
            <pc:docMk/>
            <pc:sldMk cId="444520037" sldId="829"/>
            <ac:spMk id="11" creationId="{0DF2A3C1-AC18-44DD-ABB2-DE03962C3BA7}"/>
          </ac:spMkLst>
        </pc:spChg>
      </pc:sldChg>
      <pc:sldChg chg="add del">
        <pc:chgData name="Kesavan, Suresh" userId="249a176b-f49f-4de8-94ee-502d27afd651" providerId="ADAL" clId="{4A5B6ACA-3AB7-4AFD-895D-447DCBB4EEEB}" dt="2024-05-23T09:21:10.444" v="96"/>
        <pc:sldMkLst>
          <pc:docMk/>
          <pc:sldMk cId="495802204" sldId="830"/>
        </pc:sldMkLst>
      </pc:sldChg>
      <pc:sldChg chg="modSp add del mod">
        <pc:chgData name="Kesavan, Suresh" userId="249a176b-f49f-4de8-94ee-502d27afd651" providerId="ADAL" clId="{4A5B6ACA-3AB7-4AFD-895D-447DCBB4EEEB}" dt="2024-05-23T10:30:01.739" v="495" actId="12"/>
        <pc:sldMkLst>
          <pc:docMk/>
          <pc:sldMk cId="199114431" sldId="831"/>
        </pc:sldMkLst>
        <pc:spChg chg="mod">
          <ac:chgData name="Kesavan, Suresh" userId="249a176b-f49f-4de8-94ee-502d27afd651" providerId="ADAL" clId="{4A5B6ACA-3AB7-4AFD-895D-447DCBB4EEEB}" dt="2024-05-23T10:30:01.739" v="495" actId="12"/>
          <ac:spMkLst>
            <pc:docMk/>
            <pc:sldMk cId="199114431" sldId="831"/>
            <ac:spMk id="3" creationId="{677E9501-AA4E-4267-A355-34A6D1DEB1AE}"/>
          </ac:spMkLst>
        </pc:spChg>
      </pc:sldChg>
      <pc:sldChg chg="add del">
        <pc:chgData name="Kesavan, Suresh" userId="249a176b-f49f-4de8-94ee-502d27afd651" providerId="ADAL" clId="{4A5B6ACA-3AB7-4AFD-895D-447DCBB4EEEB}" dt="2024-05-23T09:21:10.444" v="96"/>
        <pc:sldMkLst>
          <pc:docMk/>
          <pc:sldMk cId="3258884749" sldId="832"/>
        </pc:sldMkLst>
      </pc:sldChg>
      <pc:sldChg chg="add del">
        <pc:chgData name="Kesavan, Suresh" userId="249a176b-f49f-4de8-94ee-502d27afd651" providerId="ADAL" clId="{4A5B6ACA-3AB7-4AFD-895D-447DCBB4EEEB}" dt="2024-05-23T09:21:10.444" v="96"/>
        <pc:sldMkLst>
          <pc:docMk/>
          <pc:sldMk cId="1142200118" sldId="833"/>
        </pc:sldMkLst>
      </pc:sldChg>
      <pc:sldChg chg="add del">
        <pc:chgData name="Kesavan, Suresh" userId="249a176b-f49f-4de8-94ee-502d27afd651" providerId="ADAL" clId="{4A5B6ACA-3AB7-4AFD-895D-447DCBB4EEEB}" dt="2024-05-23T10:09:41.739" v="146" actId="47"/>
        <pc:sldMkLst>
          <pc:docMk/>
          <pc:sldMk cId="1896402466" sldId="834"/>
        </pc:sldMkLst>
      </pc:sldChg>
      <pc:sldChg chg="add del">
        <pc:chgData name="Kesavan, Suresh" userId="249a176b-f49f-4de8-94ee-502d27afd651" providerId="ADAL" clId="{4A5B6ACA-3AB7-4AFD-895D-447DCBB4EEEB}" dt="2024-05-23T09:21:10.444" v="96"/>
        <pc:sldMkLst>
          <pc:docMk/>
          <pc:sldMk cId="1433119083" sldId="835"/>
        </pc:sldMkLst>
      </pc:sldChg>
      <pc:sldChg chg="modSp add del mod">
        <pc:chgData name="Kesavan, Suresh" userId="249a176b-f49f-4de8-94ee-502d27afd651" providerId="ADAL" clId="{4A5B6ACA-3AB7-4AFD-895D-447DCBB4EEEB}" dt="2024-05-23T10:08:11.848" v="145" actId="6549"/>
        <pc:sldMkLst>
          <pc:docMk/>
          <pc:sldMk cId="387339915" sldId="836"/>
        </pc:sldMkLst>
        <pc:spChg chg="mod">
          <ac:chgData name="Kesavan, Suresh" userId="249a176b-f49f-4de8-94ee-502d27afd651" providerId="ADAL" clId="{4A5B6ACA-3AB7-4AFD-895D-447DCBB4EEEB}" dt="2024-05-23T10:08:11.848" v="145" actId="6549"/>
          <ac:spMkLst>
            <pc:docMk/>
            <pc:sldMk cId="387339915" sldId="836"/>
            <ac:spMk id="3" creationId="{677E9501-AA4E-4267-A355-34A6D1DEB1AE}"/>
          </ac:spMkLst>
        </pc:spChg>
      </pc:sldChg>
      <pc:sldChg chg="add del">
        <pc:chgData name="Kesavan, Suresh" userId="249a176b-f49f-4de8-94ee-502d27afd651" providerId="ADAL" clId="{4A5B6ACA-3AB7-4AFD-895D-447DCBB4EEEB}" dt="2024-05-24T05:36:44.853" v="496" actId="47"/>
        <pc:sldMkLst>
          <pc:docMk/>
          <pc:sldMk cId="1041591335" sldId="837"/>
        </pc:sldMkLst>
      </pc:sldChg>
      <pc:sldChg chg="add del">
        <pc:chgData name="Kesavan, Suresh" userId="249a176b-f49f-4de8-94ee-502d27afd651" providerId="ADAL" clId="{4A5B6ACA-3AB7-4AFD-895D-447DCBB4EEEB}" dt="2024-05-23T09:21:10.444" v="96"/>
        <pc:sldMkLst>
          <pc:docMk/>
          <pc:sldMk cId="2979288944" sldId="838"/>
        </pc:sldMkLst>
      </pc:sldChg>
      <pc:sldChg chg="add del">
        <pc:chgData name="Kesavan, Suresh" userId="249a176b-f49f-4de8-94ee-502d27afd651" providerId="ADAL" clId="{4A5B6ACA-3AB7-4AFD-895D-447DCBB4EEEB}" dt="2024-05-23T09:21:10.444" v="96"/>
        <pc:sldMkLst>
          <pc:docMk/>
          <pc:sldMk cId="2819081649" sldId="839"/>
        </pc:sldMkLst>
      </pc:sldChg>
      <pc:sldChg chg="add del">
        <pc:chgData name="Kesavan, Suresh" userId="249a176b-f49f-4de8-94ee-502d27afd651" providerId="ADAL" clId="{4A5B6ACA-3AB7-4AFD-895D-447DCBB4EEEB}" dt="2024-05-23T09:21:10.444" v="96"/>
        <pc:sldMkLst>
          <pc:docMk/>
          <pc:sldMk cId="3028120378" sldId="840"/>
        </pc:sldMkLst>
      </pc:sldChg>
      <pc:sldChg chg="add del">
        <pc:chgData name="Kesavan, Suresh" userId="249a176b-f49f-4de8-94ee-502d27afd651" providerId="ADAL" clId="{4A5B6ACA-3AB7-4AFD-895D-447DCBB4EEEB}" dt="2024-05-23T09:21:10.444" v="96"/>
        <pc:sldMkLst>
          <pc:docMk/>
          <pc:sldMk cId="3690213820" sldId="841"/>
        </pc:sldMkLst>
      </pc:sldChg>
      <pc:sldChg chg="del">
        <pc:chgData name="Kesavan, Suresh" userId="249a176b-f49f-4de8-94ee-502d27afd651" providerId="ADAL" clId="{4A5B6ACA-3AB7-4AFD-895D-447DCBB4EEEB}" dt="2024-05-23T10:14:41.546" v="251" actId="47"/>
        <pc:sldMkLst>
          <pc:docMk/>
          <pc:sldMk cId="281489232" sldId="1989"/>
        </pc:sldMkLst>
      </pc:sldChg>
      <pc:sldChg chg="del">
        <pc:chgData name="Kesavan, Suresh" userId="249a176b-f49f-4de8-94ee-502d27afd651" providerId="ADAL" clId="{4A5B6ACA-3AB7-4AFD-895D-447DCBB4EEEB}" dt="2024-05-23T09:21:00.415" v="95" actId="47"/>
        <pc:sldMkLst>
          <pc:docMk/>
          <pc:sldMk cId="2867511556" sldId="1990"/>
        </pc:sldMkLst>
      </pc:sldChg>
      <pc:sldChg chg="del">
        <pc:chgData name="Kesavan, Suresh" userId="249a176b-f49f-4de8-94ee-502d27afd651" providerId="ADAL" clId="{4A5B6ACA-3AB7-4AFD-895D-447DCBB4EEEB}" dt="2024-05-23T09:21:00.415" v="95" actId="47"/>
        <pc:sldMkLst>
          <pc:docMk/>
          <pc:sldMk cId="3535902177" sldId="1991"/>
        </pc:sldMkLst>
      </pc:sldChg>
      <pc:sldChg chg="del">
        <pc:chgData name="Kesavan, Suresh" userId="249a176b-f49f-4de8-94ee-502d27afd651" providerId="ADAL" clId="{4A5B6ACA-3AB7-4AFD-895D-447DCBB4EEEB}" dt="2024-05-23T09:21:00.415" v="95" actId="47"/>
        <pc:sldMkLst>
          <pc:docMk/>
          <pc:sldMk cId="3756335911" sldId="1992"/>
        </pc:sldMkLst>
      </pc:sldChg>
      <pc:sldChg chg="del">
        <pc:chgData name="Kesavan, Suresh" userId="249a176b-f49f-4de8-94ee-502d27afd651" providerId="ADAL" clId="{4A5B6ACA-3AB7-4AFD-895D-447DCBB4EEEB}" dt="2024-05-23T10:14:37.537" v="250" actId="47"/>
        <pc:sldMkLst>
          <pc:docMk/>
          <pc:sldMk cId="2144304494" sldId="1993"/>
        </pc:sldMkLst>
      </pc:sldChg>
      <pc:sldChg chg="new del">
        <pc:chgData name="Kesavan, Suresh" userId="249a176b-f49f-4de8-94ee-502d27afd651" providerId="ADAL" clId="{4A5B6ACA-3AB7-4AFD-895D-447DCBB4EEEB}" dt="2024-05-23T09:01:23.789" v="50" actId="2696"/>
        <pc:sldMkLst>
          <pc:docMk/>
          <pc:sldMk cId="3961907667" sldId="1994"/>
        </pc:sldMkLst>
      </pc:sldChg>
      <pc:sldChg chg="addSp modSp mod">
        <pc:chgData name="Kesavan, Suresh" userId="249a176b-f49f-4de8-94ee-502d27afd651" providerId="ADAL" clId="{4A5B6ACA-3AB7-4AFD-895D-447DCBB4EEEB}" dt="2024-05-23T10:13:22.748" v="249" actId="1035"/>
        <pc:sldMkLst>
          <pc:docMk/>
          <pc:sldMk cId="3170370393" sldId="1995"/>
        </pc:sldMkLst>
        <pc:spChg chg="mod">
          <ac:chgData name="Kesavan, Suresh" userId="249a176b-f49f-4de8-94ee-502d27afd651" providerId="ADAL" clId="{4A5B6ACA-3AB7-4AFD-895D-447DCBB4EEEB}" dt="2024-05-23T10:13:03.009" v="230" actId="255"/>
          <ac:spMkLst>
            <pc:docMk/>
            <pc:sldMk cId="3170370393" sldId="1995"/>
            <ac:spMk id="2" creationId="{0502C624-D3F0-4786-9A36-DB0E6245A6E0}"/>
          </ac:spMkLst>
        </pc:spChg>
        <pc:spChg chg="mod">
          <ac:chgData name="Kesavan, Suresh" userId="249a176b-f49f-4de8-94ee-502d27afd651" providerId="ADAL" clId="{4A5B6ACA-3AB7-4AFD-895D-447DCBB4EEEB}" dt="2024-05-23T10:12:45.472" v="214" actId="255"/>
          <ac:spMkLst>
            <pc:docMk/>
            <pc:sldMk cId="3170370393" sldId="1995"/>
            <ac:spMk id="7" creationId="{FAB50BA7-38CA-4FA7-A1D7-CCCB60790627}"/>
          </ac:spMkLst>
        </pc:spChg>
        <pc:spChg chg="mod">
          <ac:chgData name="Kesavan, Suresh" userId="249a176b-f49f-4de8-94ee-502d27afd651" providerId="ADAL" clId="{4A5B6ACA-3AB7-4AFD-895D-447DCBB4EEEB}" dt="2024-05-23T10:13:19.005" v="233" actId="164"/>
          <ac:spMkLst>
            <pc:docMk/>
            <pc:sldMk cId="3170370393" sldId="1995"/>
            <ac:spMk id="8" creationId="{8E5175FC-AB4E-4908-8B5C-4E94C5CBB3C3}"/>
          </ac:spMkLst>
        </pc:spChg>
        <pc:spChg chg="mod">
          <ac:chgData name="Kesavan, Suresh" userId="249a176b-f49f-4de8-94ee-502d27afd651" providerId="ADAL" clId="{4A5B6ACA-3AB7-4AFD-895D-447DCBB4EEEB}" dt="2024-05-23T10:13:19.005" v="233" actId="164"/>
          <ac:spMkLst>
            <pc:docMk/>
            <pc:sldMk cId="3170370393" sldId="1995"/>
            <ac:spMk id="9" creationId="{24E2A497-1FB0-40E7-962A-FADF589C5C91}"/>
          </ac:spMkLst>
        </pc:spChg>
        <pc:spChg chg="mod">
          <ac:chgData name="Kesavan, Suresh" userId="249a176b-f49f-4de8-94ee-502d27afd651" providerId="ADAL" clId="{4A5B6ACA-3AB7-4AFD-895D-447DCBB4EEEB}" dt="2024-05-23T10:13:19.005" v="233" actId="164"/>
          <ac:spMkLst>
            <pc:docMk/>
            <pc:sldMk cId="3170370393" sldId="1995"/>
            <ac:spMk id="10" creationId="{DBCB2F4B-8D93-48DB-A54D-7E5FDE77CB57}"/>
          </ac:spMkLst>
        </pc:spChg>
        <pc:spChg chg="mod">
          <ac:chgData name="Kesavan, Suresh" userId="249a176b-f49f-4de8-94ee-502d27afd651" providerId="ADAL" clId="{4A5B6ACA-3AB7-4AFD-895D-447DCBB4EEEB}" dt="2024-05-23T10:13:19.005" v="233" actId="164"/>
          <ac:spMkLst>
            <pc:docMk/>
            <pc:sldMk cId="3170370393" sldId="1995"/>
            <ac:spMk id="11" creationId="{61AAEBE1-9746-4EC2-BCC7-AF29E3B33533}"/>
          </ac:spMkLst>
        </pc:spChg>
        <pc:spChg chg="mod">
          <ac:chgData name="Kesavan, Suresh" userId="249a176b-f49f-4de8-94ee-502d27afd651" providerId="ADAL" clId="{4A5B6ACA-3AB7-4AFD-895D-447DCBB4EEEB}" dt="2024-05-23T10:13:19.005" v="233" actId="164"/>
          <ac:spMkLst>
            <pc:docMk/>
            <pc:sldMk cId="3170370393" sldId="1995"/>
            <ac:spMk id="12" creationId="{7A1BE8CF-4034-4D0E-B70F-BCE1297B81EB}"/>
          </ac:spMkLst>
        </pc:spChg>
        <pc:spChg chg="mod">
          <ac:chgData name="Kesavan, Suresh" userId="249a176b-f49f-4de8-94ee-502d27afd651" providerId="ADAL" clId="{4A5B6ACA-3AB7-4AFD-895D-447DCBB4EEEB}" dt="2024-05-23T10:13:19.005" v="233" actId="164"/>
          <ac:spMkLst>
            <pc:docMk/>
            <pc:sldMk cId="3170370393" sldId="1995"/>
            <ac:spMk id="13" creationId="{49BAB7BA-243B-4CE1-BF72-E6B9C7A08240}"/>
          </ac:spMkLst>
        </pc:spChg>
        <pc:spChg chg="mod">
          <ac:chgData name="Kesavan, Suresh" userId="249a176b-f49f-4de8-94ee-502d27afd651" providerId="ADAL" clId="{4A5B6ACA-3AB7-4AFD-895D-447DCBB4EEEB}" dt="2024-05-23T10:13:19.005" v="233" actId="164"/>
          <ac:spMkLst>
            <pc:docMk/>
            <pc:sldMk cId="3170370393" sldId="1995"/>
            <ac:spMk id="14" creationId="{9DDBA544-18BD-4915-B4BE-8AD22549D8AF}"/>
          </ac:spMkLst>
        </pc:spChg>
        <pc:spChg chg="mod">
          <ac:chgData name="Kesavan, Suresh" userId="249a176b-f49f-4de8-94ee-502d27afd651" providerId="ADAL" clId="{4A5B6ACA-3AB7-4AFD-895D-447DCBB4EEEB}" dt="2024-05-23T10:13:19.005" v="233" actId="164"/>
          <ac:spMkLst>
            <pc:docMk/>
            <pc:sldMk cId="3170370393" sldId="1995"/>
            <ac:spMk id="20" creationId="{BABBB55B-1A39-44CD-A141-CEBF8E50FB66}"/>
          </ac:spMkLst>
        </pc:spChg>
        <pc:spChg chg="mod">
          <ac:chgData name="Kesavan, Suresh" userId="249a176b-f49f-4de8-94ee-502d27afd651" providerId="ADAL" clId="{4A5B6ACA-3AB7-4AFD-895D-447DCBB4EEEB}" dt="2024-05-23T10:13:19.005" v="233" actId="164"/>
          <ac:spMkLst>
            <pc:docMk/>
            <pc:sldMk cId="3170370393" sldId="1995"/>
            <ac:spMk id="23" creationId="{353403C3-AA18-40D4-96F3-67AE258A13E7}"/>
          </ac:spMkLst>
        </pc:spChg>
        <pc:spChg chg="mod">
          <ac:chgData name="Kesavan, Suresh" userId="249a176b-f49f-4de8-94ee-502d27afd651" providerId="ADAL" clId="{4A5B6ACA-3AB7-4AFD-895D-447DCBB4EEEB}" dt="2024-05-23T10:13:19.005" v="233" actId="164"/>
          <ac:spMkLst>
            <pc:docMk/>
            <pc:sldMk cId="3170370393" sldId="1995"/>
            <ac:spMk id="25" creationId="{F7668E25-1314-432F-A105-9D52EEB1407E}"/>
          </ac:spMkLst>
        </pc:spChg>
        <pc:spChg chg="mod">
          <ac:chgData name="Kesavan, Suresh" userId="249a176b-f49f-4de8-94ee-502d27afd651" providerId="ADAL" clId="{4A5B6ACA-3AB7-4AFD-895D-447DCBB4EEEB}" dt="2024-05-23T10:13:19.005" v="233" actId="164"/>
          <ac:spMkLst>
            <pc:docMk/>
            <pc:sldMk cId="3170370393" sldId="1995"/>
            <ac:spMk id="26" creationId="{30FDFD04-C0E9-4EBE-AB63-15F6808A7A26}"/>
          </ac:spMkLst>
        </pc:spChg>
        <pc:spChg chg="mod">
          <ac:chgData name="Kesavan, Suresh" userId="249a176b-f49f-4de8-94ee-502d27afd651" providerId="ADAL" clId="{4A5B6ACA-3AB7-4AFD-895D-447DCBB4EEEB}" dt="2024-05-23T10:13:19.005" v="233" actId="164"/>
          <ac:spMkLst>
            <pc:docMk/>
            <pc:sldMk cId="3170370393" sldId="1995"/>
            <ac:spMk id="27" creationId="{204DCB40-0D9B-4063-9054-C309EA00F2FA}"/>
          </ac:spMkLst>
        </pc:spChg>
        <pc:spChg chg="mod">
          <ac:chgData name="Kesavan, Suresh" userId="249a176b-f49f-4de8-94ee-502d27afd651" providerId="ADAL" clId="{4A5B6ACA-3AB7-4AFD-895D-447DCBB4EEEB}" dt="2024-05-23T10:13:19.005" v="233" actId="164"/>
          <ac:spMkLst>
            <pc:docMk/>
            <pc:sldMk cId="3170370393" sldId="1995"/>
            <ac:spMk id="28" creationId="{D480E853-5801-4DE2-96F5-310C1FDACFD9}"/>
          </ac:spMkLst>
        </pc:spChg>
        <pc:spChg chg="mod">
          <ac:chgData name="Kesavan, Suresh" userId="249a176b-f49f-4de8-94ee-502d27afd651" providerId="ADAL" clId="{4A5B6ACA-3AB7-4AFD-895D-447DCBB4EEEB}" dt="2024-05-23T10:13:19.005" v="233" actId="164"/>
          <ac:spMkLst>
            <pc:docMk/>
            <pc:sldMk cId="3170370393" sldId="1995"/>
            <ac:spMk id="29" creationId="{62FBFECE-E2CE-4F38-9234-DBF0B3237C4C}"/>
          </ac:spMkLst>
        </pc:spChg>
        <pc:spChg chg="mod">
          <ac:chgData name="Kesavan, Suresh" userId="249a176b-f49f-4de8-94ee-502d27afd651" providerId="ADAL" clId="{4A5B6ACA-3AB7-4AFD-895D-447DCBB4EEEB}" dt="2024-05-23T10:13:19.005" v="233" actId="164"/>
          <ac:spMkLst>
            <pc:docMk/>
            <pc:sldMk cId="3170370393" sldId="1995"/>
            <ac:spMk id="30" creationId="{BF98B1A5-148E-4FB9-B906-C8EC8B41E28B}"/>
          </ac:spMkLst>
        </pc:spChg>
        <pc:spChg chg="mod">
          <ac:chgData name="Kesavan, Suresh" userId="249a176b-f49f-4de8-94ee-502d27afd651" providerId="ADAL" clId="{4A5B6ACA-3AB7-4AFD-895D-447DCBB4EEEB}" dt="2024-05-23T10:13:19.005" v="233" actId="164"/>
          <ac:spMkLst>
            <pc:docMk/>
            <pc:sldMk cId="3170370393" sldId="1995"/>
            <ac:spMk id="31" creationId="{0CC77709-EEE0-45A4-B378-1AE45F87D547}"/>
          </ac:spMkLst>
        </pc:spChg>
        <pc:grpChg chg="add mod">
          <ac:chgData name="Kesavan, Suresh" userId="249a176b-f49f-4de8-94ee-502d27afd651" providerId="ADAL" clId="{4A5B6ACA-3AB7-4AFD-895D-447DCBB4EEEB}" dt="2024-05-23T10:13:22.748" v="249" actId="1035"/>
          <ac:grpSpMkLst>
            <pc:docMk/>
            <pc:sldMk cId="3170370393" sldId="1995"/>
            <ac:grpSpMk id="3" creationId="{FCE91F4A-CCCD-AD2D-D866-B9E4757D16D0}"/>
          </ac:grpSpMkLst>
        </pc:grpChg>
        <pc:picChg chg="mod">
          <ac:chgData name="Kesavan, Suresh" userId="249a176b-f49f-4de8-94ee-502d27afd651" providerId="ADAL" clId="{4A5B6ACA-3AB7-4AFD-895D-447DCBB4EEEB}" dt="2024-05-23T10:13:19.005" v="233" actId="164"/>
          <ac:picMkLst>
            <pc:docMk/>
            <pc:sldMk cId="3170370393" sldId="1995"/>
            <ac:picMk id="5" creationId="{B06501C5-987B-4776-B902-518BD1EE1989}"/>
          </ac:picMkLst>
        </pc:picChg>
        <pc:cxnChg chg="mod">
          <ac:chgData name="Kesavan, Suresh" userId="249a176b-f49f-4de8-94ee-502d27afd651" providerId="ADAL" clId="{4A5B6ACA-3AB7-4AFD-895D-447DCBB4EEEB}" dt="2024-05-23T10:13:19.005" v="233" actId="164"/>
          <ac:cxnSpMkLst>
            <pc:docMk/>
            <pc:sldMk cId="3170370393" sldId="1995"/>
            <ac:cxnSpMk id="15" creationId="{377C523B-8A6F-4614-9E5B-72CE9376C63E}"/>
          </ac:cxnSpMkLst>
        </pc:cxnChg>
        <pc:cxnChg chg="mod">
          <ac:chgData name="Kesavan, Suresh" userId="249a176b-f49f-4de8-94ee-502d27afd651" providerId="ADAL" clId="{4A5B6ACA-3AB7-4AFD-895D-447DCBB4EEEB}" dt="2024-05-23T10:13:19.005" v="233" actId="164"/>
          <ac:cxnSpMkLst>
            <pc:docMk/>
            <pc:sldMk cId="3170370393" sldId="1995"/>
            <ac:cxnSpMk id="16" creationId="{8CA0A72A-1AF8-4C15-8718-EEE5C309725D}"/>
          </ac:cxnSpMkLst>
        </pc:cxnChg>
        <pc:cxnChg chg="mod">
          <ac:chgData name="Kesavan, Suresh" userId="249a176b-f49f-4de8-94ee-502d27afd651" providerId="ADAL" clId="{4A5B6ACA-3AB7-4AFD-895D-447DCBB4EEEB}" dt="2024-05-23T10:13:19.005" v="233" actId="164"/>
          <ac:cxnSpMkLst>
            <pc:docMk/>
            <pc:sldMk cId="3170370393" sldId="1995"/>
            <ac:cxnSpMk id="17" creationId="{86649D03-4FE3-47E8-8E7E-4E555FCB3FD8}"/>
          </ac:cxnSpMkLst>
        </pc:cxnChg>
        <pc:cxnChg chg="mod">
          <ac:chgData name="Kesavan, Suresh" userId="249a176b-f49f-4de8-94ee-502d27afd651" providerId="ADAL" clId="{4A5B6ACA-3AB7-4AFD-895D-447DCBB4EEEB}" dt="2024-05-23T10:13:19.005" v="233" actId="164"/>
          <ac:cxnSpMkLst>
            <pc:docMk/>
            <pc:sldMk cId="3170370393" sldId="1995"/>
            <ac:cxnSpMk id="18" creationId="{7AB2510E-ED62-4D5C-B74C-8328B816D3CE}"/>
          </ac:cxnSpMkLst>
        </pc:cxnChg>
        <pc:cxnChg chg="mod">
          <ac:chgData name="Kesavan, Suresh" userId="249a176b-f49f-4de8-94ee-502d27afd651" providerId="ADAL" clId="{4A5B6ACA-3AB7-4AFD-895D-447DCBB4EEEB}" dt="2024-05-23T10:13:19.005" v="233" actId="164"/>
          <ac:cxnSpMkLst>
            <pc:docMk/>
            <pc:sldMk cId="3170370393" sldId="1995"/>
            <ac:cxnSpMk id="19" creationId="{F846FB63-6766-42DF-9477-D99CD491961F}"/>
          </ac:cxnSpMkLst>
        </pc:cxnChg>
        <pc:cxnChg chg="mod">
          <ac:chgData name="Kesavan, Suresh" userId="249a176b-f49f-4de8-94ee-502d27afd651" providerId="ADAL" clId="{4A5B6ACA-3AB7-4AFD-895D-447DCBB4EEEB}" dt="2024-05-23T10:13:19.005" v="233" actId="164"/>
          <ac:cxnSpMkLst>
            <pc:docMk/>
            <pc:sldMk cId="3170370393" sldId="1995"/>
            <ac:cxnSpMk id="21" creationId="{AD47A31F-2E4A-4B59-9015-8472272D8AF3}"/>
          </ac:cxnSpMkLst>
        </pc:cxnChg>
        <pc:cxnChg chg="mod">
          <ac:chgData name="Kesavan, Suresh" userId="249a176b-f49f-4de8-94ee-502d27afd651" providerId="ADAL" clId="{4A5B6ACA-3AB7-4AFD-895D-447DCBB4EEEB}" dt="2024-05-23T10:13:19.005" v="233" actId="164"/>
          <ac:cxnSpMkLst>
            <pc:docMk/>
            <pc:sldMk cId="3170370393" sldId="1995"/>
            <ac:cxnSpMk id="22" creationId="{A936DE55-270B-4143-B1E1-C1586DCC1AA0}"/>
          </ac:cxnSpMkLst>
        </pc:cxnChg>
        <pc:cxnChg chg="mod">
          <ac:chgData name="Kesavan, Suresh" userId="249a176b-f49f-4de8-94ee-502d27afd651" providerId="ADAL" clId="{4A5B6ACA-3AB7-4AFD-895D-447DCBB4EEEB}" dt="2024-05-23T10:13:19.005" v="233" actId="164"/>
          <ac:cxnSpMkLst>
            <pc:docMk/>
            <pc:sldMk cId="3170370393" sldId="1995"/>
            <ac:cxnSpMk id="24" creationId="{55B1E498-01DB-416D-B490-5592D516FFA6}"/>
          </ac:cxnSpMkLst>
        </pc:cxnChg>
      </pc:sldChg>
      <pc:sldChg chg="addSp delSp modSp mod">
        <pc:chgData name="Kesavan, Suresh" userId="249a176b-f49f-4de8-94ee-502d27afd651" providerId="ADAL" clId="{4A5B6ACA-3AB7-4AFD-895D-447DCBB4EEEB}" dt="2024-05-23T10:24:46.909" v="362"/>
        <pc:sldMkLst>
          <pc:docMk/>
          <pc:sldMk cId="2891121976" sldId="1996"/>
        </pc:sldMkLst>
        <pc:spChg chg="add mod">
          <ac:chgData name="Kesavan, Suresh" userId="249a176b-f49f-4de8-94ee-502d27afd651" providerId="ADAL" clId="{4A5B6ACA-3AB7-4AFD-895D-447DCBB4EEEB}" dt="2024-05-23T10:24:46.909" v="362"/>
          <ac:spMkLst>
            <pc:docMk/>
            <pc:sldMk cId="2891121976" sldId="1996"/>
            <ac:spMk id="3" creationId="{766F66A5-B986-730E-9746-37B3B02AFF24}"/>
          </ac:spMkLst>
        </pc:spChg>
        <pc:spChg chg="del mod">
          <ac:chgData name="Kesavan, Suresh" userId="249a176b-f49f-4de8-94ee-502d27afd651" providerId="ADAL" clId="{4A5B6ACA-3AB7-4AFD-895D-447DCBB4EEEB}" dt="2024-05-23T10:18:03.766" v="269" actId="21"/>
          <ac:spMkLst>
            <pc:docMk/>
            <pc:sldMk cId="2891121976" sldId="1996"/>
            <ac:spMk id="5" creationId="{0B03758F-7D7B-61E6-C2E3-1993B5FF36F6}"/>
          </ac:spMkLst>
        </pc:spChg>
        <pc:spChg chg="add del mod">
          <ac:chgData name="Kesavan, Suresh" userId="249a176b-f49f-4de8-94ee-502d27afd651" providerId="ADAL" clId="{4A5B6ACA-3AB7-4AFD-895D-447DCBB4EEEB}" dt="2024-05-23T10:18:09.672" v="270" actId="21"/>
          <ac:spMkLst>
            <pc:docMk/>
            <pc:sldMk cId="2891121976" sldId="1996"/>
            <ac:spMk id="7" creationId="{40548C3C-3D2C-EDB3-746C-BD5078BE350C}"/>
          </ac:spMkLst>
        </pc:spChg>
      </pc:sldChg>
      <pc:sldChg chg="modSp add mod">
        <pc:chgData name="Kesavan, Suresh" userId="249a176b-f49f-4de8-94ee-502d27afd651" providerId="ADAL" clId="{4A5B6ACA-3AB7-4AFD-895D-447DCBB4EEEB}" dt="2024-05-23T10:24:46.909" v="362"/>
        <pc:sldMkLst>
          <pc:docMk/>
          <pc:sldMk cId="2669001942" sldId="1997"/>
        </pc:sldMkLst>
        <pc:spChg chg="mod">
          <ac:chgData name="Kesavan, Suresh" userId="249a176b-f49f-4de8-94ee-502d27afd651" providerId="ADAL" clId="{4A5B6ACA-3AB7-4AFD-895D-447DCBB4EEEB}" dt="2024-05-23T10:24:46.909" v="362"/>
          <ac:spMkLst>
            <pc:docMk/>
            <pc:sldMk cId="2669001942" sldId="1997"/>
            <ac:spMk id="3" creationId="{766F66A5-B986-730E-9746-37B3B02AFF24}"/>
          </ac:spMkLst>
        </pc:spChg>
      </pc:sldChg>
      <pc:sldChg chg="modSp add mod">
        <pc:chgData name="Kesavan, Suresh" userId="249a176b-f49f-4de8-94ee-502d27afd651" providerId="ADAL" clId="{4A5B6ACA-3AB7-4AFD-895D-447DCBB4EEEB}" dt="2024-05-23T10:24:46.909" v="362"/>
        <pc:sldMkLst>
          <pc:docMk/>
          <pc:sldMk cId="4223142106" sldId="1998"/>
        </pc:sldMkLst>
        <pc:spChg chg="mod">
          <ac:chgData name="Kesavan, Suresh" userId="249a176b-f49f-4de8-94ee-502d27afd651" providerId="ADAL" clId="{4A5B6ACA-3AB7-4AFD-895D-447DCBB4EEEB}" dt="2024-05-23T10:24:46.909" v="362"/>
          <ac:spMkLst>
            <pc:docMk/>
            <pc:sldMk cId="4223142106" sldId="1998"/>
            <ac:spMk id="3" creationId="{766F66A5-B986-730E-9746-37B3B02AFF24}"/>
          </ac:spMkLst>
        </pc:spChg>
      </pc:sldChg>
      <pc:sldChg chg="modSp add mod">
        <pc:chgData name="Kesavan, Suresh" userId="249a176b-f49f-4de8-94ee-502d27afd651" providerId="ADAL" clId="{4A5B6ACA-3AB7-4AFD-895D-447DCBB4EEEB}" dt="2024-05-23T10:24:46.909" v="362"/>
        <pc:sldMkLst>
          <pc:docMk/>
          <pc:sldMk cId="1568322264" sldId="1999"/>
        </pc:sldMkLst>
        <pc:spChg chg="mod">
          <ac:chgData name="Kesavan, Suresh" userId="249a176b-f49f-4de8-94ee-502d27afd651" providerId="ADAL" clId="{4A5B6ACA-3AB7-4AFD-895D-447DCBB4EEEB}" dt="2024-05-23T10:24:46.909" v="362"/>
          <ac:spMkLst>
            <pc:docMk/>
            <pc:sldMk cId="1568322264" sldId="1999"/>
            <ac:spMk id="3" creationId="{766F66A5-B986-730E-9746-37B3B02AFF24}"/>
          </ac:spMkLst>
        </pc:spChg>
      </pc:sldChg>
      <pc:sldMasterChg chg="delSldLayout">
        <pc:chgData name="Kesavan, Suresh" userId="249a176b-f49f-4de8-94ee-502d27afd651" providerId="ADAL" clId="{4A5B6ACA-3AB7-4AFD-895D-447DCBB4EEEB}" dt="2024-05-23T10:14:41.546" v="251" actId="47"/>
        <pc:sldMasterMkLst>
          <pc:docMk/>
          <pc:sldMasterMk cId="262932767" sldId="2147483676"/>
        </pc:sldMasterMkLst>
        <pc:sldLayoutChg chg="del">
          <pc:chgData name="Kesavan, Suresh" userId="249a176b-f49f-4de8-94ee-502d27afd651" providerId="ADAL" clId="{4A5B6ACA-3AB7-4AFD-895D-447DCBB4EEEB}" dt="2024-05-23T10:14:41.546" v="251" actId="47"/>
          <pc:sldLayoutMkLst>
            <pc:docMk/>
            <pc:sldMasterMk cId="262932767" sldId="2147483676"/>
            <pc:sldLayoutMk cId="575365167" sldId="2147483708"/>
          </pc:sldLayoutMkLst>
        </pc:sldLayoutChg>
      </pc:sldMasterChg>
    </pc:docChg>
  </pc:docChgLst>
</pc:chgInfo>
</file>

<file path=ppt/comments/modernComment_1A3_B4D87A19.xml><?xml version="1.0" encoding="utf-8"?>
<p188:cmLst xmlns:a="http://schemas.openxmlformats.org/drawingml/2006/main" xmlns:r="http://schemas.openxmlformats.org/officeDocument/2006/relationships" xmlns:p188="http://schemas.microsoft.com/office/powerpoint/2018/8/main">
  <p188:cm id="{E932B181-9A26-4BC9-8D67-483AD2C4291D}" authorId="{C0F3FD89-3E22-E6AF-191F-B6EAC9BD42E0}" created="2024-06-28T10:23:50.989">
    <pc:sldMkLst xmlns:pc="http://schemas.microsoft.com/office/powerpoint/2013/main/command">
      <pc:docMk/>
      <pc:sldMk cId="3034085913" sldId="419"/>
    </pc:sldMkLst>
    <p188:txBody>
      <a:bodyPr/>
      <a:lstStyle/>
      <a:p>
        <a:r>
          <a:rPr lang="en-US"/>
          <a:t>Report page gives HTTP error</a:t>
        </a:r>
      </a:p>
    </p188:txBody>
  </p188:cm>
</p188:cmLst>
</file>

<file path=ppt/comments/modernComment_183_DEB539DF.xml><?xml version="1.0" encoding="utf-8"?>
<p188:cmLst xmlns:a="http://schemas.openxmlformats.org/drawingml/2006/main" xmlns:r="http://schemas.openxmlformats.org/officeDocument/2006/relationships" xmlns:p188="http://schemas.microsoft.com/office/powerpoint/2018/8/main">
  <p188:cm id="{94326BD3-8C5E-462C-B507-590645947471}" authorId="{C0F3FD89-3E22-E6AF-191F-B6EAC9BD42E0}" created="2024-06-28T10:41:16.163">
    <pc:sldMkLst xmlns:pc="http://schemas.microsoft.com/office/powerpoint/2013/main/command">
      <pc:docMk/>
      <pc:sldMk cId="3736418783" sldId="387"/>
    </pc:sldMkLst>
    <p188:txBody>
      <a:bodyPr/>
      <a:lstStyle/>
      <a:p>
        <a:r>
          <a:rPr lang="en-US"/>
          <a:t>Event monitor, faults,hierarchy,heat map</a:t>
        </a:r>
      </a:p>
    </p188:txBody>
  </p188:cm>
</p188:cmLst>
</file>

<file path=ppt/handoutMasters/_rels/handoutMaster1.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E889F8-3EAC-468D-9A6F-406DDA397527}"/>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a:extLst>
              <a:ext uri="{FF2B5EF4-FFF2-40B4-BE49-F238E27FC236}">
                <a16:creationId xmlns:a16="http://schemas.microsoft.com/office/drawing/2014/main" id="{A18E204D-A662-4856-9E8F-09C08C04D71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A4FC2764-04F0-4F78-ACEC-190715F3E233}" type="datetimeFigureOut">
              <a:rPr lang="en-US" smtClean="0"/>
              <a:t>6/28/2024</a:t>
            </a:fld>
            <a:endParaRPr lang="en-US"/>
          </a:p>
        </p:txBody>
      </p:sp>
      <p:sp>
        <p:nvSpPr>
          <p:cNvPr id="4" name="Footer Placeholder 3">
            <a:extLst>
              <a:ext uri="{FF2B5EF4-FFF2-40B4-BE49-F238E27FC236}">
                <a16:creationId xmlns:a16="http://schemas.microsoft.com/office/drawing/2014/main" id="{7D6587FA-0CF9-4320-A441-3025C2A93AC4}"/>
              </a:ext>
            </a:extLst>
          </p:cNvPr>
          <p:cNvSpPr>
            <a:spLocks noGrp="1"/>
          </p:cNvSpPr>
          <p:nvPr>
            <p:ph type="ftr" sz="quarter" idx="2"/>
            <p:custDataLst>
              <p:tags r:id="rId2"/>
            </p:custDataLst>
          </p:nvPr>
        </p:nvSpPr>
        <p:spPr>
          <a:xfrm>
            <a:off x="0" y="9119474"/>
            <a:ext cx="7315200" cy="481726"/>
          </a:xfrm>
          <a:prstGeom prst="rect">
            <a:avLst/>
          </a:prstGeom>
        </p:spPr>
        <p:txBody>
          <a:bodyPr vert="horz" lIns="96661" tIns="48331" rIns="96661" bIns="48331" rtlCol="0" anchor="b"/>
          <a:lstStyle>
            <a:lvl1pPr algn="l">
              <a:defRPr sz="1300"/>
            </a:lvl1pPr>
          </a:lstStyle>
          <a:p>
            <a:r>
              <a:rPr lang="en-US" sz="700">
                <a:solidFill>
                  <a:srgbClr val="7F7F7F"/>
                </a:solidFill>
                <a:latin typeface="Arial" panose="020B0604020202020204" pitchFamily="34" charset="0"/>
              </a:rPr>
              <a:t>Honeywell Internal</a:t>
            </a:r>
          </a:p>
        </p:txBody>
      </p:sp>
      <p:sp>
        <p:nvSpPr>
          <p:cNvPr id="5" name="Slide Number Placeholder 4">
            <a:extLst>
              <a:ext uri="{FF2B5EF4-FFF2-40B4-BE49-F238E27FC236}">
                <a16:creationId xmlns:a16="http://schemas.microsoft.com/office/drawing/2014/main" id="{89224604-AC66-47CB-AF13-BB3CC6B4EEC5}"/>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1E4DE10D-F5AC-4AE8-AFF5-A71385AD45DC}" type="slidenum">
              <a:rPr lang="en-US" smtClean="0"/>
              <a:t>‹#›</a:t>
            </a:fld>
            <a:endParaRPr lang="en-US"/>
          </a:p>
        </p:txBody>
      </p:sp>
    </p:spTree>
    <p:extLst>
      <p:ext uri="{BB962C8B-B14F-4D97-AF65-F5344CB8AC3E}">
        <p14:creationId xmlns:p14="http://schemas.microsoft.com/office/powerpoint/2010/main" val="16463248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63809AEB-DC28-4015-83A3-BAB3AEC31219}" type="datetimeFigureOut">
              <a:rPr lang="en-US" smtClean="0"/>
              <a:t>6/28/2024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custDataLst>
              <p:tags r:id="rId2"/>
            </p:custDataLst>
          </p:nvPr>
        </p:nvSpPr>
        <p:spPr>
          <a:xfrm>
            <a:off x="0" y="9119474"/>
            <a:ext cx="7315200" cy="481726"/>
          </a:xfrm>
          <a:prstGeom prst="rect">
            <a:avLst/>
          </a:prstGeom>
        </p:spPr>
        <p:txBody>
          <a:bodyPr vert="horz" lIns="96661" tIns="48331" rIns="96661" bIns="48331" rtlCol="0" anchor="b"/>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FBD139E3-571A-4831-9A17-6CF75ED2A226}" type="slidenum">
              <a:rPr lang="en-US" smtClean="0"/>
              <a:t>‹#›</a:t>
            </a:fld>
            <a:endParaRPr lang="en-US"/>
          </a:p>
        </p:txBody>
      </p:sp>
    </p:spTree>
    <p:extLst>
      <p:ext uri="{BB962C8B-B14F-4D97-AF65-F5344CB8AC3E}">
        <p14:creationId xmlns:p14="http://schemas.microsoft.com/office/powerpoint/2010/main" val="224719680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BD139E3-571A-4831-9A17-6CF75ED2A226}" type="slidenum">
              <a:rPr lang="en-US" smtClean="0"/>
              <a:t>1</a:t>
            </a:fld>
            <a:endParaRPr lang="en-US"/>
          </a:p>
        </p:txBody>
      </p:sp>
    </p:spTree>
    <p:extLst>
      <p:ext uri="{BB962C8B-B14F-4D97-AF65-F5344CB8AC3E}">
        <p14:creationId xmlns:p14="http://schemas.microsoft.com/office/powerpoint/2010/main" val="995694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a:t>
            </a:fld>
            <a:endParaRPr lang="en-US"/>
          </a:p>
        </p:txBody>
      </p:sp>
    </p:spTree>
    <p:extLst>
      <p:ext uri="{BB962C8B-B14F-4D97-AF65-F5344CB8AC3E}">
        <p14:creationId xmlns:p14="http://schemas.microsoft.com/office/powerpoint/2010/main" val="4271177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a:t>
            </a:fld>
            <a:endParaRPr lang="en-US"/>
          </a:p>
        </p:txBody>
      </p:sp>
    </p:spTree>
    <p:extLst>
      <p:ext uri="{BB962C8B-B14F-4D97-AF65-F5344CB8AC3E}">
        <p14:creationId xmlns:p14="http://schemas.microsoft.com/office/powerpoint/2010/main" val="1607037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500" dirty="0"/>
              <a:t>Uniformance Asset Sentinel application in a plant to monitor the reliability of equipment such as, pumps, valves, compressors, heat exchangers, and to identify any failure/fault.</a:t>
            </a:r>
          </a:p>
          <a:p>
            <a:r>
              <a:rPr lang="en-US" sz="1500" dirty="0"/>
              <a:t>The monitoring and quick identification of failures helps in taking decisions and planning for maintenance.</a:t>
            </a:r>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a:t>
            </a:fld>
            <a:endParaRPr lang="en-US"/>
          </a:p>
        </p:txBody>
      </p:sp>
    </p:spTree>
    <p:extLst>
      <p:ext uri="{BB962C8B-B14F-4D97-AF65-F5344CB8AC3E}">
        <p14:creationId xmlns:p14="http://schemas.microsoft.com/office/powerpoint/2010/main" val="292433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25862" indent="-325862">
              <a:spcBef>
                <a:spcPts val="684"/>
              </a:spcBef>
              <a:buClr>
                <a:schemeClr val="accent1">
                  <a:lumMod val="50000"/>
                </a:schemeClr>
              </a:buClr>
              <a:buFont typeface="Wingdings" panose="05000000000000000000" pitchFamily="2" charset="2"/>
              <a:buChar char="ü"/>
            </a:pPr>
            <a:r>
              <a:rPr lang="en-US" b="1" dirty="0">
                <a:solidFill>
                  <a:srgbClr val="C00000"/>
                </a:solidFill>
                <a:cs typeface="Segoe UI" panose="020B0502040204020203" pitchFamily="34" charset="0"/>
              </a:rPr>
              <a:t>Template </a:t>
            </a:r>
            <a:r>
              <a:rPr lang="en-US" dirty="0">
                <a:cs typeface="Segoe UI" panose="020B0502040204020203" pitchFamily="34" charset="0"/>
              </a:rPr>
              <a:t>models and calculations – build and manage in one place</a:t>
            </a:r>
          </a:p>
          <a:p>
            <a:pPr marL="325862" indent="-325862">
              <a:spcBef>
                <a:spcPts val="684"/>
              </a:spcBef>
              <a:buClr>
                <a:schemeClr val="accent1">
                  <a:lumMod val="50000"/>
                </a:schemeClr>
              </a:buClr>
              <a:buFont typeface="Wingdings" panose="05000000000000000000" pitchFamily="2" charset="2"/>
              <a:buChar char="ü"/>
            </a:pPr>
            <a:r>
              <a:rPr lang="en-US" b="1" dirty="0">
                <a:solidFill>
                  <a:srgbClr val="C00000"/>
                </a:solidFill>
                <a:cs typeface="Segoe UI" panose="020B0502040204020203" pitchFamily="34" charset="0"/>
              </a:rPr>
              <a:t>Asset centric </a:t>
            </a:r>
            <a:r>
              <a:rPr lang="en-US" dirty="0">
                <a:cs typeface="Segoe UI" panose="020B0502040204020203" pitchFamily="34" charset="0"/>
              </a:rPr>
              <a:t>models to navigate plant hierarchy</a:t>
            </a:r>
          </a:p>
          <a:p>
            <a:pPr marL="325862" indent="-325862">
              <a:spcBef>
                <a:spcPts val="684"/>
              </a:spcBef>
              <a:buClr>
                <a:schemeClr val="accent1">
                  <a:lumMod val="50000"/>
                </a:schemeClr>
              </a:buClr>
              <a:buFont typeface="Wingdings" panose="05000000000000000000" pitchFamily="2" charset="2"/>
              <a:buChar char="ü"/>
            </a:pPr>
            <a:r>
              <a:rPr lang="en-US" b="1" dirty="0">
                <a:solidFill>
                  <a:srgbClr val="C00000"/>
                </a:solidFill>
                <a:cs typeface="Segoe UI" panose="020B0502040204020203" pitchFamily="34" charset="0"/>
              </a:rPr>
              <a:t>Human Readable </a:t>
            </a:r>
            <a:r>
              <a:rPr lang="en-US" dirty="0">
                <a:cs typeface="Segoe UI" panose="020B0502040204020203" pitchFamily="34" charset="0"/>
              </a:rPr>
              <a:t>data access vs. cryptic tag names</a:t>
            </a:r>
          </a:p>
          <a:p>
            <a:pPr marL="325862" indent="-325862">
              <a:spcBef>
                <a:spcPts val="684"/>
              </a:spcBef>
              <a:buClr>
                <a:schemeClr val="accent1">
                  <a:lumMod val="50000"/>
                </a:schemeClr>
              </a:buClr>
              <a:buFont typeface="Wingdings" panose="05000000000000000000" pitchFamily="2" charset="2"/>
              <a:buChar char="ü"/>
            </a:pPr>
            <a:r>
              <a:rPr lang="en-US" dirty="0">
                <a:cs typeface="Segoe UI" panose="020B0502040204020203" pitchFamily="34" charset="0"/>
              </a:rPr>
              <a:t>State-of-the-art </a:t>
            </a:r>
            <a:r>
              <a:rPr lang="en-US" b="1" dirty="0">
                <a:solidFill>
                  <a:srgbClr val="C00000"/>
                </a:solidFill>
                <a:cs typeface="Segoe UI" panose="020B0502040204020203" pitchFamily="34" charset="0"/>
              </a:rPr>
              <a:t>engineering calculation</a:t>
            </a:r>
            <a:r>
              <a:rPr lang="en-US" dirty="0">
                <a:cs typeface="Segoe UI" panose="020B0502040204020203" pitchFamily="34" charset="0"/>
              </a:rPr>
              <a:t> engine</a:t>
            </a:r>
          </a:p>
          <a:p>
            <a:pPr marL="325862" indent="-325862">
              <a:spcBef>
                <a:spcPts val="684"/>
              </a:spcBef>
              <a:buClr>
                <a:schemeClr val="accent1">
                  <a:lumMod val="50000"/>
                </a:schemeClr>
              </a:buClr>
              <a:buFont typeface="Wingdings" panose="05000000000000000000" pitchFamily="2" charset="2"/>
              <a:buChar char="ü"/>
            </a:pPr>
            <a:r>
              <a:rPr lang="en-US" b="1" dirty="0">
                <a:solidFill>
                  <a:srgbClr val="C00000"/>
                </a:solidFill>
                <a:cs typeface="Segoe UI" panose="020B0502040204020203" pitchFamily="34" charset="0"/>
              </a:rPr>
              <a:t>Embedded Content </a:t>
            </a:r>
            <a:r>
              <a:rPr lang="en-US" dirty="0">
                <a:cs typeface="Segoe UI" panose="020B0502040204020203" pitchFamily="34" charset="0"/>
              </a:rPr>
              <a:t>major process/equipment models and </a:t>
            </a:r>
            <a:r>
              <a:rPr lang="en-US" dirty="0" err="1">
                <a:cs typeface="Segoe UI" panose="020B0502040204020203" pitchFamily="34" charset="0"/>
              </a:rPr>
              <a:t>thermo</a:t>
            </a:r>
            <a:r>
              <a:rPr lang="en-US" dirty="0">
                <a:cs typeface="Segoe UI" panose="020B0502040204020203" pitchFamily="34" charset="0"/>
              </a:rPr>
              <a:t> library</a:t>
            </a:r>
          </a:p>
          <a:p>
            <a:pPr marL="325862" indent="-325862">
              <a:spcBef>
                <a:spcPts val="684"/>
              </a:spcBef>
              <a:buClr>
                <a:schemeClr val="accent1">
                  <a:lumMod val="50000"/>
                </a:schemeClr>
              </a:buClr>
              <a:buFont typeface="Wingdings" panose="05000000000000000000" pitchFamily="2" charset="2"/>
              <a:buChar char="ü"/>
            </a:pPr>
            <a:r>
              <a:rPr lang="en-US" dirty="0">
                <a:cs typeface="Segoe UI" panose="020B0502040204020203" pitchFamily="34" charset="0"/>
              </a:rPr>
              <a:t>Powerful </a:t>
            </a:r>
            <a:r>
              <a:rPr lang="en-US" b="1" dirty="0">
                <a:solidFill>
                  <a:srgbClr val="C00000"/>
                </a:solidFill>
                <a:cs typeface="Segoe UI" panose="020B0502040204020203" pitchFamily="34" charset="0"/>
              </a:rPr>
              <a:t>data pre-processing </a:t>
            </a:r>
            <a:r>
              <a:rPr lang="en-US" dirty="0">
                <a:cs typeface="Segoe UI" panose="020B0502040204020203" pitchFamily="34" charset="0"/>
              </a:rPr>
              <a:t>and post-processing engine</a:t>
            </a:r>
          </a:p>
          <a:p>
            <a:pPr marL="325862" indent="-325862">
              <a:spcBef>
                <a:spcPts val="684"/>
              </a:spcBef>
              <a:buClr>
                <a:schemeClr val="accent1">
                  <a:lumMod val="50000"/>
                </a:schemeClr>
              </a:buClr>
              <a:buFont typeface="Wingdings" panose="05000000000000000000" pitchFamily="2" charset="2"/>
              <a:buChar char="ü"/>
            </a:pPr>
            <a:r>
              <a:rPr lang="en-US" dirty="0">
                <a:cs typeface="Segoe UI" panose="020B0502040204020203" pitchFamily="34" charset="0"/>
              </a:rPr>
              <a:t>Continuous monitoring for early </a:t>
            </a:r>
            <a:r>
              <a:rPr lang="en-US" b="1" dirty="0">
                <a:solidFill>
                  <a:srgbClr val="C00000"/>
                </a:solidFill>
                <a:cs typeface="Segoe UI" panose="020B0502040204020203" pitchFamily="34" charset="0"/>
              </a:rPr>
              <a:t>notifications </a:t>
            </a:r>
            <a:r>
              <a:rPr lang="en-US" dirty="0">
                <a:cs typeface="Segoe UI" panose="020B0502040204020203" pitchFamily="34" charset="0"/>
              </a:rPr>
              <a:t>and alerts on impending issues</a:t>
            </a:r>
          </a:p>
          <a:p>
            <a:pPr marL="325862" indent="-325862">
              <a:spcBef>
                <a:spcPts val="684"/>
              </a:spcBef>
              <a:buClr>
                <a:schemeClr val="accent1">
                  <a:lumMod val="50000"/>
                </a:schemeClr>
              </a:buClr>
              <a:buFont typeface="Wingdings" panose="05000000000000000000" pitchFamily="2" charset="2"/>
              <a:buChar char="ü"/>
            </a:pPr>
            <a:r>
              <a:rPr lang="en-US" dirty="0">
                <a:cs typeface="Segoe UI" panose="020B0502040204020203" pitchFamily="34" charset="0"/>
              </a:rPr>
              <a:t>Manage workflow for issue resolution</a:t>
            </a:r>
          </a:p>
          <a:p>
            <a:pPr marL="325862" indent="-325862">
              <a:spcBef>
                <a:spcPts val="684"/>
              </a:spcBef>
              <a:buClr>
                <a:schemeClr val="accent1">
                  <a:lumMod val="50000"/>
                </a:schemeClr>
              </a:buClr>
              <a:buFont typeface="Wingdings" panose="05000000000000000000" pitchFamily="2" charset="2"/>
              <a:buChar char="ü"/>
            </a:pPr>
            <a:endParaRPr lang="en-US" dirty="0">
              <a:cs typeface="Segoe UI" panose="020B0502040204020203"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0BE59ADA-CF08-9440-BACD-BF7F5C851E71}" type="slidenum">
              <a:rPr lang="en-US" smtClean="0"/>
              <a:pPr>
                <a:defRPr/>
              </a:pPr>
              <a:t>7</a:t>
            </a:fld>
            <a:endParaRPr lang="en-US"/>
          </a:p>
        </p:txBody>
      </p:sp>
    </p:spTree>
    <p:extLst>
      <p:ext uri="{BB962C8B-B14F-4D97-AF65-F5344CB8AC3E}">
        <p14:creationId xmlns:p14="http://schemas.microsoft.com/office/powerpoint/2010/main" val="2494477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Rot="1" noChangeAspect="1" noTextEdit="1"/>
          </p:cNvSpPr>
          <p:nvPr>
            <p:ph type="sldImg"/>
          </p:nvPr>
        </p:nvSpPr>
        <p:spPr bwMode="auto">
          <a:xfrm>
            <a:off x="1004888" y="400050"/>
            <a:ext cx="5988050" cy="3368675"/>
          </a:xfrm>
          <a:noFill/>
          <a:ln>
            <a:solidFill>
              <a:srgbClr val="000000"/>
            </a:solidFill>
            <a:miter lim="800000"/>
            <a:headEnd/>
            <a:tailEnd/>
          </a:ln>
        </p:spPr>
      </p:sp>
      <p:sp>
        <p:nvSpPr>
          <p:cNvPr id="740355" name="Rectangle 3"/>
          <p:cNvSpPr>
            <a:spLocks noGrp="1"/>
          </p:cNvSpPr>
          <p:nvPr>
            <p:ph type="body" idx="1"/>
          </p:nvPr>
        </p:nvSpPr>
        <p:spPr bwMode="auto">
          <a:xfrm>
            <a:off x="614380" y="4149493"/>
            <a:ext cx="6765581" cy="5596822"/>
          </a:xfrm>
          <a:noFill/>
        </p:spPr>
        <p:txBody>
          <a:bodyPr wrap="square" numCol="1" anchor="t" anchorCtr="0" compatLnSpc="1">
            <a:prstTxWarp prst="textNoShape">
              <a:avLst/>
            </a:prstTxWarp>
          </a:bodyPr>
          <a:lstStyle/>
          <a:p>
            <a:r>
              <a:rPr lang="en-US" dirty="0"/>
              <a:t>Many sites complain that after having an asset fail they do the root cause analysis and after the fact see that they had high motor current, high temperature, and reduced effeciency right before the failure. They lament that if they had a system that could pro-actively alert them to this condition they would be able to prevent these situations.</a:t>
            </a:r>
          </a:p>
          <a:p>
            <a:endParaRPr lang="en-US" dirty="0"/>
          </a:p>
          <a:p>
            <a:r>
              <a:rPr lang="en-US" dirty="0"/>
              <a:t>Asset Manager is being used successfully at BP Hull, PetroCanada, and the Dolphine project and others as a ‘consolidator’ of equipment condition and determine from all the various sources what the current ‘condition of the asset is.</a:t>
            </a:r>
          </a:p>
          <a:p>
            <a:endParaRPr lang="en-US" dirty="0"/>
          </a:p>
          <a:p>
            <a:r>
              <a:rPr lang="en-US" dirty="0"/>
              <a:t>For example at PetroCanada they are using it to monitor all their key compressors looking at vibration and bearing temp from the Bently Nevada system and the seal flush temperatures, and flows.</a:t>
            </a:r>
          </a:p>
          <a:p>
            <a:endParaRPr lang="en-US" dirty="0"/>
          </a:p>
          <a:p>
            <a:r>
              <a:rPr lang="en-US" dirty="0"/>
              <a:t>On many occasions the reliability engineers have received email alerts indicating that a rate of change in the oil temperature has occurred and they will investigate and there has been a malfunction. In one particulare case after a major repair they got an alert and found that the valve for the seal flush was still closed. If this had not been detected the compressor would have quickly failed and caused another costly outage.</a:t>
            </a:r>
          </a:p>
          <a:p>
            <a:endParaRPr lang="en-US" dirty="0"/>
          </a:p>
          <a:p>
            <a:endParaRPr lang="en-US" dirty="0"/>
          </a:p>
        </p:txBody>
      </p:sp>
    </p:spTree>
    <p:extLst>
      <p:ext uri="{BB962C8B-B14F-4D97-AF65-F5344CB8AC3E}">
        <p14:creationId xmlns:p14="http://schemas.microsoft.com/office/powerpoint/2010/main" val="923892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xfrm>
            <a:off x="837918" y="5055023"/>
            <a:ext cx="6707031" cy="4787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An example of how customers use the solution is based on this real-life scenario which shows the integrated workflow.</a:t>
            </a:r>
          </a:p>
          <a:p>
            <a:r>
              <a:rPr lang="en-US" altLang="en-US" dirty="0"/>
              <a:t>For example, if a rate of change alert in the oil temperature has occurred</a:t>
            </a:r>
          </a:p>
          <a:p>
            <a:r>
              <a:rPr lang="en-US" altLang="en-US" dirty="0"/>
              <a:t>A process engineer or reliability engineer either receives an email notification or sees a status change on the Asset Sentinel Dashboard.  This enables him to initiate an investigation and drill into the problem looking at trends, event summary to see the contributing cause, and view equipment displays.  </a:t>
            </a:r>
          </a:p>
          <a:p>
            <a:endParaRPr lang="en-US" altLang="en-US" dirty="0"/>
          </a:p>
          <a:p>
            <a:r>
              <a:rPr lang="en-US" altLang="en-US" dirty="0"/>
              <a:t>In one such case, immediately after a major compressor overhaul the engineer received an this type of alert and the investigation found a seal flush valve problem. If this condition had not been detected the just overhauled compressor seal would have quickly failed and caused another costly outage and potentially significant damage.</a:t>
            </a:r>
          </a:p>
          <a:p>
            <a:endParaRPr lang="en-US" altLang="en-US" dirty="0"/>
          </a:p>
          <a:p>
            <a:endParaRPr lang="en-US" altLang="en-US" dirty="0"/>
          </a:p>
          <a:p>
            <a:endParaRPr lang="en-US" altLang="en-US" dirty="0"/>
          </a:p>
          <a:p>
            <a:endParaRPr lang="en-US" altLang="en-US" dirty="0"/>
          </a:p>
          <a:p>
            <a:pPr>
              <a:spcBef>
                <a:spcPct val="0"/>
              </a:spcBef>
            </a:pPr>
            <a:endParaRPr lang="en-US" altLang="en-US" dirty="0">
              <a:latin typeface="Times New Roman" panose="02020603050405020304" pitchFamily="18" charset="0"/>
            </a:endParaRPr>
          </a:p>
        </p:txBody>
      </p:sp>
      <p:sp>
        <p:nvSpPr>
          <p:cNvPr id="92164" name="Slide Number Placeholder 3"/>
          <p:cNvSpPr txBox="1">
            <a:spLocks noGrp="1"/>
          </p:cNvSpPr>
          <p:nvPr/>
        </p:nvSpPr>
        <p:spPr bwMode="auto">
          <a:xfrm>
            <a:off x="4748197" y="10106483"/>
            <a:ext cx="3634670" cy="5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6418" tIns="53210" rIns="106418" bIns="5321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r" defTabSz="1042757">
              <a:lnSpc>
                <a:spcPct val="110000"/>
              </a:lnSpc>
              <a:defRPr/>
            </a:pPr>
            <a:fld id="{A35EDA96-CB0F-4E40-AC00-8D6617C03F70}" type="slidenum">
              <a:rPr lang="en-US" altLang="en-US" sz="1400" b="1">
                <a:solidFill>
                  <a:srgbClr val="000000"/>
                </a:solidFill>
                <a:latin typeface="Calibri" panose="020F0502020204030204" pitchFamily="34" charset="0"/>
                <a:ea typeface="ＭＳ Ｐゴシック" pitchFamily="34" charset="-128"/>
              </a:rPr>
              <a:pPr algn="r" defTabSz="1042757">
                <a:lnSpc>
                  <a:spcPct val="110000"/>
                </a:lnSpc>
                <a:defRPr/>
              </a:pPr>
              <a:t>9</a:t>
            </a:fld>
            <a:endParaRPr lang="en-US" altLang="en-US" sz="1400" b="1" dirty="0">
              <a:solidFill>
                <a:srgbClr val="000000"/>
              </a:solidFill>
              <a:latin typeface="Calibri" panose="020F0502020204030204" pitchFamily="34" charset="0"/>
              <a:ea typeface="ＭＳ Ｐゴシック" pitchFamily="34" charset="-128"/>
            </a:endParaRPr>
          </a:p>
        </p:txBody>
      </p:sp>
    </p:spTree>
    <p:extLst>
      <p:ext uri="{BB962C8B-B14F-4D97-AF65-F5344CB8AC3E}">
        <p14:creationId xmlns:p14="http://schemas.microsoft.com/office/powerpoint/2010/main" val="3323538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xfrm>
            <a:off x="837918" y="5055023"/>
            <a:ext cx="6707031" cy="4787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An example of how customers use the solution is based on this real-life scenario which shows the integrated workflow.</a:t>
            </a:r>
          </a:p>
          <a:p>
            <a:r>
              <a:rPr lang="en-US" altLang="en-US" dirty="0"/>
              <a:t>For example, if a rate of change alert in the oil temperature has occurred</a:t>
            </a:r>
          </a:p>
          <a:p>
            <a:r>
              <a:rPr lang="en-US" altLang="en-US" dirty="0"/>
              <a:t>A process engineer or reliability engineer either receives an email notification or sees a status change on the Asset Sentinel Dashboard.  This enables him to initiate an investigation and drill into the problem looking at trends, event summary to see the contributing cause, and view equipment displays.  </a:t>
            </a:r>
          </a:p>
          <a:p>
            <a:endParaRPr lang="en-US" altLang="en-US" dirty="0"/>
          </a:p>
          <a:p>
            <a:r>
              <a:rPr lang="en-US" altLang="en-US" dirty="0"/>
              <a:t>In one such case, immediately after a major compressor overhaul the engineer received an this type of alert and the investigation found a seal flush valve problem. If this condition had not been detected the just overhauled compressor seal would have quickly failed and caused another costly outage and potentially significant damage.</a:t>
            </a:r>
          </a:p>
          <a:p>
            <a:endParaRPr lang="en-US" altLang="en-US" dirty="0"/>
          </a:p>
          <a:p>
            <a:endParaRPr lang="en-US" altLang="en-US" dirty="0"/>
          </a:p>
          <a:p>
            <a:endParaRPr lang="en-US" altLang="en-US" dirty="0"/>
          </a:p>
          <a:p>
            <a:endParaRPr lang="en-US" altLang="en-US" dirty="0"/>
          </a:p>
          <a:p>
            <a:pPr>
              <a:spcBef>
                <a:spcPct val="0"/>
              </a:spcBef>
            </a:pPr>
            <a:endParaRPr lang="en-US" altLang="en-US" dirty="0">
              <a:latin typeface="Times New Roman" panose="02020603050405020304" pitchFamily="18" charset="0"/>
            </a:endParaRPr>
          </a:p>
        </p:txBody>
      </p:sp>
      <p:sp>
        <p:nvSpPr>
          <p:cNvPr id="92164" name="Slide Number Placeholder 3"/>
          <p:cNvSpPr txBox="1">
            <a:spLocks noGrp="1"/>
          </p:cNvSpPr>
          <p:nvPr/>
        </p:nvSpPr>
        <p:spPr bwMode="auto">
          <a:xfrm>
            <a:off x="4748197" y="10106483"/>
            <a:ext cx="3634670" cy="5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6418" tIns="53210" rIns="106418" bIns="5321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r" defTabSz="1042757">
              <a:lnSpc>
                <a:spcPct val="110000"/>
              </a:lnSpc>
              <a:defRPr/>
            </a:pPr>
            <a:fld id="{A35EDA96-CB0F-4E40-AC00-8D6617C03F70}" type="slidenum">
              <a:rPr lang="en-US" altLang="en-US" sz="1400" b="1">
                <a:solidFill>
                  <a:srgbClr val="000000"/>
                </a:solidFill>
                <a:latin typeface="Calibri" panose="020F0502020204030204" pitchFamily="34" charset="0"/>
                <a:ea typeface="ＭＳ Ｐゴシック" pitchFamily="34" charset="-128"/>
              </a:rPr>
              <a:pPr algn="r" defTabSz="1042757">
                <a:lnSpc>
                  <a:spcPct val="110000"/>
                </a:lnSpc>
                <a:defRPr/>
              </a:pPr>
              <a:t>10</a:t>
            </a:fld>
            <a:endParaRPr lang="en-US" altLang="en-US" sz="1400" b="1" dirty="0">
              <a:solidFill>
                <a:srgbClr val="000000"/>
              </a:solidFill>
              <a:latin typeface="Calibri" panose="020F0502020204030204" pitchFamily="34" charset="0"/>
              <a:ea typeface="ＭＳ Ｐゴシック" pitchFamily="34" charset="-128"/>
            </a:endParaRPr>
          </a:p>
        </p:txBody>
      </p:sp>
    </p:spTree>
    <p:extLst>
      <p:ext uri="{BB962C8B-B14F-4D97-AF65-F5344CB8AC3E}">
        <p14:creationId xmlns:p14="http://schemas.microsoft.com/office/powerpoint/2010/main" val="4016252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xfrm>
            <a:off x="837918" y="5055023"/>
            <a:ext cx="6707031" cy="4787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Fault Tree –It’s a graphical representation/display of an asset and associated faults and symptoms</a:t>
            </a:r>
          </a:p>
          <a:p>
            <a:r>
              <a:rPr lang="en-US" altLang="en-US" dirty="0"/>
              <a:t> It help to locate the source of the Fault in a single view.</a:t>
            </a:r>
          </a:p>
          <a:p>
            <a:endParaRPr lang="en-US" altLang="en-US" dirty="0"/>
          </a:p>
          <a:p>
            <a:endParaRPr lang="en-US" altLang="en-US" dirty="0"/>
          </a:p>
          <a:p>
            <a:endParaRPr lang="en-US" altLang="en-US" dirty="0"/>
          </a:p>
          <a:p>
            <a:pPr>
              <a:spcBef>
                <a:spcPct val="0"/>
              </a:spcBef>
            </a:pPr>
            <a:endParaRPr lang="en-US" altLang="en-US" dirty="0">
              <a:latin typeface="Times New Roman" panose="02020603050405020304" pitchFamily="18" charset="0"/>
            </a:endParaRPr>
          </a:p>
        </p:txBody>
      </p:sp>
      <p:sp>
        <p:nvSpPr>
          <p:cNvPr id="92164" name="Slide Number Placeholder 3"/>
          <p:cNvSpPr txBox="1">
            <a:spLocks noGrp="1"/>
          </p:cNvSpPr>
          <p:nvPr/>
        </p:nvSpPr>
        <p:spPr bwMode="auto">
          <a:xfrm>
            <a:off x="4748197" y="10106483"/>
            <a:ext cx="3634670" cy="5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6418" tIns="53210" rIns="106418" bIns="53210"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r" defTabSz="1042757">
              <a:lnSpc>
                <a:spcPct val="110000"/>
              </a:lnSpc>
              <a:defRPr/>
            </a:pPr>
            <a:fld id="{A35EDA96-CB0F-4E40-AC00-8D6617C03F70}" type="slidenum">
              <a:rPr lang="en-US" altLang="en-US" sz="1400" b="1">
                <a:solidFill>
                  <a:srgbClr val="000000"/>
                </a:solidFill>
                <a:latin typeface="Calibri" panose="020F0502020204030204" pitchFamily="34" charset="0"/>
                <a:ea typeface="ＭＳ Ｐゴシック" pitchFamily="34" charset="-128"/>
              </a:rPr>
              <a:pPr algn="r" defTabSz="1042757">
                <a:lnSpc>
                  <a:spcPct val="110000"/>
                </a:lnSpc>
                <a:defRPr/>
              </a:pPr>
              <a:t>11</a:t>
            </a:fld>
            <a:endParaRPr lang="en-US" altLang="en-US" sz="1400" b="1" dirty="0">
              <a:solidFill>
                <a:srgbClr val="000000"/>
              </a:solidFill>
              <a:latin typeface="Calibri" panose="020F0502020204030204" pitchFamily="34" charset="0"/>
              <a:ea typeface="ＭＳ Ｐゴシック" pitchFamily="34" charset="-128"/>
            </a:endParaRPr>
          </a:p>
        </p:txBody>
      </p:sp>
    </p:spTree>
    <p:extLst>
      <p:ext uri="{BB962C8B-B14F-4D97-AF65-F5344CB8AC3E}">
        <p14:creationId xmlns:p14="http://schemas.microsoft.com/office/powerpoint/2010/main" val="529899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defTabSz="1021806">
              <a:defRPr/>
            </a:pPr>
            <a:endParaRPr lang="en-US" dirty="0">
              <a:solidFill>
                <a:prstClr val="black"/>
              </a:solidFill>
              <a:latin typeface="Calibri" panose="020F0502020204030204"/>
            </a:endParaRPr>
          </a:p>
        </p:txBody>
      </p:sp>
      <p:sp>
        <p:nvSpPr>
          <p:cNvPr id="5" name="Footer Placeholder 4" hidden="1"/>
          <p:cNvSpPr>
            <a:spLocks noGrp="1"/>
          </p:cNvSpPr>
          <p:nvPr>
            <p:ph type="ftr" sz="quarter" idx="4"/>
          </p:nvPr>
        </p:nvSpPr>
        <p:spPr/>
        <p:txBody>
          <a:bodyPr/>
          <a:lstStyle/>
          <a:p>
            <a:pPr defTabSz="1021806">
              <a:defRPr/>
            </a:pPr>
            <a:endParaRPr lang="en-US" dirty="0"/>
          </a:p>
        </p:txBody>
      </p:sp>
      <p:sp>
        <p:nvSpPr>
          <p:cNvPr id="6" name="Slide Number Placeholder 5"/>
          <p:cNvSpPr>
            <a:spLocks noGrp="1"/>
          </p:cNvSpPr>
          <p:nvPr>
            <p:ph type="sldNum" sz="quarter" idx="5"/>
          </p:nvPr>
        </p:nvSpPr>
        <p:spPr/>
        <p:txBody>
          <a:bodyPr/>
          <a:lstStyle/>
          <a:p>
            <a:pPr defTabSz="1021806">
              <a:defRPr/>
            </a:pPr>
            <a:fld id="{7DA24B9F-89C6-4497-88B5-F891B84F926F}" type="slidenum">
              <a:rPr lang="en-US">
                <a:solidFill>
                  <a:prstClr val="black"/>
                </a:solidFill>
                <a:latin typeface="Calibri" panose="020F0502020204030204"/>
              </a:rPr>
              <a:pPr defTabSz="1021806">
                <a:defRPr/>
              </a:pPr>
              <a:t>12</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417365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defTabSz="1021806">
              <a:defRPr/>
            </a:pPr>
            <a:endParaRPr lang="en-US" dirty="0">
              <a:solidFill>
                <a:prstClr val="black"/>
              </a:solidFill>
              <a:latin typeface="Calibri" panose="020F0502020204030204"/>
            </a:endParaRPr>
          </a:p>
        </p:txBody>
      </p:sp>
      <p:sp>
        <p:nvSpPr>
          <p:cNvPr id="5" name="Footer Placeholder 4" hidden="1"/>
          <p:cNvSpPr>
            <a:spLocks noGrp="1"/>
          </p:cNvSpPr>
          <p:nvPr>
            <p:ph type="ftr" sz="quarter" idx="4"/>
          </p:nvPr>
        </p:nvSpPr>
        <p:spPr/>
        <p:txBody>
          <a:bodyPr/>
          <a:lstStyle/>
          <a:p>
            <a:pPr defTabSz="1021806">
              <a:defRPr/>
            </a:pPr>
            <a:endParaRPr lang="en-US" dirty="0"/>
          </a:p>
        </p:txBody>
      </p:sp>
      <p:sp>
        <p:nvSpPr>
          <p:cNvPr id="6" name="Slide Number Placeholder 5"/>
          <p:cNvSpPr>
            <a:spLocks noGrp="1"/>
          </p:cNvSpPr>
          <p:nvPr>
            <p:ph type="sldNum" sz="quarter" idx="5"/>
          </p:nvPr>
        </p:nvSpPr>
        <p:spPr/>
        <p:txBody>
          <a:bodyPr/>
          <a:lstStyle/>
          <a:p>
            <a:pPr defTabSz="1021806">
              <a:defRPr/>
            </a:pPr>
            <a:fld id="{7DA24B9F-89C6-4497-88B5-F891B84F926F}" type="slidenum">
              <a:rPr lang="en-US">
                <a:solidFill>
                  <a:prstClr val="black"/>
                </a:solidFill>
                <a:latin typeface="Calibri" panose="020F0502020204030204"/>
              </a:rPr>
              <a:pPr defTabSz="1021806">
                <a:defRPr/>
              </a:pPr>
              <a:t>13</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3257377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15</a:t>
            </a:fld>
            <a:endParaRPr lang="en-US"/>
          </a:p>
        </p:txBody>
      </p:sp>
    </p:spTree>
    <p:extLst>
      <p:ext uri="{BB962C8B-B14F-4D97-AF65-F5344CB8AC3E}">
        <p14:creationId xmlns:p14="http://schemas.microsoft.com/office/powerpoint/2010/main" val="17287181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16</a:t>
            </a:fld>
            <a:endParaRPr lang="en-US"/>
          </a:p>
        </p:txBody>
      </p:sp>
    </p:spTree>
    <p:extLst>
      <p:ext uri="{BB962C8B-B14F-4D97-AF65-F5344CB8AC3E}">
        <p14:creationId xmlns:p14="http://schemas.microsoft.com/office/powerpoint/2010/main" val="1220857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17</a:t>
            </a:fld>
            <a:endParaRPr lang="en-US"/>
          </a:p>
        </p:txBody>
      </p:sp>
    </p:spTree>
    <p:extLst>
      <p:ext uri="{BB962C8B-B14F-4D97-AF65-F5344CB8AC3E}">
        <p14:creationId xmlns:p14="http://schemas.microsoft.com/office/powerpoint/2010/main" val="2736536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18</a:t>
            </a:fld>
            <a:endParaRPr lang="en-US"/>
          </a:p>
        </p:txBody>
      </p:sp>
    </p:spTree>
    <p:extLst>
      <p:ext uri="{BB962C8B-B14F-4D97-AF65-F5344CB8AC3E}">
        <p14:creationId xmlns:p14="http://schemas.microsoft.com/office/powerpoint/2010/main" val="15880172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19</a:t>
            </a:fld>
            <a:endParaRPr lang="en-US"/>
          </a:p>
        </p:txBody>
      </p:sp>
    </p:spTree>
    <p:extLst>
      <p:ext uri="{BB962C8B-B14F-4D97-AF65-F5344CB8AC3E}">
        <p14:creationId xmlns:p14="http://schemas.microsoft.com/office/powerpoint/2010/main" val="476223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20</a:t>
            </a:fld>
            <a:endParaRPr lang="en-US"/>
          </a:p>
        </p:txBody>
      </p:sp>
    </p:spTree>
    <p:extLst>
      <p:ext uri="{BB962C8B-B14F-4D97-AF65-F5344CB8AC3E}">
        <p14:creationId xmlns:p14="http://schemas.microsoft.com/office/powerpoint/2010/main" val="273122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21</a:t>
            </a:fld>
            <a:endParaRPr lang="en-US"/>
          </a:p>
        </p:txBody>
      </p:sp>
    </p:spTree>
    <p:extLst>
      <p:ext uri="{BB962C8B-B14F-4D97-AF65-F5344CB8AC3E}">
        <p14:creationId xmlns:p14="http://schemas.microsoft.com/office/powerpoint/2010/main" val="29139777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22</a:t>
            </a:fld>
            <a:endParaRPr lang="en-US"/>
          </a:p>
        </p:txBody>
      </p:sp>
    </p:spTree>
    <p:extLst>
      <p:ext uri="{BB962C8B-B14F-4D97-AF65-F5344CB8AC3E}">
        <p14:creationId xmlns:p14="http://schemas.microsoft.com/office/powerpoint/2010/main" val="1636018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23</a:t>
            </a:fld>
            <a:endParaRPr lang="en-US"/>
          </a:p>
        </p:txBody>
      </p:sp>
    </p:spTree>
    <p:extLst>
      <p:ext uri="{BB962C8B-B14F-4D97-AF65-F5344CB8AC3E}">
        <p14:creationId xmlns:p14="http://schemas.microsoft.com/office/powerpoint/2010/main" val="3082193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24</a:t>
            </a:fld>
            <a:endParaRPr lang="en-US"/>
          </a:p>
        </p:txBody>
      </p:sp>
    </p:spTree>
    <p:extLst>
      <p:ext uri="{BB962C8B-B14F-4D97-AF65-F5344CB8AC3E}">
        <p14:creationId xmlns:p14="http://schemas.microsoft.com/office/powerpoint/2010/main" val="1952917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25</a:t>
            </a:fld>
            <a:endParaRPr lang="en-US"/>
          </a:p>
        </p:txBody>
      </p:sp>
    </p:spTree>
    <p:extLst>
      <p:ext uri="{BB962C8B-B14F-4D97-AF65-F5344CB8AC3E}">
        <p14:creationId xmlns:p14="http://schemas.microsoft.com/office/powerpoint/2010/main" val="15909433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26</a:t>
            </a:fld>
            <a:endParaRPr lang="en-US"/>
          </a:p>
        </p:txBody>
      </p:sp>
    </p:spTree>
    <p:extLst>
      <p:ext uri="{BB962C8B-B14F-4D97-AF65-F5344CB8AC3E}">
        <p14:creationId xmlns:p14="http://schemas.microsoft.com/office/powerpoint/2010/main" val="543750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27</a:t>
            </a:fld>
            <a:endParaRPr lang="en-US"/>
          </a:p>
        </p:txBody>
      </p:sp>
    </p:spTree>
    <p:extLst>
      <p:ext uri="{BB962C8B-B14F-4D97-AF65-F5344CB8AC3E}">
        <p14:creationId xmlns:p14="http://schemas.microsoft.com/office/powerpoint/2010/main" val="41363166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30</a:t>
            </a:fld>
            <a:endParaRPr lang="en-US"/>
          </a:p>
        </p:txBody>
      </p:sp>
    </p:spTree>
    <p:extLst>
      <p:ext uri="{BB962C8B-B14F-4D97-AF65-F5344CB8AC3E}">
        <p14:creationId xmlns:p14="http://schemas.microsoft.com/office/powerpoint/2010/main" val="36970776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31</a:t>
            </a:fld>
            <a:endParaRPr lang="en-US"/>
          </a:p>
        </p:txBody>
      </p:sp>
    </p:spTree>
    <p:extLst>
      <p:ext uri="{BB962C8B-B14F-4D97-AF65-F5344CB8AC3E}">
        <p14:creationId xmlns:p14="http://schemas.microsoft.com/office/powerpoint/2010/main" val="3325117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32</a:t>
            </a:fld>
            <a:endParaRPr lang="en-US"/>
          </a:p>
        </p:txBody>
      </p:sp>
    </p:spTree>
    <p:extLst>
      <p:ext uri="{BB962C8B-B14F-4D97-AF65-F5344CB8AC3E}">
        <p14:creationId xmlns:p14="http://schemas.microsoft.com/office/powerpoint/2010/main" val="7792813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33</a:t>
            </a:fld>
            <a:endParaRPr lang="en-US"/>
          </a:p>
        </p:txBody>
      </p:sp>
    </p:spTree>
    <p:extLst>
      <p:ext uri="{BB962C8B-B14F-4D97-AF65-F5344CB8AC3E}">
        <p14:creationId xmlns:p14="http://schemas.microsoft.com/office/powerpoint/2010/main" val="23449692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34</a:t>
            </a:fld>
            <a:endParaRPr lang="en-US"/>
          </a:p>
        </p:txBody>
      </p:sp>
    </p:spTree>
    <p:extLst>
      <p:ext uri="{BB962C8B-B14F-4D97-AF65-F5344CB8AC3E}">
        <p14:creationId xmlns:p14="http://schemas.microsoft.com/office/powerpoint/2010/main" val="10940204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35</a:t>
            </a:fld>
            <a:endParaRPr lang="en-US"/>
          </a:p>
        </p:txBody>
      </p:sp>
    </p:spTree>
    <p:extLst>
      <p:ext uri="{BB962C8B-B14F-4D97-AF65-F5344CB8AC3E}">
        <p14:creationId xmlns:p14="http://schemas.microsoft.com/office/powerpoint/2010/main" val="26122352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36</a:t>
            </a:fld>
            <a:endParaRPr lang="en-US"/>
          </a:p>
        </p:txBody>
      </p:sp>
    </p:spTree>
    <p:extLst>
      <p:ext uri="{BB962C8B-B14F-4D97-AF65-F5344CB8AC3E}">
        <p14:creationId xmlns:p14="http://schemas.microsoft.com/office/powerpoint/2010/main" val="10161887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37</a:t>
            </a:fld>
            <a:endParaRPr lang="en-US"/>
          </a:p>
        </p:txBody>
      </p:sp>
    </p:spTree>
    <p:extLst>
      <p:ext uri="{BB962C8B-B14F-4D97-AF65-F5344CB8AC3E}">
        <p14:creationId xmlns:p14="http://schemas.microsoft.com/office/powerpoint/2010/main" val="25869716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40</a:t>
            </a:fld>
            <a:endParaRPr lang="en-US"/>
          </a:p>
        </p:txBody>
      </p:sp>
    </p:spTree>
    <p:extLst>
      <p:ext uri="{BB962C8B-B14F-4D97-AF65-F5344CB8AC3E}">
        <p14:creationId xmlns:p14="http://schemas.microsoft.com/office/powerpoint/2010/main" val="5609521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41</a:t>
            </a:fld>
            <a:endParaRPr lang="en-US"/>
          </a:p>
        </p:txBody>
      </p:sp>
    </p:spTree>
    <p:extLst>
      <p:ext uri="{BB962C8B-B14F-4D97-AF65-F5344CB8AC3E}">
        <p14:creationId xmlns:p14="http://schemas.microsoft.com/office/powerpoint/2010/main" val="4786402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42</a:t>
            </a:fld>
            <a:endParaRPr lang="en-US"/>
          </a:p>
        </p:txBody>
      </p:sp>
    </p:spTree>
    <p:extLst>
      <p:ext uri="{BB962C8B-B14F-4D97-AF65-F5344CB8AC3E}">
        <p14:creationId xmlns:p14="http://schemas.microsoft.com/office/powerpoint/2010/main" val="12418630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43</a:t>
            </a:fld>
            <a:endParaRPr lang="en-US"/>
          </a:p>
        </p:txBody>
      </p:sp>
    </p:spTree>
    <p:extLst>
      <p:ext uri="{BB962C8B-B14F-4D97-AF65-F5344CB8AC3E}">
        <p14:creationId xmlns:p14="http://schemas.microsoft.com/office/powerpoint/2010/main" val="17061020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44</a:t>
            </a:fld>
            <a:endParaRPr lang="en-US"/>
          </a:p>
        </p:txBody>
      </p:sp>
    </p:spTree>
    <p:extLst>
      <p:ext uri="{BB962C8B-B14F-4D97-AF65-F5344CB8AC3E}">
        <p14:creationId xmlns:p14="http://schemas.microsoft.com/office/powerpoint/2010/main" val="27284077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45</a:t>
            </a:fld>
            <a:endParaRPr lang="en-US"/>
          </a:p>
        </p:txBody>
      </p:sp>
    </p:spTree>
    <p:extLst>
      <p:ext uri="{BB962C8B-B14F-4D97-AF65-F5344CB8AC3E}">
        <p14:creationId xmlns:p14="http://schemas.microsoft.com/office/powerpoint/2010/main" val="34228183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48</a:t>
            </a:fld>
            <a:endParaRPr lang="en-US"/>
          </a:p>
        </p:txBody>
      </p:sp>
    </p:spTree>
    <p:extLst>
      <p:ext uri="{BB962C8B-B14F-4D97-AF65-F5344CB8AC3E}">
        <p14:creationId xmlns:p14="http://schemas.microsoft.com/office/powerpoint/2010/main" val="16899735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49</a:t>
            </a:fld>
            <a:endParaRPr lang="en-US"/>
          </a:p>
        </p:txBody>
      </p:sp>
    </p:spTree>
    <p:extLst>
      <p:ext uri="{BB962C8B-B14F-4D97-AF65-F5344CB8AC3E}">
        <p14:creationId xmlns:p14="http://schemas.microsoft.com/office/powerpoint/2010/main" val="3330274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50</a:t>
            </a:fld>
            <a:endParaRPr lang="en-US"/>
          </a:p>
        </p:txBody>
      </p:sp>
    </p:spTree>
    <p:extLst>
      <p:ext uri="{BB962C8B-B14F-4D97-AF65-F5344CB8AC3E}">
        <p14:creationId xmlns:p14="http://schemas.microsoft.com/office/powerpoint/2010/main" val="42247760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51</a:t>
            </a:fld>
            <a:endParaRPr lang="en-US"/>
          </a:p>
        </p:txBody>
      </p:sp>
    </p:spTree>
    <p:extLst>
      <p:ext uri="{BB962C8B-B14F-4D97-AF65-F5344CB8AC3E}">
        <p14:creationId xmlns:p14="http://schemas.microsoft.com/office/powerpoint/2010/main" val="8286836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52</a:t>
            </a:fld>
            <a:endParaRPr lang="en-US"/>
          </a:p>
        </p:txBody>
      </p:sp>
    </p:spTree>
    <p:extLst>
      <p:ext uri="{BB962C8B-B14F-4D97-AF65-F5344CB8AC3E}">
        <p14:creationId xmlns:p14="http://schemas.microsoft.com/office/powerpoint/2010/main" val="41724528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53</a:t>
            </a:fld>
            <a:endParaRPr lang="en-US"/>
          </a:p>
        </p:txBody>
      </p:sp>
    </p:spTree>
    <p:extLst>
      <p:ext uri="{BB962C8B-B14F-4D97-AF65-F5344CB8AC3E}">
        <p14:creationId xmlns:p14="http://schemas.microsoft.com/office/powerpoint/2010/main" val="175875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54</a:t>
            </a:fld>
            <a:endParaRPr lang="en-US"/>
          </a:p>
        </p:txBody>
      </p:sp>
    </p:spTree>
    <p:extLst>
      <p:ext uri="{BB962C8B-B14F-4D97-AF65-F5344CB8AC3E}">
        <p14:creationId xmlns:p14="http://schemas.microsoft.com/office/powerpoint/2010/main" val="19553324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55</a:t>
            </a:fld>
            <a:endParaRPr lang="en-US"/>
          </a:p>
        </p:txBody>
      </p:sp>
    </p:spTree>
    <p:extLst>
      <p:ext uri="{BB962C8B-B14F-4D97-AF65-F5344CB8AC3E}">
        <p14:creationId xmlns:p14="http://schemas.microsoft.com/office/powerpoint/2010/main" val="16480318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56</a:t>
            </a:fld>
            <a:endParaRPr lang="en-US"/>
          </a:p>
        </p:txBody>
      </p:sp>
    </p:spTree>
    <p:extLst>
      <p:ext uri="{BB962C8B-B14F-4D97-AF65-F5344CB8AC3E}">
        <p14:creationId xmlns:p14="http://schemas.microsoft.com/office/powerpoint/2010/main" val="9085209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58</a:t>
            </a:fld>
            <a:endParaRPr lang="en-US"/>
          </a:p>
        </p:txBody>
      </p:sp>
    </p:spTree>
    <p:extLst>
      <p:ext uri="{BB962C8B-B14F-4D97-AF65-F5344CB8AC3E}">
        <p14:creationId xmlns:p14="http://schemas.microsoft.com/office/powerpoint/2010/main" val="22405429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59</a:t>
            </a:fld>
            <a:endParaRPr lang="en-US"/>
          </a:p>
        </p:txBody>
      </p:sp>
    </p:spTree>
    <p:extLst>
      <p:ext uri="{BB962C8B-B14F-4D97-AF65-F5344CB8AC3E}">
        <p14:creationId xmlns:p14="http://schemas.microsoft.com/office/powerpoint/2010/main" val="3702613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5.xml"/><Relationship Id="rId1" Type="http://schemas.openxmlformats.org/officeDocument/2006/relationships/tags" Target="../tags/tag1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7.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8.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9.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0.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1.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6.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7.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8.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9.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5.xml"/><Relationship Id="rId1" Type="http://schemas.openxmlformats.org/officeDocument/2006/relationships/tags" Target="../tags/tag32.xml"/><Relationship Id="rId4"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5.xml"/><Relationship Id="rId1" Type="http://schemas.openxmlformats.org/officeDocument/2006/relationships/tags" Target="../tags/tag33.xml"/><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4.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5.xml"/><Relationship Id="rId1" Type="http://schemas.openxmlformats.org/officeDocument/2006/relationships/tags" Target="../tags/tag36.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1.emf"/><Relationship Id="rId4" Type="http://schemas.openxmlformats.org/officeDocument/2006/relationships/oleObject" Target="../embeddings/oleObject1.bin"/></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ingle-Image Cover">
    <p:spTree>
      <p:nvGrpSpPr>
        <p:cNvPr id="1" name=""/>
        <p:cNvGrpSpPr/>
        <p:nvPr/>
      </p:nvGrpSpPr>
      <p:grpSpPr>
        <a:xfrm>
          <a:off x="0" y="0"/>
          <a:ext cx="0" cy="0"/>
          <a:chOff x="0" y="0"/>
          <a:chExt cx="0" cy="0"/>
        </a:xfrm>
      </p:grpSpPr>
      <p:cxnSp>
        <p:nvCxnSpPr>
          <p:cNvPr id="6" name="Straight Connector 5"/>
          <p:cNvCxnSpPr/>
          <p:nvPr/>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0"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2"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8531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1599D60A-9BBF-4307-A866-31648AA11793}" type="datetimeFigureOut">
              <a:rPr lang="en-US" smtClean="0"/>
              <a:t>6/28/2024</a:t>
            </a:fld>
            <a:endParaRPr lang="en-US"/>
          </a:p>
        </p:txBody>
      </p:sp>
      <p:sp>
        <p:nvSpPr>
          <p:cNvPr id="5" name="Footer Placeholder 4"/>
          <p:cNvSpPr>
            <a:spLocks noGrp="1"/>
          </p:cNvSpPr>
          <p:nvPr>
            <p:ph type="ftr" sz="quarter" idx="11"/>
            <p:custDataLst>
              <p:tags r:id="rId1"/>
            </p:custDataLst>
          </p:nvPr>
        </p:nvSpPr>
        <p:spPr>
          <a:xfrm>
            <a:off x="0" y="6356350"/>
            <a:ext cx="12192000" cy="365125"/>
          </a:xfrm>
          <a:prstGeom prst="rect">
            <a:avLst/>
          </a:prstGeo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3471AE-043A-4687-92E1-063725A8428B}" type="slidenum">
              <a:rPr lang="en-US" smtClean="0"/>
              <a:t>‹#›</a:t>
            </a:fld>
            <a:endParaRPr lang="en-US"/>
          </a:p>
        </p:txBody>
      </p:sp>
    </p:spTree>
    <p:extLst>
      <p:ext uri="{BB962C8B-B14F-4D97-AF65-F5344CB8AC3E}">
        <p14:creationId xmlns:p14="http://schemas.microsoft.com/office/powerpoint/2010/main" val="305316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ulti-Image Cover">
    <p:spTree>
      <p:nvGrpSpPr>
        <p:cNvPr id="1" name=""/>
        <p:cNvGrpSpPr/>
        <p:nvPr/>
      </p:nvGrpSpPr>
      <p:grpSpPr>
        <a:xfrm>
          <a:off x="0" y="0"/>
          <a:ext cx="0" cy="0"/>
          <a:chOff x="0" y="0"/>
          <a:chExt cx="0" cy="0"/>
        </a:xfrm>
      </p:grpSpPr>
      <p:cxnSp>
        <p:nvCxnSpPr>
          <p:cNvPr id="6" name="Straight Connector 5"/>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4"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5"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6"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25297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714568" y="357810"/>
            <a:ext cx="10507948" cy="498610"/>
          </a:xfrm>
        </p:spPr>
        <p:txBody>
          <a:bodyPr/>
          <a:lstStyle>
            <a:lvl1pPr>
              <a:defRPr baseline="0">
                <a:solidFill>
                  <a:schemeClr val="tx1"/>
                </a:solidFill>
              </a:defRPr>
            </a:lvl1pPr>
          </a:lstStyle>
          <a:p>
            <a:r>
              <a:rPr lang="en-US"/>
              <a:t>Click to edit Master title style</a:t>
            </a:r>
            <a:endParaRPr lang="en-US" dirty="0"/>
          </a:p>
        </p:txBody>
      </p:sp>
      <p:sp>
        <p:nvSpPr>
          <p:cNvPr id="5" name="Content Placeholder 4"/>
          <p:cNvSpPr>
            <a:spLocks noGrp="1"/>
          </p:cNvSpPr>
          <p:nvPr>
            <p:ph sz="quarter" idx="12"/>
          </p:nvPr>
        </p:nvSpPr>
        <p:spPr>
          <a:xfrm>
            <a:off x="714568" y="1005840"/>
            <a:ext cx="10507947" cy="5053316"/>
          </a:xfrm>
          <a:prstGeom prst="rect">
            <a:avLst/>
          </a:prstGeom>
        </p:spPr>
        <p:txBody>
          <a:bodyPr/>
          <a:lstStyle>
            <a:lvl1pPr>
              <a:buClr>
                <a:schemeClr val="accent1"/>
              </a:buClr>
              <a:defRPr/>
            </a:lvl1pPr>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p:cNvSpPr>
            <a:spLocks noGrp="1"/>
          </p:cNvSpPr>
          <p:nvPr>
            <p:ph type="sldNum" sz="quarter" idx="13"/>
          </p:nvPr>
        </p:nvSpPr>
        <p:spPr/>
        <p:txBody>
          <a:bodyPr/>
          <a:lstStyle>
            <a:lvl1pPr>
              <a:defRPr/>
            </a:lvl1pPr>
          </a:lstStyle>
          <a:p>
            <a:pPr>
              <a:defRPr/>
            </a:pPr>
            <a:fld id="{65C380C9-3062-4F1D-A521-BEC000498A55}" type="slidenum">
              <a:rPr lang="en-US"/>
              <a:pPr>
                <a:defRPr/>
              </a:pPr>
              <a:t>‹#›</a:t>
            </a:fld>
            <a:endParaRPr lang="en-US" dirty="0"/>
          </a:p>
        </p:txBody>
      </p:sp>
      <p:sp>
        <p:nvSpPr>
          <p:cNvPr id="2" name="Footer Placeholder 1"/>
          <p:cNvSpPr>
            <a:spLocks noGrp="1"/>
          </p:cNvSpPr>
          <p:nvPr>
            <p:ph type="ftr" sz="quarter" idx="14"/>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406101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cxnSp>
        <p:nvCxnSpPr>
          <p:cNvPr id="5" name="Straight Connector 4"/>
          <p:cNvCxnSpPr/>
          <p:nvPr userDrawn="1"/>
        </p:nvCxnSpPr>
        <p:spPr bwMode="auto">
          <a:xfrm>
            <a:off x="6008688" y="996950"/>
            <a:ext cx="0" cy="5122496"/>
          </a:xfrm>
          <a:prstGeom prst="line">
            <a:avLst/>
          </a:prstGeom>
          <a:noFill/>
          <a:ln w="9525" cap="flat" cmpd="sng" algn="ctr">
            <a:solidFill>
              <a:schemeClr val="accent3"/>
            </a:solidFill>
            <a:prstDash val="solid"/>
            <a:round/>
            <a:headEnd type="none" w="med" len="med"/>
            <a:tailEnd type="none" w="med" len="med"/>
          </a:ln>
          <a:effectLst/>
        </p:spPr>
      </p:cxnSp>
      <p:sp>
        <p:nvSpPr>
          <p:cNvPr id="13" name="Title 1"/>
          <p:cNvSpPr>
            <a:spLocks noGrp="1"/>
          </p:cNvSpPr>
          <p:nvPr>
            <p:ph type="title"/>
          </p:nvPr>
        </p:nvSpPr>
        <p:spPr>
          <a:xfrm>
            <a:off x="714567" y="357810"/>
            <a:ext cx="10499918" cy="498610"/>
          </a:xfrm>
        </p:spPr>
        <p:txBody>
          <a:bodyPr/>
          <a:lstStyle/>
          <a:p>
            <a:r>
              <a:rPr lang="en-US"/>
              <a:t>Click to edit Master title style</a:t>
            </a:r>
            <a:endParaRPr lang="en-US" dirty="0"/>
          </a:p>
        </p:txBody>
      </p:sp>
      <p:sp>
        <p:nvSpPr>
          <p:cNvPr id="7" name="Content Placeholder 4"/>
          <p:cNvSpPr>
            <a:spLocks noGrp="1"/>
          </p:cNvSpPr>
          <p:nvPr>
            <p:ph sz="quarter" idx="12"/>
          </p:nvPr>
        </p:nvSpPr>
        <p:spPr>
          <a:xfrm>
            <a:off x="714793" y="1005840"/>
            <a:ext cx="5160304" cy="5113606"/>
          </a:xfrm>
          <a:prstGeom prst="rect">
            <a:avLst/>
          </a:prstGeom>
        </p:spPr>
        <p:txBody>
          <a:bodyPr/>
          <a:lstStyle>
            <a:lvl1pPr>
              <a:buClr>
                <a:schemeClr val="tx2"/>
              </a:buCl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4"/>
          <p:cNvSpPr>
            <a:spLocks noGrp="1"/>
          </p:cNvSpPr>
          <p:nvPr>
            <p:ph sz="quarter" idx="15"/>
          </p:nvPr>
        </p:nvSpPr>
        <p:spPr>
          <a:xfrm>
            <a:off x="6150445" y="1005840"/>
            <a:ext cx="5064040" cy="5113606"/>
          </a:xfrm>
          <a:prstGeom prst="rect">
            <a:avLst/>
          </a:prstGeom>
        </p:spPr>
        <p:txBody>
          <a:bodyPr/>
          <a:lstStyle>
            <a:lvl1pPr>
              <a:defRPr>
                <a:latin typeface="+mn-lt"/>
              </a:defRPr>
            </a:lvl1pPr>
            <a:lvl2pPr>
              <a:defRPr>
                <a:latin typeface="+mn-lt"/>
              </a:defRPr>
            </a:lvl2pPr>
            <a:lvl3pP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6"/>
          </p:nvPr>
        </p:nvSpPr>
        <p:spPr/>
        <p:txBody>
          <a:bodyPr/>
          <a:lstStyle>
            <a:lvl1pPr>
              <a:defRPr/>
            </a:lvl1pPr>
          </a:lstStyle>
          <a:p>
            <a:pPr>
              <a:defRPr/>
            </a:pPr>
            <a:fld id="{F0121559-6FAE-4C9F-95D5-751370D9C50E}" type="slidenum">
              <a:rPr lang="en-US"/>
              <a:pPr>
                <a:defRPr/>
              </a:pPr>
              <a:t>‹#›</a:t>
            </a:fld>
            <a:endParaRPr lang="en-US" dirty="0"/>
          </a:p>
        </p:txBody>
      </p:sp>
      <p:sp>
        <p:nvSpPr>
          <p:cNvPr id="2" name="Footer Placeholder 1"/>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73700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cxnSp>
        <p:nvCxnSpPr>
          <p:cNvPr id="7" name="Straight Connector 6"/>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8" name="Straight Connector 7"/>
          <p:cNvCxnSpPr/>
          <p:nvPr userDrawn="1"/>
        </p:nvCxnSpPr>
        <p:spPr bwMode="auto">
          <a:xfrm>
            <a:off x="6008688" y="996950"/>
            <a:ext cx="0" cy="5192836"/>
          </a:xfrm>
          <a:prstGeom prst="line">
            <a:avLst/>
          </a:prstGeom>
          <a:noFill/>
          <a:ln w="9525" cap="flat" cmpd="sng" algn="ctr">
            <a:solidFill>
              <a:schemeClr val="accent3"/>
            </a:solidFill>
            <a:prstDash val="solid"/>
            <a:round/>
            <a:headEnd type="none" w="med" len="med"/>
            <a:tailEnd type="none" w="med" len="med"/>
          </a:ln>
          <a:effectLst/>
        </p:spPr>
      </p:cxnSp>
      <p:sp>
        <p:nvSpPr>
          <p:cNvPr id="9" name="TextBox 11"/>
          <p:cNvSpPr txBox="1">
            <a:spLocks noChangeArrowheads="1"/>
          </p:cNvSpPr>
          <p:nvPr userDrawn="1"/>
        </p:nvSpPr>
        <p:spPr bwMode="auto">
          <a:xfrm>
            <a:off x="1666875" y="6804025"/>
            <a:ext cx="1857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a:p>
        </p:txBody>
      </p:sp>
      <p:sp>
        <p:nvSpPr>
          <p:cNvPr id="20" name="Title 1"/>
          <p:cNvSpPr>
            <a:spLocks noGrp="1"/>
          </p:cNvSpPr>
          <p:nvPr>
            <p:ph type="title"/>
          </p:nvPr>
        </p:nvSpPr>
        <p:spPr>
          <a:xfrm>
            <a:off x="714240" y="364798"/>
            <a:ext cx="10531033" cy="512064"/>
          </a:xfrm>
        </p:spPr>
        <p:txBody>
          <a:bodyPr/>
          <a:lstStyle/>
          <a:p>
            <a:r>
              <a:rPr lang="en-US"/>
              <a:t>Click to edit Master title style</a:t>
            </a:r>
            <a:endParaRPr lang="en-US" dirty="0"/>
          </a:p>
        </p:txBody>
      </p:sp>
      <p:sp>
        <p:nvSpPr>
          <p:cNvPr id="10" name="Content Placeholder 4"/>
          <p:cNvSpPr>
            <a:spLocks noGrp="1"/>
          </p:cNvSpPr>
          <p:nvPr>
            <p:ph sz="quarter" idx="12"/>
          </p:nvPr>
        </p:nvSpPr>
        <p:spPr>
          <a:xfrm>
            <a:off x="714240" y="1005841"/>
            <a:ext cx="5172338"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p:cNvSpPr>
            <a:spLocks noGrp="1"/>
          </p:cNvSpPr>
          <p:nvPr>
            <p:ph sz="quarter" idx="15"/>
          </p:nvPr>
        </p:nvSpPr>
        <p:spPr>
          <a:xfrm>
            <a:off x="6134782" y="1005841"/>
            <a:ext cx="5110491"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4"/>
          <p:cNvSpPr>
            <a:spLocks noGrp="1"/>
          </p:cNvSpPr>
          <p:nvPr>
            <p:ph sz="quarter" idx="22"/>
          </p:nvPr>
        </p:nvSpPr>
        <p:spPr>
          <a:xfrm>
            <a:off x="714240" y="3796577"/>
            <a:ext cx="5172338" cy="239320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4"/>
          <p:cNvSpPr>
            <a:spLocks noGrp="1"/>
          </p:cNvSpPr>
          <p:nvPr>
            <p:ph sz="quarter" idx="23"/>
          </p:nvPr>
        </p:nvSpPr>
        <p:spPr>
          <a:xfrm>
            <a:off x="6134782" y="3796578"/>
            <a:ext cx="5110491" cy="2393208"/>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5"/>
          <p:cNvSpPr>
            <a:spLocks noGrp="1"/>
          </p:cNvSpPr>
          <p:nvPr>
            <p:ph type="sldNum" sz="quarter" idx="24"/>
          </p:nvPr>
        </p:nvSpPr>
        <p:spPr/>
        <p:txBody>
          <a:bodyPr/>
          <a:lstStyle>
            <a:lvl1pPr algn="l">
              <a:defRPr sz="1100" b="1" i="0">
                <a:solidFill>
                  <a:schemeClr val="bg1"/>
                </a:solidFill>
                <a:latin typeface="+mn-lt"/>
                <a:cs typeface="HelveticaNeue MediumCond"/>
              </a:defRPr>
            </a:lvl1pPr>
          </a:lstStyle>
          <a:p>
            <a:pPr>
              <a:defRPr/>
            </a:pPr>
            <a:fld id="{7A6399F0-1CB9-4AF2-8492-04A4C562147A}" type="slidenum">
              <a:rPr lang="en-US"/>
              <a:pPr>
                <a:defRPr/>
              </a:pPr>
              <a:t>‹#›</a:t>
            </a:fld>
            <a:endParaRPr lang="en-US" dirty="0"/>
          </a:p>
        </p:txBody>
      </p:sp>
      <p:sp>
        <p:nvSpPr>
          <p:cNvPr id="2" name="Footer Placeholder 1"/>
          <p:cNvSpPr>
            <a:spLocks noGrp="1"/>
          </p:cNvSpPr>
          <p:nvPr>
            <p:ph type="ftr" sz="quarter" idx="2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22025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523336" cy="498475"/>
          </a:xfrm>
        </p:spPr>
        <p:txBody>
          <a:bodyPr/>
          <a:lstStyle/>
          <a:p>
            <a:r>
              <a:rPr lang="en-US"/>
              <a:t>Click to edit Master title style</a:t>
            </a:r>
            <a:endParaRPr lang="en-US" dirty="0"/>
          </a:p>
        </p:txBody>
      </p:sp>
      <p:sp>
        <p:nvSpPr>
          <p:cNvPr id="3" name="Slide Number Placeholder 5"/>
          <p:cNvSpPr>
            <a:spLocks noGrp="1"/>
          </p:cNvSpPr>
          <p:nvPr>
            <p:ph type="sldNum" sz="quarter" idx="10"/>
          </p:nvPr>
        </p:nvSpPr>
        <p:spPr/>
        <p:txBody>
          <a:bodyPr/>
          <a:lstStyle>
            <a:lvl1pPr>
              <a:defRPr/>
            </a:lvl1pPr>
          </a:lstStyle>
          <a:p>
            <a:pPr>
              <a:defRPr/>
            </a:pPr>
            <a:fld id="{521D1E3F-96BE-4EC6-B772-60D92C1E53EA}" type="slidenum">
              <a:rPr lang="en-US"/>
              <a:pPr>
                <a:defRPr/>
              </a:pPr>
              <a:t>‹#›</a:t>
            </a:fld>
            <a:endParaRPr lang="en-US" dirty="0"/>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2896915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0" y="2119726"/>
            <a:ext cx="12192000" cy="498475"/>
          </a:xfrm>
        </p:spPr>
        <p:txBody>
          <a:bodyPr/>
          <a:lstStyle>
            <a:lvl1pPr algn="ctr">
              <a:defRPr/>
            </a:lvl1p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E7709538-BB9A-4E8C-A50F-1F4EB6EDDBD2}" type="slidenum">
              <a:rPr lang="en-US"/>
              <a:pPr>
                <a:defRPr/>
              </a:pPr>
              <a:t>‹#›</a:t>
            </a:fld>
            <a:endParaRPr lang="en-US" dirty="0"/>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6627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 Text with Takeaway">
    <p:spTree>
      <p:nvGrpSpPr>
        <p:cNvPr id="1" name=""/>
        <p:cNvGrpSpPr/>
        <p:nvPr/>
      </p:nvGrpSpPr>
      <p:grpSpPr>
        <a:xfrm>
          <a:off x="0" y="0"/>
          <a:ext cx="0" cy="0"/>
          <a:chOff x="0" y="0"/>
          <a:chExt cx="0" cy="0"/>
        </a:xfrm>
      </p:grpSpPr>
      <p:sp>
        <p:nvSpPr>
          <p:cNvPr id="16" name="Title 1"/>
          <p:cNvSpPr>
            <a:spLocks noGrp="1"/>
          </p:cNvSpPr>
          <p:nvPr>
            <p:ph type="title"/>
          </p:nvPr>
        </p:nvSpPr>
        <p:spPr>
          <a:xfrm>
            <a:off x="709621" y="364015"/>
            <a:ext cx="10491779" cy="511862"/>
          </a:xfrm>
        </p:spPr>
        <p:txBody>
          <a:bodyPr/>
          <a:lstStyle/>
          <a:p>
            <a:r>
              <a:rPr lang="en-US"/>
              <a:t>Click to edit Master title style</a:t>
            </a:r>
            <a:endParaRPr lang="en-US" dirty="0"/>
          </a:p>
        </p:txBody>
      </p:sp>
      <p:sp>
        <p:nvSpPr>
          <p:cNvPr id="14" name="Text Placeholder 9"/>
          <p:cNvSpPr>
            <a:spLocks noGrp="1"/>
          </p:cNvSpPr>
          <p:nvPr>
            <p:ph type="body" sz="quarter" idx="15"/>
          </p:nvPr>
        </p:nvSpPr>
        <p:spPr>
          <a:xfrm>
            <a:off x="315384" y="640080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Content Placeholder 4"/>
          <p:cNvSpPr>
            <a:spLocks noGrp="1"/>
          </p:cNvSpPr>
          <p:nvPr>
            <p:ph sz="quarter" idx="12"/>
          </p:nvPr>
        </p:nvSpPr>
        <p:spPr>
          <a:xfrm>
            <a:off x="709621" y="1005463"/>
            <a:ext cx="10491779" cy="5075237"/>
          </a:xfrm>
          <a:prstGeom prst="rect">
            <a:avLst/>
          </a:prstGeom>
        </p:spPr>
        <p:txBody>
          <a:bodyPr/>
          <a:lstStyle>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6"/>
          </p:nvPr>
        </p:nvSpPr>
        <p:spPr/>
        <p:txBody>
          <a:bodyPr/>
          <a:lstStyle>
            <a:lvl1pPr algn="l">
              <a:defRPr sz="1000" b="1" i="0">
                <a:solidFill>
                  <a:schemeClr val="bg1"/>
                </a:solidFill>
                <a:latin typeface="+mn-lt"/>
                <a:cs typeface="HelveticaNeue MediumCond"/>
              </a:defRPr>
            </a:lvl1pPr>
          </a:lstStyle>
          <a:p>
            <a:pPr>
              <a:defRPr/>
            </a:pPr>
            <a:fld id="{EDB926B2-095E-4571-A4EA-B3D2263F082D}" type="slidenum">
              <a:rPr lang="en-US"/>
              <a:pPr>
                <a:defRPr/>
              </a:pPr>
              <a:t>‹#›</a:t>
            </a:fld>
            <a:endParaRPr lang="en-US" dirty="0"/>
          </a:p>
        </p:txBody>
      </p:sp>
      <p:sp>
        <p:nvSpPr>
          <p:cNvPr id="3" name="Footer Placeholder 2"/>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3399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with Takeaway">
    <p:spTree>
      <p:nvGrpSpPr>
        <p:cNvPr id="1" name=""/>
        <p:cNvGrpSpPr/>
        <p:nvPr/>
      </p:nvGrpSpPr>
      <p:grpSpPr>
        <a:xfrm>
          <a:off x="0" y="0"/>
          <a:ext cx="0" cy="0"/>
          <a:chOff x="0" y="0"/>
          <a:chExt cx="0" cy="0"/>
        </a:xfrm>
      </p:grpSpPr>
      <p:cxnSp>
        <p:nvCxnSpPr>
          <p:cNvPr id="8" name="Straight Connector 7"/>
          <p:cNvCxnSpPr/>
          <p:nvPr userDrawn="1"/>
        </p:nvCxnSpPr>
        <p:spPr bwMode="auto">
          <a:xfrm>
            <a:off x="6008688" y="996950"/>
            <a:ext cx="0" cy="5056188"/>
          </a:xfrm>
          <a:prstGeom prst="line">
            <a:avLst/>
          </a:prstGeom>
          <a:noFill/>
          <a:ln w="9525" cap="flat" cmpd="sng" algn="ctr">
            <a:solidFill>
              <a:schemeClr val="accent3"/>
            </a:solidFill>
            <a:prstDash val="solid"/>
            <a:round/>
            <a:headEnd type="none" w="med" len="med"/>
            <a:tailEnd type="none" w="med" len="med"/>
          </a:ln>
          <a:effectLst/>
        </p:spPr>
      </p:cxnSp>
      <p:sp>
        <p:nvSpPr>
          <p:cNvPr id="11" name="Content Placeholder 4"/>
          <p:cNvSpPr>
            <a:spLocks noGrp="1"/>
          </p:cNvSpPr>
          <p:nvPr>
            <p:ph sz="quarter" idx="12"/>
          </p:nvPr>
        </p:nvSpPr>
        <p:spPr>
          <a:xfrm>
            <a:off x="714108" y="1005840"/>
            <a:ext cx="517230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4"/>
          <p:cNvSpPr>
            <a:spLocks noGrp="1"/>
          </p:cNvSpPr>
          <p:nvPr>
            <p:ph sz="quarter" idx="16"/>
          </p:nvPr>
        </p:nvSpPr>
        <p:spPr>
          <a:xfrm>
            <a:off x="6143515" y="1005840"/>
            <a:ext cx="505094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Slide Number Placeholder 2"/>
          <p:cNvSpPr>
            <a:spLocks noGrp="1"/>
          </p:cNvSpPr>
          <p:nvPr>
            <p:ph type="sldNum" sz="quarter" idx="17"/>
          </p:nvPr>
        </p:nvSpPr>
        <p:spPr/>
        <p:txBody>
          <a:bodyPr/>
          <a:lstStyle>
            <a:lvl1pPr>
              <a:defRPr/>
            </a:lvl1pPr>
          </a:lstStyle>
          <a:p>
            <a:pPr>
              <a:defRPr/>
            </a:pPr>
            <a:fld id="{E55B2C39-C6CC-42D0-AE05-9F96B4FF368A}" type="slidenum">
              <a:rPr lang="en-US"/>
              <a:pPr>
                <a:defRPr/>
              </a:pPr>
              <a:t>‹#›</a:t>
            </a:fld>
            <a:endParaRPr lang="en-US" dirty="0"/>
          </a:p>
        </p:txBody>
      </p:sp>
      <p:sp>
        <p:nvSpPr>
          <p:cNvPr id="4" name="Title 3"/>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8"/>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10980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cxnSp>
        <p:nvCxnSpPr>
          <p:cNvPr id="10" name="Straight Connector 9"/>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11" name="Straight Connector 10"/>
          <p:cNvCxnSpPr/>
          <p:nvPr userDrawn="1"/>
        </p:nvCxnSpPr>
        <p:spPr bwMode="auto">
          <a:xfrm>
            <a:off x="6008688" y="996950"/>
            <a:ext cx="0" cy="5184775"/>
          </a:xfrm>
          <a:prstGeom prst="line">
            <a:avLst/>
          </a:prstGeom>
          <a:noFill/>
          <a:ln w="9525" cap="flat" cmpd="sng" algn="ctr">
            <a:solidFill>
              <a:schemeClr val="accent3"/>
            </a:solidFill>
            <a:prstDash val="solid"/>
            <a:round/>
            <a:headEnd type="none" w="med" len="med"/>
            <a:tailEnd type="none" w="med" len="med"/>
          </a:ln>
          <a:effectLst/>
        </p:spPr>
      </p:cxnSp>
      <p:sp>
        <p:nvSpPr>
          <p:cNvPr id="16" name="Title 1"/>
          <p:cNvSpPr>
            <a:spLocks noGrp="1"/>
          </p:cNvSpPr>
          <p:nvPr>
            <p:ph type="title"/>
          </p:nvPr>
        </p:nvSpPr>
        <p:spPr>
          <a:xfrm>
            <a:off x="714108" y="364859"/>
            <a:ext cx="10472508" cy="485358"/>
          </a:xfrm>
        </p:spPr>
        <p:txBody>
          <a:bodyPr/>
          <a:lstStyle/>
          <a:p>
            <a:r>
              <a:rPr lang="en-US"/>
              <a:t>Click to edit Master title style</a:t>
            </a:r>
            <a:endParaRPr lang="en-US" dirty="0"/>
          </a:p>
        </p:txBody>
      </p:sp>
      <p:sp>
        <p:nvSpPr>
          <p:cNvPr id="25" name="Content Placeholder 4"/>
          <p:cNvSpPr>
            <a:spLocks noGrp="1"/>
          </p:cNvSpPr>
          <p:nvPr>
            <p:ph sz="quarter" idx="23"/>
          </p:nvPr>
        </p:nvSpPr>
        <p:spPr>
          <a:xfrm>
            <a:off x="714108" y="3796577"/>
            <a:ext cx="5165333"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Content Placeholder 4"/>
          <p:cNvSpPr>
            <a:spLocks noGrp="1"/>
          </p:cNvSpPr>
          <p:nvPr>
            <p:ph sz="quarter" idx="24"/>
          </p:nvPr>
        </p:nvSpPr>
        <p:spPr>
          <a:xfrm>
            <a:off x="6123482" y="3796577"/>
            <a:ext cx="5063134"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4"/>
          <p:cNvSpPr>
            <a:spLocks noGrp="1"/>
          </p:cNvSpPr>
          <p:nvPr>
            <p:ph sz="quarter" idx="12"/>
          </p:nvPr>
        </p:nvSpPr>
        <p:spPr>
          <a:xfrm>
            <a:off x="714108" y="1005841"/>
            <a:ext cx="5165333"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Content Placeholder 4"/>
          <p:cNvSpPr>
            <a:spLocks noGrp="1"/>
          </p:cNvSpPr>
          <p:nvPr>
            <p:ph sz="quarter" idx="25"/>
          </p:nvPr>
        </p:nvSpPr>
        <p:spPr>
          <a:xfrm>
            <a:off x="6123482" y="1005841"/>
            <a:ext cx="5063134" cy="2624429"/>
          </a:xfrm>
          <a:prstGeom prst="rect">
            <a:avLst/>
          </a:prstGeom>
        </p:spPr>
        <p:txBody>
          <a:bodyPr/>
          <a:lstStyle>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12" name="Slide Number Placeholder 5"/>
          <p:cNvSpPr>
            <a:spLocks noGrp="1"/>
          </p:cNvSpPr>
          <p:nvPr>
            <p:ph type="sldNum" sz="quarter" idx="26"/>
          </p:nvPr>
        </p:nvSpPr>
        <p:spPr/>
        <p:txBody>
          <a:bodyPr/>
          <a:lstStyle>
            <a:lvl1pPr algn="l">
              <a:defRPr sz="1100" b="1" i="0">
                <a:solidFill>
                  <a:schemeClr val="bg1"/>
                </a:solidFill>
                <a:latin typeface="+mn-lt"/>
                <a:cs typeface="HelveticaNeue MediumCond"/>
              </a:defRPr>
            </a:lvl1pPr>
          </a:lstStyle>
          <a:p>
            <a:pPr>
              <a:defRPr/>
            </a:pPr>
            <a:fld id="{5A60E25D-90C3-4421-A5B5-3BFD0CA09E3E}" type="slidenum">
              <a:rPr lang="en-US"/>
              <a:pPr>
                <a:defRPr/>
              </a:pPr>
              <a:t>‹#›</a:t>
            </a:fld>
            <a:endParaRPr lang="en-US" dirty="0"/>
          </a:p>
        </p:txBody>
      </p:sp>
      <p:sp>
        <p:nvSpPr>
          <p:cNvPr id="3" name="Footer Placeholder 2"/>
          <p:cNvSpPr>
            <a:spLocks noGrp="1"/>
          </p:cNvSpPr>
          <p:nvPr>
            <p:ph type="ftr" sz="quarter" idx="2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671471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pen Layout W/ Takeaway">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455164" cy="498475"/>
          </a:xfrm>
        </p:spPr>
        <p:txBody>
          <a:bodyPr/>
          <a:lstStyle/>
          <a:p>
            <a:r>
              <a:rPr lang="en-US"/>
              <a:t>Click to edit Master title style</a:t>
            </a:r>
            <a:endParaRPr lang="en-US" dirty="0"/>
          </a:p>
        </p:txBody>
      </p:sp>
      <p:sp>
        <p:nvSpPr>
          <p:cNvPr id="12"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6" name="Slide Number Placeholder 2"/>
          <p:cNvSpPr>
            <a:spLocks noGrp="1"/>
          </p:cNvSpPr>
          <p:nvPr>
            <p:ph type="sldNum" sz="quarter" idx="16"/>
          </p:nvPr>
        </p:nvSpPr>
        <p:spPr/>
        <p:txBody>
          <a:bodyPr/>
          <a:lstStyle>
            <a:lvl1pPr>
              <a:defRPr sz="1100"/>
            </a:lvl1pPr>
          </a:lstStyle>
          <a:p>
            <a:pPr>
              <a:defRPr/>
            </a:pPr>
            <a:fld id="{528D6B90-B26E-4C9F-854B-7A7111C42F8C}" type="slidenum">
              <a:rPr lang="en-US"/>
              <a:pPr>
                <a:defRPr/>
              </a:pPr>
              <a:t>‹#›</a:t>
            </a:fld>
            <a:endParaRPr lang="en-US" dirty="0"/>
          </a:p>
        </p:txBody>
      </p:sp>
      <p:sp>
        <p:nvSpPr>
          <p:cNvPr id="7" name="Footer Placeholder 6"/>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27596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Behind">
    <p:bg>
      <p:bgPr>
        <a:solidFill>
          <a:schemeClr val="bg1">
            <a:lumMod val="85000"/>
          </a:schemeClr>
        </a:solidFill>
        <a:effectLst/>
      </p:bgPr>
    </p:bg>
    <p:spTree>
      <p:nvGrpSpPr>
        <p:cNvPr id="1" name=""/>
        <p:cNvGrpSpPr/>
        <p:nvPr/>
      </p:nvGrpSpPr>
      <p:grpSpPr>
        <a:xfrm>
          <a:off x="0" y="0"/>
          <a:ext cx="0" cy="0"/>
          <a:chOff x="0" y="0"/>
          <a:chExt cx="0" cy="0"/>
        </a:xfrm>
      </p:grpSpPr>
      <p:sp>
        <p:nvSpPr>
          <p:cNvPr id="26" name="Picture Placeholder 25"/>
          <p:cNvSpPr>
            <a:spLocks noGrp="1"/>
          </p:cNvSpPr>
          <p:nvPr>
            <p:ph type="pic" sz="quarter" idx="17"/>
          </p:nvPr>
        </p:nvSpPr>
        <p:spPr>
          <a:xfrm>
            <a:off x="0" y="4288536"/>
            <a:ext cx="12192000" cy="2569464"/>
          </a:xfrm>
          <a:prstGeom prst="rect">
            <a:avLst/>
          </a:prstGeom>
          <a:blipFill>
            <a:blip r:embed="rId2"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5" name="Text Placeholder 19"/>
          <p:cNvSpPr>
            <a:spLocks noGrp="1"/>
          </p:cNvSpPr>
          <p:nvPr>
            <p:ph type="body" sz="quarter" idx="13"/>
          </p:nvPr>
        </p:nvSpPr>
        <p:spPr>
          <a:xfrm>
            <a:off x="2864782"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Picture Placeholder 9"/>
          <p:cNvSpPr>
            <a:spLocks noGrp="1"/>
          </p:cNvSpPr>
          <p:nvPr>
            <p:ph type="pic" sz="quarter" idx="14"/>
          </p:nvPr>
        </p:nvSpPr>
        <p:spPr>
          <a:xfrm>
            <a:off x="9668256" y="6099048"/>
            <a:ext cx="1901952" cy="356616"/>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marL="0" indent="0">
              <a:buNone/>
              <a:defRPr sz="200"/>
            </a:lvl1pPr>
          </a:lstStyle>
          <a:p>
            <a:r>
              <a:rPr lang="en-US"/>
              <a:t>Click icon to add picture</a:t>
            </a:r>
            <a:endParaRPr lang="en-US" dirty="0"/>
          </a:p>
        </p:txBody>
      </p:sp>
      <p:sp>
        <p:nvSpPr>
          <p:cNvPr id="11"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3" name="Picture Placeholder 9"/>
          <p:cNvSpPr>
            <a:spLocks noGrp="1"/>
          </p:cNvSpPr>
          <p:nvPr>
            <p:ph type="pic" sz="quarter" idx="16"/>
          </p:nvPr>
        </p:nvSpPr>
        <p:spPr>
          <a:xfrm>
            <a:off x="2852928" y="5961888"/>
            <a:ext cx="12192" cy="50292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a:lstStyle>
            <a:lvl1pPr marL="0" indent="0">
              <a:buNone/>
              <a:defRPr sz="200" baseline="0">
                <a:solidFill>
                  <a:schemeClr val="bg1">
                    <a:lumMod val="75000"/>
                  </a:schemeClr>
                </a:solidFill>
              </a:defRPr>
            </a:lvl1pPr>
          </a:lstStyle>
          <a:p>
            <a:r>
              <a:rPr lang="en-US"/>
              <a:t>Click icon to add picture</a:t>
            </a:r>
            <a:endParaRPr lang="en-US" dirty="0"/>
          </a:p>
        </p:txBody>
      </p:sp>
    </p:spTree>
    <p:extLst>
      <p:ext uri="{BB962C8B-B14F-4D97-AF65-F5344CB8AC3E}">
        <p14:creationId xmlns:p14="http://schemas.microsoft.com/office/powerpoint/2010/main" val="405772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Shape">
    <p:bg>
      <p:bgPr>
        <a:solidFill>
          <a:schemeClr val="bg1"/>
        </a:solidFill>
        <a:effectLst/>
      </p:bgPr>
    </p:bg>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141" y="1"/>
            <a:ext cx="12192141" cy="5676983"/>
          </a:xfrm>
          <a:custGeom>
            <a:avLst/>
            <a:gdLst>
              <a:gd name="connsiteX0" fmla="*/ 0 w 9144000"/>
              <a:gd name="connsiteY0" fmla="*/ 0 h 5676900"/>
              <a:gd name="connsiteX1" fmla="*/ 9144000 w 9144000"/>
              <a:gd name="connsiteY1" fmla="*/ 0 h 5676900"/>
              <a:gd name="connsiteX2" fmla="*/ 9144000 w 9144000"/>
              <a:gd name="connsiteY2" fmla="*/ 5676900 h 5676900"/>
              <a:gd name="connsiteX3" fmla="*/ 0 w 9144000"/>
              <a:gd name="connsiteY3" fmla="*/ 5676900 h 5676900"/>
              <a:gd name="connsiteX4" fmla="*/ 0 w 9144000"/>
              <a:gd name="connsiteY4" fmla="*/ 0 h 5676900"/>
              <a:gd name="connsiteX0" fmla="*/ 0 w 9144000"/>
              <a:gd name="connsiteY0" fmla="*/ 0 h 5676900"/>
              <a:gd name="connsiteX1" fmla="*/ 9144000 w 9144000"/>
              <a:gd name="connsiteY1" fmla="*/ 0 h 5676900"/>
              <a:gd name="connsiteX2" fmla="*/ 9144000 w 9144000"/>
              <a:gd name="connsiteY2" fmla="*/ 5676900 h 5676900"/>
              <a:gd name="connsiteX3" fmla="*/ 323850 w 9144000"/>
              <a:gd name="connsiteY3" fmla="*/ 5657850 h 5676900"/>
              <a:gd name="connsiteX4" fmla="*/ 0 w 9144000"/>
              <a:gd name="connsiteY4" fmla="*/ 5676900 h 5676900"/>
              <a:gd name="connsiteX5" fmla="*/ 0 w 9144000"/>
              <a:gd name="connsiteY5" fmla="*/ 0 h 5676900"/>
              <a:gd name="connsiteX0" fmla="*/ 0 w 9144000"/>
              <a:gd name="connsiteY0" fmla="*/ 0 h 5679365"/>
              <a:gd name="connsiteX1" fmla="*/ 9144000 w 9144000"/>
              <a:gd name="connsiteY1" fmla="*/ 0 h 5679365"/>
              <a:gd name="connsiteX2" fmla="*/ 9144000 w 9144000"/>
              <a:gd name="connsiteY2" fmla="*/ 5676900 h 5679365"/>
              <a:gd name="connsiteX3" fmla="*/ 797186 w 9144000"/>
              <a:gd name="connsiteY3" fmla="*/ 5679365 h 5679365"/>
              <a:gd name="connsiteX4" fmla="*/ 0 w 9144000"/>
              <a:gd name="connsiteY4" fmla="*/ 5676900 h 5679365"/>
              <a:gd name="connsiteX5" fmla="*/ 0 w 9144000"/>
              <a:gd name="connsiteY5" fmla="*/ 0 h 5679365"/>
              <a:gd name="connsiteX0" fmla="*/ 123341 w 9267341"/>
              <a:gd name="connsiteY0" fmla="*/ 0 h 6098233"/>
              <a:gd name="connsiteX1" fmla="*/ 9267341 w 9267341"/>
              <a:gd name="connsiteY1" fmla="*/ 0 h 6098233"/>
              <a:gd name="connsiteX2" fmla="*/ 9267341 w 9267341"/>
              <a:gd name="connsiteY2" fmla="*/ 5676900 h 6098233"/>
              <a:gd name="connsiteX3" fmla="*/ 920527 w 9267341"/>
              <a:gd name="connsiteY3" fmla="*/ 5679365 h 6098233"/>
              <a:gd name="connsiteX4" fmla="*/ 123341 w 9267341"/>
              <a:gd name="connsiteY4" fmla="*/ 5676900 h 6098233"/>
              <a:gd name="connsiteX5" fmla="*/ 123341 w 9267341"/>
              <a:gd name="connsiteY5" fmla="*/ 0 h 6098233"/>
              <a:gd name="connsiteX0" fmla="*/ 0 w 9144000"/>
              <a:gd name="connsiteY0" fmla="*/ 0 h 6097615"/>
              <a:gd name="connsiteX1" fmla="*/ 9144000 w 9144000"/>
              <a:gd name="connsiteY1" fmla="*/ 0 h 6097615"/>
              <a:gd name="connsiteX2" fmla="*/ 9144000 w 9144000"/>
              <a:gd name="connsiteY2" fmla="*/ 5676900 h 6097615"/>
              <a:gd name="connsiteX3" fmla="*/ 1375830 w 9144000"/>
              <a:gd name="connsiteY3" fmla="*/ 5676983 h 6097615"/>
              <a:gd name="connsiteX4" fmla="*/ 0 w 9144000"/>
              <a:gd name="connsiteY4" fmla="*/ 5676900 h 6097615"/>
              <a:gd name="connsiteX5" fmla="*/ 0 w 9144000"/>
              <a:gd name="connsiteY5" fmla="*/ 0 h 6097615"/>
              <a:gd name="connsiteX0" fmla="*/ 2381 w 9146381"/>
              <a:gd name="connsiteY0" fmla="*/ 0 h 5676983"/>
              <a:gd name="connsiteX1" fmla="*/ 9146381 w 9146381"/>
              <a:gd name="connsiteY1" fmla="*/ 0 h 5676983"/>
              <a:gd name="connsiteX2" fmla="*/ 9146381 w 9146381"/>
              <a:gd name="connsiteY2" fmla="*/ 5676900 h 5676983"/>
              <a:gd name="connsiteX3" fmla="*/ 1378211 w 9146381"/>
              <a:gd name="connsiteY3" fmla="*/ 5676983 h 5676983"/>
              <a:gd name="connsiteX4" fmla="*/ 0 w 9146381"/>
              <a:gd name="connsiteY4" fmla="*/ 4464844 h 5676983"/>
              <a:gd name="connsiteX5" fmla="*/ 2381 w 9146381"/>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106" h="5676983">
                <a:moveTo>
                  <a:pt x="106" y="0"/>
                </a:moveTo>
                <a:lnTo>
                  <a:pt x="9144106" y="0"/>
                </a:lnTo>
                <a:lnTo>
                  <a:pt x="9144106" y="5676900"/>
                </a:lnTo>
                <a:lnTo>
                  <a:pt x="1375936" y="5676983"/>
                </a:lnTo>
                <a:cubicBezTo>
                  <a:pt x="628224" y="5674601"/>
                  <a:pt x="2001" y="5016118"/>
                  <a:pt x="2487" y="4305300"/>
                </a:cubicBezTo>
                <a:cubicBezTo>
                  <a:pt x="3281" y="2817019"/>
                  <a:pt x="-688" y="1488281"/>
                  <a:pt x="106" y="0"/>
                </a:cubicBezTo>
                <a:close/>
              </a:path>
            </a:pathLst>
          </a:custGeom>
          <a:solidFill>
            <a:schemeClr val="bg1">
              <a:lumMod val="85000"/>
            </a:schemeClr>
          </a:solidFill>
        </p:spPr>
        <p:txBody>
          <a:bodyPr/>
          <a:lstStyle>
            <a:lvl1pPr>
              <a:defRPr sz="200"/>
            </a:lvl1pPr>
          </a:lstStyle>
          <a:p>
            <a:r>
              <a:rPr lang="en-US"/>
              <a:t>Click icon to add picture</a:t>
            </a:r>
            <a:endParaRPr lang="en-US" dirty="0"/>
          </a:p>
        </p:txBody>
      </p:sp>
      <p:pic>
        <p:nvPicPr>
          <p:cNvPr id="9" name="Picture 8"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68999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Multi Image Shapes">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0" y="-7940"/>
            <a:ext cx="4631880" cy="5648301"/>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3910" h="5633244">
                <a:moveTo>
                  <a:pt x="459" y="0"/>
                </a:moveTo>
                <a:lnTo>
                  <a:pt x="3473910" y="0"/>
                </a:lnTo>
                <a:lnTo>
                  <a:pt x="3473910" y="5632423"/>
                </a:lnTo>
                <a:lnTo>
                  <a:pt x="1376028" y="5633244"/>
                </a:lnTo>
                <a:cubicBezTo>
                  <a:pt x="720920" y="5628481"/>
                  <a:pt x="1517" y="5072302"/>
                  <a:pt x="459" y="4260824"/>
                </a:cubicBezTo>
                <a:cubicBezTo>
                  <a:pt x="2047" y="2808800"/>
                  <a:pt x="-1129" y="1452024"/>
                  <a:pt x="459" y="0"/>
                </a:cubicBezTo>
                <a:close/>
              </a:path>
            </a:pathLst>
          </a:custGeom>
          <a:solidFill>
            <a:schemeClr val="bg1">
              <a:lumMod val="85000"/>
            </a:schemeClr>
          </a:solidFill>
        </p:spPr>
        <p:txBody>
          <a:bodyPr/>
          <a:lstStyle>
            <a:lvl1pPr>
              <a:defRPr sz="200"/>
            </a:lvl1pPr>
          </a:lstStyle>
          <a:p>
            <a:r>
              <a:rPr lang="en-US"/>
              <a:t>Click icon to add picture</a:t>
            </a:r>
            <a:endParaRPr lang="en-US" dirty="0"/>
          </a:p>
        </p:txBody>
      </p:sp>
      <p:sp>
        <p:nvSpPr>
          <p:cNvPr id="23" name="Picture Placeholder 22"/>
          <p:cNvSpPr>
            <a:spLocks noGrp="1"/>
          </p:cNvSpPr>
          <p:nvPr>
            <p:ph type="pic" sz="quarter" idx="15"/>
          </p:nvPr>
        </p:nvSpPr>
        <p:spPr>
          <a:xfrm>
            <a:off x="4756157" y="-14134"/>
            <a:ext cx="7435844" cy="1889124"/>
          </a:xfrm>
          <a:prstGeom prst="rect">
            <a:avLst/>
          </a:prstGeom>
          <a:solidFill>
            <a:schemeClr val="bg1">
              <a:lumMod val="85000"/>
            </a:schemeClr>
          </a:solidFill>
        </p:spPr>
        <p:txBody>
          <a:bodyPr/>
          <a:lstStyle>
            <a:lvl1pPr>
              <a:defRPr sz="200"/>
            </a:lvl1pPr>
          </a:lstStyle>
          <a:p>
            <a:r>
              <a:rPr lang="en-US"/>
              <a:t>Click icon to add picture</a:t>
            </a:r>
          </a:p>
        </p:txBody>
      </p:sp>
      <p:sp>
        <p:nvSpPr>
          <p:cNvPr id="25" name="Picture Placeholder 24"/>
          <p:cNvSpPr>
            <a:spLocks noGrp="1"/>
          </p:cNvSpPr>
          <p:nvPr>
            <p:ph type="pic" sz="quarter" idx="16"/>
          </p:nvPr>
        </p:nvSpPr>
        <p:spPr>
          <a:xfrm>
            <a:off x="4756151" y="1969504"/>
            <a:ext cx="3676648" cy="1961147"/>
          </a:xfrm>
          <a:prstGeom prst="rect">
            <a:avLst/>
          </a:prstGeom>
          <a:solidFill>
            <a:schemeClr val="bg1">
              <a:lumMod val="85000"/>
            </a:schemeClr>
          </a:solidFill>
        </p:spPr>
        <p:txBody>
          <a:bodyPr/>
          <a:lstStyle>
            <a:lvl1pPr>
              <a:defRPr sz="200"/>
            </a:lvl1pPr>
          </a:lstStyle>
          <a:p>
            <a:r>
              <a:rPr lang="en-US"/>
              <a:t>Click icon to add picture</a:t>
            </a:r>
          </a:p>
        </p:txBody>
      </p:sp>
      <p:sp>
        <p:nvSpPr>
          <p:cNvPr id="26" name="Picture Placeholder 24"/>
          <p:cNvSpPr>
            <a:spLocks noGrp="1"/>
          </p:cNvSpPr>
          <p:nvPr>
            <p:ph type="pic" sz="quarter" idx="17"/>
          </p:nvPr>
        </p:nvSpPr>
        <p:spPr>
          <a:xfrm>
            <a:off x="4756156" y="4025164"/>
            <a:ext cx="3676648" cy="1615199"/>
          </a:xfrm>
          <a:prstGeom prst="rect">
            <a:avLst/>
          </a:prstGeom>
          <a:solidFill>
            <a:schemeClr val="bg1">
              <a:lumMod val="85000"/>
            </a:schemeClr>
          </a:solidFill>
        </p:spPr>
        <p:txBody>
          <a:bodyPr/>
          <a:lstStyle>
            <a:lvl1pPr>
              <a:defRPr sz="200"/>
            </a:lvl1pPr>
          </a:lstStyle>
          <a:p>
            <a:r>
              <a:rPr lang="en-US"/>
              <a:t>Click icon to add picture</a:t>
            </a:r>
          </a:p>
        </p:txBody>
      </p:sp>
      <p:sp>
        <p:nvSpPr>
          <p:cNvPr id="27" name="Picture Placeholder 24"/>
          <p:cNvSpPr>
            <a:spLocks noGrp="1"/>
          </p:cNvSpPr>
          <p:nvPr>
            <p:ph type="pic" sz="quarter" idx="18"/>
          </p:nvPr>
        </p:nvSpPr>
        <p:spPr>
          <a:xfrm>
            <a:off x="8557069" y="1969502"/>
            <a:ext cx="3634931" cy="3677174"/>
          </a:xfrm>
          <a:prstGeom prst="rect">
            <a:avLst/>
          </a:prstGeom>
          <a:solidFill>
            <a:schemeClr val="bg1">
              <a:lumMod val="85000"/>
            </a:schemeClr>
          </a:solidFill>
        </p:spPr>
        <p:txBody>
          <a:bodyPr/>
          <a:lstStyle>
            <a:lvl1pPr>
              <a:defRPr sz="200"/>
            </a:lvl1pPr>
          </a:lstStyle>
          <a:p>
            <a:r>
              <a:rPr lang="en-US"/>
              <a:t>Click icon to add picture</a:t>
            </a:r>
          </a:p>
        </p:txBody>
      </p:sp>
      <p:pic>
        <p:nvPicPr>
          <p:cNvPr id="14" name="Picture 13"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0796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4" name="Picture Placeholder 2"/>
          <p:cNvSpPr>
            <a:spLocks noGrp="1"/>
          </p:cNvSpPr>
          <p:nvPr>
            <p:ph type="pic" sz="quarter" idx="14"/>
          </p:nvPr>
        </p:nvSpPr>
        <p:spPr>
          <a:xfrm>
            <a:off x="0" y="-851"/>
            <a:ext cx="12196736" cy="6863613"/>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428967 h 6062211"/>
              <a:gd name="connsiteX1" fmla="*/ 3473910 w 3473910"/>
              <a:gd name="connsiteY1" fmla="*/ 428967 h 6062211"/>
              <a:gd name="connsiteX2" fmla="*/ 3473910 w 3473910"/>
              <a:gd name="connsiteY2" fmla="*/ 6061390 h 6062211"/>
              <a:gd name="connsiteX3" fmla="*/ 1376028 w 3473910"/>
              <a:gd name="connsiteY3" fmla="*/ 6062211 h 6062211"/>
              <a:gd name="connsiteX4" fmla="*/ 459 w 3473910"/>
              <a:gd name="connsiteY4" fmla="*/ 417892 h 6062211"/>
              <a:gd name="connsiteX5" fmla="*/ 459 w 3473910"/>
              <a:gd name="connsiteY5" fmla="*/ 428967 h 6062211"/>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0 w 3480350"/>
              <a:gd name="connsiteY0" fmla="*/ 879000 h 6521071"/>
              <a:gd name="connsiteX1" fmla="*/ 3473451 w 3480350"/>
              <a:gd name="connsiteY1" fmla="*/ 879000 h 6521071"/>
              <a:gd name="connsiteX2" fmla="*/ 3473451 w 3480350"/>
              <a:gd name="connsiteY2" fmla="*/ 6511423 h 6521071"/>
              <a:gd name="connsiteX3" fmla="*/ 3480350 w 3480350"/>
              <a:gd name="connsiteY3" fmla="*/ 6521071 h 6521071"/>
              <a:gd name="connsiteX4" fmla="*/ 0 w 3480350"/>
              <a:gd name="connsiteY4" fmla="*/ 867925 h 6521071"/>
              <a:gd name="connsiteX5" fmla="*/ 0 w 3480350"/>
              <a:gd name="connsiteY5" fmla="*/ 879000 h 6521071"/>
              <a:gd name="connsiteX0" fmla="*/ 227406 w 3707756"/>
              <a:gd name="connsiteY0" fmla="*/ 479454 h 6121525"/>
              <a:gd name="connsiteX1" fmla="*/ 3700857 w 3707756"/>
              <a:gd name="connsiteY1" fmla="*/ 479454 h 6121525"/>
              <a:gd name="connsiteX2" fmla="*/ 3700857 w 3707756"/>
              <a:gd name="connsiteY2" fmla="*/ 6111877 h 6121525"/>
              <a:gd name="connsiteX3" fmla="*/ 3707756 w 3707756"/>
              <a:gd name="connsiteY3" fmla="*/ 6121525 h 6121525"/>
              <a:gd name="connsiteX4" fmla="*/ 227406 w 3707756"/>
              <a:gd name="connsiteY4" fmla="*/ 468379 h 6121525"/>
              <a:gd name="connsiteX5" fmla="*/ 227406 w 3707756"/>
              <a:gd name="connsiteY5" fmla="*/ 479454 h 6121525"/>
              <a:gd name="connsiteX0" fmla="*/ 1 w 3480351"/>
              <a:gd name="connsiteY0" fmla="*/ 699834 h 6352980"/>
              <a:gd name="connsiteX1" fmla="*/ 3473452 w 3480351"/>
              <a:gd name="connsiteY1" fmla="*/ 710909 h 6352980"/>
              <a:gd name="connsiteX2" fmla="*/ 3473452 w 3480351"/>
              <a:gd name="connsiteY2" fmla="*/ 6343332 h 6352980"/>
              <a:gd name="connsiteX3" fmla="*/ 3480351 w 3480351"/>
              <a:gd name="connsiteY3" fmla="*/ 6352980 h 6352980"/>
              <a:gd name="connsiteX4" fmla="*/ 1 w 3480351"/>
              <a:gd name="connsiteY4" fmla="*/ 699834 h 6352980"/>
              <a:gd name="connsiteX0" fmla="*/ 0 w 3480350"/>
              <a:gd name="connsiteY0" fmla="*/ 421064 h 6074210"/>
              <a:gd name="connsiteX1" fmla="*/ 3473451 w 3480350"/>
              <a:gd name="connsiteY1" fmla="*/ 432139 h 6074210"/>
              <a:gd name="connsiteX2" fmla="*/ 3473451 w 3480350"/>
              <a:gd name="connsiteY2" fmla="*/ 6064562 h 6074210"/>
              <a:gd name="connsiteX3" fmla="*/ 3480350 w 3480350"/>
              <a:gd name="connsiteY3" fmla="*/ 6074210 h 6074210"/>
              <a:gd name="connsiteX4" fmla="*/ 0 w 3480350"/>
              <a:gd name="connsiteY4" fmla="*/ 421064 h 6074210"/>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702 h 5653848"/>
              <a:gd name="connsiteX1" fmla="*/ 3475260 w 3480350"/>
              <a:gd name="connsiteY1" fmla="*/ 0 h 5653848"/>
              <a:gd name="connsiteX2" fmla="*/ 3473451 w 3480350"/>
              <a:gd name="connsiteY2" fmla="*/ 5644200 h 5653848"/>
              <a:gd name="connsiteX3" fmla="*/ 3480350 w 3480350"/>
              <a:gd name="connsiteY3" fmla="*/ 5653848 h 5653848"/>
              <a:gd name="connsiteX4" fmla="*/ 0 w 3480350"/>
              <a:gd name="connsiteY4" fmla="*/ 702 h 5653848"/>
              <a:gd name="connsiteX0" fmla="*/ 0 w 3475260"/>
              <a:gd name="connsiteY0" fmla="*/ 702 h 5651884"/>
              <a:gd name="connsiteX1" fmla="*/ 3475260 w 3475260"/>
              <a:gd name="connsiteY1" fmla="*/ 0 h 5651884"/>
              <a:gd name="connsiteX2" fmla="*/ 3473451 w 3475260"/>
              <a:gd name="connsiteY2" fmla="*/ 5644200 h 5651884"/>
              <a:gd name="connsiteX3" fmla="*/ 3472208 w 3475260"/>
              <a:gd name="connsiteY3" fmla="*/ 5651884 h 5651884"/>
              <a:gd name="connsiteX4" fmla="*/ 0 w 3475260"/>
              <a:gd name="connsiteY4" fmla="*/ 702 h 5651884"/>
              <a:gd name="connsiteX0" fmla="*/ 0 w 3475260"/>
              <a:gd name="connsiteY0" fmla="*/ 702 h 5661699"/>
              <a:gd name="connsiteX1" fmla="*/ 3475260 w 3475260"/>
              <a:gd name="connsiteY1" fmla="*/ 0 h 5661699"/>
              <a:gd name="connsiteX2" fmla="*/ 3473451 w 3475260"/>
              <a:gd name="connsiteY2" fmla="*/ 5644200 h 5661699"/>
              <a:gd name="connsiteX3" fmla="*/ 3472208 w 3475260"/>
              <a:gd name="connsiteY3" fmla="*/ 5661699 h 5661699"/>
              <a:gd name="connsiteX4" fmla="*/ 0 w 3475260"/>
              <a:gd name="connsiteY4" fmla="*/ 702 h 5661699"/>
              <a:gd name="connsiteX0" fmla="*/ 0 w 3475260"/>
              <a:gd name="connsiteY0" fmla="*/ 702 h 5649922"/>
              <a:gd name="connsiteX1" fmla="*/ 3475260 w 3475260"/>
              <a:gd name="connsiteY1" fmla="*/ 0 h 5649922"/>
              <a:gd name="connsiteX2" fmla="*/ 3473451 w 3475260"/>
              <a:gd name="connsiteY2" fmla="*/ 5644200 h 5649922"/>
              <a:gd name="connsiteX3" fmla="*/ 3472208 w 3475260"/>
              <a:gd name="connsiteY3" fmla="*/ 5649922 h 5649922"/>
              <a:gd name="connsiteX4" fmla="*/ 0 w 3475260"/>
              <a:gd name="connsiteY4" fmla="*/ 702 h 5649922"/>
              <a:gd name="connsiteX0" fmla="*/ 0 w 3475260"/>
              <a:gd name="connsiteY0" fmla="*/ 702 h 5657774"/>
              <a:gd name="connsiteX1" fmla="*/ 3475260 w 3475260"/>
              <a:gd name="connsiteY1" fmla="*/ 0 h 5657774"/>
              <a:gd name="connsiteX2" fmla="*/ 3473451 w 3475260"/>
              <a:gd name="connsiteY2" fmla="*/ 5644200 h 5657774"/>
              <a:gd name="connsiteX3" fmla="*/ 3472208 w 3475260"/>
              <a:gd name="connsiteY3" fmla="*/ 5657774 h 5657774"/>
              <a:gd name="connsiteX4" fmla="*/ 0 w 3475260"/>
              <a:gd name="connsiteY4"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Lst>
            <a:ahLst/>
            <a:cxnLst>
              <a:cxn ang="0">
                <a:pos x="connsiteX0" y="connsiteY0"/>
              </a:cxn>
              <a:cxn ang="0">
                <a:pos x="connsiteX1" y="connsiteY1"/>
              </a:cxn>
              <a:cxn ang="0">
                <a:pos x="connsiteX2" y="connsiteY2"/>
              </a:cxn>
              <a:cxn ang="0">
                <a:pos x="connsiteX3" y="connsiteY3"/>
              </a:cxn>
            </a:cxnLst>
            <a:rect l="l" t="t" r="r" b="b"/>
            <a:pathLst>
              <a:path w="3475260" h="5657774">
                <a:moveTo>
                  <a:pt x="0" y="702"/>
                </a:moveTo>
                <a:lnTo>
                  <a:pt x="3475260" y="0"/>
                </a:lnTo>
                <a:cubicBezTo>
                  <a:pt x="3474243" y="1885925"/>
                  <a:pt x="3473225" y="3771849"/>
                  <a:pt x="3472208" y="5657774"/>
                </a:cubicBezTo>
                <a:cubicBezTo>
                  <a:pt x="3223557" y="3132241"/>
                  <a:pt x="2392218" y="565826"/>
                  <a:pt x="0" y="702"/>
                </a:cubicBezTo>
                <a:close/>
              </a:path>
            </a:pathLst>
          </a:custGeom>
          <a:solidFill>
            <a:schemeClr val="bg1">
              <a:lumMod val="85000"/>
            </a:schemeClr>
          </a:solidFill>
        </p:spPr>
        <p:txBody>
          <a:bodyPr/>
          <a:lstStyle>
            <a:lvl1pPr>
              <a:defRPr sz="200"/>
            </a:lvl1pPr>
          </a:lstStyle>
          <a:p>
            <a:r>
              <a:rPr lang="en-US"/>
              <a:t>Click icon to add picture</a:t>
            </a:r>
            <a:endParaRPr lang="en-US" dirty="0"/>
          </a:p>
        </p:txBody>
      </p:sp>
      <p:sp>
        <p:nvSpPr>
          <p:cNvPr id="5" name="Text Placeholder 19"/>
          <p:cNvSpPr>
            <a:spLocks noGrp="1"/>
          </p:cNvSpPr>
          <p:nvPr>
            <p:ph type="body" sz="quarter" idx="13"/>
          </p:nvPr>
        </p:nvSpPr>
        <p:spPr>
          <a:xfrm>
            <a:off x="771420" y="3657600"/>
            <a:ext cx="6617885" cy="365760"/>
          </a:xfrm>
          <a:prstGeom prst="rect">
            <a:avLst/>
          </a:prstGeom>
        </p:spPr>
        <p:txBody>
          <a:bodyPr vert="horz" anchor="t"/>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771421" y="3200400"/>
            <a:ext cx="8599823" cy="457200"/>
          </a:xfrm>
          <a:prstGeom prst="rect">
            <a:avLst/>
          </a:prstGeom>
        </p:spPr>
        <p:txBody>
          <a:bodyPr vert="horz" anchor="b"/>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 name="Footer Placeholder 1"/>
          <p:cNvSpPr>
            <a:spLocks noGrp="1"/>
          </p:cNvSpPr>
          <p:nvPr>
            <p:ph type="ftr" sz="quarter" idx="1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3" name="Slide Number Placeholder 2"/>
          <p:cNvSpPr>
            <a:spLocks noGrp="1"/>
          </p:cNvSpPr>
          <p:nvPr>
            <p:ph type="sldNum" sz="quarter" idx="16"/>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pic>
        <p:nvPicPr>
          <p:cNvPr id="9" name="Picture 8" descr="\\localhost\Volumes\DMS-Server\Clients\Honeywell PPT \Honeywell - Freestanding Logos\Honeywell - Freestanding Logo RGB.png"/>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83459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Alternate">
    <p:bg>
      <p:bgPr>
        <a:solidFill>
          <a:srgbClr val="4C4C4C"/>
        </a:solidFill>
        <a:effectLst/>
      </p:bgPr>
    </p:bg>
    <p:spTree>
      <p:nvGrpSpPr>
        <p:cNvPr id="1" name=""/>
        <p:cNvGrpSpPr/>
        <p:nvPr/>
      </p:nvGrpSpPr>
      <p:grpSpPr>
        <a:xfrm>
          <a:off x="0" y="0"/>
          <a:ext cx="0" cy="0"/>
          <a:chOff x="0" y="0"/>
          <a:chExt cx="0" cy="0"/>
        </a:xfrm>
      </p:grpSpPr>
      <p:sp>
        <p:nvSpPr>
          <p:cNvPr id="6"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7"/>
          <p:cNvCxnSpPr/>
          <p:nvPr userDrawn="1"/>
        </p:nvCxnSpPr>
        <p:spPr>
          <a:xfrm rot="5400000">
            <a:off x="4572001" y="5394479"/>
            <a:ext cx="3047998" cy="1"/>
          </a:xfrm>
          <a:prstGeom prst="bentConnector3">
            <a:avLst>
              <a:gd name="adj1" fmla="val 50000"/>
            </a:avLst>
          </a:prstGeom>
          <a:ln w="114300" cap="rnd">
            <a:solidFill>
              <a:srgbClr val="595959"/>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Text Placeholder 17"/>
          <p:cNvSpPr>
            <a:spLocks noGrp="1"/>
          </p:cNvSpPr>
          <p:nvPr>
            <p:ph type="body" sz="quarter" idx="12" hasCustomPrompt="1"/>
          </p:nvPr>
        </p:nvSpPr>
        <p:spPr>
          <a:xfrm>
            <a:off x="771420" y="2883050"/>
            <a:ext cx="10732091" cy="774551"/>
          </a:xfrm>
          <a:prstGeom prst="rect">
            <a:avLst/>
          </a:prstGeom>
        </p:spPr>
        <p:txBody>
          <a:bodyPr vert="horz" anchor="b"/>
          <a:lstStyle>
            <a:lvl1pPr marL="0" indent="0" algn="ctr">
              <a:buNone/>
              <a:defRPr sz="4800" b="1" i="0" cap="all" baseline="0">
                <a:solidFill>
                  <a:schemeClr val="bg1"/>
                </a:solidFill>
                <a:latin typeface="Arial" pitchFamily="34" charset="0"/>
                <a:cs typeface="Arial" pitchFamily="34" charset="0"/>
              </a:defRPr>
            </a:lvl1pPr>
          </a:lstStyle>
          <a:p>
            <a:pPr lvl="0"/>
            <a:r>
              <a:rPr lang="en-US" dirty="0"/>
              <a:t>Section Title</a:t>
            </a:r>
          </a:p>
        </p:txBody>
      </p:sp>
      <p:pic>
        <p:nvPicPr>
          <p:cNvPr id="9" name="Picture 8"/>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a:xfrm>
            <a:off x="10388601" y="6519672"/>
            <a:ext cx="1371600" cy="256032"/>
          </a:xfrm>
          <a:prstGeom prst="rect">
            <a:avLst/>
          </a:prstGeom>
        </p:spPr>
      </p:pic>
    </p:spTree>
    <p:extLst>
      <p:ext uri="{BB962C8B-B14F-4D97-AF65-F5344CB8AC3E}">
        <p14:creationId xmlns:p14="http://schemas.microsoft.com/office/powerpoint/2010/main" val="3004721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10642685" cy="5308600"/>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893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Takeaway">
    <p:spTree>
      <p:nvGrpSpPr>
        <p:cNvPr id="1" name=""/>
        <p:cNvGrpSpPr/>
        <p:nvPr/>
      </p:nvGrpSpPr>
      <p:grpSpPr>
        <a:xfrm>
          <a:off x="0" y="0"/>
          <a:ext cx="0" cy="0"/>
          <a:chOff x="0" y="0"/>
          <a:chExt cx="0" cy="0"/>
        </a:xfrm>
      </p:grpSpPr>
      <p:sp>
        <p:nvSpPr>
          <p:cNvPr id="1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9"/>
            <a:ext cx="10642685" cy="5070159"/>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6673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5281115"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3"/>
          </p:nvPr>
        </p:nvSpPr>
        <p:spPr>
          <a:xfrm>
            <a:off x="6217721" y="1074738"/>
            <a:ext cx="5177446"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263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wo Content with Takeaway">
    <p:spTree>
      <p:nvGrpSpPr>
        <p:cNvPr id="1" name=""/>
        <p:cNvGrpSpPr/>
        <p:nvPr/>
      </p:nvGrpSpPr>
      <p:grpSpPr>
        <a:xfrm>
          <a:off x="0" y="0"/>
          <a:ext cx="0" cy="0"/>
          <a:chOff x="0" y="0"/>
          <a:chExt cx="0" cy="0"/>
        </a:xfrm>
      </p:grpSpPr>
      <p:sp>
        <p:nvSpPr>
          <p:cNvPr id="12"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8"/>
            <a:ext cx="528111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sz="quarter" idx="13"/>
          </p:nvPr>
        </p:nvSpPr>
        <p:spPr>
          <a:xfrm>
            <a:off x="6217720" y="1074738"/>
            <a:ext cx="524965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1063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794670"/>
            <a:ext cx="528111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3"/>
          </p:nvPr>
        </p:nvSpPr>
        <p:spPr>
          <a:xfrm>
            <a:off x="6217720" y="1794668"/>
            <a:ext cx="524085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8"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14"/>
          </p:nvPr>
        </p:nvSpPr>
        <p:spPr>
          <a:xfrm>
            <a:off x="6217720" y="1061641"/>
            <a:ext cx="52408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7989411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mparison with Takeaway">
    <p:spTree>
      <p:nvGrpSpPr>
        <p:cNvPr id="1" name=""/>
        <p:cNvGrpSpPr/>
        <p:nvPr/>
      </p:nvGrpSpPr>
      <p:grpSpPr>
        <a:xfrm>
          <a:off x="0" y="0"/>
          <a:ext cx="0" cy="0"/>
          <a:chOff x="0" y="0"/>
          <a:chExt cx="0" cy="0"/>
        </a:xfrm>
      </p:grpSpPr>
      <p:sp>
        <p:nvSpPr>
          <p:cNvPr id="1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747388"/>
            <a:ext cx="528111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sz="quarter" idx="13"/>
          </p:nvPr>
        </p:nvSpPr>
        <p:spPr>
          <a:xfrm>
            <a:off x="6217720" y="1747388"/>
            <a:ext cx="524965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1"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2"/>
          <p:cNvSpPr>
            <a:spLocks noGrp="1"/>
          </p:cNvSpPr>
          <p:nvPr>
            <p:ph type="body" idx="14"/>
          </p:nvPr>
        </p:nvSpPr>
        <p:spPr>
          <a:xfrm>
            <a:off x="6217720" y="1061641"/>
            <a:ext cx="52496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4193448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1098772"/>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1098786"/>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3120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 Column with Takeaway">
    <p:spTree>
      <p:nvGrpSpPr>
        <p:cNvPr id="1" name=""/>
        <p:cNvGrpSpPr/>
        <p:nvPr/>
      </p:nvGrpSpPr>
      <p:grpSpPr>
        <a:xfrm>
          <a:off x="0" y="0"/>
          <a:ext cx="0" cy="0"/>
          <a:chOff x="0" y="0"/>
          <a:chExt cx="0" cy="0"/>
        </a:xfrm>
      </p:grpSpPr>
      <p:sp>
        <p:nvSpPr>
          <p:cNvPr id="2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098772"/>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098786"/>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735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201317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2013189"/>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3" name="Picture Placeholder 2"/>
          <p:cNvSpPr>
            <a:spLocks noGrp="1" noChangeAspect="1"/>
          </p:cNvSpPr>
          <p:nvPr>
            <p:ph type="pic" idx="18"/>
          </p:nvPr>
        </p:nvSpPr>
        <p:spPr>
          <a:xfrm>
            <a:off x="789863"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4" name="Picture Placeholder 2"/>
          <p:cNvSpPr>
            <a:spLocks noGrp="1" noChangeAspect="1"/>
          </p:cNvSpPr>
          <p:nvPr>
            <p:ph type="pic" idx="21"/>
          </p:nvPr>
        </p:nvSpPr>
        <p:spPr>
          <a:xfrm>
            <a:off x="4438565"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5" name="Picture Placeholder 2"/>
          <p:cNvSpPr>
            <a:spLocks noGrp="1" noChangeAspect="1"/>
          </p:cNvSpPr>
          <p:nvPr>
            <p:ph type="pic" idx="22"/>
          </p:nvPr>
        </p:nvSpPr>
        <p:spPr>
          <a:xfrm>
            <a:off x="8048279" y="1990314"/>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Tree>
    <p:extLst>
      <p:ext uri="{BB962C8B-B14F-4D97-AF65-F5344CB8AC3E}">
        <p14:creationId xmlns:p14="http://schemas.microsoft.com/office/powerpoint/2010/main" val="37743016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 Picture Column with Takeaway">
    <p:spTree>
      <p:nvGrpSpPr>
        <p:cNvPr id="1" name=""/>
        <p:cNvGrpSpPr/>
        <p:nvPr/>
      </p:nvGrpSpPr>
      <p:grpSpPr>
        <a:xfrm>
          <a:off x="0" y="0"/>
          <a:ext cx="0" cy="0"/>
          <a:chOff x="0" y="0"/>
          <a:chExt cx="0" cy="0"/>
        </a:xfrm>
      </p:grpSpPr>
      <p:sp>
        <p:nvSpPr>
          <p:cNvPr id="23"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593621"/>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59363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Picture Placeholder 2"/>
          <p:cNvSpPr>
            <a:spLocks noGrp="1" noChangeAspect="1"/>
          </p:cNvSpPr>
          <p:nvPr>
            <p:ph type="pic" idx="19"/>
          </p:nvPr>
        </p:nvSpPr>
        <p:spPr>
          <a:xfrm>
            <a:off x="789863"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0" name="Picture Placeholder 2"/>
          <p:cNvSpPr>
            <a:spLocks noGrp="1" noChangeAspect="1"/>
          </p:cNvSpPr>
          <p:nvPr>
            <p:ph type="pic" idx="21"/>
          </p:nvPr>
        </p:nvSpPr>
        <p:spPr>
          <a:xfrm>
            <a:off x="4438565"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Picture Placeholder 2"/>
          <p:cNvSpPr>
            <a:spLocks noGrp="1" noChangeAspect="1"/>
          </p:cNvSpPr>
          <p:nvPr>
            <p:ph type="pic" idx="22"/>
          </p:nvPr>
        </p:nvSpPr>
        <p:spPr>
          <a:xfrm>
            <a:off x="8048279" y="1570760"/>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Tree>
    <p:extLst>
      <p:ext uri="{BB962C8B-B14F-4D97-AF65-F5344CB8AC3E}">
        <p14:creationId xmlns:p14="http://schemas.microsoft.com/office/powerpoint/2010/main" val="23918006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sp>
        <p:nvSpPr>
          <p:cNvPr id="2" name="Title 1"/>
          <p:cNvSpPr>
            <a:spLocks noGrp="1"/>
          </p:cNvSpPr>
          <p:nvPr>
            <p:ph type="title"/>
          </p:nvPr>
        </p:nvSpPr>
        <p:spPr>
          <a:xfrm>
            <a:off x="592667" y="357189"/>
            <a:ext cx="1089355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4"/>
          <p:cNvCxnSpPr/>
          <p:nvPr userDrawn="1"/>
        </p:nvCxnSpPr>
        <p:spPr bwMode="auto">
          <a:xfrm flipH="1">
            <a:off x="609602" y="3698875"/>
            <a:ext cx="11095303"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p:cNvCxnSpPr/>
          <p:nvPr userDrawn="1"/>
        </p:nvCxnSpPr>
        <p:spPr bwMode="auto">
          <a:xfrm>
            <a:off x="6157384" y="962026"/>
            <a:ext cx="0" cy="5445125"/>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Placeholder 2"/>
          <p:cNvSpPr>
            <a:spLocks noGrp="1"/>
          </p:cNvSpPr>
          <p:nvPr>
            <p:ph type="body" sz="quarter" idx="18"/>
          </p:nvPr>
        </p:nvSpPr>
        <p:spPr>
          <a:xfrm>
            <a:off x="6259493"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2"/>
          </p:nvPr>
        </p:nvSpPr>
        <p:spPr>
          <a:xfrm>
            <a:off x="592666"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sz="quarter" idx="19"/>
          </p:nvPr>
        </p:nvSpPr>
        <p:spPr>
          <a:xfrm>
            <a:off x="6275653"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type="body" sz="quarter" idx="20"/>
          </p:nvPr>
        </p:nvSpPr>
        <p:spPr>
          <a:xfrm>
            <a:off x="608827"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6825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Up Layout with Takeaway">
    <p:spTree>
      <p:nvGrpSpPr>
        <p:cNvPr id="1" name=""/>
        <p:cNvGrpSpPr/>
        <p:nvPr/>
      </p:nvGrpSpPr>
      <p:grpSpPr>
        <a:xfrm>
          <a:off x="0" y="0"/>
          <a:ext cx="0" cy="0"/>
          <a:chOff x="0" y="0"/>
          <a:chExt cx="0" cy="0"/>
        </a:xfrm>
      </p:grpSpPr>
      <p:sp>
        <p:nvSpPr>
          <p:cNvPr id="2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a:xfrm>
            <a:off x="608827" y="357189"/>
            <a:ext cx="1087739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14" name="Straight Connector 13"/>
          <p:cNvCxnSpPr/>
          <p:nvPr userDrawn="1"/>
        </p:nvCxnSpPr>
        <p:spPr bwMode="auto">
          <a:xfrm>
            <a:off x="6140451" y="962025"/>
            <a:ext cx="0" cy="525780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userDrawn="1"/>
        </p:nvCxnSpPr>
        <p:spPr bwMode="auto">
          <a:xfrm flipH="1">
            <a:off x="592667" y="3534457"/>
            <a:ext cx="11112500"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Placeholder 2"/>
          <p:cNvSpPr>
            <a:spLocks noGrp="1"/>
          </p:cNvSpPr>
          <p:nvPr>
            <p:ph type="body" sz="quarter" idx="12"/>
          </p:nvPr>
        </p:nvSpPr>
        <p:spPr>
          <a:xfrm>
            <a:off x="592666" y="962652"/>
            <a:ext cx="5429251" cy="2494472"/>
          </a:xfrm>
          <a:prstGeom prst="rect">
            <a:avLst/>
          </a:prstGeom>
        </p:spPr>
        <p:txBody>
          <a:bodyPr>
            <a:normAutofit/>
          </a:bodyPr>
          <a:lstStyle>
            <a:lvl1pPr>
              <a:buClr>
                <a:schemeClr val="tx2"/>
              </a:buClr>
              <a:defRPr sz="1800">
                <a:solidFill>
                  <a:schemeClr val="tx1"/>
                </a:solidFill>
              </a:defRPr>
            </a:lvl1pPr>
            <a:lvl2pPr marL="457200" indent="-169863">
              <a:buClr>
                <a:schemeClr val="accent2"/>
              </a:buClr>
              <a:defRPr sz="1600">
                <a:solidFill>
                  <a:schemeClr val="tx1"/>
                </a:solidFill>
              </a:defRPr>
            </a:lvl2pPr>
            <a:lvl3pPr marL="804863" indent="-177800">
              <a:buClr>
                <a:schemeClr val="accent2"/>
              </a:buClr>
              <a:defRPr sz="1400">
                <a:solidFill>
                  <a:schemeClr val="tx1"/>
                </a:solidFill>
              </a:defRPr>
            </a:lvl3pPr>
            <a:lvl4pPr marL="1201738" indent="-168275">
              <a:buClr>
                <a:schemeClr val="accent2"/>
              </a:buClr>
              <a:buFontTx/>
              <a:buChar char="-"/>
              <a:defRPr sz="1200">
                <a:solidFill>
                  <a:schemeClr val="tx1"/>
                </a:solidFill>
              </a:defRPr>
            </a:lvl4pPr>
            <a:lvl5pPr marL="1719263" indent="-177800">
              <a:buClr>
                <a:schemeClr val="accent2"/>
              </a:buCl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
          <p:cNvSpPr>
            <a:spLocks noGrp="1"/>
          </p:cNvSpPr>
          <p:nvPr>
            <p:ph type="body" sz="quarter" idx="19"/>
          </p:nvPr>
        </p:nvSpPr>
        <p:spPr>
          <a:xfrm>
            <a:off x="6232621" y="962652"/>
            <a:ext cx="5429251" cy="2494472"/>
          </a:xfrm>
          <a:prstGeom prst="rect">
            <a:avLst/>
          </a:prstGeom>
        </p:spPr>
        <p:txBody>
          <a:bodyPr>
            <a:normAutofit/>
          </a:bodyPr>
          <a:lstStyle>
            <a:lvl1pPr>
              <a:buClr>
                <a:schemeClr val="tx2"/>
              </a:buClr>
              <a:defRPr sz="1800"/>
            </a:lvl1pPr>
            <a:lvl2pPr marL="457200" indent="-169863">
              <a:buClr>
                <a:schemeClr val="accent2"/>
              </a:buClr>
              <a:buFont typeface="Arial" panose="020B0604020202020204" pitchFamily="34" charset="0"/>
              <a:buChar cha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p:cNvSpPr>
            <a:spLocks noGrp="1"/>
          </p:cNvSpPr>
          <p:nvPr>
            <p:ph type="body" sz="quarter" idx="20"/>
          </p:nvPr>
        </p:nvSpPr>
        <p:spPr>
          <a:xfrm>
            <a:off x="592159"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p:cNvSpPr>
            <a:spLocks noGrp="1"/>
          </p:cNvSpPr>
          <p:nvPr>
            <p:ph type="body" sz="quarter" idx="21"/>
          </p:nvPr>
        </p:nvSpPr>
        <p:spPr>
          <a:xfrm>
            <a:off x="6227335"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15493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4747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Only with Takeaway">
    <p:spTree>
      <p:nvGrpSpPr>
        <p:cNvPr id="1" name=""/>
        <p:cNvGrpSpPr/>
        <p:nvPr/>
      </p:nvGrpSpPr>
      <p:grpSpPr>
        <a:xfrm>
          <a:off x="0" y="0"/>
          <a:ext cx="0" cy="0"/>
          <a:chOff x="0" y="0"/>
          <a:chExt cx="0" cy="0"/>
        </a:xfrm>
      </p:grpSpPr>
      <p:sp>
        <p:nvSpPr>
          <p:cNvPr id="9"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18629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2447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lank with Takeaway">
    <p:spTree>
      <p:nvGrpSpPr>
        <p:cNvPr id="1" name=""/>
        <p:cNvGrpSpPr/>
        <p:nvPr/>
      </p:nvGrpSpPr>
      <p:grpSpPr>
        <a:xfrm>
          <a:off x="0" y="0"/>
          <a:ext cx="0" cy="0"/>
          <a:chOff x="0" y="0"/>
          <a:chExt cx="0" cy="0"/>
        </a:xfrm>
      </p:grpSpPr>
      <p:sp>
        <p:nvSpPr>
          <p:cNvPr id="8" name="Round Single Corner Rectangle 1"/>
          <p:cNvSpPr>
            <a:spLocks noChangeAspect="1"/>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04057" y="74381"/>
                  <a:pt x="41048" y="713194"/>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9493408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nfographic">
    <p:spTree>
      <p:nvGrpSpPr>
        <p:cNvPr id="1" name=""/>
        <p:cNvGrpSpPr/>
        <p:nvPr/>
      </p:nvGrpSpPr>
      <p:grpSpPr>
        <a:xfrm>
          <a:off x="0" y="0"/>
          <a:ext cx="0" cy="0"/>
          <a:chOff x="0" y="0"/>
          <a:chExt cx="0" cy="0"/>
        </a:xfrm>
      </p:grpSpPr>
      <p:sp>
        <p:nvSpPr>
          <p:cNvPr id="5" name="Picture Placeholder 9"/>
          <p:cNvSpPr>
            <a:spLocks noGrp="1"/>
          </p:cNvSpPr>
          <p:nvPr>
            <p:ph type="pic" sz="quarter" idx="12"/>
          </p:nvPr>
        </p:nvSpPr>
        <p:spPr>
          <a:xfrm>
            <a:off x="10388601" y="6519863"/>
            <a:ext cx="1371600" cy="256032"/>
          </a:xfrm>
          <a:prstGeom prst="rect">
            <a:avLst/>
          </a:prstGeom>
          <a:blipFill>
            <a:blip r:embed="rId3" cstate="screen">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Tree>
    <p:extLst>
      <p:ext uri="{BB962C8B-B14F-4D97-AF65-F5344CB8AC3E}">
        <p14:creationId xmlns:p14="http://schemas.microsoft.com/office/powerpoint/2010/main" val="2096766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nfographic with Takeaway">
    <p:spTree>
      <p:nvGrpSpPr>
        <p:cNvPr id="1" name=""/>
        <p:cNvGrpSpPr/>
        <p:nvPr/>
      </p:nvGrpSpPr>
      <p:grpSpPr>
        <a:xfrm>
          <a:off x="0" y="0"/>
          <a:ext cx="0" cy="0"/>
          <a:chOff x="0" y="0"/>
          <a:chExt cx="0" cy="0"/>
        </a:xfrm>
      </p:grpSpPr>
      <p:sp>
        <p:nvSpPr>
          <p:cNvPr id="8" name="Picture Placeholder 3"/>
          <p:cNvSpPr>
            <a:spLocks noGrp="1"/>
          </p:cNvSpPr>
          <p:nvPr>
            <p:ph type="pic" sz="quarter" idx="17"/>
          </p:nvPr>
        </p:nvSpPr>
        <p:spPr>
          <a:xfrm>
            <a:off x="0" y="6384611"/>
            <a:ext cx="11584517" cy="504825"/>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7"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Tree>
    <p:extLst>
      <p:ext uri="{BB962C8B-B14F-4D97-AF65-F5344CB8AC3E}">
        <p14:creationId xmlns:p14="http://schemas.microsoft.com/office/powerpoint/2010/main" val="5997642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endParaRPr lang="en-US" dirty="0"/>
          </a:p>
        </p:txBody>
      </p:sp>
      <p:sp>
        <p:nvSpPr>
          <p:cNvPr id="6" name="Content Placeholder 2"/>
          <p:cNvSpPr>
            <a:spLocks noGrp="1"/>
          </p:cNvSpPr>
          <p:nvPr>
            <p:ph idx="1"/>
          </p:nvPr>
        </p:nvSpPr>
        <p:spPr>
          <a:xfrm>
            <a:off x="713232" y="381000"/>
            <a:ext cx="5489511" cy="5791200"/>
          </a:xfrm>
          <a:prstGeom prst="rect">
            <a:avLst/>
          </a:prstGeom>
        </p:spPr>
        <p:txBody>
          <a:bodyPr>
            <a:normAutofit/>
          </a:bodyPr>
          <a:lstStyle>
            <a:lvl1pPr>
              <a:defRPr sz="1800"/>
            </a:lvl1pPr>
            <a:lvl2pPr>
              <a:defRPr sz="1500"/>
            </a:lvl2pPr>
            <a:lvl3pPr>
              <a:defRPr sz="135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118972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endParaRPr lang="en-US" dirty="0"/>
          </a:p>
        </p:txBody>
      </p:sp>
      <p:sp>
        <p:nvSpPr>
          <p:cNvPr id="6"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Picture Placeholder 6"/>
          <p:cNvSpPr>
            <a:spLocks noGrp="1"/>
          </p:cNvSpPr>
          <p:nvPr>
            <p:ph type="pic" sz="quarter" idx="12"/>
          </p:nvPr>
        </p:nvSpPr>
        <p:spPr>
          <a:xfrm>
            <a:off x="713232" y="384048"/>
            <a:ext cx="5486400" cy="5788152"/>
          </a:xfrm>
          <a:prstGeom prst="rect">
            <a:avLst/>
          </a:prstGeom>
        </p:spPr>
        <p:txBody>
          <a:bodyPr/>
          <a:lstStyle/>
          <a:p>
            <a:r>
              <a:rPr lang="en-US"/>
              <a:t>Click icon to add picture</a:t>
            </a:r>
          </a:p>
        </p:txBody>
      </p:sp>
    </p:spTree>
    <p:extLst>
      <p:ext uri="{BB962C8B-B14F-4D97-AF65-F5344CB8AC3E}">
        <p14:creationId xmlns:p14="http://schemas.microsoft.com/office/powerpoint/2010/main" val="28943168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9" name="Round Single Corner Rectangle 1"/>
          <p:cNvSpPr>
            <a:spLocks noChangeAspect="1"/>
          </p:cNvSpPr>
          <p:nvPr userDrawn="1"/>
        </p:nvSpPr>
        <p:spPr>
          <a:xfrm rot="5400000">
            <a:off x="10591800" y="-228591"/>
            <a:ext cx="1371600" cy="1828723"/>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Lst>
            <a:ahLst/>
            <a:cxnLst>
              <a:cxn ang="0">
                <a:pos x="connsiteX0" y="connsiteY0"/>
              </a:cxn>
              <a:cxn ang="0">
                <a:pos x="connsiteX1" y="connsiteY1"/>
              </a:cxn>
              <a:cxn ang="0">
                <a:pos x="connsiteX2" y="connsiteY2"/>
              </a:cxn>
              <a:cxn ang="0">
                <a:pos x="connsiteX3" y="connsiteY3"/>
              </a:cxn>
            </a:cxnLst>
            <a:rect l="l" t="t" r="r" b="b"/>
            <a:pathLst>
              <a:path w="1142995" h="1532236">
                <a:moveTo>
                  <a:pt x="0" y="0"/>
                </a:moveTo>
                <a:lnTo>
                  <a:pt x="1142995" y="0"/>
                </a:lnTo>
                <a:cubicBezTo>
                  <a:pt x="511969" y="21249"/>
                  <a:pt x="3930" y="739945"/>
                  <a:pt x="0" y="1532236"/>
                </a:cubicBezTo>
                <a:cubicBezTo>
                  <a:pt x="4519" y="403311"/>
                  <a:pt x="0" y="510745"/>
                  <a:pt x="0" y="0"/>
                </a:cubicBezTo>
                <a:close/>
              </a:path>
            </a:pathLst>
          </a:custGeom>
          <a:solidFill>
            <a:schemeClr val="accent3"/>
          </a:solidFill>
          <a:ln w="9525" cmpd="sng">
            <a:noFill/>
          </a:ln>
          <a:effectLst>
            <a:innerShdw blurRad="127000" dist="25400" dir="2700000">
              <a:schemeClr val="accent3">
                <a:lumMod val="50000"/>
                <a:alpha val="40000"/>
              </a:scheme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0" fontAlgn="base" hangingPunct="0">
              <a:spcBef>
                <a:spcPct val="0"/>
              </a:spcBef>
              <a:spcAft>
                <a:spcPct val="0"/>
              </a:spcAft>
            </a:pPr>
            <a:r>
              <a:rPr lang="en-US">
                <a:solidFill>
                  <a:srgbClr val="FFFFFF"/>
                </a:solidFill>
              </a:rPr>
              <a:t> </a:t>
            </a:r>
          </a:p>
        </p:txBody>
      </p:sp>
      <p:sp>
        <p:nvSpPr>
          <p:cNvPr id="3" name="Slide Number Placeholder 5"/>
          <p:cNvSpPr>
            <a:spLocks noGrp="1"/>
          </p:cNvSpPr>
          <p:nvPr>
            <p:ph type="sldNum" sz="quarter" idx="10"/>
          </p:nvPr>
        </p:nvSpPr>
        <p:spPr/>
        <p:txBody>
          <a:bodyPr/>
          <a:lstStyle>
            <a:lvl1pPr>
              <a:defRPr/>
            </a:lvl1pPr>
          </a:lstStyle>
          <a:p>
            <a:pPr>
              <a:defRPr/>
            </a:pPr>
            <a:fld id="{FF1F74E8-2156-B64F-A723-2FC713503C5D}" type="slidenum">
              <a:rPr lang="en-US">
                <a:solidFill>
                  <a:srgbClr val="FFFFFF"/>
                </a:solidFill>
              </a:rPr>
              <a:pPr>
                <a:defRPr/>
              </a:pPr>
              <a:t>‹#›</a:t>
            </a:fld>
            <a:endParaRPr lang="en-US" dirty="0">
              <a:solidFill>
                <a:srgbClr val="FFFFFF"/>
              </a:solidFill>
            </a:endParaRPr>
          </a:p>
        </p:txBody>
      </p:sp>
      <p:sp>
        <p:nvSpPr>
          <p:cNvPr id="6" name="Footer Placeholder 1"/>
          <p:cNvSpPr>
            <a:spLocks noGrp="1"/>
          </p:cNvSpPr>
          <p:nvPr>
            <p:ph type="ftr" sz="quarter" idx="3"/>
            <p:custDataLst>
              <p:tags r:id="rId1"/>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7"/>
          <p:cNvSpPr>
            <a:spLocks noGrp="1"/>
          </p:cNvSpPr>
          <p:nvPr>
            <p:ph type="body" sz="quarter" idx="13"/>
          </p:nvPr>
        </p:nvSpPr>
        <p:spPr>
          <a:xfrm>
            <a:off x="0" y="4171950"/>
            <a:ext cx="12192000" cy="1276350"/>
          </a:xfrm>
          <a:prstGeom prst="rect">
            <a:avLst/>
          </a:prstGeom>
        </p:spPr>
        <p:txBody>
          <a:bodyPr/>
          <a:lstStyle>
            <a:lvl1pPr algn="ctr">
              <a:buNone/>
              <a:defRPr sz="2400" b="1"/>
            </a:lvl1pPr>
            <a:lvl2pPr>
              <a:buNone/>
              <a:defRPr/>
            </a:lvl2pPr>
          </a:lstStyle>
          <a:p>
            <a:pPr lvl="0"/>
            <a:r>
              <a:rPr lang="en-US"/>
              <a:t>Click to edit Master text styles</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9265" y="650759"/>
            <a:ext cx="11353470" cy="3588959"/>
          </a:xfrm>
          <a:prstGeom prst="rect">
            <a:avLst/>
          </a:prstGeom>
        </p:spPr>
      </p:pic>
    </p:spTree>
    <p:extLst>
      <p:ext uri="{BB962C8B-B14F-4D97-AF65-F5344CB8AC3E}">
        <p14:creationId xmlns:p14="http://schemas.microsoft.com/office/powerpoint/2010/main" val="1098670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Agenda">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926425-8E0A-4F19-95F9-2CCCC40F8397}"/>
              </a:ext>
            </a:extLst>
          </p:cNvPr>
          <p:cNvGraphicFramePr>
            <a:graphicFrameLocks noChangeAspect="1"/>
          </p:cNvGraphicFramePr>
          <p:nvPr userDrawn="1">
            <p:custDataLst>
              <p:tags r:id="rId1"/>
            </p:custDataLst>
            <p:extLst>
              <p:ext uri="{D42A27DB-BD31-4B8C-83A1-F6EECF244321}">
                <p14:modId xmlns:p14="http://schemas.microsoft.com/office/powerpoint/2010/main" val="26696586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7D926425-8E0A-4F19-95F9-2CCCC40F83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94E27FC-0EBE-49F1-BF4C-F70FB47B782E}"/>
              </a:ext>
            </a:extLst>
          </p:cNvPr>
          <p:cNvSpPr/>
          <p:nvPr userDrawn="1">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000" b="0" i="0" baseline="0">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a:xfrm>
            <a:off x="495299" y="495299"/>
            <a:ext cx="11201401" cy="615553"/>
          </a:xfrm>
        </p:spPr>
        <p:txBody>
          <a:bodyPr wrap="square">
            <a:spAutoFit/>
          </a:bodyPr>
          <a:lstStyle>
            <a:lvl1pPr>
              <a:defRPr sz="4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a:xfrm>
            <a:off x="4953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a:p>
        </p:txBody>
      </p:sp>
      <p:sp>
        <p:nvSpPr>
          <p:cNvPr id="8" name="Content Placeholder 2">
            <a:extLst>
              <a:ext uri="{FF2B5EF4-FFF2-40B4-BE49-F238E27FC236}">
                <a16:creationId xmlns:a16="http://schemas.microsoft.com/office/drawing/2014/main" id="{081AB863-6602-411C-B695-D0F3F7473088}"/>
              </a:ext>
            </a:extLst>
          </p:cNvPr>
          <p:cNvSpPr>
            <a:spLocks noGrp="1"/>
          </p:cNvSpPr>
          <p:nvPr>
            <p:ph idx="13"/>
          </p:nvPr>
        </p:nvSpPr>
        <p:spPr>
          <a:xfrm>
            <a:off x="63246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7792708"/>
      </p:ext>
    </p:extLst>
  </p:cSld>
  <p:clrMapOvr>
    <a:masterClrMapping/>
  </p:clrMapOvr>
  <p:extLst>
    <p:ext uri="{DCECCB84-F9BA-43D5-87BE-67443E8EF086}">
      <p15:sldGuideLst xmlns:p15="http://schemas.microsoft.com/office/powerpoint/2012/main">
        <p15:guide id="2" pos="3696">
          <p15:clr>
            <a:srgbClr val="FBAE40"/>
          </p15:clr>
        </p15:guide>
        <p15:guide id="3" pos="398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Blank w/o Takeawa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59AAC5D-D7D8-42DB-BA4B-6CDFC5FAF0A6}"/>
              </a:ext>
            </a:extLst>
          </p:cNvPr>
          <p:cNvSpPr>
            <a:spLocks noGrp="1"/>
          </p:cNvSpPr>
          <p:nvPr>
            <p:ph type="ftr" sz="quarter" idx="11"/>
          </p:nvPr>
        </p:nvSpPr>
        <p:spPr/>
        <p:txBody>
          <a:bodyPr/>
          <a:lstStyle>
            <a:lvl1pPr>
              <a:defRPr lang="en-US"/>
            </a:lvl1pPr>
          </a:lstStyle>
          <a:p>
            <a:endParaRPr lang="en-US"/>
          </a:p>
        </p:txBody>
      </p:sp>
      <p:sp>
        <p:nvSpPr>
          <p:cNvPr id="4" name="Slide Number Placeholder 3">
            <a:extLst>
              <a:ext uri="{FF2B5EF4-FFF2-40B4-BE49-F238E27FC236}">
                <a16:creationId xmlns:a16="http://schemas.microsoft.com/office/drawing/2014/main" id="{C0C549D9-CB0B-4053-B4B8-18A9A6E347D0}"/>
              </a:ext>
            </a:extLst>
          </p:cNvPr>
          <p:cNvSpPr>
            <a:spLocks noGrp="1"/>
          </p:cNvSpPr>
          <p:nvPr>
            <p:ph type="sldNum" sz="quarter" idx="12"/>
          </p:nvPr>
        </p:nvSpPr>
        <p:spPr/>
        <p:txBody>
          <a:bodyPr/>
          <a:lstStyle/>
          <a:p>
            <a:fld id="{7B94EC18-1D2B-4535-B738-0E53AFE26620}" type="slidenum">
              <a:rPr lang="en-US" smtClean="0"/>
              <a:t>‹#›</a:t>
            </a:fld>
            <a:endParaRPr lang="en-US"/>
          </a:p>
        </p:txBody>
      </p:sp>
    </p:spTree>
    <p:extLst>
      <p:ext uri="{BB962C8B-B14F-4D97-AF65-F5344CB8AC3E}">
        <p14:creationId xmlns:p14="http://schemas.microsoft.com/office/powerpoint/2010/main" val="26517200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7218955-D351-40C8-BFD4-823635598113}"/>
              </a:ext>
            </a:extLst>
          </p:cNvPr>
          <p:cNvSpPr>
            <a:spLocks noGrp="1"/>
          </p:cNvSpPr>
          <p:nvPr>
            <p:ph type="ftr" sz="quarter" idx="11"/>
          </p:nvPr>
        </p:nvSpPr>
        <p:spPr/>
        <p:txBody>
          <a:bodyPr/>
          <a:lstStyle>
            <a:lvl1pPr>
              <a:defRPr lang="en-US"/>
            </a:lvl1pPr>
          </a:lstStyle>
          <a:p>
            <a:endParaRPr lang="en-US"/>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a:p>
        </p:txBody>
      </p:sp>
      <p:sp>
        <p:nvSpPr>
          <p:cNvPr id="8" name="Text Placeholder 6">
            <a:extLst>
              <a:ext uri="{FF2B5EF4-FFF2-40B4-BE49-F238E27FC236}">
                <a16:creationId xmlns:a16="http://schemas.microsoft.com/office/drawing/2014/main" id="{50F7696B-AED7-4649-B1BE-83104AF7ADDD}"/>
              </a:ext>
            </a:extLst>
          </p:cNvPr>
          <p:cNvSpPr>
            <a:spLocks noGrp="1" noChangeAspect="1"/>
          </p:cNvSpPr>
          <p:nvPr>
            <p:ph type="body" sz="quarter" idx="16" hasCustomPrompt="1"/>
          </p:nvPr>
        </p:nvSpPr>
        <p:spPr>
          <a:xfrm>
            <a:off x="-1" y="5867400"/>
            <a:ext cx="12192000" cy="495299"/>
          </a:xfrm>
          <a:solidFill>
            <a:srgbClr val="DC202E"/>
          </a:solidFill>
        </p:spPr>
        <p:txBody>
          <a:bodyPr lIns="493776" tIns="45720" rIns="493776" bIns="45720" anchor="ctr" anchorCtr="0">
            <a:noAutofit/>
          </a:bodyPr>
          <a:lstStyle>
            <a:lvl1pPr algn="ctr">
              <a:lnSpc>
                <a:spcPct val="90000"/>
              </a:lnSpc>
              <a:spcAft>
                <a:spcPts val="0"/>
              </a:spcAft>
              <a:defRPr sz="2400">
                <a:solidFill>
                  <a:schemeClr val="bg1"/>
                </a:solidFill>
              </a:defRPr>
            </a:lvl1pPr>
            <a:lvl2pPr>
              <a:defRPr sz="1400"/>
            </a:lvl2pPr>
            <a:lvl3pPr>
              <a:defRPr sz="1200"/>
            </a:lvl3pPr>
            <a:lvl4pPr>
              <a:defRPr sz="1100"/>
            </a:lvl4pPr>
            <a:lvl5pPr>
              <a:defRPr sz="1600"/>
            </a:lvl5pPr>
          </a:lstStyle>
          <a:p>
            <a:pPr lvl="0"/>
            <a:r>
              <a:rPr lang="en-US" dirty="0"/>
              <a:t>Key Takeaway Text</a:t>
            </a:r>
          </a:p>
        </p:txBody>
      </p:sp>
    </p:spTree>
    <p:extLst>
      <p:ext uri="{BB962C8B-B14F-4D97-AF65-F5344CB8AC3E}">
        <p14:creationId xmlns:p14="http://schemas.microsoft.com/office/powerpoint/2010/main" val="29300474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with Takeaway">
    <p:spTree>
      <p:nvGrpSpPr>
        <p:cNvPr id="1" name=""/>
        <p:cNvGrpSpPr/>
        <p:nvPr/>
      </p:nvGrpSpPr>
      <p:grpSpPr>
        <a:xfrm>
          <a:off x="0" y="0"/>
          <a:ext cx="0" cy="0"/>
          <a:chOff x="0" y="0"/>
          <a:chExt cx="0" cy="0"/>
        </a:xfrm>
      </p:grpSpPr>
      <p:sp>
        <p:nvSpPr>
          <p:cNvPr id="6" name="Rectangle 5"/>
          <p:cNvSpPr/>
          <p:nvPr userDrawn="1"/>
        </p:nvSpPr>
        <p:spPr>
          <a:xfrm>
            <a:off x="214490" y="6364852"/>
            <a:ext cx="11977511" cy="493148"/>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 name="Slide Number Placeholder 2"/>
          <p:cNvSpPr>
            <a:spLocks noGrp="1"/>
          </p:cNvSpPr>
          <p:nvPr>
            <p:ph type="sldNum" sz="quarter" idx="10"/>
          </p:nvPr>
        </p:nvSpPr>
        <p:spPr/>
        <p:txBody>
          <a:bodyPr/>
          <a:lstStyle/>
          <a:p>
            <a:fld id="{2066355A-084C-D24E-9AD2-7E4FC41EA627}" type="slidenum">
              <a:rPr lang="en-US" smtClean="0"/>
              <a:pPr/>
              <a:t>‹#›</a:t>
            </a:fld>
            <a:endParaRPr lang="en-US" dirty="0"/>
          </a:p>
        </p:txBody>
      </p:sp>
      <p:sp>
        <p:nvSpPr>
          <p:cNvPr id="4" name="Round Single Corner Rectangle 3"/>
          <p:cNvSpPr/>
          <p:nvPr userDrawn="1"/>
        </p:nvSpPr>
        <p:spPr>
          <a:xfrm>
            <a:off x="1" y="6364853"/>
            <a:ext cx="11585559" cy="504577"/>
          </a:xfrm>
          <a:prstGeom prst="round1Rect">
            <a:avLst>
              <a:gd name="adj" fmla="val 50000"/>
            </a:avLst>
          </a:prstGeom>
          <a:solidFill>
            <a:srgbClr val="E71D1D"/>
          </a:solidFill>
          <a:ln w="190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0" name="Text Placeholder 9"/>
          <p:cNvSpPr>
            <a:spLocks noGrp="1"/>
          </p:cNvSpPr>
          <p:nvPr>
            <p:ph type="body" sz="quarter" idx="15" hasCustomPrompt="1"/>
          </p:nvPr>
        </p:nvSpPr>
        <p:spPr>
          <a:xfrm>
            <a:off x="315384" y="6416694"/>
            <a:ext cx="11063816" cy="457200"/>
          </a:xfrm>
          <a:prstGeom prst="rect">
            <a:avLst/>
          </a:prstGeom>
        </p:spPr>
        <p:txBody>
          <a:bodyPr/>
          <a:lstStyle>
            <a:lvl1pPr marL="0" indent="0" algn="r">
              <a:buNone/>
              <a:defRPr b="1">
                <a:solidFill>
                  <a:schemeClr val="bg1"/>
                </a:solidFill>
              </a:defRPr>
            </a:lvl1pPr>
          </a:lstStyle>
          <a:p>
            <a:pPr lvl="0"/>
            <a:r>
              <a:rPr lang="en-US" dirty="0"/>
              <a:t>Click to edit takeaway text</a:t>
            </a:r>
          </a:p>
        </p:txBody>
      </p:sp>
      <p:sp>
        <p:nvSpPr>
          <p:cNvPr id="16" name="Title 1"/>
          <p:cNvSpPr>
            <a:spLocks noGrp="1"/>
          </p:cNvSpPr>
          <p:nvPr>
            <p:ph type="title" hasCustomPrompt="1"/>
          </p:nvPr>
        </p:nvSpPr>
        <p:spPr>
          <a:xfrm>
            <a:off x="686104" y="482889"/>
            <a:ext cx="10830680" cy="373531"/>
          </a:xfrm>
        </p:spPr>
        <p:txBody>
          <a:bodyPr/>
          <a:lstStyle/>
          <a:p>
            <a:r>
              <a:rPr lang="en-US" dirty="0"/>
              <a:t>CLICK TO EDIT MASTER TITLE STYLE</a:t>
            </a:r>
          </a:p>
        </p:txBody>
      </p:sp>
    </p:spTree>
    <p:extLst>
      <p:ext uri="{BB962C8B-B14F-4D97-AF65-F5344CB8AC3E}">
        <p14:creationId xmlns:p14="http://schemas.microsoft.com/office/powerpoint/2010/main" val="3455997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59AAC5D-D7D8-42DB-BA4B-6CDFC5FAF0A6}"/>
              </a:ext>
            </a:extLst>
          </p:cNvPr>
          <p:cNvSpPr>
            <a:spLocks noGrp="1"/>
          </p:cNvSpPr>
          <p:nvPr>
            <p:ph type="ftr" sz="quarter" idx="11"/>
          </p:nvPr>
        </p:nvSpPr>
        <p:spPr/>
        <p:txBody>
          <a:bodyPr/>
          <a:lstStyle>
            <a:lvl1pPr>
              <a:defRPr lang="en-US"/>
            </a:lvl1pPr>
          </a:lstStyle>
          <a:p>
            <a:endParaRPr lang="en-US"/>
          </a:p>
        </p:txBody>
      </p:sp>
      <p:sp>
        <p:nvSpPr>
          <p:cNvPr id="4" name="Slide Number Placeholder 3">
            <a:extLst>
              <a:ext uri="{FF2B5EF4-FFF2-40B4-BE49-F238E27FC236}">
                <a16:creationId xmlns:a16="http://schemas.microsoft.com/office/drawing/2014/main" id="{C0C549D9-CB0B-4053-B4B8-18A9A6E347D0}"/>
              </a:ext>
            </a:extLst>
          </p:cNvPr>
          <p:cNvSpPr>
            <a:spLocks noGrp="1"/>
          </p:cNvSpPr>
          <p:nvPr>
            <p:ph type="sldNum" sz="quarter" idx="12"/>
          </p:nvPr>
        </p:nvSpPr>
        <p:spPr/>
        <p:txBody>
          <a:bodyPr/>
          <a:lstStyle/>
          <a:p>
            <a:fld id="{7B94EC18-1D2B-4535-B738-0E53AFE26620}" type="slidenum">
              <a:rPr lang="en-US" smtClean="0"/>
              <a:t>‹#›</a:t>
            </a:fld>
            <a:endParaRPr lang="en-US"/>
          </a:p>
        </p:txBody>
      </p:sp>
      <p:sp>
        <p:nvSpPr>
          <p:cNvPr id="7" name="Text Placeholder 6">
            <a:extLst>
              <a:ext uri="{FF2B5EF4-FFF2-40B4-BE49-F238E27FC236}">
                <a16:creationId xmlns:a16="http://schemas.microsoft.com/office/drawing/2014/main" id="{8895A6AF-DA14-4AA2-80B8-C7ACE12804ED}"/>
              </a:ext>
            </a:extLst>
          </p:cNvPr>
          <p:cNvSpPr>
            <a:spLocks noGrp="1" noChangeAspect="1"/>
          </p:cNvSpPr>
          <p:nvPr>
            <p:ph type="body" sz="quarter" idx="16" hasCustomPrompt="1"/>
          </p:nvPr>
        </p:nvSpPr>
        <p:spPr>
          <a:xfrm>
            <a:off x="-1" y="5867400"/>
            <a:ext cx="12192000" cy="495299"/>
          </a:xfrm>
          <a:solidFill>
            <a:schemeClr val="accent1"/>
          </a:solidFill>
        </p:spPr>
        <p:txBody>
          <a:bodyPr lIns="493776" tIns="45720" rIns="493776" bIns="45720" anchor="ctr" anchorCtr="0">
            <a:noAutofit/>
          </a:bodyPr>
          <a:lstStyle>
            <a:lvl1pPr algn="ctr">
              <a:lnSpc>
                <a:spcPct val="90000"/>
              </a:lnSpc>
              <a:spcAft>
                <a:spcPts val="0"/>
              </a:spcAft>
              <a:defRPr sz="2400">
                <a:solidFill>
                  <a:schemeClr val="bg1"/>
                </a:solidFill>
              </a:defRPr>
            </a:lvl1pPr>
            <a:lvl2pPr>
              <a:defRPr sz="1400"/>
            </a:lvl2pPr>
            <a:lvl3pPr>
              <a:defRPr sz="1200"/>
            </a:lvl3pPr>
            <a:lvl4pPr>
              <a:defRPr sz="1100"/>
            </a:lvl4pPr>
            <a:lvl5pPr>
              <a:defRPr sz="1600"/>
            </a:lvl5pPr>
          </a:lstStyle>
          <a:p>
            <a:pPr lvl="0"/>
            <a:r>
              <a:rPr lang="en-US" dirty="0"/>
              <a:t>Key Takeaway Text</a:t>
            </a:r>
          </a:p>
        </p:txBody>
      </p:sp>
    </p:spTree>
    <p:extLst>
      <p:ext uri="{BB962C8B-B14F-4D97-AF65-F5344CB8AC3E}">
        <p14:creationId xmlns:p14="http://schemas.microsoft.com/office/powerpoint/2010/main" val="214248273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and Content w/o Takeawa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7218955-D351-40C8-BFD4-823635598113}"/>
              </a:ext>
            </a:extLst>
          </p:cNvPr>
          <p:cNvSpPr>
            <a:spLocks noGrp="1"/>
          </p:cNvSpPr>
          <p:nvPr>
            <p:ph type="ftr" sz="quarter" idx="11"/>
          </p:nvPr>
        </p:nvSpPr>
        <p:spPr/>
        <p:txBody>
          <a:bodyPr/>
          <a:lstStyle>
            <a:lvl1pPr>
              <a:defRPr lang="en-US"/>
            </a:lvl1pPr>
          </a:lstStyle>
          <a:p>
            <a:endParaRPr lang="en-US" dirty="0"/>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dirty="0"/>
          </a:p>
        </p:txBody>
      </p:sp>
    </p:spTree>
    <p:extLst>
      <p:ext uri="{BB962C8B-B14F-4D97-AF65-F5344CB8AC3E}">
        <p14:creationId xmlns:p14="http://schemas.microsoft.com/office/powerpoint/2010/main" val="8319207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Only w/o Takeawa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3538A-4A54-4A25-9BD2-E79855D6A549}"/>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5827C14D-9EED-4F3B-9141-0F2882919726}"/>
              </a:ext>
            </a:extLst>
          </p:cNvPr>
          <p:cNvSpPr>
            <a:spLocks noGrp="1"/>
          </p:cNvSpPr>
          <p:nvPr>
            <p:ph type="ftr" sz="quarter" idx="11"/>
          </p:nvPr>
        </p:nvSpPr>
        <p:spPr/>
        <p:txBody>
          <a:bodyPr/>
          <a:lstStyle>
            <a:lvl1pPr>
              <a:defRPr lang="en-US"/>
            </a:lvl1pPr>
          </a:lstStyle>
          <a:p>
            <a:endParaRPr lang="en-US"/>
          </a:p>
        </p:txBody>
      </p:sp>
      <p:sp>
        <p:nvSpPr>
          <p:cNvPr id="5" name="Slide Number Placeholder 4">
            <a:extLst>
              <a:ext uri="{FF2B5EF4-FFF2-40B4-BE49-F238E27FC236}">
                <a16:creationId xmlns:a16="http://schemas.microsoft.com/office/drawing/2014/main" id="{D0D08997-B423-407B-B60D-8D5DFC3705FE}"/>
              </a:ext>
            </a:extLst>
          </p:cNvPr>
          <p:cNvSpPr>
            <a:spLocks noGrp="1"/>
          </p:cNvSpPr>
          <p:nvPr>
            <p:ph type="sldNum" sz="quarter" idx="12"/>
          </p:nvPr>
        </p:nvSpPr>
        <p:spPr/>
        <p:txBody>
          <a:bodyPr/>
          <a:lstStyle/>
          <a:p>
            <a:fld id="{7B94EC18-1D2B-4535-B738-0E53AFE26620}" type="slidenum">
              <a:rPr lang="en-US" smtClean="0"/>
              <a:t>‹#›</a:t>
            </a:fld>
            <a:endParaRPr lang="en-US"/>
          </a:p>
        </p:txBody>
      </p:sp>
    </p:spTree>
    <p:extLst>
      <p:ext uri="{BB962C8B-B14F-4D97-AF65-F5344CB8AC3E}">
        <p14:creationId xmlns:p14="http://schemas.microsoft.com/office/powerpoint/2010/main" val="36661323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a:xfrm>
            <a:off x="495300" y="1409701"/>
            <a:ext cx="5372100" cy="44577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7218955-D351-40C8-BFD4-823635598113}"/>
              </a:ext>
            </a:extLst>
          </p:cNvPr>
          <p:cNvSpPr>
            <a:spLocks noGrp="1"/>
          </p:cNvSpPr>
          <p:nvPr>
            <p:ph type="ftr" sz="quarter" idx="11"/>
          </p:nvPr>
        </p:nvSpPr>
        <p:spPr/>
        <p:txBody>
          <a:bodyPr/>
          <a:lstStyle>
            <a:lvl1pPr>
              <a:defRPr lang="en-US"/>
            </a:lvl1pPr>
          </a:lstStyle>
          <a:p>
            <a:endParaRPr lang="en-US"/>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a:p>
        </p:txBody>
      </p:sp>
      <p:sp>
        <p:nvSpPr>
          <p:cNvPr id="8" name="Content Placeholder 2">
            <a:extLst>
              <a:ext uri="{FF2B5EF4-FFF2-40B4-BE49-F238E27FC236}">
                <a16:creationId xmlns:a16="http://schemas.microsoft.com/office/drawing/2014/main" id="{081AB863-6602-411C-B695-D0F3F7473088}"/>
              </a:ext>
            </a:extLst>
          </p:cNvPr>
          <p:cNvSpPr>
            <a:spLocks noGrp="1"/>
          </p:cNvSpPr>
          <p:nvPr>
            <p:ph idx="13"/>
          </p:nvPr>
        </p:nvSpPr>
        <p:spPr>
          <a:xfrm>
            <a:off x="6324600" y="1409701"/>
            <a:ext cx="5372100" cy="44577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6">
            <a:extLst>
              <a:ext uri="{FF2B5EF4-FFF2-40B4-BE49-F238E27FC236}">
                <a16:creationId xmlns:a16="http://schemas.microsoft.com/office/drawing/2014/main" id="{4D0DF29E-4A6C-4505-AA49-6B64388E1397}"/>
              </a:ext>
            </a:extLst>
          </p:cNvPr>
          <p:cNvSpPr>
            <a:spLocks noGrp="1" noChangeAspect="1"/>
          </p:cNvSpPr>
          <p:nvPr>
            <p:ph type="body" sz="quarter" idx="16" hasCustomPrompt="1"/>
          </p:nvPr>
        </p:nvSpPr>
        <p:spPr>
          <a:xfrm>
            <a:off x="-1" y="5867400"/>
            <a:ext cx="12192000" cy="495299"/>
          </a:xfrm>
          <a:solidFill>
            <a:schemeClr val="accent1"/>
          </a:solidFill>
        </p:spPr>
        <p:txBody>
          <a:bodyPr lIns="493776" tIns="45720" rIns="493776" bIns="45720" anchor="ctr" anchorCtr="0">
            <a:noAutofit/>
          </a:bodyPr>
          <a:lstStyle>
            <a:lvl1pPr algn="ctr">
              <a:lnSpc>
                <a:spcPct val="90000"/>
              </a:lnSpc>
              <a:spcAft>
                <a:spcPts val="0"/>
              </a:spcAft>
              <a:defRPr sz="2400">
                <a:solidFill>
                  <a:schemeClr val="bg1"/>
                </a:solidFill>
              </a:defRPr>
            </a:lvl1pPr>
            <a:lvl2pPr>
              <a:defRPr sz="1400"/>
            </a:lvl2pPr>
            <a:lvl3pPr>
              <a:defRPr sz="1200"/>
            </a:lvl3pPr>
            <a:lvl4pPr>
              <a:defRPr sz="1100"/>
            </a:lvl4pPr>
            <a:lvl5pPr>
              <a:defRPr sz="1600"/>
            </a:lvl5pPr>
          </a:lstStyle>
          <a:p>
            <a:pPr lvl="0"/>
            <a:r>
              <a:rPr lang="en-US" dirty="0"/>
              <a:t>Key Takeaway Text</a:t>
            </a:r>
          </a:p>
        </p:txBody>
      </p:sp>
    </p:spTree>
    <p:extLst>
      <p:ext uri="{BB962C8B-B14F-4D97-AF65-F5344CB8AC3E}">
        <p14:creationId xmlns:p14="http://schemas.microsoft.com/office/powerpoint/2010/main" val="1409568757"/>
      </p:ext>
    </p:extLst>
  </p:cSld>
  <p:clrMapOvr>
    <a:masterClrMapping/>
  </p:clrMapOvr>
  <p:extLst>
    <p:ext uri="{DCECCB84-F9BA-43D5-87BE-67443E8EF086}">
      <p15:sldGuideLst xmlns:p15="http://schemas.microsoft.com/office/powerpoint/2012/main">
        <p15:guide id="2" pos="3696">
          <p15:clr>
            <a:srgbClr val="FBAE40"/>
          </p15:clr>
        </p15:guide>
        <p15:guide id="3" pos="39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6.xml"/><Relationship Id="rId7" Type="http://schemas.openxmlformats.org/officeDocument/2006/relationships/tags" Target="../tags/tag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3.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9.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ags" Target="../tags/tag8.xml"/><Relationship Id="rId5" Type="http://schemas.openxmlformats.org/officeDocument/2006/relationships/theme" Target="../theme/theme4.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image" Target="../media/image11.pn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tags" Target="../tags/tag13.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theme" Target="../theme/theme5.xml"/><Relationship Id="rId8" Type="http://schemas.openxmlformats.org/officeDocument/2006/relationships/slideLayout" Target="../slideLayouts/slideLayout20.xml"/><Relationship Id="rId3"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 descr="ATail.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201525" cy="607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1" name="Picture 5" descr="Corner-01 copy.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 name="Picture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3502156893"/>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
          <p:cNvPicPr>
            <a:picLocks noChangeAspect="1"/>
          </p:cNvPicPr>
          <p:nvPr/>
        </p:nvPicPr>
        <p:blipFill>
          <a:blip r:embed="rId3" cstate="print">
            <a:extLst>
              <a:ext uri="{28A0092B-C50C-407E-A947-70E740481C1C}">
                <a14:useLocalDpi xmlns:a14="http://schemas.microsoft.com/office/drawing/2010/main" val="0"/>
              </a:ext>
            </a:extLst>
          </a:blip>
          <a:srcRect l="14668" r="29726"/>
          <a:stretch>
            <a:fillRect/>
          </a:stretch>
        </p:blipFill>
        <p:spPr bwMode="auto">
          <a:xfrm>
            <a:off x="0" y="0"/>
            <a:ext cx="4703763" cy="563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7"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58213" y="1973263"/>
            <a:ext cx="3644900" cy="3665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8" name="Picture 12" descr="Picture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9963" y="-15875"/>
            <a:ext cx="7424737" cy="1906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9" name="Picture 13" descr="Picture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64088" y="1973263"/>
            <a:ext cx="3668712" cy="2017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0" name="Picture 14" descr="Picture5.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79963" y="4052888"/>
            <a:ext cx="3659187" cy="15859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5" descr="Corner-01 copy.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016" y="3792538"/>
            <a:ext cx="12209129" cy="3052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4213545949"/>
      </p:ext>
    </p:extLst>
  </p:cSld>
  <p:clrMap bg1="lt1" tx1="dk1" bg2="lt2" tx2="dk2" accent1="accent1" accent2="accent2" accent3="accent3" accent4="accent4" accent5="accent5" accent6="accent6" hlink="hlink" folHlink="folHlink"/>
  <p:sldLayoutIdLst>
    <p:sldLayoutId id="2147483664" r:id="rId1"/>
  </p:sldLayoutIdLst>
  <p:hf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3075" name="Title Placeholder 1"/>
          <p:cNvSpPr>
            <a:spLocks noGrp="1"/>
          </p:cNvSpPr>
          <p:nvPr>
            <p:ph type="title"/>
          </p:nvPr>
        </p:nvSpPr>
        <p:spPr bwMode="auto">
          <a:xfrm>
            <a:off x="712788" y="357188"/>
            <a:ext cx="10480675" cy="498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05CE228-874B-4B88-8E7B-BE8A2097705B}" type="slidenum">
              <a:rPr lang="en-US"/>
              <a:pPr>
                <a:defRPr/>
              </a:pPr>
              <a:t>‹#›</a:t>
            </a:fld>
            <a:endParaRPr lang="en-US" dirty="0"/>
          </a:p>
        </p:txBody>
      </p:sp>
      <p:sp>
        <p:nvSpPr>
          <p:cNvPr id="10" name="Rectangle 23"/>
          <p:cNvSpPr>
            <a:spLocks noChangeArrowheads="1"/>
          </p:cNvSpPr>
          <p:nvPr/>
        </p:nvSpPr>
        <p:spPr bwMode="auto">
          <a:xfrm>
            <a:off x="4407310" y="6657975"/>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dirty="0">
                <a:solidFill>
                  <a:schemeClr val="accent3"/>
                </a:solidFill>
                <a:cs typeface="Arial" panose="020B0604020202020204" pitchFamily="34" charset="0"/>
              </a:rPr>
              <a:t>Honeywell Confidential - © 2017 by Honeywell International Inc. All rights reserved. </a:t>
            </a:r>
          </a:p>
        </p:txBody>
      </p:sp>
      <p:sp>
        <p:nvSpPr>
          <p:cNvPr id="2" name="Footer Placeholder 1"/>
          <p:cNvSpPr>
            <a:spLocks noGrp="1"/>
          </p:cNvSpPr>
          <p:nvPr>
            <p:ph type="ftr" sz="quarter" idx="3"/>
            <p:custDataLst>
              <p:tags r:id="rId7"/>
            </p:custDataLst>
          </p:nvPr>
        </p:nvSpPr>
        <p:spPr>
          <a:xfrm>
            <a:off x="0" y="6656832"/>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pic>
        <p:nvPicPr>
          <p:cNvPr id="12" name="Picture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758037" y="6340391"/>
            <a:ext cx="1215079" cy="337150"/>
          </a:xfrm>
          <a:prstGeom prst="rect">
            <a:avLst/>
          </a:prstGeom>
        </p:spPr>
      </p:pic>
    </p:spTree>
    <p:extLst>
      <p:ext uri="{BB962C8B-B14F-4D97-AF65-F5344CB8AC3E}">
        <p14:creationId xmlns:p14="http://schemas.microsoft.com/office/powerpoint/2010/main" val="243774926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4099" name="Title Placeholder 1"/>
          <p:cNvSpPr>
            <a:spLocks noGrp="1"/>
          </p:cNvSpPr>
          <p:nvPr>
            <p:ph type="title"/>
          </p:nvPr>
        </p:nvSpPr>
        <p:spPr bwMode="auto">
          <a:xfrm>
            <a:off x="712788" y="357188"/>
            <a:ext cx="10509250" cy="498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076" name="Rectangle 23"/>
          <p:cNvSpPr>
            <a:spLocks noChangeArrowheads="1"/>
          </p:cNvSpPr>
          <p:nvPr/>
        </p:nvSpPr>
        <p:spPr bwMode="auto">
          <a:xfrm>
            <a:off x="4407408" y="6163056"/>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dirty="0">
                <a:solidFill>
                  <a:schemeClr val="accent3"/>
                </a:solidFill>
                <a:cs typeface="Arial" panose="020B0604020202020204" pitchFamily="34" charset="0"/>
              </a:rPr>
              <a:t>Honeywell Confidential - © 2017 by Honeywell International Inc. All rights reserved. </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7F57E65-5E51-47D0-99CC-FC05E212C347}" type="slidenum">
              <a:rPr lang="en-US"/>
              <a:pPr>
                <a:defRPr/>
              </a:pPr>
              <a:t>‹#›</a:t>
            </a:fld>
            <a:endParaRPr lang="en-US" dirty="0"/>
          </a:p>
        </p:txBody>
      </p:sp>
      <p:sp>
        <p:nvSpPr>
          <p:cNvPr id="3" name="Footer Placeholder 2"/>
          <p:cNvSpPr>
            <a:spLocks noGrp="1"/>
          </p:cNvSpPr>
          <p:nvPr>
            <p:ph type="ftr" sz="quarter" idx="3"/>
            <p:custDataLst>
              <p:tags r:id="rId6"/>
            </p:custDataLst>
          </p:nvPr>
        </p:nvSpPr>
        <p:spPr>
          <a:xfrm>
            <a:off x="0" y="6147014"/>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Round Single Corner Rectangle 7"/>
          <p:cNvSpPr/>
          <p:nvPr/>
        </p:nvSpPr>
        <p:spPr>
          <a:xfrm>
            <a:off x="0" y="6377149"/>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232307659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ound Single Corner Rectangle 1"/>
          <p:cNvSpPr>
            <a:spLocks/>
          </p:cNvSpPr>
          <p:nvPr/>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075" name="Title Placeholder 1"/>
          <p:cNvSpPr>
            <a:spLocks noGrp="1"/>
          </p:cNvSpPr>
          <p:nvPr>
            <p:ph type="title"/>
          </p:nvPr>
        </p:nvSpPr>
        <p:spPr bwMode="auto">
          <a:xfrm>
            <a:off x="713232" y="357189"/>
            <a:ext cx="10681934"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 name="Slide Number Placeholder 5"/>
          <p:cNvSpPr>
            <a:spLocks noGrp="1"/>
          </p:cNvSpPr>
          <p:nvPr>
            <p:ph type="sldNum" sz="quarter" idx="4"/>
          </p:nvPr>
        </p:nvSpPr>
        <p:spPr>
          <a:xfrm>
            <a:off x="11645901" y="-28574"/>
            <a:ext cx="675217" cy="504825"/>
          </a:xfrm>
          <a:prstGeom prst="rect">
            <a:avLst/>
          </a:prstGeom>
        </p:spPr>
        <p:txBody>
          <a:bodyPr vert="horz" lIns="91440" tIns="45720" rIns="91440" bIns="45720" rtlCol="0" anchor="ctr"/>
          <a:lstStyle>
            <a:lvl1pPr algn="l" eaLnBrk="1" fontAlgn="auto" hangingPunct="1">
              <a:spcBef>
                <a:spcPts val="0"/>
              </a:spcBef>
              <a:spcAft>
                <a:spcPts val="0"/>
              </a:spcAft>
              <a:defRPr sz="1000" b="1" i="0">
                <a:solidFill>
                  <a:schemeClr val="bg1"/>
                </a:solidFill>
                <a:latin typeface="HelveticaNeue MediumCond"/>
                <a:cs typeface="HelveticaNeue MediumCond"/>
              </a:defRPr>
            </a:lvl1pPr>
          </a:lstStyle>
          <a:p>
            <a:pPr defTabSz="457200">
              <a:defRPr/>
            </a:pPr>
            <a:fld id="{58E27D68-75D7-1046-B88F-55C44A5ED9A6}" type="slidenum">
              <a:rPr lang="en-US">
                <a:solidFill>
                  <a:srgbClr val="FFFFFF"/>
                </a:solidFill>
              </a:rPr>
              <a:pPr defTabSz="457200">
                <a:defRPr/>
              </a:pPr>
              <a:t>‹#›</a:t>
            </a:fld>
            <a:endParaRPr lang="en-US" dirty="0">
              <a:solidFill>
                <a:srgbClr val="FFFFFF"/>
              </a:solidFill>
            </a:endParaRPr>
          </a:p>
        </p:txBody>
      </p:sp>
      <p:sp>
        <p:nvSpPr>
          <p:cNvPr id="2" name="Footer Placeholder 1"/>
          <p:cNvSpPr>
            <a:spLocks noGrp="1"/>
          </p:cNvSpPr>
          <p:nvPr>
            <p:ph type="ftr" sz="quarter" idx="3"/>
            <p:custDataLst>
              <p:tags r:id="rId36"/>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pPr defTabSz="457200" eaLnBrk="0" fontAlgn="base" hangingPunct="0">
              <a:spcBef>
                <a:spcPct val="0"/>
              </a:spcBef>
              <a:spcAft>
                <a:spcPct val="0"/>
              </a:spcAft>
            </a:pPr>
            <a:r>
              <a:rPr lang="en-US"/>
              <a:t>Honeywell Internal</a:t>
            </a:r>
          </a:p>
        </p:txBody>
      </p:sp>
      <p:pic>
        <p:nvPicPr>
          <p:cNvPr id="7" name="Picture 6" descr="\\localhost\Volumes\DMS-Server\Clients\Honeywell PPT \Honeywell - Freestanding Logos\Honeywell - Freestanding Logo RGB.png"/>
          <p:cNvPicPr>
            <a:picLocks noChangeAspect="1"/>
          </p:cNvPicPr>
          <p:nvPr/>
        </p:nvPicPr>
        <p:blipFill>
          <a:blip r:embed="rId37"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6293276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7" r:id="rId27"/>
    <p:sldLayoutId id="2147483710" r:id="rId28"/>
    <p:sldLayoutId id="2147483711" r:id="rId29"/>
    <p:sldLayoutId id="2147483712" r:id="rId30"/>
    <p:sldLayoutId id="2147483713" r:id="rId31"/>
    <p:sldLayoutId id="2147483714" r:id="rId32"/>
    <p:sldLayoutId id="2147483715" r:id="rId33"/>
    <p:sldLayoutId id="2147483716" r:id="rId34"/>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microsoft.com/office/2018/10/relationships/comments" Target="../comments/modernComment_183_DEB539DF.xml"/><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5.xml"/><Relationship Id="rId16" Type="http://schemas.openxmlformats.org/officeDocument/2006/relationships/image" Target="../media/image35.png"/><Relationship Id="rId1" Type="http://schemas.openxmlformats.org/officeDocument/2006/relationships/slideLayout" Target="../slideLayouts/slideLayout4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jpeg"/><Relationship Id="rId15" Type="http://schemas.openxmlformats.org/officeDocument/2006/relationships/image" Target="../media/image34.jpe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3.xml"/><Relationship Id="rId1" Type="http://schemas.openxmlformats.org/officeDocument/2006/relationships/tags" Target="../tags/tag42.xml"/><Relationship Id="rId6" Type="http://schemas.openxmlformats.org/officeDocument/2006/relationships/image" Target="../media/image39.png"/><Relationship Id="rId5" Type="http://schemas.openxmlformats.org/officeDocument/2006/relationships/image" Target="../media/image38.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45.xml"/><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45.xml"/><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5.xml"/><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24.xml"/><Relationship Id="rId1" Type="http://schemas.openxmlformats.org/officeDocument/2006/relationships/slideLayout" Target="../slideLayouts/slideLayout4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44.xml"/><Relationship Id="rId4" Type="http://schemas.openxmlformats.org/officeDocument/2006/relationships/image" Target="../media/image60.png"/></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44.xml"/></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1.xml"/><Relationship Id="rId1" Type="http://schemas.openxmlformats.org/officeDocument/2006/relationships/slideLayout" Target="../slideLayouts/slideLayout44.xml"/><Relationship Id="rId5" Type="http://schemas.openxmlformats.org/officeDocument/2006/relationships/image" Target="../media/image64.png"/><Relationship Id="rId4" Type="http://schemas.openxmlformats.org/officeDocument/2006/relationships/image" Target="../media/image63.png"/></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44.xml"/></Relationships>
</file>

<file path=ppt/slides/_rels/slide3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33.xml"/><Relationship Id="rId1" Type="http://schemas.openxmlformats.org/officeDocument/2006/relationships/slideLayout" Target="../slideLayouts/slideLayout44.xml"/></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4.xml"/><Relationship Id="rId1" Type="http://schemas.openxmlformats.org/officeDocument/2006/relationships/slideLayout" Target="../slideLayouts/slideLayout44.xml"/></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5.xml"/><Relationship Id="rId1" Type="http://schemas.openxmlformats.org/officeDocument/2006/relationships/slideLayout" Target="../slideLayouts/slideLayout44.xml"/></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44.xml"/></Relationships>
</file>

<file path=ppt/slides/_rels/slide4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7.xml"/><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8.xml"/><Relationship Id="rId1" Type="http://schemas.openxmlformats.org/officeDocument/2006/relationships/slideLayout" Target="../slideLayouts/slideLayout44.xml"/></Relationships>
</file>

<file path=ppt/slides/_rels/slide4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9.xml"/><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0.xml"/><Relationship Id="rId1" Type="http://schemas.openxmlformats.org/officeDocument/2006/relationships/slideLayout" Target="../slideLayouts/slideLayout44.xml"/></Relationships>
</file>

<file path=ppt/slides/_rels/slide5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1.xml"/><Relationship Id="rId1" Type="http://schemas.openxmlformats.org/officeDocument/2006/relationships/slideLayout" Target="../slideLayouts/slideLayout44.xml"/><Relationship Id="rId4" Type="http://schemas.openxmlformats.org/officeDocument/2006/relationships/image" Target="../media/image79.png"/></Relationships>
</file>

<file path=ppt/slides/_rels/slide5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2.xml"/><Relationship Id="rId1" Type="http://schemas.openxmlformats.org/officeDocument/2006/relationships/slideLayout" Target="../slideLayouts/slideLayout44.xml"/></Relationships>
</file>

<file path=ppt/slides/_rels/slide5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3.xml"/><Relationship Id="rId1" Type="http://schemas.openxmlformats.org/officeDocument/2006/relationships/slideLayout" Target="../slideLayouts/slideLayout44.xml"/></Relationships>
</file>

<file path=ppt/slides/_rels/slide53.xml.rels><?xml version="1.0" encoding="UTF-8" standalone="yes"?>
<Relationships xmlns="http://schemas.openxmlformats.org/package/2006/relationships"><Relationship Id="rId3" Type="http://schemas.microsoft.com/office/2018/10/relationships/comments" Target="../comments/modernComment_1A3_B4D87A19.xml"/><Relationship Id="rId2" Type="http://schemas.openxmlformats.org/officeDocument/2006/relationships/notesSlide" Target="../notesSlides/notesSlide44.xml"/><Relationship Id="rId1" Type="http://schemas.openxmlformats.org/officeDocument/2006/relationships/slideLayout" Target="../slideLayouts/slideLayout40.xml"/><Relationship Id="rId5" Type="http://schemas.openxmlformats.org/officeDocument/2006/relationships/image" Target="../media/image83.png"/><Relationship Id="rId4" Type="http://schemas.openxmlformats.org/officeDocument/2006/relationships/image" Target="../media/image82.png"/></Relationships>
</file>

<file path=ppt/slides/_rels/slide5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5.xml"/><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6.xml"/><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8.xml"/><Relationship Id="rId1" Type="http://schemas.openxmlformats.org/officeDocument/2006/relationships/slideLayout" Target="../slideLayouts/slideLayout44.xml"/><Relationship Id="rId4" Type="http://schemas.openxmlformats.org/officeDocument/2006/relationships/image" Target="../media/image87.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973067" y="6323573"/>
            <a:ext cx="6617885" cy="254118"/>
          </a:xfrm>
        </p:spPr>
        <p:txBody>
          <a:bodyPr vert="horz" lIns="91440" tIns="45720" rIns="91440" bIns="45720" anchor="ctr"/>
          <a:lstStyle/>
          <a:p>
            <a:r>
              <a:rPr lang="en-US" dirty="0">
                <a:latin typeface="Arial"/>
                <a:cs typeface="Arial"/>
              </a:rPr>
              <a:t>User Training – Asset Performance Management</a:t>
            </a:r>
            <a:endParaRPr lang="en-US" dirty="0"/>
          </a:p>
        </p:txBody>
      </p:sp>
      <p:sp>
        <p:nvSpPr>
          <p:cNvPr id="3" name="Text Placeholder 2"/>
          <p:cNvSpPr>
            <a:spLocks noGrp="1"/>
          </p:cNvSpPr>
          <p:nvPr>
            <p:ph type="body" sz="quarter" idx="12"/>
          </p:nvPr>
        </p:nvSpPr>
        <p:spPr/>
        <p:txBody>
          <a:bodyPr/>
          <a:lstStyle/>
          <a:p>
            <a:r>
              <a:rPr lang="en-US" dirty="0"/>
              <a:t> APM</a:t>
            </a:r>
          </a:p>
        </p:txBody>
      </p:sp>
      <p:sp>
        <p:nvSpPr>
          <p:cNvPr id="4" name="Content Placeholder 3"/>
          <p:cNvSpPr>
            <a:spLocks noGrp="1"/>
          </p:cNvSpPr>
          <p:nvPr>
            <p:ph sz="quarter" idx="10"/>
          </p:nvPr>
        </p:nvSpPr>
        <p:spPr/>
        <p:txBody>
          <a:bodyPr/>
          <a:lstStyle/>
          <a:p>
            <a:r>
              <a:rPr lang="en-US" dirty="0"/>
              <a:t>Honeywell</a:t>
            </a:r>
          </a:p>
        </p:txBody>
      </p:sp>
      <p:sp>
        <p:nvSpPr>
          <p:cNvPr id="5" name="Text Placeholder 4"/>
          <p:cNvSpPr>
            <a:spLocks noGrp="1"/>
          </p:cNvSpPr>
          <p:nvPr>
            <p:ph type="body" sz="quarter" idx="11"/>
          </p:nvPr>
        </p:nvSpPr>
        <p:spPr/>
        <p:txBody>
          <a:bodyPr/>
          <a:lstStyle/>
          <a:p>
            <a:r>
              <a:rPr lang="en-US"/>
              <a:t>May 2024</a:t>
            </a:r>
            <a:endParaRPr lang="en-US" dirty="0"/>
          </a:p>
        </p:txBody>
      </p:sp>
      <p:sp>
        <p:nvSpPr>
          <p:cNvPr id="6" name="BJPseudoFooter">
            <a:extLst>
              <a:ext uri="{FF2B5EF4-FFF2-40B4-BE49-F238E27FC236}">
                <a16:creationId xmlns:a16="http://schemas.microsoft.com/office/drawing/2014/main" id="{24533E8C-1C5A-4E14-9E9F-00D7BE2E2A86}"/>
              </a:ext>
            </a:extLst>
          </p:cNvPr>
          <p:cNvSpPr txBox="1"/>
          <p:nvPr>
            <p:custDataLst>
              <p:tags r:id="rId1"/>
            </p:custDataLst>
          </p:nvPr>
        </p:nvSpPr>
        <p:spPr>
          <a:xfrm>
            <a:off x="127000" y="6645245"/>
            <a:ext cx="11938000" cy="200055"/>
          </a:xfrm>
          <a:prstGeom prst="rect">
            <a:avLst/>
          </a:prstGeom>
          <a:noFill/>
        </p:spPr>
        <p:txBody>
          <a:bodyPr vert="horz" rtlCol="0">
            <a:spAutoFit/>
          </a:bodyPr>
          <a:lstStyle/>
          <a:p>
            <a:r>
              <a:rPr lang="en-US" sz="700">
                <a:solidFill>
                  <a:srgbClr val="7F7F7F"/>
                </a:solidFill>
                <a:latin typeface="Arial" panose="020B0604020202020204" pitchFamily="34" charset="0"/>
              </a:rPr>
              <a:t>Honeywell Internal</a:t>
            </a:r>
          </a:p>
        </p:txBody>
      </p:sp>
    </p:spTree>
    <p:extLst>
      <p:ext uri="{BB962C8B-B14F-4D97-AF65-F5344CB8AC3E}">
        <p14:creationId xmlns:p14="http://schemas.microsoft.com/office/powerpoint/2010/main" val="2376356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A90C09C1-E73E-44A2-92FE-0C9C45937064}"/>
              </a:ext>
            </a:extLst>
          </p:cNvPr>
          <p:cNvSpPr txBox="1">
            <a:spLocks/>
          </p:cNvSpPr>
          <p:nvPr/>
        </p:nvSpPr>
        <p:spPr bwMode="auto">
          <a:xfrm>
            <a:off x="532340" y="357810"/>
            <a:ext cx="8002359" cy="498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defTabSz="457200" rtl="0" eaLnBrk="0" fontAlgn="base" hangingPunct="0">
              <a:spcBef>
                <a:spcPct val="0"/>
              </a:spcBef>
              <a:spcAft>
                <a:spcPct val="0"/>
              </a:spcAft>
              <a:defRPr lang="en-US" sz="2800" b="1" kern="1200" baseline="0">
                <a:solidFill>
                  <a:schemeClr val="tx1"/>
                </a:solidFill>
                <a:latin typeface="Arial" pitchFamily="34" charset="0"/>
                <a:ea typeface="Arial" charset="0"/>
                <a:cs typeface="Arial" pitchFamily="34" charset="0"/>
              </a:defRPr>
            </a:lvl1pPr>
            <a:lvl2pPr algn="l" defTabSz="457200" rtl="0" eaLnBrk="0" fontAlgn="base" hangingPunct="0">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0" fontAlgn="base" hangingPunct="0">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0" fontAlgn="base" hangingPunct="0">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0" fontAlgn="base" hangingPunct="0">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dirty="0"/>
              <a:t>Safety and code of conduct</a:t>
            </a:r>
          </a:p>
        </p:txBody>
      </p:sp>
      <p:sp>
        <p:nvSpPr>
          <p:cNvPr id="6" name="Content Placeholder 6">
            <a:extLst>
              <a:ext uri="{FF2B5EF4-FFF2-40B4-BE49-F238E27FC236}">
                <a16:creationId xmlns:a16="http://schemas.microsoft.com/office/drawing/2014/main" id="{C053C4C2-D3FE-4244-A786-78E9B71A4358}"/>
              </a:ext>
            </a:extLst>
          </p:cNvPr>
          <p:cNvSpPr txBox="1">
            <a:spLocks/>
          </p:cNvSpPr>
          <p:nvPr/>
        </p:nvSpPr>
        <p:spPr>
          <a:xfrm>
            <a:off x="532340" y="1005840"/>
            <a:ext cx="8002360" cy="5308600"/>
          </a:xfrm>
          <a:prstGeom prst="rect">
            <a:avLst/>
          </a:prstGeom>
        </p:spPr>
        <p:txBody>
          <a:bodyPr/>
          <a:lstStyle>
            <a:lvl1pPr marL="274320" indent="-169863" algn="l" defTabSz="457200" rtl="0" eaLnBrk="0" fontAlgn="base" hangingPunct="0">
              <a:spcBef>
                <a:spcPts val="0"/>
              </a:spcBef>
              <a:spcAft>
                <a:spcPts val="200"/>
              </a:spcAft>
              <a:buClr>
                <a:schemeClr val="accent1"/>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502920" indent="-169863" algn="l" defTabSz="457200" rtl="0" eaLnBrk="0" fontAlgn="base" hangingPunct="0">
              <a:spcBef>
                <a:spcPts val="0"/>
              </a:spcBef>
              <a:spcAft>
                <a:spcPts val="200"/>
              </a:spcAft>
              <a:buClr>
                <a:schemeClr val="accent3"/>
              </a:buClr>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685800" indent="-169863" algn="l" defTabSz="457200" rtl="0" eaLnBrk="0" fontAlgn="base" hangingPunct="0">
              <a:spcBef>
                <a:spcPts val="0"/>
              </a:spcBef>
              <a:spcAft>
                <a:spcPts val="200"/>
              </a:spcAft>
              <a:buClr>
                <a:schemeClr val="accent3"/>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914400" indent="-173736" algn="l" defTabSz="457200" rtl="0" eaLnBrk="0" fontAlgn="base" hangingPunct="0">
              <a:spcBef>
                <a:spcPts val="0"/>
              </a:spcBef>
              <a:spcAft>
                <a:spcPts val="200"/>
              </a:spcAft>
              <a:buClr>
                <a:schemeClr val="accent3"/>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1097280" indent="-173736" algn="l" defTabSz="457200" rtl="0" eaLnBrk="0" fontAlgn="base" hangingPunct="0">
              <a:spcBef>
                <a:spcPct val="20000"/>
              </a:spcBef>
              <a:spcAft>
                <a:spcPts val="200"/>
              </a:spcAft>
              <a:buClr>
                <a:schemeClr val="accent3"/>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Please review all Emergency exits; be alert for Alarm signals;</a:t>
            </a:r>
          </a:p>
          <a:p>
            <a:pPr marL="104457" indent="0">
              <a:buNone/>
            </a:pPr>
            <a:endParaRPr lang="en-US" dirty="0"/>
          </a:p>
          <a:p>
            <a:r>
              <a:rPr lang="en-US" dirty="0"/>
              <a:t>Please follow the safety procedures of your workplace;</a:t>
            </a:r>
          </a:p>
          <a:p>
            <a:endParaRPr lang="en-US" dirty="0"/>
          </a:p>
          <a:p>
            <a:r>
              <a:rPr lang="en-US" dirty="0"/>
              <a:t>Please switch off or silence your mobile;</a:t>
            </a:r>
          </a:p>
          <a:p>
            <a:endParaRPr lang="en-US" dirty="0"/>
          </a:p>
          <a:p>
            <a:r>
              <a:rPr lang="en-US" dirty="0"/>
              <a:t>Please have one conversation only;</a:t>
            </a:r>
          </a:p>
          <a:p>
            <a:endParaRPr lang="en-US" dirty="0"/>
          </a:p>
          <a:p>
            <a:r>
              <a:rPr lang="en-US" dirty="0"/>
              <a:t>Please speak up, ask questions;</a:t>
            </a:r>
          </a:p>
          <a:p>
            <a:endParaRPr lang="en-US" dirty="0"/>
          </a:p>
          <a:p>
            <a:r>
              <a:rPr lang="en-US" dirty="0"/>
              <a:t>Please follow the COVID guidelines of your workplace;</a:t>
            </a:r>
          </a:p>
          <a:p>
            <a:endParaRPr lang="en-GB" dirty="0"/>
          </a:p>
        </p:txBody>
      </p:sp>
      <p:pic>
        <p:nvPicPr>
          <p:cNvPr id="7" name="Picture 6">
            <a:extLst>
              <a:ext uri="{FF2B5EF4-FFF2-40B4-BE49-F238E27FC236}">
                <a16:creationId xmlns:a16="http://schemas.microsoft.com/office/drawing/2014/main" id="{D872576C-B765-402C-80D1-77FF65ED170B}"/>
              </a:ext>
            </a:extLst>
          </p:cNvPr>
          <p:cNvPicPr>
            <a:picLocks noChangeAspect="1" noChangeArrowheads="1"/>
          </p:cNvPicPr>
          <p:nvPr/>
        </p:nvPicPr>
        <p:blipFill>
          <a:blip r:embed="rId3" cstate="print"/>
          <a:srcRect/>
          <a:stretch>
            <a:fillRect/>
          </a:stretch>
        </p:blipFill>
        <p:spPr bwMode="auto">
          <a:xfrm>
            <a:off x="9132425" y="3163838"/>
            <a:ext cx="2832685" cy="2767566"/>
          </a:xfrm>
          <a:prstGeom prst="rect">
            <a:avLst/>
          </a:prstGeom>
          <a:noFill/>
          <a:ln w="9525">
            <a:noFill/>
            <a:miter lim="800000"/>
            <a:headEnd/>
            <a:tailEnd/>
          </a:ln>
        </p:spPr>
      </p:pic>
      <p:sp>
        <p:nvSpPr>
          <p:cNvPr id="2" name="TextBox 1">
            <a:extLst>
              <a:ext uri="{FF2B5EF4-FFF2-40B4-BE49-F238E27FC236}">
                <a16:creationId xmlns:a16="http://schemas.microsoft.com/office/drawing/2014/main" id="{C5B70294-FC48-47D3-980D-121332A00545}"/>
              </a:ext>
            </a:extLst>
          </p:cNvPr>
          <p:cNvSpPr txBox="1"/>
          <p:nvPr/>
        </p:nvSpPr>
        <p:spPr>
          <a:xfrm>
            <a:off x="5637402" y="2973897"/>
            <a:ext cx="914400" cy="914400"/>
          </a:xfrm>
          <a:prstGeom prst="rect">
            <a:avLst/>
          </a:prstGeom>
          <a:noFill/>
        </p:spPr>
        <p:txBody>
          <a:bodyPr wrap="square" lIns="0" tIns="0" rIns="0" bIns="0" rtlCol="0">
            <a:noAutofit/>
          </a:bodyPr>
          <a:lstStyle/>
          <a:p>
            <a:pPr algn="l"/>
            <a:endParaRPr lang="en-US" dirty="0" err="1"/>
          </a:p>
        </p:txBody>
      </p:sp>
    </p:spTree>
    <p:extLst>
      <p:ext uri="{BB962C8B-B14F-4D97-AF65-F5344CB8AC3E}">
        <p14:creationId xmlns:p14="http://schemas.microsoft.com/office/powerpoint/2010/main" val="4021265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EFB7D-4E71-4B8E-B7F1-2169963A0D3D}"/>
              </a:ext>
            </a:extLst>
          </p:cNvPr>
          <p:cNvSpPr>
            <a:spLocks noGrp="1"/>
          </p:cNvSpPr>
          <p:nvPr>
            <p:ph type="title"/>
          </p:nvPr>
        </p:nvSpPr>
        <p:spPr>
          <a:xfrm>
            <a:off x="436576" y="101717"/>
            <a:ext cx="11201401" cy="707886"/>
          </a:xfrm>
        </p:spPr>
        <p:txBody>
          <a:bodyPr/>
          <a:lstStyle/>
          <a:p>
            <a:r>
              <a:rPr lang="en-US" dirty="0">
                <a:solidFill>
                  <a:schemeClr val="accent1"/>
                </a:solidFill>
              </a:rPr>
              <a:t>Agenda</a:t>
            </a:r>
          </a:p>
        </p:txBody>
      </p:sp>
      <p:sp>
        <p:nvSpPr>
          <p:cNvPr id="3" name="Content Placeholder 2">
            <a:extLst>
              <a:ext uri="{FF2B5EF4-FFF2-40B4-BE49-F238E27FC236}">
                <a16:creationId xmlns:a16="http://schemas.microsoft.com/office/drawing/2014/main" id="{A9D8DB73-23DC-4549-9497-A05FBB85FC62}"/>
              </a:ext>
            </a:extLst>
          </p:cNvPr>
          <p:cNvSpPr>
            <a:spLocks noGrp="1"/>
          </p:cNvSpPr>
          <p:nvPr>
            <p:ph idx="1"/>
          </p:nvPr>
        </p:nvSpPr>
        <p:spPr>
          <a:xfrm>
            <a:off x="436576" y="809603"/>
            <a:ext cx="5372100" cy="5686597"/>
          </a:xfrm>
        </p:spPr>
        <p:txBody>
          <a:bodyPr/>
          <a:lstStyle/>
          <a:p>
            <a:pPr marL="0" indent="0">
              <a:buNone/>
            </a:pPr>
            <a:r>
              <a:rPr lang="en-US" dirty="0"/>
              <a:t>Module 1:</a:t>
            </a:r>
          </a:p>
          <a:p>
            <a:pPr lvl="0">
              <a:buFont typeface="Arial" panose="020B0604020202020204" pitchFamily="34" charset="0"/>
              <a:buChar char="•"/>
            </a:pPr>
            <a:r>
              <a:rPr lang="en-US" sz="1600" dirty="0"/>
              <a:t>APM Overview</a:t>
            </a:r>
          </a:p>
          <a:p>
            <a:pPr lvl="1">
              <a:buFont typeface="Arial" panose="020B0604020202020204" pitchFamily="34" charset="0"/>
              <a:buChar char="•"/>
            </a:pPr>
            <a:r>
              <a:rPr lang="en-US" sz="1600" dirty="0"/>
              <a:t>Key features of Asset Sentinel</a:t>
            </a:r>
          </a:p>
          <a:p>
            <a:pPr lvl="1">
              <a:buFont typeface="Arial" panose="020B0604020202020204" pitchFamily="34" charset="0"/>
              <a:buChar char="•"/>
            </a:pPr>
            <a:r>
              <a:rPr lang="en-US" sz="1600" dirty="0"/>
              <a:t>Interfaces</a:t>
            </a:r>
          </a:p>
          <a:p>
            <a:pPr lvl="1">
              <a:buFont typeface="Arial" panose="020B0604020202020204" pitchFamily="34" charset="0"/>
              <a:buChar char="•"/>
            </a:pPr>
            <a:r>
              <a:rPr lang="en-US" sz="1600" dirty="0"/>
              <a:t>Integrated Workflow</a:t>
            </a:r>
          </a:p>
          <a:p>
            <a:pPr lvl="1">
              <a:buFont typeface="Arial" panose="020B0604020202020204" pitchFamily="34" charset="0"/>
              <a:buChar char="•"/>
            </a:pPr>
            <a:r>
              <a:rPr lang="en-US" sz="1600" dirty="0"/>
              <a:t>Event Investigation &amp; Resolution</a:t>
            </a:r>
          </a:p>
          <a:p>
            <a:pPr lvl="1">
              <a:buFont typeface="Arial" panose="020B0604020202020204" pitchFamily="34" charset="0"/>
              <a:buChar char="•"/>
            </a:pPr>
            <a:r>
              <a:rPr lang="en-US" sz="1600" dirty="0"/>
              <a:t>Fault Reports &amp; Metrics</a:t>
            </a:r>
          </a:p>
          <a:p>
            <a:pPr>
              <a:buFont typeface="Arial" panose="020B0604020202020204" pitchFamily="34" charset="0"/>
              <a:buChar char="•"/>
            </a:pPr>
            <a:r>
              <a:rPr lang="en-US" sz="1400" dirty="0"/>
              <a:t>APM Concepts</a:t>
            </a:r>
          </a:p>
          <a:p>
            <a:pPr lvl="1">
              <a:buFont typeface="Arial" panose="020B0604020202020204" pitchFamily="34" charset="0"/>
              <a:buChar char="•"/>
            </a:pPr>
            <a:r>
              <a:rPr lang="en-US" sz="1600" dirty="0"/>
              <a:t>Asset Class &amp; Types</a:t>
            </a:r>
          </a:p>
          <a:p>
            <a:pPr lvl="1">
              <a:buFont typeface="Arial" panose="020B0604020202020204" pitchFamily="34" charset="0"/>
              <a:buChar char="•"/>
            </a:pPr>
            <a:r>
              <a:rPr lang="en-US" sz="1600" dirty="0"/>
              <a:t>Assets &amp; Asset Hierarchy</a:t>
            </a:r>
          </a:p>
          <a:p>
            <a:pPr lvl="1">
              <a:buFont typeface="Arial" panose="020B0604020202020204" pitchFamily="34" charset="0"/>
              <a:buChar char="•"/>
            </a:pPr>
            <a:r>
              <a:rPr lang="en-US" sz="1600" dirty="0"/>
              <a:t>Asset Attributes</a:t>
            </a:r>
          </a:p>
          <a:p>
            <a:pPr lvl="1">
              <a:buFont typeface="Arial" panose="020B0604020202020204" pitchFamily="34" charset="0"/>
              <a:buChar char="•"/>
            </a:pPr>
            <a:r>
              <a:rPr lang="en-US" sz="1600" dirty="0"/>
              <a:t>Asset Models</a:t>
            </a:r>
          </a:p>
          <a:p>
            <a:pPr lvl="1">
              <a:buFont typeface="Arial" panose="020B0604020202020204" pitchFamily="34" charset="0"/>
              <a:buChar char="•"/>
            </a:pPr>
            <a:r>
              <a:rPr lang="en-US" sz="1600" dirty="0"/>
              <a:t>In-built Calculation Models</a:t>
            </a:r>
          </a:p>
          <a:p>
            <a:pPr lvl="1">
              <a:buFont typeface="Arial" panose="020B0604020202020204" pitchFamily="34" charset="0"/>
              <a:buChar char="•"/>
            </a:pPr>
            <a:r>
              <a:rPr lang="en-US" sz="1600" dirty="0"/>
              <a:t>Asset Indices</a:t>
            </a:r>
          </a:p>
          <a:p>
            <a:pPr lvl="1">
              <a:buFont typeface="Arial" panose="020B0604020202020204" pitchFamily="34" charset="0"/>
              <a:buChar char="•"/>
            </a:pPr>
            <a:r>
              <a:rPr lang="en-US" sz="1600" dirty="0"/>
              <a:t>Asset Status &amp; Rating</a:t>
            </a:r>
          </a:p>
          <a:p>
            <a:pPr lvl="1">
              <a:buFont typeface="Arial" panose="020B0604020202020204" pitchFamily="34" charset="0"/>
              <a:buChar char="•"/>
            </a:pPr>
            <a:r>
              <a:rPr lang="en-US" sz="1600" dirty="0"/>
              <a:t>Asset Links</a:t>
            </a:r>
          </a:p>
          <a:p>
            <a:pPr lvl="1">
              <a:buFont typeface="Arial" panose="020B0604020202020204" pitchFamily="34" charset="0"/>
              <a:buChar char="•"/>
            </a:pPr>
            <a:r>
              <a:rPr lang="en-US" sz="1600" dirty="0"/>
              <a:t>Data Cleansing</a:t>
            </a:r>
            <a:endParaRPr lang="en-US" dirty="0"/>
          </a:p>
          <a:p>
            <a:endParaRPr lang="en-US" dirty="0"/>
          </a:p>
        </p:txBody>
      </p:sp>
      <p:sp>
        <p:nvSpPr>
          <p:cNvPr id="4" name="Content Placeholder 3">
            <a:extLst>
              <a:ext uri="{FF2B5EF4-FFF2-40B4-BE49-F238E27FC236}">
                <a16:creationId xmlns:a16="http://schemas.microsoft.com/office/drawing/2014/main" id="{0EB17EFF-398B-4C5F-ACBF-EF790B3B3BE1}"/>
              </a:ext>
            </a:extLst>
          </p:cNvPr>
          <p:cNvSpPr>
            <a:spLocks noGrp="1"/>
          </p:cNvSpPr>
          <p:nvPr>
            <p:ph idx="13"/>
          </p:nvPr>
        </p:nvSpPr>
        <p:spPr>
          <a:xfrm>
            <a:off x="6265877" y="585701"/>
            <a:ext cx="5372100" cy="5982880"/>
          </a:xfrm>
        </p:spPr>
        <p:txBody>
          <a:bodyPr/>
          <a:lstStyle/>
          <a:p>
            <a:pPr marL="0" indent="0">
              <a:buNone/>
            </a:pPr>
            <a:r>
              <a:rPr lang="en-US" dirty="0"/>
              <a:t>Module 2:</a:t>
            </a:r>
          </a:p>
          <a:p>
            <a:pPr>
              <a:buFont typeface="Arial" panose="020B0604020202020204" pitchFamily="34" charset="0"/>
              <a:buChar char="•"/>
            </a:pPr>
            <a:r>
              <a:rPr lang="en-US" sz="1600" dirty="0"/>
              <a:t>APM screens</a:t>
            </a:r>
          </a:p>
          <a:p>
            <a:pPr lvl="1">
              <a:buFont typeface="Arial" panose="020B0604020202020204" pitchFamily="34" charset="0"/>
              <a:buChar char="•"/>
            </a:pPr>
            <a:r>
              <a:rPr lang="en-US" sz="1600" dirty="0"/>
              <a:t>System Access</a:t>
            </a:r>
          </a:p>
          <a:p>
            <a:pPr lvl="1">
              <a:buFont typeface="Arial" panose="020B0604020202020204" pitchFamily="34" charset="0"/>
              <a:buChar char="•"/>
            </a:pPr>
            <a:r>
              <a:rPr lang="en-US" sz="1600" dirty="0"/>
              <a:t>Asset Sentinel</a:t>
            </a:r>
          </a:p>
          <a:p>
            <a:pPr lvl="1">
              <a:buFont typeface="Arial" panose="020B0604020202020204" pitchFamily="34" charset="0"/>
              <a:buChar char="•"/>
            </a:pPr>
            <a:r>
              <a:rPr lang="en-US" sz="1600" dirty="0"/>
              <a:t>Asset Hierarchy</a:t>
            </a:r>
          </a:p>
          <a:p>
            <a:pPr lvl="1">
              <a:buFont typeface="Arial" panose="020B0604020202020204" pitchFamily="34" charset="0"/>
              <a:buChar char="•"/>
            </a:pPr>
            <a:r>
              <a:rPr lang="en-US" sz="1600" dirty="0"/>
              <a:t>Contents Tab</a:t>
            </a:r>
          </a:p>
          <a:p>
            <a:pPr lvl="1">
              <a:buFont typeface="Arial" panose="020B0604020202020204" pitchFamily="34" charset="0"/>
              <a:buChar char="•"/>
            </a:pPr>
            <a:r>
              <a:rPr lang="en-US" sz="1600" dirty="0"/>
              <a:t>Asset Status-Dashboard , Heat Map</a:t>
            </a:r>
          </a:p>
          <a:p>
            <a:pPr lvl="1">
              <a:buFont typeface="Arial" panose="020B0604020202020204" pitchFamily="34" charset="0"/>
              <a:buChar char="•"/>
            </a:pPr>
            <a:r>
              <a:rPr lang="en-US" sz="1600" dirty="0"/>
              <a:t>Performance Overview</a:t>
            </a:r>
          </a:p>
          <a:p>
            <a:pPr lvl="1">
              <a:buFont typeface="Arial" panose="020B0604020202020204" pitchFamily="34" charset="0"/>
              <a:buChar char="•"/>
            </a:pPr>
            <a:r>
              <a:rPr lang="en-US" sz="1600" dirty="0"/>
              <a:t>Event Workflow</a:t>
            </a:r>
          </a:p>
          <a:p>
            <a:pPr lvl="1">
              <a:buFont typeface="Arial" panose="020B0604020202020204" pitchFamily="34" charset="0"/>
              <a:buChar char="•"/>
            </a:pPr>
            <a:r>
              <a:rPr lang="en-US" sz="1600" dirty="0"/>
              <a:t>Event management</a:t>
            </a:r>
          </a:p>
          <a:p>
            <a:pPr lvl="1">
              <a:buFont typeface="Arial" panose="020B0604020202020204" pitchFamily="34" charset="0"/>
              <a:buChar char="•"/>
            </a:pPr>
            <a:r>
              <a:rPr lang="en-US" sz="1600" dirty="0"/>
              <a:t>Event Monitor</a:t>
            </a:r>
          </a:p>
          <a:p>
            <a:pPr lvl="1">
              <a:buFont typeface="Arial" panose="020B0604020202020204" pitchFamily="34" charset="0"/>
              <a:buChar char="•"/>
            </a:pPr>
            <a:r>
              <a:rPr lang="en-US" sz="1600" dirty="0"/>
              <a:t>Details View and Asset Details</a:t>
            </a:r>
          </a:p>
          <a:p>
            <a:pPr lvl="1">
              <a:buFont typeface="Arial" panose="020B0604020202020204" pitchFamily="34" charset="0"/>
              <a:buChar char="•"/>
            </a:pPr>
            <a:r>
              <a:rPr lang="en-US" sz="1600" dirty="0"/>
              <a:t>Fault Tree</a:t>
            </a:r>
          </a:p>
          <a:p>
            <a:pPr lvl="1">
              <a:buFont typeface="Arial" panose="020B0604020202020204" pitchFamily="34" charset="0"/>
              <a:buChar char="•"/>
            </a:pPr>
            <a:r>
              <a:rPr lang="en-US" sz="1600" dirty="0"/>
              <a:t>Asset Trends</a:t>
            </a:r>
          </a:p>
          <a:p>
            <a:pPr lvl="1">
              <a:buFont typeface="Arial" panose="020B0604020202020204" pitchFamily="34" charset="0"/>
              <a:buChar char="•"/>
            </a:pPr>
            <a:r>
              <a:rPr lang="en-US" sz="1600" dirty="0"/>
              <a:t>External Datasources</a:t>
            </a:r>
          </a:p>
          <a:p>
            <a:pPr lvl="1">
              <a:buFont typeface="Arial" panose="020B0604020202020204" pitchFamily="34" charset="0"/>
              <a:buChar char="•"/>
            </a:pPr>
            <a:r>
              <a:rPr lang="en-US" sz="1600" dirty="0"/>
              <a:t>Calculation Status Viewer</a:t>
            </a:r>
          </a:p>
          <a:p>
            <a:pPr lvl="1">
              <a:buFont typeface="Arial" panose="020B0604020202020204" pitchFamily="34" charset="0"/>
              <a:buChar char="•"/>
            </a:pPr>
            <a:r>
              <a:rPr lang="en-US" sz="1600" dirty="0"/>
              <a:t>Reports</a:t>
            </a:r>
          </a:p>
          <a:p>
            <a:pPr lvl="0">
              <a:buFont typeface="Arial" panose="020B0604020202020204" pitchFamily="34" charset="0"/>
              <a:buChar char="•"/>
            </a:pPr>
            <a:r>
              <a:rPr lang="en-US" sz="1600" dirty="0"/>
              <a:t>APM DCT</a:t>
            </a:r>
          </a:p>
          <a:p>
            <a:pPr marL="0" indent="0">
              <a:buNone/>
            </a:pPr>
            <a:endParaRPr lang="en-US" dirty="0"/>
          </a:p>
          <a:p>
            <a:pPr marL="0" indent="0">
              <a:buNone/>
            </a:pPr>
            <a:endParaRPr lang="en-US" dirty="0"/>
          </a:p>
          <a:p>
            <a:pPr marL="0" lvl="0" indent="0">
              <a:buNone/>
            </a:pPr>
            <a:endParaRPr lang="en-US" dirty="0"/>
          </a:p>
          <a:p>
            <a:pPr marL="0" indent="0">
              <a:buNone/>
            </a:pPr>
            <a:endParaRPr lang="en-US" dirty="0"/>
          </a:p>
        </p:txBody>
      </p:sp>
    </p:spTree>
    <p:extLst>
      <p:ext uri="{BB962C8B-B14F-4D97-AF65-F5344CB8AC3E}">
        <p14:creationId xmlns:p14="http://schemas.microsoft.com/office/powerpoint/2010/main" val="4106696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B03758F-7D7B-61E6-C2E3-1993B5FF36F6}"/>
              </a:ext>
            </a:extLst>
          </p:cNvPr>
          <p:cNvSpPr>
            <a:spLocks noGrp="1"/>
          </p:cNvSpPr>
          <p:nvPr>
            <p:ph idx="1"/>
          </p:nvPr>
        </p:nvSpPr>
        <p:spPr>
          <a:xfrm>
            <a:off x="488335" y="654328"/>
            <a:ext cx="5372100" cy="5686597"/>
          </a:xfrm>
        </p:spPr>
        <p:txBody>
          <a:bodyPr/>
          <a:lstStyle/>
          <a:p>
            <a:pPr marL="0" indent="0">
              <a:buNone/>
            </a:pPr>
            <a:r>
              <a:rPr lang="en-US" dirty="0"/>
              <a:t>Module 1:</a:t>
            </a:r>
          </a:p>
          <a:p>
            <a:pPr lvl="0">
              <a:buFont typeface="Arial" panose="020B0604020202020204" pitchFamily="34" charset="0"/>
              <a:buChar char="•"/>
            </a:pPr>
            <a:r>
              <a:rPr lang="en-US" sz="1600" dirty="0"/>
              <a:t>APM Overview</a:t>
            </a:r>
          </a:p>
          <a:p>
            <a:pPr lvl="1">
              <a:buFont typeface="Arial" panose="020B0604020202020204" pitchFamily="34" charset="0"/>
              <a:buChar char="•"/>
            </a:pPr>
            <a:r>
              <a:rPr lang="en-US" sz="1600" dirty="0"/>
              <a:t>Key features of Asset Sentinel</a:t>
            </a:r>
          </a:p>
          <a:p>
            <a:pPr lvl="1">
              <a:buFont typeface="Arial" panose="020B0604020202020204" pitchFamily="34" charset="0"/>
              <a:buChar char="•"/>
            </a:pPr>
            <a:r>
              <a:rPr lang="en-US" sz="1600" dirty="0"/>
              <a:t>Interfaces</a:t>
            </a:r>
          </a:p>
          <a:p>
            <a:pPr lvl="1">
              <a:buFont typeface="Arial" panose="020B0604020202020204" pitchFamily="34" charset="0"/>
              <a:buChar char="•"/>
            </a:pPr>
            <a:r>
              <a:rPr lang="en-US" sz="1600" dirty="0"/>
              <a:t>Integrated Workflow</a:t>
            </a:r>
          </a:p>
          <a:p>
            <a:pPr lvl="1">
              <a:buFont typeface="Arial" panose="020B0604020202020204" pitchFamily="34" charset="0"/>
              <a:buChar char="•"/>
            </a:pPr>
            <a:r>
              <a:rPr lang="en-US" sz="1600" dirty="0"/>
              <a:t>Event Investigation &amp; Resolution</a:t>
            </a:r>
          </a:p>
          <a:p>
            <a:pPr lvl="1">
              <a:buFont typeface="Arial" panose="020B0604020202020204" pitchFamily="34" charset="0"/>
              <a:buChar char="•"/>
            </a:pPr>
            <a:r>
              <a:rPr lang="en-US" sz="1600" dirty="0"/>
              <a:t>Fault Reports &amp; Metrics</a:t>
            </a:r>
          </a:p>
          <a:p>
            <a:pPr>
              <a:buFont typeface="Arial" panose="020B0604020202020204" pitchFamily="34" charset="0"/>
              <a:buChar char="•"/>
            </a:pPr>
            <a:r>
              <a:rPr lang="en-US" sz="1400" dirty="0"/>
              <a:t>APM Concepts</a:t>
            </a:r>
          </a:p>
          <a:p>
            <a:pPr lvl="1">
              <a:buFont typeface="Arial" panose="020B0604020202020204" pitchFamily="34" charset="0"/>
              <a:buChar char="•"/>
            </a:pPr>
            <a:r>
              <a:rPr lang="en-US" sz="1600" dirty="0"/>
              <a:t>Asset Class &amp; Types</a:t>
            </a:r>
          </a:p>
          <a:p>
            <a:pPr lvl="1">
              <a:buFont typeface="Arial" panose="020B0604020202020204" pitchFamily="34" charset="0"/>
              <a:buChar char="•"/>
            </a:pPr>
            <a:r>
              <a:rPr lang="en-US" sz="1600" dirty="0"/>
              <a:t>Assets &amp; Asset Hierarchy</a:t>
            </a:r>
          </a:p>
          <a:p>
            <a:pPr lvl="1">
              <a:buFont typeface="Arial" panose="020B0604020202020204" pitchFamily="34" charset="0"/>
              <a:buChar char="•"/>
            </a:pPr>
            <a:r>
              <a:rPr lang="en-US" sz="1600" dirty="0"/>
              <a:t>Asset Attributes</a:t>
            </a:r>
          </a:p>
          <a:p>
            <a:pPr lvl="1">
              <a:buFont typeface="Arial" panose="020B0604020202020204" pitchFamily="34" charset="0"/>
              <a:buChar char="•"/>
            </a:pPr>
            <a:r>
              <a:rPr lang="en-US" sz="1600" dirty="0"/>
              <a:t>Asset Models</a:t>
            </a:r>
          </a:p>
          <a:p>
            <a:pPr lvl="1">
              <a:buFont typeface="Arial" panose="020B0604020202020204" pitchFamily="34" charset="0"/>
              <a:buChar char="•"/>
            </a:pPr>
            <a:r>
              <a:rPr lang="en-US" sz="1600" dirty="0"/>
              <a:t>In-built Calculation Models</a:t>
            </a:r>
          </a:p>
          <a:p>
            <a:pPr lvl="1">
              <a:buFont typeface="Arial" panose="020B0604020202020204" pitchFamily="34" charset="0"/>
              <a:buChar char="•"/>
            </a:pPr>
            <a:r>
              <a:rPr lang="en-US" sz="1600" dirty="0"/>
              <a:t>Asset Indices</a:t>
            </a:r>
          </a:p>
          <a:p>
            <a:pPr lvl="1">
              <a:buFont typeface="Arial" panose="020B0604020202020204" pitchFamily="34" charset="0"/>
              <a:buChar char="•"/>
            </a:pPr>
            <a:r>
              <a:rPr lang="en-US" sz="1600" dirty="0"/>
              <a:t>Asset Status &amp; Rating</a:t>
            </a:r>
          </a:p>
          <a:p>
            <a:pPr lvl="1">
              <a:buFont typeface="Arial" panose="020B0604020202020204" pitchFamily="34" charset="0"/>
              <a:buChar char="•"/>
            </a:pPr>
            <a:r>
              <a:rPr lang="en-US" sz="1600" dirty="0"/>
              <a:t>Asset Links</a:t>
            </a:r>
          </a:p>
          <a:p>
            <a:pPr lvl="1">
              <a:buFont typeface="Arial" panose="020B0604020202020204" pitchFamily="34" charset="0"/>
              <a:buChar char="•"/>
            </a:pPr>
            <a:r>
              <a:rPr lang="en-US" sz="1600" dirty="0"/>
              <a:t>Data Cleansing</a:t>
            </a:r>
            <a:endParaRPr lang="en-US" dirty="0"/>
          </a:p>
          <a:p>
            <a:endParaRPr lang="en-US" dirty="0"/>
          </a:p>
        </p:txBody>
      </p:sp>
    </p:spTree>
    <p:extLst>
      <p:ext uri="{BB962C8B-B14F-4D97-AF65-F5344CB8AC3E}">
        <p14:creationId xmlns:p14="http://schemas.microsoft.com/office/powerpoint/2010/main" val="3041054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6F66A5-B986-730E-9746-37B3B02AFF24}"/>
              </a:ext>
            </a:extLst>
          </p:cNvPr>
          <p:cNvSpPr txBox="1"/>
          <p:nvPr/>
        </p:nvSpPr>
        <p:spPr>
          <a:xfrm>
            <a:off x="2605177" y="2432973"/>
            <a:ext cx="6159260" cy="1446550"/>
          </a:xfrm>
          <a:prstGeom prst="rect">
            <a:avLst/>
          </a:prstGeom>
          <a:noFill/>
        </p:spPr>
        <p:txBody>
          <a:bodyPr wrap="square">
            <a:spAutoFit/>
          </a:bodyPr>
          <a:lstStyle/>
          <a:p>
            <a:pPr lvl="0"/>
            <a:r>
              <a:rPr lang="en-US" sz="2800" b="1" dirty="0"/>
              <a:t>		</a:t>
            </a:r>
            <a:r>
              <a:rPr lang="en-US" sz="4400" b="1" dirty="0"/>
              <a:t>MODULE 1</a:t>
            </a:r>
          </a:p>
          <a:p>
            <a:pPr lvl="0"/>
            <a:r>
              <a:rPr lang="en-US" sz="4400" b="1" dirty="0"/>
              <a:t>	   APM Overview</a:t>
            </a:r>
          </a:p>
        </p:txBody>
      </p:sp>
    </p:spTree>
    <p:extLst>
      <p:ext uri="{BB962C8B-B14F-4D97-AF65-F5344CB8AC3E}">
        <p14:creationId xmlns:p14="http://schemas.microsoft.com/office/powerpoint/2010/main" val="2891121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95299" y="285750"/>
            <a:ext cx="11201401" cy="419100"/>
          </a:xfrm>
        </p:spPr>
        <p:txBody>
          <a:bodyPr/>
          <a:lstStyle/>
          <a:p>
            <a:r>
              <a:rPr lang="en-US" dirty="0"/>
              <a:t>Key Features of Asset Sentinel</a:t>
            </a:r>
          </a:p>
        </p:txBody>
      </p:sp>
      <p:sp>
        <p:nvSpPr>
          <p:cNvPr id="6" name="Content Placeholder 5"/>
          <p:cNvSpPr>
            <a:spLocks noGrp="1"/>
          </p:cNvSpPr>
          <p:nvPr>
            <p:ph idx="1"/>
          </p:nvPr>
        </p:nvSpPr>
        <p:spPr>
          <a:xfrm>
            <a:off x="495299" y="866774"/>
            <a:ext cx="11201401" cy="4457701"/>
          </a:xfrm>
        </p:spPr>
        <p:txBody>
          <a:bodyPr/>
          <a:lstStyle/>
          <a:p>
            <a:pPr marL="342900" indent="-342900">
              <a:buFont typeface="Arial" panose="020B0604020202020204" pitchFamily="34" charset="0"/>
              <a:buChar char="•"/>
            </a:pPr>
            <a:r>
              <a:rPr lang="en-US" sz="2000" dirty="0"/>
              <a:t>Near real time equipment condition monitoring</a:t>
            </a:r>
          </a:p>
          <a:p>
            <a:pPr marL="342900" indent="-342900">
              <a:buFont typeface="Arial" panose="020B0604020202020204" pitchFamily="34" charset="0"/>
              <a:buChar char="•"/>
            </a:pPr>
            <a:r>
              <a:rPr lang="en-US" sz="2000" dirty="0"/>
              <a:t>Calculates key equipment performance KPIs</a:t>
            </a:r>
          </a:p>
          <a:p>
            <a:pPr marL="342900" indent="-342900">
              <a:buFont typeface="Arial" panose="020B0604020202020204" pitchFamily="34" charset="0"/>
              <a:buChar char="•"/>
            </a:pPr>
            <a:r>
              <a:rPr lang="en-US" sz="2000" dirty="0"/>
              <a:t>Compares deviation from expected behavior</a:t>
            </a:r>
          </a:p>
          <a:p>
            <a:pPr marL="342900" indent="-342900">
              <a:buFont typeface="Arial" panose="020B0604020202020204" pitchFamily="34" charset="0"/>
              <a:buChar char="•"/>
            </a:pPr>
            <a:r>
              <a:rPr lang="en-US" sz="2000" dirty="0"/>
              <a:t>Easy identification of root cause for any deviations</a:t>
            </a:r>
          </a:p>
          <a:p>
            <a:pPr marL="342900" indent="-342900">
              <a:buFont typeface="Arial" panose="020B0604020202020204" pitchFamily="34" charset="0"/>
              <a:buChar char="•"/>
            </a:pPr>
            <a:r>
              <a:rPr lang="en-US" sz="2000" dirty="0"/>
              <a:t>Pre-defined recommendations for faults</a:t>
            </a:r>
          </a:p>
          <a:p>
            <a:pPr marL="342900" indent="-342900">
              <a:buFont typeface="Arial" panose="020B0604020202020204" pitchFamily="34" charset="0"/>
              <a:buChar char="•"/>
            </a:pPr>
            <a:r>
              <a:rPr lang="en-US" sz="2000" dirty="0"/>
              <a:t>In-built library of major equipment models</a:t>
            </a:r>
          </a:p>
          <a:p>
            <a:pPr marL="342900" indent="-342900">
              <a:buFont typeface="Arial" panose="020B0604020202020204" pitchFamily="34" charset="0"/>
              <a:buChar char="•"/>
            </a:pPr>
            <a:r>
              <a:rPr lang="en-US" sz="2000" dirty="0"/>
              <a:t>Library of templatized equipment graphics</a:t>
            </a:r>
          </a:p>
          <a:p>
            <a:pPr marL="342900" indent="-342900">
              <a:buFont typeface="Arial" panose="020B0604020202020204" pitchFamily="34" charset="0"/>
              <a:buChar char="•"/>
            </a:pPr>
            <a:r>
              <a:rPr lang="en-US" sz="2000" dirty="0"/>
              <a:t>Has a powerful calculation engine with several pre-built functions which can be used for generic calculation purposes as well</a:t>
            </a:r>
          </a:p>
          <a:p>
            <a:pPr marL="342900" indent="-342900">
              <a:buFont typeface="Arial" panose="020B0604020202020204" pitchFamily="34" charset="0"/>
              <a:buChar char="•"/>
            </a:pPr>
            <a:r>
              <a:rPr lang="en-US" sz="2000" dirty="0"/>
              <a:t>Different visualization options: Heat Map, Fault Tree, Table, Trends and Graphics </a:t>
            </a:r>
          </a:p>
          <a:p>
            <a:pPr marL="342900" indent="-342900">
              <a:buFont typeface="Arial" panose="020B0604020202020204" pitchFamily="34" charset="0"/>
              <a:buChar char="•"/>
            </a:pPr>
            <a:r>
              <a:rPr lang="en-US" sz="2000" dirty="0"/>
              <a:t>Alerts to Engineers through email</a:t>
            </a:r>
          </a:p>
          <a:p>
            <a:pPr marL="342900" indent="-342900">
              <a:buFont typeface="Arial" panose="020B0604020202020204" pitchFamily="34" charset="0"/>
              <a:buChar char="•"/>
            </a:pPr>
            <a:r>
              <a:rPr lang="en-US" sz="2000" dirty="0"/>
              <a:t>Can read data from multiple data sources eliminating manual data collection</a:t>
            </a:r>
          </a:p>
          <a:p>
            <a:pPr marL="342900" indent="-342900">
              <a:buFont typeface="Arial" panose="020B0604020202020204" pitchFamily="34" charset="0"/>
              <a:buChar char="•"/>
            </a:pPr>
            <a:r>
              <a:rPr lang="en-US" sz="2000" dirty="0"/>
              <a:t>Cleanses data before using in models</a:t>
            </a:r>
          </a:p>
          <a:p>
            <a:pPr marL="342900" indent="-342900">
              <a:buFont typeface="Arial" panose="020B0604020202020204" pitchFamily="34" charset="0"/>
              <a:buChar char="•"/>
            </a:pPr>
            <a:r>
              <a:rPr lang="en-US" sz="2000" dirty="0"/>
              <a:t>Allows linking of all related documents</a:t>
            </a:r>
          </a:p>
          <a:p>
            <a:pPr marL="342900" indent="-342900">
              <a:buFont typeface="Arial" panose="020B0604020202020204" pitchFamily="34" charset="0"/>
              <a:buChar char="•"/>
            </a:pPr>
            <a:r>
              <a:rPr lang="en-US" sz="2000" dirty="0"/>
              <a:t>Can interface with Unisim for complex models</a:t>
            </a:r>
            <a:endParaRPr lang="en-US" dirty="0"/>
          </a:p>
        </p:txBody>
      </p:sp>
    </p:spTree>
    <p:extLst>
      <p:ext uri="{BB962C8B-B14F-4D97-AF65-F5344CB8AC3E}">
        <p14:creationId xmlns:p14="http://schemas.microsoft.com/office/powerpoint/2010/main" val="3571183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ounded Rectangle 97"/>
          <p:cNvSpPr/>
          <p:nvPr/>
        </p:nvSpPr>
        <p:spPr>
          <a:xfrm>
            <a:off x="6380953" y="1080289"/>
            <a:ext cx="2059837" cy="5094712"/>
          </a:xfrm>
          <a:prstGeom prst="roundRect">
            <a:avLst>
              <a:gd name="adj" fmla="val 8270"/>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600" b="1" dirty="0">
                <a:solidFill>
                  <a:schemeClr val="tx2"/>
                </a:solidFill>
              </a:rPr>
              <a:t>Even Detection</a:t>
            </a:r>
          </a:p>
        </p:txBody>
      </p:sp>
      <p:sp>
        <p:nvSpPr>
          <p:cNvPr id="211" name="Rounded Rectangle 210"/>
          <p:cNvSpPr/>
          <p:nvPr/>
        </p:nvSpPr>
        <p:spPr>
          <a:xfrm>
            <a:off x="2146761" y="1072740"/>
            <a:ext cx="4157021" cy="5094712"/>
          </a:xfrm>
          <a:prstGeom prst="roundRect">
            <a:avLst>
              <a:gd name="adj" fmla="val 8270"/>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600" b="1" dirty="0">
                <a:solidFill>
                  <a:schemeClr val="tx2"/>
                </a:solidFill>
              </a:rPr>
              <a:t>Calculations (Runtime Analytics)</a:t>
            </a:r>
            <a:br>
              <a:rPr lang="en-US" sz="1600" b="1" dirty="0">
                <a:solidFill>
                  <a:schemeClr val="tx2"/>
                </a:solidFill>
              </a:rPr>
            </a:br>
            <a:r>
              <a:rPr lang="en-US" sz="1400" b="1" dirty="0">
                <a:solidFill>
                  <a:schemeClr val="tx2"/>
                </a:solidFill>
              </a:rPr>
              <a:t>(Complex Event Processing Engine)</a:t>
            </a:r>
          </a:p>
        </p:txBody>
      </p:sp>
      <p:sp>
        <p:nvSpPr>
          <p:cNvPr id="3" name="Text Placeholder 2"/>
          <p:cNvSpPr>
            <a:spLocks noGrp="1"/>
          </p:cNvSpPr>
          <p:nvPr>
            <p:ph type="body" sz="quarter" idx="15"/>
          </p:nvPr>
        </p:nvSpPr>
        <p:spPr/>
        <p:txBody>
          <a:bodyPr/>
          <a:lstStyle/>
          <a:p>
            <a:r>
              <a:rPr lang="en-US" dirty="0"/>
              <a:t>Continuously Monitor &amp; Take Action</a:t>
            </a:r>
          </a:p>
        </p:txBody>
      </p:sp>
      <p:sp>
        <p:nvSpPr>
          <p:cNvPr id="2" name="Title 1"/>
          <p:cNvSpPr>
            <a:spLocks noGrp="1"/>
          </p:cNvSpPr>
          <p:nvPr>
            <p:ph type="title"/>
          </p:nvPr>
        </p:nvSpPr>
        <p:spPr>
          <a:xfrm>
            <a:off x="209897" y="482889"/>
            <a:ext cx="11306887" cy="373531"/>
          </a:xfrm>
        </p:spPr>
        <p:txBody>
          <a:bodyPr/>
          <a:lstStyle/>
          <a:p>
            <a:r>
              <a:rPr lang="en-US" dirty="0"/>
              <a:t>APM Overview</a:t>
            </a:r>
          </a:p>
        </p:txBody>
      </p:sp>
      <p:sp>
        <p:nvSpPr>
          <p:cNvPr id="44" name="TextBox 28"/>
          <p:cNvSpPr txBox="1">
            <a:spLocks noChangeArrowheads="1"/>
          </p:cNvSpPr>
          <p:nvPr/>
        </p:nvSpPr>
        <p:spPr bwMode="auto">
          <a:xfrm>
            <a:off x="3837845" y="2964401"/>
            <a:ext cx="1759068" cy="276999"/>
          </a:xfrm>
          <a:prstGeom prst="rect">
            <a:avLst/>
          </a:prstGeom>
          <a:ln>
            <a:headEnd/>
            <a:tailEnd/>
          </a:ln>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i="1" dirty="0">
                <a:solidFill>
                  <a:srgbClr val="000000"/>
                </a:solidFill>
              </a:rPr>
              <a:t>Head =3960*HP / Flow</a:t>
            </a:r>
          </a:p>
        </p:txBody>
      </p:sp>
      <p:sp>
        <p:nvSpPr>
          <p:cNvPr id="99" name="TextBox 28"/>
          <p:cNvSpPr txBox="1">
            <a:spLocks noChangeArrowheads="1"/>
          </p:cNvSpPr>
          <p:nvPr/>
        </p:nvSpPr>
        <p:spPr bwMode="auto">
          <a:xfrm>
            <a:off x="6452660" y="3783461"/>
            <a:ext cx="1975270"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a:solidFill>
                  <a:srgbClr val="000000"/>
                </a:solidFill>
              </a:rPr>
              <a:t>Fault Models</a:t>
            </a:r>
          </a:p>
        </p:txBody>
      </p:sp>
      <p:sp>
        <p:nvSpPr>
          <p:cNvPr id="100" name="TextBox 28"/>
          <p:cNvSpPr txBox="1">
            <a:spLocks noChangeArrowheads="1"/>
          </p:cNvSpPr>
          <p:nvPr/>
        </p:nvSpPr>
        <p:spPr bwMode="auto">
          <a:xfrm>
            <a:off x="3540498" y="3260269"/>
            <a:ext cx="2425466"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a:solidFill>
                  <a:srgbClr val="000000"/>
                </a:solidFill>
              </a:rPr>
              <a:t>User Defined Calculations</a:t>
            </a:r>
          </a:p>
        </p:txBody>
      </p:sp>
      <p:grpSp>
        <p:nvGrpSpPr>
          <p:cNvPr id="12" name="Group 11"/>
          <p:cNvGrpSpPr/>
          <p:nvPr/>
        </p:nvGrpSpPr>
        <p:grpSpPr>
          <a:xfrm>
            <a:off x="8513612" y="1088289"/>
            <a:ext cx="2562463" cy="5093208"/>
            <a:chOff x="3786591" y="1081013"/>
            <a:chExt cx="2928502" cy="5093208"/>
          </a:xfrm>
        </p:grpSpPr>
        <p:sp>
          <p:nvSpPr>
            <p:cNvPr id="106" name="Rounded Rectangle 105"/>
            <p:cNvSpPr/>
            <p:nvPr/>
          </p:nvSpPr>
          <p:spPr>
            <a:xfrm>
              <a:off x="3786591" y="1081013"/>
              <a:ext cx="2845278" cy="5093208"/>
            </a:xfrm>
            <a:prstGeom prst="roundRect">
              <a:avLst>
                <a:gd name="adj" fmla="val 9398"/>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600" b="1" dirty="0">
                  <a:solidFill>
                    <a:schemeClr val="tx2"/>
                  </a:solidFill>
                </a:rPr>
                <a:t>Event Management</a:t>
              </a:r>
              <a:br>
                <a:rPr lang="en-US" sz="1600" b="1" dirty="0">
                  <a:solidFill>
                    <a:schemeClr val="tx2"/>
                  </a:solidFill>
                </a:rPr>
              </a:br>
              <a:r>
                <a:rPr lang="en-US" sz="1200" b="1" dirty="0">
                  <a:solidFill>
                    <a:schemeClr val="tx2"/>
                  </a:solidFill>
                </a:rPr>
                <a:t>(Monitor &amp; Investigate)</a:t>
              </a: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a:p>
              <a:pPr algn="ctr"/>
              <a:endParaRPr lang="en-US" sz="1600" b="1" dirty="0">
                <a:solidFill>
                  <a:schemeClr val="tx2"/>
                </a:solidFill>
              </a:endParaRPr>
            </a:p>
          </p:txBody>
        </p:sp>
        <p:sp>
          <p:nvSpPr>
            <p:cNvPr id="109" name="TextBox 28"/>
            <p:cNvSpPr txBox="1">
              <a:spLocks noChangeArrowheads="1"/>
            </p:cNvSpPr>
            <p:nvPr/>
          </p:nvSpPr>
          <p:spPr bwMode="auto">
            <a:xfrm>
              <a:off x="3786592" y="5892241"/>
              <a:ext cx="2928501"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a:solidFill>
                    <a:schemeClr val="tx1"/>
                  </a:solidFill>
                </a:rPr>
                <a:t>Trends, Graphics &amp; Reports</a:t>
              </a:r>
            </a:p>
          </p:txBody>
        </p:sp>
        <p:sp>
          <p:nvSpPr>
            <p:cNvPr id="111" name="TextBox 28"/>
            <p:cNvSpPr txBox="1">
              <a:spLocks noChangeArrowheads="1"/>
            </p:cNvSpPr>
            <p:nvPr/>
          </p:nvSpPr>
          <p:spPr bwMode="auto">
            <a:xfrm>
              <a:off x="4347509" y="2630464"/>
              <a:ext cx="1523042" cy="461665"/>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a:solidFill>
                    <a:schemeClr val="tx1"/>
                  </a:solidFill>
                </a:rPr>
                <a:t>Asset Status</a:t>
              </a:r>
              <a:br>
                <a:rPr lang="en-US" sz="1200" dirty="0">
                  <a:solidFill>
                    <a:schemeClr val="tx1"/>
                  </a:solidFill>
                </a:rPr>
              </a:br>
              <a:r>
                <a:rPr lang="en-US" sz="1200" dirty="0">
                  <a:solidFill>
                    <a:schemeClr val="tx1"/>
                  </a:solidFill>
                </a:rPr>
                <a:t>(</a:t>
              </a:r>
              <a:r>
                <a:rPr lang="en-US" sz="1200" dirty="0" err="1">
                  <a:solidFill>
                    <a:schemeClr val="tx1"/>
                  </a:solidFill>
                </a:rPr>
                <a:t>Heatmap</a:t>
              </a:r>
              <a:r>
                <a:rPr lang="en-US" sz="1200" dirty="0">
                  <a:solidFill>
                    <a:schemeClr val="tx1"/>
                  </a:solidFill>
                </a:rPr>
                <a:t>)</a:t>
              </a:r>
            </a:p>
          </p:txBody>
        </p:sp>
      </p:grpSp>
      <p:grpSp>
        <p:nvGrpSpPr>
          <p:cNvPr id="103" name="Group 102"/>
          <p:cNvGrpSpPr/>
          <p:nvPr/>
        </p:nvGrpSpPr>
        <p:grpSpPr>
          <a:xfrm>
            <a:off x="2403904" y="2893742"/>
            <a:ext cx="791884" cy="690743"/>
            <a:chOff x="1448137" y="2875261"/>
            <a:chExt cx="791884" cy="690743"/>
          </a:xfrm>
        </p:grpSpPr>
        <p:sp>
          <p:nvSpPr>
            <p:cNvPr id="104" name="TextBox 103"/>
            <p:cNvSpPr txBox="1"/>
            <p:nvPr/>
          </p:nvSpPr>
          <p:spPr bwMode="auto">
            <a:xfrm>
              <a:off x="1448137" y="3353125"/>
              <a:ext cx="791884" cy="212879"/>
            </a:xfrm>
            <a:prstGeom prst="rect">
              <a:avLst/>
            </a:prstGeom>
            <a:noFill/>
            <a:ln>
              <a:noFill/>
            </a:ln>
            <a:effectLst/>
            <a:extLst>
              <a:ext uri="{FAA26D3D-D897-4be2-8F04-BA451C77F1D7}"/>
            </a:extLst>
          </p:spPr>
          <p:txBody>
            <a:bodyPr wrap="none" lIns="90488" tIns="44450" rIns="90488" bIns="44450">
              <a:spAutoFit/>
            </a:bodyPr>
            <a:lstStyle/>
            <a:p>
              <a:pPr algn="ctr">
                <a:lnSpc>
                  <a:spcPct val="80000"/>
                </a:lnSpc>
                <a:defRPr/>
              </a:pPr>
              <a:r>
                <a:rPr lang="en-US" sz="1000" kern="0" dirty="0">
                  <a:latin typeface="Arial"/>
                  <a:ea typeface="ＭＳ Ｐゴシック" charset="0"/>
                  <a:cs typeface="ＭＳ Ｐゴシック" charset="0"/>
                </a:rPr>
                <a:t>Exchanger</a:t>
              </a:r>
            </a:p>
          </p:txBody>
        </p:sp>
        <p:grpSp>
          <p:nvGrpSpPr>
            <p:cNvPr id="105" name="Group 225"/>
            <p:cNvGrpSpPr>
              <a:grpSpLocks/>
            </p:cNvGrpSpPr>
            <p:nvPr/>
          </p:nvGrpSpPr>
          <p:grpSpPr bwMode="auto">
            <a:xfrm>
              <a:off x="1579802" y="2875261"/>
              <a:ext cx="528552" cy="435723"/>
              <a:chOff x="2938464" y="5738813"/>
              <a:chExt cx="971551" cy="828676"/>
            </a:xfrm>
          </p:grpSpPr>
          <p:grpSp>
            <p:nvGrpSpPr>
              <p:cNvPr id="107" name="Group 222"/>
              <p:cNvGrpSpPr>
                <a:grpSpLocks/>
              </p:cNvGrpSpPr>
              <p:nvPr/>
            </p:nvGrpSpPr>
            <p:grpSpPr bwMode="auto">
              <a:xfrm>
                <a:off x="2938464" y="5738813"/>
                <a:ext cx="971551" cy="828676"/>
                <a:chOff x="3057526" y="5700713"/>
                <a:chExt cx="971551" cy="904875"/>
              </a:xfrm>
            </p:grpSpPr>
            <p:sp>
              <p:nvSpPr>
                <p:cNvPr id="115" name="Rectangle 220"/>
                <p:cNvSpPr>
                  <a:spLocks noChangeArrowheads="1"/>
                </p:cNvSpPr>
                <p:nvPr/>
              </p:nvSpPr>
              <p:spPr bwMode="auto">
                <a:xfrm>
                  <a:off x="3057526" y="5700713"/>
                  <a:ext cx="971550" cy="447675"/>
                </a:xfrm>
                <a:prstGeom prst="rect">
                  <a:avLst/>
                </a:prstGeom>
                <a:solidFill>
                  <a:srgbClr val="919191">
                    <a:lumMod val="60000"/>
                    <a:lumOff val="40000"/>
                  </a:srgbClr>
                </a:solidFill>
                <a:ln w="9525">
                  <a:noFill/>
                  <a:miter lim="800000"/>
                  <a:headEnd/>
                  <a:tailEnd/>
                </a:ln>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16" name="Rectangle 221"/>
                <p:cNvSpPr>
                  <a:spLocks noChangeArrowheads="1"/>
                </p:cNvSpPr>
                <p:nvPr/>
              </p:nvSpPr>
              <p:spPr bwMode="auto">
                <a:xfrm>
                  <a:off x="3057526" y="6157913"/>
                  <a:ext cx="971551" cy="447675"/>
                </a:xfrm>
                <a:prstGeom prst="rect">
                  <a:avLst/>
                </a:prstGeom>
                <a:solidFill>
                  <a:srgbClr val="000000">
                    <a:lumMod val="50000"/>
                    <a:lumOff val="50000"/>
                  </a:srgbClr>
                </a:solidFill>
                <a:ln w="9525">
                  <a:noFill/>
                  <a:miter lim="800000"/>
                  <a:headEnd/>
                  <a:tailEnd/>
                </a:ln>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grpSp>
          <p:sp>
            <p:nvSpPr>
              <p:cNvPr id="108" name="Oval 107"/>
              <p:cNvSpPr/>
              <p:nvPr/>
            </p:nvSpPr>
            <p:spPr bwMode="auto">
              <a:xfrm>
                <a:off x="3067050" y="5795963"/>
                <a:ext cx="714374" cy="714374"/>
              </a:xfrm>
              <a:prstGeom prst="ellipse">
                <a:avLst/>
              </a:prstGeom>
              <a:solidFill>
                <a:srgbClr val="FFFFFF"/>
              </a:solidFill>
              <a:ln>
                <a:noFill/>
              </a:ln>
              <a:effectLst/>
              <a:scene3d>
                <a:camera prst="orthographicFront"/>
                <a:lightRig rig="threePt" dir="t"/>
              </a:scene3d>
              <a:sp3d>
                <a:bevelT/>
              </a:sp3d>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12" name="Right Arrow 223"/>
              <p:cNvSpPr>
                <a:spLocks noChangeArrowheads="1"/>
              </p:cNvSpPr>
              <p:nvPr/>
            </p:nvSpPr>
            <p:spPr bwMode="auto">
              <a:xfrm>
                <a:off x="3204804" y="6129338"/>
                <a:ext cx="438868" cy="250721"/>
              </a:xfrm>
              <a:prstGeom prst="rightArrow">
                <a:avLst>
                  <a:gd name="adj1" fmla="val 50000"/>
                  <a:gd name="adj2" fmla="val 50001"/>
                </a:avLst>
              </a:prstGeom>
              <a:solidFill>
                <a:srgbClr val="919191">
                  <a:lumMod val="60000"/>
                  <a:lumOff val="40000"/>
                </a:srgbClr>
              </a:solidFill>
              <a:ln w="9525">
                <a:noFill/>
                <a:miter lim="800000"/>
                <a:headEnd/>
                <a:tailEnd/>
              </a:ln>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14" name="Right Arrow 224"/>
              <p:cNvSpPr>
                <a:spLocks noChangeArrowheads="1"/>
              </p:cNvSpPr>
              <p:nvPr/>
            </p:nvSpPr>
            <p:spPr bwMode="auto">
              <a:xfrm flipH="1">
                <a:off x="3204804" y="5900738"/>
                <a:ext cx="438868" cy="250721"/>
              </a:xfrm>
              <a:prstGeom prst="rightArrow">
                <a:avLst>
                  <a:gd name="adj1" fmla="val 50000"/>
                  <a:gd name="adj2" fmla="val 50001"/>
                </a:avLst>
              </a:prstGeom>
              <a:solidFill>
                <a:srgbClr val="000000">
                  <a:lumMod val="50000"/>
                  <a:lumOff val="50000"/>
                </a:srgbClr>
              </a:solidFill>
              <a:ln w="9525">
                <a:noFill/>
                <a:miter lim="800000"/>
                <a:headEnd/>
                <a:tailEnd/>
              </a:ln>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grpSp>
      </p:grpSp>
      <p:grpSp>
        <p:nvGrpSpPr>
          <p:cNvPr id="117" name="Group 116"/>
          <p:cNvGrpSpPr/>
          <p:nvPr/>
        </p:nvGrpSpPr>
        <p:grpSpPr>
          <a:xfrm>
            <a:off x="2492069" y="4288281"/>
            <a:ext cx="615554" cy="629510"/>
            <a:chOff x="312660" y="1871065"/>
            <a:chExt cx="615554" cy="629510"/>
          </a:xfrm>
        </p:grpSpPr>
        <p:sp>
          <p:nvSpPr>
            <p:cNvPr id="118" name="TextBox 117"/>
            <p:cNvSpPr txBox="1"/>
            <p:nvPr/>
          </p:nvSpPr>
          <p:spPr bwMode="auto">
            <a:xfrm>
              <a:off x="312660" y="2287696"/>
              <a:ext cx="615554" cy="212879"/>
            </a:xfrm>
            <a:prstGeom prst="rect">
              <a:avLst/>
            </a:prstGeom>
            <a:noFill/>
            <a:ln>
              <a:noFill/>
            </a:ln>
            <a:effectLst/>
            <a:extLst>
              <a:ext uri="{FAA26D3D-D897-4be2-8F04-BA451C77F1D7}"/>
            </a:extLst>
          </p:spPr>
          <p:txBody>
            <a:bodyPr wrap="none" lIns="90488" tIns="44450" rIns="90488" bIns="44450">
              <a:spAutoFit/>
            </a:bodyPr>
            <a:lstStyle/>
            <a:p>
              <a:pPr algn="ctr">
                <a:lnSpc>
                  <a:spcPct val="80000"/>
                </a:lnSpc>
                <a:defRPr/>
              </a:pPr>
              <a:r>
                <a:rPr lang="en-US" sz="1000" kern="0" dirty="0">
                  <a:latin typeface="Arial"/>
                  <a:ea typeface="ＭＳ Ｐゴシック" charset="0"/>
                  <a:cs typeface="ＭＳ Ｐゴシック" charset="0"/>
                </a:rPr>
                <a:t>Turbine</a:t>
              </a:r>
            </a:p>
          </p:txBody>
        </p:sp>
        <p:grpSp>
          <p:nvGrpSpPr>
            <p:cNvPr id="119" name="Group 226"/>
            <p:cNvGrpSpPr>
              <a:grpSpLocks/>
            </p:cNvGrpSpPr>
            <p:nvPr/>
          </p:nvGrpSpPr>
          <p:grpSpPr bwMode="auto">
            <a:xfrm>
              <a:off x="435902" y="1871065"/>
              <a:ext cx="392661" cy="369671"/>
              <a:chOff x="2491572" y="3300409"/>
              <a:chExt cx="1138247" cy="1071566"/>
            </a:xfrm>
          </p:grpSpPr>
          <p:sp>
            <p:nvSpPr>
              <p:cNvPr id="120" name="Oval 119"/>
              <p:cNvSpPr/>
              <p:nvPr/>
            </p:nvSpPr>
            <p:spPr bwMode="auto">
              <a:xfrm>
                <a:off x="2523560" y="3300409"/>
                <a:ext cx="1071605" cy="1071566"/>
              </a:xfrm>
              <a:prstGeom prst="ellipse">
                <a:avLst/>
              </a:prstGeom>
              <a:solidFill>
                <a:schemeClr val="bg1">
                  <a:lumMod val="50000"/>
                </a:schemeClr>
              </a:solidFill>
              <a:ln>
                <a:noFill/>
              </a:ln>
              <a:effectLst/>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21" name="Freeform 120"/>
              <p:cNvSpPr/>
              <p:nvPr/>
            </p:nvSpPr>
            <p:spPr bwMode="auto">
              <a:xfrm>
                <a:off x="3094016" y="3313738"/>
                <a:ext cx="303888" cy="450483"/>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22" name="Freeform 121"/>
              <p:cNvSpPr/>
              <p:nvPr/>
            </p:nvSpPr>
            <p:spPr bwMode="auto">
              <a:xfrm rot="3600000">
                <a:off x="3252630" y="3616273"/>
                <a:ext cx="303877" cy="450500"/>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23" name="Freeform 122"/>
              <p:cNvSpPr/>
              <p:nvPr/>
            </p:nvSpPr>
            <p:spPr bwMode="auto">
              <a:xfrm rot="7200000">
                <a:off x="3084691" y="3904157"/>
                <a:ext cx="303877" cy="450501"/>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24" name="Freeform 123"/>
              <p:cNvSpPr/>
              <p:nvPr/>
            </p:nvSpPr>
            <p:spPr bwMode="auto">
              <a:xfrm rot="10800000">
                <a:off x="2739480" y="3913494"/>
                <a:ext cx="303888" cy="450485"/>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25" name="Freeform 124"/>
              <p:cNvSpPr/>
              <p:nvPr/>
            </p:nvSpPr>
            <p:spPr bwMode="auto">
              <a:xfrm rot="14400000">
                <a:off x="2564883" y="3610942"/>
                <a:ext cx="303877" cy="450500"/>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26" name="Freeform 125"/>
              <p:cNvSpPr/>
              <p:nvPr/>
            </p:nvSpPr>
            <p:spPr bwMode="auto">
              <a:xfrm rot="18000000">
                <a:off x="2748815" y="3309732"/>
                <a:ext cx="303877" cy="450501"/>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sp>
            <p:nvSpPr>
              <p:cNvPr id="127" name="Oval 126"/>
              <p:cNvSpPr/>
              <p:nvPr/>
            </p:nvSpPr>
            <p:spPr bwMode="auto">
              <a:xfrm>
                <a:off x="2920746" y="3694916"/>
                <a:ext cx="279898" cy="282552"/>
              </a:xfrm>
              <a:prstGeom prst="ellipse">
                <a:avLst/>
              </a:prstGeom>
              <a:solidFill>
                <a:schemeClr val="bg1">
                  <a:lumMod val="50000"/>
                </a:schemeClr>
              </a:solidFill>
              <a:ln>
                <a:noFill/>
              </a:ln>
              <a:effectLst/>
            </p:spPr>
            <p:txBody>
              <a:bodyPr wrap="none" lIns="90488" tIns="44450" rIns="90488" bIns="44450"/>
              <a:lstStyle/>
              <a:p>
                <a:pPr>
                  <a:lnSpc>
                    <a:spcPct val="110000"/>
                  </a:lnSpc>
                  <a:defRPr/>
                </a:pPr>
                <a:endParaRPr lang="en-US" sz="1000" b="1" kern="0" dirty="0">
                  <a:latin typeface="Arial" pitchFamily="34" charset="0"/>
                  <a:ea typeface="ＭＳ Ｐゴシック" pitchFamily="34" charset="-128"/>
                </a:endParaRPr>
              </a:p>
            </p:txBody>
          </p:sp>
        </p:grpSp>
      </p:grpSp>
      <p:grpSp>
        <p:nvGrpSpPr>
          <p:cNvPr id="129" name="Group 128"/>
          <p:cNvGrpSpPr/>
          <p:nvPr/>
        </p:nvGrpSpPr>
        <p:grpSpPr>
          <a:xfrm>
            <a:off x="2359821" y="3617478"/>
            <a:ext cx="880050" cy="637810"/>
            <a:chOff x="273259" y="2928194"/>
            <a:chExt cx="880050" cy="637810"/>
          </a:xfrm>
        </p:grpSpPr>
        <p:sp>
          <p:nvSpPr>
            <p:cNvPr id="130" name="TextBox 129"/>
            <p:cNvSpPr txBox="1"/>
            <p:nvPr/>
          </p:nvSpPr>
          <p:spPr bwMode="auto">
            <a:xfrm>
              <a:off x="273259" y="3353125"/>
              <a:ext cx="880050" cy="212879"/>
            </a:xfrm>
            <a:prstGeom prst="rect">
              <a:avLst/>
            </a:prstGeom>
            <a:noFill/>
            <a:ln>
              <a:noFill/>
            </a:ln>
            <a:effectLst/>
            <a:extLst>
              <a:ext uri="{FAA26D3D-D897-4be2-8F04-BA451C77F1D7}"/>
            </a:extLst>
          </p:spPr>
          <p:txBody>
            <a:bodyPr wrap="none" lIns="90488" tIns="44450" rIns="90488" bIns="44450">
              <a:spAutoFit/>
            </a:bodyPr>
            <a:lstStyle/>
            <a:p>
              <a:pPr>
                <a:lnSpc>
                  <a:spcPct val="80000"/>
                </a:lnSpc>
                <a:defRPr/>
              </a:pPr>
              <a:r>
                <a:rPr lang="en-US" sz="1000" kern="0" dirty="0">
                  <a:latin typeface="Arial"/>
                  <a:ea typeface="ＭＳ Ｐゴシック" charset="0"/>
                  <a:cs typeface="ＭＳ Ｐゴシック" charset="0"/>
                </a:rPr>
                <a:t>Compressor</a:t>
              </a:r>
            </a:p>
          </p:txBody>
        </p:sp>
        <p:grpSp>
          <p:nvGrpSpPr>
            <p:cNvPr id="131" name="Group 130"/>
            <p:cNvGrpSpPr/>
            <p:nvPr/>
          </p:nvGrpSpPr>
          <p:grpSpPr>
            <a:xfrm>
              <a:off x="540539" y="2928194"/>
              <a:ext cx="483348" cy="376655"/>
              <a:chOff x="4731585" y="1642432"/>
              <a:chExt cx="834418" cy="506194"/>
            </a:xfrm>
          </p:grpSpPr>
          <p:sp>
            <p:nvSpPr>
              <p:cNvPr id="132" name="Freeform 131"/>
              <p:cNvSpPr/>
              <p:nvPr/>
            </p:nvSpPr>
            <p:spPr>
              <a:xfrm>
                <a:off x="4736776" y="1755402"/>
                <a:ext cx="586047" cy="393224"/>
              </a:xfrm>
              <a:custGeom>
                <a:avLst/>
                <a:gdLst>
                  <a:gd name="connsiteX0" fmla="*/ 0 w 500063"/>
                  <a:gd name="connsiteY0" fmla="*/ 0 h 431006"/>
                  <a:gd name="connsiteX1" fmla="*/ 0 w 500063"/>
                  <a:gd name="connsiteY1" fmla="*/ 431006 h 431006"/>
                  <a:gd name="connsiteX2" fmla="*/ 497681 w 500063"/>
                  <a:gd name="connsiteY2" fmla="*/ 347662 h 431006"/>
                  <a:gd name="connsiteX3" fmla="*/ 500063 w 500063"/>
                  <a:gd name="connsiteY3" fmla="*/ 71437 h 431006"/>
                  <a:gd name="connsiteX4" fmla="*/ 0 w 500063"/>
                  <a:gd name="connsiteY4" fmla="*/ 0 h 431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063" h="431006">
                    <a:moveTo>
                      <a:pt x="0" y="0"/>
                    </a:moveTo>
                    <a:lnTo>
                      <a:pt x="0" y="431006"/>
                    </a:lnTo>
                    <a:lnTo>
                      <a:pt x="497681" y="347662"/>
                    </a:lnTo>
                    <a:lnTo>
                      <a:pt x="500063" y="71437"/>
                    </a:lnTo>
                    <a:lnTo>
                      <a:pt x="0" y="0"/>
                    </a:lnTo>
                    <a:close/>
                  </a:path>
                </a:pathLst>
              </a:custGeom>
              <a:solidFill>
                <a:schemeClr val="bg1">
                  <a:lumMod val="50000"/>
                </a:schemeClr>
              </a:solidFill>
              <a:ln w="9525" cmpd="sng">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cxnSp>
            <p:nvCxnSpPr>
              <p:cNvPr id="133" name="Straight Arrow Connector 132"/>
              <p:cNvCxnSpPr/>
              <p:nvPr/>
            </p:nvCxnSpPr>
            <p:spPr>
              <a:xfrm>
                <a:off x="5303679" y="1642432"/>
                <a:ext cx="262324" cy="0"/>
              </a:xfrm>
              <a:prstGeom prst="straightConnector1">
                <a:avLst/>
              </a:prstGeom>
              <a:ln w="12700"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p:cNvCxnSpPr>
                <a:endCxn id="132" idx="3"/>
              </p:cNvCxnSpPr>
              <p:nvPr/>
            </p:nvCxnSpPr>
            <p:spPr>
              <a:xfrm>
                <a:off x="5303677" y="1642432"/>
                <a:ext cx="19147" cy="178145"/>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p:cNvCxnSpPr/>
              <p:nvPr/>
            </p:nvCxnSpPr>
            <p:spPr>
              <a:xfrm>
                <a:off x="4957630" y="1642432"/>
                <a:ext cx="0" cy="117315"/>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p:cNvCxnSpPr/>
              <p:nvPr/>
            </p:nvCxnSpPr>
            <p:spPr>
              <a:xfrm flipH="1">
                <a:off x="4731585" y="1652159"/>
                <a:ext cx="226046" cy="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grpSp>
      <p:grpSp>
        <p:nvGrpSpPr>
          <p:cNvPr id="137" name="Group 136"/>
          <p:cNvGrpSpPr/>
          <p:nvPr/>
        </p:nvGrpSpPr>
        <p:grpSpPr>
          <a:xfrm>
            <a:off x="2529454" y="2220302"/>
            <a:ext cx="540784" cy="640447"/>
            <a:chOff x="1538705" y="1900237"/>
            <a:chExt cx="540784" cy="640447"/>
          </a:xfrm>
        </p:grpSpPr>
        <p:sp>
          <p:nvSpPr>
            <p:cNvPr id="138" name="TextBox 137"/>
            <p:cNvSpPr txBox="1"/>
            <p:nvPr/>
          </p:nvSpPr>
          <p:spPr bwMode="auto">
            <a:xfrm>
              <a:off x="1538705" y="2327805"/>
              <a:ext cx="516168" cy="212879"/>
            </a:xfrm>
            <a:prstGeom prst="rect">
              <a:avLst/>
            </a:prstGeom>
            <a:noFill/>
            <a:ln>
              <a:noFill/>
            </a:ln>
            <a:effectLst/>
            <a:extLst>
              <a:ext uri="{FAA26D3D-D897-4be2-8F04-BA451C77F1D7}"/>
            </a:extLst>
          </p:spPr>
          <p:txBody>
            <a:bodyPr wrap="none" lIns="90488" tIns="44450" rIns="90488" bIns="44450">
              <a:spAutoFit/>
            </a:bodyPr>
            <a:lstStyle/>
            <a:p>
              <a:pPr>
                <a:lnSpc>
                  <a:spcPct val="80000"/>
                </a:lnSpc>
                <a:defRPr/>
              </a:pPr>
              <a:r>
                <a:rPr lang="en-US" sz="1000" kern="0" dirty="0">
                  <a:latin typeface="Arial"/>
                  <a:ea typeface="ＭＳ Ｐゴシック" charset="0"/>
                  <a:cs typeface="ＭＳ Ｐゴシック" charset="0"/>
                </a:rPr>
                <a:t>Pump</a:t>
              </a:r>
            </a:p>
          </p:txBody>
        </p:sp>
        <p:grpSp>
          <p:nvGrpSpPr>
            <p:cNvPr id="139" name="Group 138"/>
            <p:cNvGrpSpPr/>
            <p:nvPr/>
          </p:nvGrpSpPr>
          <p:grpSpPr>
            <a:xfrm>
              <a:off x="1608667" y="1900237"/>
              <a:ext cx="470822" cy="389478"/>
              <a:chOff x="2881979" y="2252346"/>
              <a:chExt cx="812794" cy="672366"/>
            </a:xfrm>
          </p:grpSpPr>
          <p:sp>
            <p:nvSpPr>
              <p:cNvPr id="140" name="Freeform 139"/>
              <p:cNvSpPr/>
              <p:nvPr/>
            </p:nvSpPr>
            <p:spPr>
              <a:xfrm>
                <a:off x="3166074" y="2278854"/>
                <a:ext cx="127510" cy="237191"/>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1" name="Freeform 140"/>
              <p:cNvSpPr/>
              <p:nvPr/>
            </p:nvSpPr>
            <p:spPr>
              <a:xfrm rot="4036115">
                <a:off x="3297146" y="2409102"/>
                <a:ext cx="127509" cy="237098"/>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2" name="Freeform 141"/>
              <p:cNvSpPr/>
              <p:nvPr/>
            </p:nvSpPr>
            <p:spPr>
              <a:xfrm rot="8546132">
                <a:off x="3208495" y="2588769"/>
                <a:ext cx="127510" cy="237098"/>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3" name="Freeform 142"/>
              <p:cNvSpPr/>
              <p:nvPr/>
            </p:nvSpPr>
            <p:spPr>
              <a:xfrm rot="12783292">
                <a:off x="3024256" y="2578881"/>
                <a:ext cx="127510" cy="237098"/>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4" name="Freeform 143"/>
              <p:cNvSpPr/>
              <p:nvPr/>
            </p:nvSpPr>
            <p:spPr>
              <a:xfrm rot="16996285">
                <a:off x="2968789" y="2381597"/>
                <a:ext cx="127509" cy="237098"/>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5" name="Donut 144"/>
              <p:cNvSpPr/>
              <p:nvPr/>
            </p:nvSpPr>
            <p:spPr>
              <a:xfrm>
                <a:off x="2881979" y="2252346"/>
                <a:ext cx="633520" cy="633519"/>
              </a:xfrm>
              <a:prstGeom prst="donut">
                <a:avLst>
                  <a:gd name="adj" fmla="val 7842"/>
                </a:avLst>
              </a:pr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solidFill>
                    <a:schemeClr val="tx1"/>
                  </a:solidFill>
                </a:endParaRPr>
              </a:p>
            </p:txBody>
          </p:sp>
          <p:sp>
            <p:nvSpPr>
              <p:cNvPr id="146" name="Oval 145"/>
              <p:cNvSpPr/>
              <p:nvPr/>
            </p:nvSpPr>
            <p:spPr>
              <a:xfrm>
                <a:off x="3090351" y="2465178"/>
                <a:ext cx="200931" cy="200930"/>
              </a:xfrm>
              <a:prstGeom prst="ellipse">
                <a:avLst/>
              </a:pr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7" name="Freeform 146"/>
              <p:cNvSpPr/>
              <p:nvPr/>
            </p:nvSpPr>
            <p:spPr>
              <a:xfrm>
                <a:off x="2892213" y="2810292"/>
                <a:ext cx="616746" cy="114420"/>
              </a:xfrm>
              <a:custGeom>
                <a:avLst/>
                <a:gdLst>
                  <a:gd name="connsiteX0" fmla="*/ 0 w 526257"/>
                  <a:gd name="connsiteY0" fmla="*/ 97632 h 97632"/>
                  <a:gd name="connsiteX1" fmla="*/ 526257 w 526257"/>
                  <a:gd name="connsiteY1" fmla="*/ 97632 h 97632"/>
                  <a:gd name="connsiteX2" fmla="*/ 402432 w 526257"/>
                  <a:gd name="connsiteY2" fmla="*/ 0 h 97632"/>
                  <a:gd name="connsiteX3" fmla="*/ 335757 w 526257"/>
                  <a:gd name="connsiteY3" fmla="*/ 23813 h 97632"/>
                  <a:gd name="connsiteX4" fmla="*/ 257175 w 526257"/>
                  <a:gd name="connsiteY4" fmla="*/ 42863 h 97632"/>
                  <a:gd name="connsiteX5" fmla="*/ 192882 w 526257"/>
                  <a:gd name="connsiteY5" fmla="*/ 35719 h 97632"/>
                  <a:gd name="connsiteX6" fmla="*/ 123825 w 526257"/>
                  <a:gd name="connsiteY6" fmla="*/ 9525 h 97632"/>
                  <a:gd name="connsiteX7" fmla="*/ 0 w 526257"/>
                  <a:gd name="connsiteY7" fmla="*/ 97632 h 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97632">
                    <a:moveTo>
                      <a:pt x="0" y="97632"/>
                    </a:moveTo>
                    <a:lnTo>
                      <a:pt x="526257" y="97632"/>
                    </a:lnTo>
                    <a:lnTo>
                      <a:pt x="402432" y="0"/>
                    </a:lnTo>
                    <a:lnTo>
                      <a:pt x="335757" y="23813"/>
                    </a:lnTo>
                    <a:lnTo>
                      <a:pt x="257175" y="42863"/>
                    </a:lnTo>
                    <a:lnTo>
                      <a:pt x="192882" y="35719"/>
                    </a:lnTo>
                    <a:lnTo>
                      <a:pt x="123825" y="9525"/>
                    </a:lnTo>
                    <a:lnTo>
                      <a:pt x="0" y="97632"/>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148" name="Freeform 147"/>
              <p:cNvSpPr/>
              <p:nvPr/>
            </p:nvSpPr>
            <p:spPr>
              <a:xfrm>
                <a:off x="3262880" y="2258878"/>
                <a:ext cx="431893" cy="263584"/>
              </a:xfrm>
              <a:custGeom>
                <a:avLst/>
                <a:gdLst>
                  <a:gd name="connsiteX0" fmla="*/ 0 w 368525"/>
                  <a:gd name="connsiteY0" fmla="*/ 0 h 224912"/>
                  <a:gd name="connsiteX1" fmla="*/ 368525 w 368525"/>
                  <a:gd name="connsiteY1" fmla="*/ 0 h 224912"/>
                  <a:gd name="connsiteX2" fmla="*/ 368525 w 368525"/>
                  <a:gd name="connsiteY2" fmla="*/ 224912 h 224912"/>
                  <a:gd name="connsiteX3" fmla="*/ 211541 w 368525"/>
                  <a:gd name="connsiteY3" fmla="*/ 224912 h 224912"/>
                  <a:gd name="connsiteX4" fmla="*/ 210062 w 368525"/>
                  <a:gd name="connsiteY4" fmla="*/ 210241 h 224912"/>
                  <a:gd name="connsiteX5" fmla="*/ 196279 w 368525"/>
                  <a:gd name="connsiteY5" fmla="*/ 165841 h 224912"/>
                  <a:gd name="connsiteX6" fmla="*/ 309454 w 368525"/>
                  <a:gd name="connsiteY6" fmla="*/ 165841 h 224912"/>
                  <a:gd name="connsiteX7" fmla="*/ 309454 w 368525"/>
                  <a:gd name="connsiteY7" fmla="*/ 59071 h 224912"/>
                  <a:gd name="connsiteX8" fmla="*/ 118788 w 368525"/>
                  <a:gd name="connsiteY8" fmla="*/ 59071 h 224912"/>
                  <a:gd name="connsiteX9" fmla="*/ 96387 w 368525"/>
                  <a:gd name="connsiteY9" fmla="*/ 40589 h 224912"/>
                  <a:gd name="connsiteX10" fmla="*/ 50475 w 368525"/>
                  <a:gd name="connsiteY10" fmla="*/ 15668 h 22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525" h="224912">
                    <a:moveTo>
                      <a:pt x="0" y="0"/>
                    </a:moveTo>
                    <a:lnTo>
                      <a:pt x="368525" y="0"/>
                    </a:lnTo>
                    <a:lnTo>
                      <a:pt x="368525" y="224912"/>
                    </a:lnTo>
                    <a:lnTo>
                      <a:pt x="211541" y="224912"/>
                    </a:lnTo>
                    <a:lnTo>
                      <a:pt x="210062" y="210241"/>
                    </a:lnTo>
                    <a:lnTo>
                      <a:pt x="196279" y="165841"/>
                    </a:lnTo>
                    <a:lnTo>
                      <a:pt x="309454" y="165841"/>
                    </a:lnTo>
                    <a:lnTo>
                      <a:pt x="309454" y="59071"/>
                    </a:lnTo>
                    <a:lnTo>
                      <a:pt x="118788" y="59071"/>
                    </a:lnTo>
                    <a:lnTo>
                      <a:pt x="96387" y="40589"/>
                    </a:lnTo>
                    <a:cubicBezTo>
                      <a:pt x="82008" y="30874"/>
                      <a:pt x="66643" y="22507"/>
                      <a:pt x="50475" y="15668"/>
                    </a:cubicBez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solidFill>
                    <a:schemeClr val="tx1"/>
                  </a:solidFill>
                </a:endParaRPr>
              </a:p>
            </p:txBody>
          </p:sp>
        </p:grpSp>
      </p:grpSp>
      <p:grpSp>
        <p:nvGrpSpPr>
          <p:cNvPr id="149" name="Group 148"/>
          <p:cNvGrpSpPr/>
          <p:nvPr/>
        </p:nvGrpSpPr>
        <p:grpSpPr>
          <a:xfrm>
            <a:off x="2474436" y="4950783"/>
            <a:ext cx="650820" cy="712766"/>
            <a:chOff x="798788" y="4295627"/>
            <a:chExt cx="650820" cy="712766"/>
          </a:xfrm>
        </p:grpSpPr>
        <p:pic>
          <p:nvPicPr>
            <p:cNvPr id="150" name="Picture 149"/>
            <p:cNvPicPr>
              <a:picLocks noChangeAspect="1"/>
            </p:cNvPicPr>
            <p:nvPr/>
          </p:nvPicPr>
          <p:blipFill>
            <a:blip r:embed="rId4">
              <a:clrChange>
                <a:clrFrom>
                  <a:srgbClr val="FFFFFF"/>
                </a:clrFrom>
                <a:clrTo>
                  <a:srgbClr val="FFFFFF">
                    <a:alpha val="0"/>
                  </a:srgbClr>
                </a:clrTo>
              </a:clrChange>
            </a:blip>
            <a:stretch>
              <a:fillRect/>
            </a:stretch>
          </p:blipFill>
          <p:spPr>
            <a:xfrm>
              <a:off x="884308" y="4295627"/>
              <a:ext cx="479780" cy="500869"/>
            </a:xfrm>
            <a:prstGeom prst="rect">
              <a:avLst/>
            </a:prstGeom>
          </p:spPr>
        </p:pic>
        <p:sp>
          <p:nvSpPr>
            <p:cNvPr id="151" name="TextBox 150"/>
            <p:cNvSpPr txBox="1"/>
            <p:nvPr/>
          </p:nvSpPr>
          <p:spPr bwMode="auto">
            <a:xfrm>
              <a:off x="798788" y="4795514"/>
              <a:ext cx="650820" cy="212879"/>
            </a:xfrm>
            <a:prstGeom prst="rect">
              <a:avLst/>
            </a:prstGeom>
            <a:noFill/>
            <a:ln>
              <a:noFill/>
            </a:ln>
            <a:effectLst/>
            <a:extLst>
              <a:ext uri="{FAA26D3D-D897-4be2-8F04-BA451C77F1D7}"/>
            </a:extLst>
          </p:spPr>
          <p:txBody>
            <a:bodyPr wrap="none" lIns="90488" tIns="44450" rIns="90488" bIns="44450">
              <a:spAutoFit/>
            </a:bodyPr>
            <a:lstStyle/>
            <a:p>
              <a:pPr algn="ctr">
                <a:lnSpc>
                  <a:spcPct val="80000"/>
                </a:lnSpc>
                <a:defRPr/>
              </a:pPr>
              <a:r>
                <a:rPr lang="en-US" sz="1000" kern="0" dirty="0">
                  <a:latin typeface="Arial"/>
                  <a:ea typeface="ＭＳ Ｐゴシック" charset="0"/>
                  <a:cs typeface="ＭＳ Ｐゴシック" charset="0"/>
                </a:rPr>
                <a:t>Furnace</a:t>
              </a:r>
            </a:p>
          </p:txBody>
        </p:sp>
      </p:grpSp>
      <p:sp>
        <p:nvSpPr>
          <p:cNvPr id="96" name="TextBox 28"/>
          <p:cNvSpPr txBox="1">
            <a:spLocks noChangeArrowheads="1"/>
          </p:cNvSpPr>
          <p:nvPr/>
        </p:nvSpPr>
        <p:spPr bwMode="auto">
          <a:xfrm>
            <a:off x="2347957" y="5629829"/>
            <a:ext cx="903778" cy="52322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400" b="1" dirty="0">
                <a:solidFill>
                  <a:srgbClr val="000000"/>
                </a:solidFill>
              </a:rPr>
              <a:t>Content</a:t>
            </a:r>
          </a:p>
          <a:p>
            <a:pPr algn="ctr">
              <a:defRPr/>
            </a:pPr>
            <a:r>
              <a:rPr lang="en-US" sz="1400" b="1" dirty="0">
                <a:solidFill>
                  <a:srgbClr val="000000"/>
                </a:solidFill>
              </a:rPr>
              <a:t>Library</a:t>
            </a:r>
          </a:p>
        </p:txBody>
      </p:sp>
      <p:grpSp>
        <p:nvGrpSpPr>
          <p:cNvPr id="55" name="Group 54"/>
          <p:cNvGrpSpPr/>
          <p:nvPr/>
        </p:nvGrpSpPr>
        <p:grpSpPr>
          <a:xfrm>
            <a:off x="4250034" y="1931075"/>
            <a:ext cx="777875" cy="388938"/>
            <a:chOff x="4154777" y="2262765"/>
            <a:chExt cx="4740275" cy="2370138"/>
          </a:xfrm>
          <a:solidFill>
            <a:schemeClr val="tx1"/>
          </a:solidFill>
        </p:grpSpPr>
        <p:grpSp>
          <p:nvGrpSpPr>
            <p:cNvPr id="57" name="Group 95"/>
            <p:cNvGrpSpPr/>
            <p:nvPr/>
          </p:nvGrpSpPr>
          <p:grpSpPr>
            <a:xfrm>
              <a:off x="4210339" y="2459615"/>
              <a:ext cx="1511300" cy="1514475"/>
              <a:chOff x="2644775" y="1614488"/>
              <a:chExt cx="1511300" cy="1514475"/>
            </a:xfrm>
            <a:grpFill/>
          </p:grpSpPr>
          <p:sp>
            <p:nvSpPr>
              <p:cNvPr id="72" name="Freeform 8"/>
              <p:cNvSpPr>
                <a:spLocks noEditPoints="1"/>
              </p:cNvSpPr>
              <p:nvPr/>
            </p:nvSpPr>
            <p:spPr bwMode="auto">
              <a:xfrm>
                <a:off x="2644775" y="1614488"/>
                <a:ext cx="1511300" cy="1514475"/>
              </a:xfrm>
              <a:custGeom>
                <a:avLst/>
                <a:gdLst/>
                <a:ahLst/>
                <a:cxnLst>
                  <a:cxn ang="0">
                    <a:pos x="667" y="237"/>
                  </a:cxn>
                  <a:cxn ang="0">
                    <a:pos x="678" y="147"/>
                  </a:cxn>
                  <a:cxn ang="0">
                    <a:pos x="652" y="98"/>
                  </a:cxn>
                  <a:cxn ang="0">
                    <a:pos x="585" y="143"/>
                  </a:cxn>
                  <a:cxn ang="0">
                    <a:pos x="564" y="57"/>
                  </a:cxn>
                  <a:cxn ang="0">
                    <a:pos x="521" y="22"/>
                  </a:cxn>
                  <a:cxn ang="0">
                    <a:pos x="476" y="88"/>
                  </a:cxn>
                  <a:cxn ang="0">
                    <a:pos x="421" y="17"/>
                  </a:cxn>
                  <a:cxn ang="0">
                    <a:pos x="367" y="1"/>
                  </a:cxn>
                  <a:cxn ang="0">
                    <a:pos x="352" y="80"/>
                  </a:cxn>
                  <a:cxn ang="0">
                    <a:pos x="277" y="34"/>
                  </a:cxn>
                  <a:cxn ang="0">
                    <a:pos x="221" y="40"/>
                  </a:cxn>
                  <a:cxn ang="0">
                    <a:pos x="237" y="118"/>
                  </a:cxn>
                  <a:cxn ang="0">
                    <a:pos x="147" y="107"/>
                  </a:cxn>
                  <a:cxn ang="0">
                    <a:pos x="98" y="133"/>
                  </a:cxn>
                  <a:cxn ang="0">
                    <a:pos x="143" y="200"/>
                  </a:cxn>
                  <a:cxn ang="0">
                    <a:pos x="57" y="221"/>
                  </a:cxn>
                  <a:cxn ang="0">
                    <a:pos x="22" y="264"/>
                  </a:cxn>
                  <a:cxn ang="0">
                    <a:pos x="88" y="309"/>
                  </a:cxn>
                  <a:cxn ang="0">
                    <a:pos x="17" y="364"/>
                  </a:cxn>
                  <a:cxn ang="0">
                    <a:pos x="1" y="418"/>
                  </a:cxn>
                  <a:cxn ang="0">
                    <a:pos x="80" y="433"/>
                  </a:cxn>
                  <a:cxn ang="0">
                    <a:pos x="34" y="508"/>
                  </a:cxn>
                  <a:cxn ang="0">
                    <a:pos x="39" y="564"/>
                  </a:cxn>
                  <a:cxn ang="0">
                    <a:pos x="118" y="549"/>
                  </a:cxn>
                  <a:cxn ang="0">
                    <a:pos x="107" y="638"/>
                  </a:cxn>
                  <a:cxn ang="0">
                    <a:pos x="133" y="687"/>
                  </a:cxn>
                  <a:cxn ang="0">
                    <a:pos x="200" y="643"/>
                  </a:cxn>
                  <a:cxn ang="0">
                    <a:pos x="221" y="728"/>
                  </a:cxn>
                  <a:cxn ang="0">
                    <a:pos x="264" y="764"/>
                  </a:cxn>
                  <a:cxn ang="0">
                    <a:pos x="309" y="697"/>
                  </a:cxn>
                  <a:cxn ang="0">
                    <a:pos x="364" y="768"/>
                  </a:cxn>
                  <a:cxn ang="0">
                    <a:pos x="418" y="784"/>
                  </a:cxn>
                  <a:cxn ang="0">
                    <a:pos x="433" y="706"/>
                  </a:cxn>
                  <a:cxn ang="0">
                    <a:pos x="508" y="751"/>
                  </a:cxn>
                  <a:cxn ang="0">
                    <a:pos x="564" y="746"/>
                  </a:cxn>
                  <a:cxn ang="0">
                    <a:pos x="549" y="667"/>
                  </a:cxn>
                  <a:cxn ang="0">
                    <a:pos x="638" y="678"/>
                  </a:cxn>
                  <a:cxn ang="0">
                    <a:pos x="687" y="652"/>
                  </a:cxn>
                  <a:cxn ang="0">
                    <a:pos x="643" y="585"/>
                  </a:cxn>
                  <a:cxn ang="0">
                    <a:pos x="728" y="564"/>
                  </a:cxn>
                  <a:cxn ang="0">
                    <a:pos x="763" y="521"/>
                  </a:cxn>
                  <a:cxn ang="0">
                    <a:pos x="697" y="476"/>
                  </a:cxn>
                  <a:cxn ang="0">
                    <a:pos x="768" y="421"/>
                  </a:cxn>
                  <a:cxn ang="0">
                    <a:pos x="784" y="368"/>
                  </a:cxn>
                  <a:cxn ang="0">
                    <a:pos x="705" y="352"/>
                  </a:cxn>
                  <a:cxn ang="0">
                    <a:pos x="751" y="277"/>
                  </a:cxn>
                  <a:cxn ang="0">
                    <a:pos x="746" y="221"/>
                  </a:cxn>
                  <a:cxn ang="0">
                    <a:pos x="659" y="385"/>
                  </a:cxn>
                  <a:cxn ang="0">
                    <a:pos x="126" y="400"/>
                  </a:cxn>
                  <a:cxn ang="0">
                    <a:pos x="659" y="385"/>
                  </a:cxn>
                </a:cxnLst>
                <a:rect l="0" t="0" r="r" b="b"/>
                <a:pathLst>
                  <a:path w="786" h="786">
                    <a:moveTo>
                      <a:pt x="722" y="212"/>
                    </a:moveTo>
                    <a:cubicBezTo>
                      <a:pt x="667" y="237"/>
                      <a:pt x="667" y="237"/>
                      <a:pt x="667" y="237"/>
                    </a:cubicBezTo>
                    <a:cubicBezTo>
                      <a:pt x="658" y="221"/>
                      <a:pt x="647" y="206"/>
                      <a:pt x="636" y="192"/>
                    </a:cubicBezTo>
                    <a:cubicBezTo>
                      <a:pt x="678" y="147"/>
                      <a:pt x="678" y="147"/>
                      <a:pt x="678" y="147"/>
                    </a:cubicBezTo>
                    <a:cubicBezTo>
                      <a:pt x="685" y="140"/>
                      <a:pt x="685" y="129"/>
                      <a:pt x="678" y="122"/>
                    </a:cubicBezTo>
                    <a:cubicBezTo>
                      <a:pt x="652" y="98"/>
                      <a:pt x="652" y="98"/>
                      <a:pt x="652" y="98"/>
                    </a:cubicBezTo>
                    <a:cubicBezTo>
                      <a:pt x="645" y="91"/>
                      <a:pt x="633" y="92"/>
                      <a:pt x="627" y="99"/>
                    </a:cubicBezTo>
                    <a:cubicBezTo>
                      <a:pt x="585" y="143"/>
                      <a:pt x="585" y="143"/>
                      <a:pt x="585" y="143"/>
                    </a:cubicBezTo>
                    <a:cubicBezTo>
                      <a:pt x="572" y="132"/>
                      <a:pt x="557" y="123"/>
                      <a:pt x="542" y="115"/>
                    </a:cubicBezTo>
                    <a:cubicBezTo>
                      <a:pt x="564" y="57"/>
                      <a:pt x="564" y="57"/>
                      <a:pt x="564" y="57"/>
                    </a:cubicBezTo>
                    <a:cubicBezTo>
                      <a:pt x="568" y="48"/>
                      <a:pt x="563" y="38"/>
                      <a:pt x="554" y="35"/>
                    </a:cubicBezTo>
                    <a:cubicBezTo>
                      <a:pt x="521" y="22"/>
                      <a:pt x="521" y="22"/>
                      <a:pt x="521" y="22"/>
                    </a:cubicBezTo>
                    <a:cubicBezTo>
                      <a:pt x="512" y="18"/>
                      <a:pt x="502" y="23"/>
                      <a:pt x="498" y="32"/>
                    </a:cubicBezTo>
                    <a:cubicBezTo>
                      <a:pt x="476" y="88"/>
                      <a:pt x="476" y="88"/>
                      <a:pt x="476" y="88"/>
                    </a:cubicBezTo>
                    <a:cubicBezTo>
                      <a:pt x="459" y="84"/>
                      <a:pt x="441" y="80"/>
                      <a:pt x="423" y="79"/>
                    </a:cubicBezTo>
                    <a:cubicBezTo>
                      <a:pt x="421" y="17"/>
                      <a:pt x="421" y="17"/>
                      <a:pt x="421" y="17"/>
                    </a:cubicBezTo>
                    <a:cubicBezTo>
                      <a:pt x="421" y="7"/>
                      <a:pt x="413" y="0"/>
                      <a:pt x="403" y="0"/>
                    </a:cubicBezTo>
                    <a:cubicBezTo>
                      <a:pt x="367" y="1"/>
                      <a:pt x="367" y="1"/>
                      <a:pt x="367" y="1"/>
                    </a:cubicBezTo>
                    <a:cubicBezTo>
                      <a:pt x="358" y="1"/>
                      <a:pt x="350" y="9"/>
                      <a:pt x="350" y="19"/>
                    </a:cubicBezTo>
                    <a:cubicBezTo>
                      <a:pt x="352" y="80"/>
                      <a:pt x="352" y="80"/>
                      <a:pt x="352" y="80"/>
                    </a:cubicBezTo>
                    <a:cubicBezTo>
                      <a:pt x="335" y="82"/>
                      <a:pt x="318" y="86"/>
                      <a:pt x="302" y="90"/>
                    </a:cubicBezTo>
                    <a:cubicBezTo>
                      <a:pt x="277" y="34"/>
                      <a:pt x="277" y="34"/>
                      <a:pt x="277" y="34"/>
                    </a:cubicBezTo>
                    <a:cubicBezTo>
                      <a:pt x="273" y="25"/>
                      <a:pt x="263" y="21"/>
                      <a:pt x="254" y="25"/>
                    </a:cubicBezTo>
                    <a:cubicBezTo>
                      <a:pt x="221" y="40"/>
                      <a:pt x="221" y="40"/>
                      <a:pt x="221" y="40"/>
                    </a:cubicBezTo>
                    <a:cubicBezTo>
                      <a:pt x="212" y="44"/>
                      <a:pt x="208" y="54"/>
                      <a:pt x="212" y="63"/>
                    </a:cubicBezTo>
                    <a:cubicBezTo>
                      <a:pt x="237" y="118"/>
                      <a:pt x="237" y="118"/>
                      <a:pt x="237" y="118"/>
                    </a:cubicBezTo>
                    <a:cubicBezTo>
                      <a:pt x="221" y="127"/>
                      <a:pt x="206" y="138"/>
                      <a:pt x="192" y="149"/>
                    </a:cubicBezTo>
                    <a:cubicBezTo>
                      <a:pt x="147" y="107"/>
                      <a:pt x="147" y="107"/>
                      <a:pt x="147" y="107"/>
                    </a:cubicBezTo>
                    <a:cubicBezTo>
                      <a:pt x="140" y="100"/>
                      <a:pt x="129" y="101"/>
                      <a:pt x="122" y="108"/>
                    </a:cubicBezTo>
                    <a:cubicBezTo>
                      <a:pt x="98" y="133"/>
                      <a:pt x="98" y="133"/>
                      <a:pt x="98" y="133"/>
                    </a:cubicBezTo>
                    <a:cubicBezTo>
                      <a:pt x="91" y="141"/>
                      <a:pt x="91" y="152"/>
                      <a:pt x="99" y="158"/>
                    </a:cubicBezTo>
                    <a:cubicBezTo>
                      <a:pt x="143" y="200"/>
                      <a:pt x="143" y="200"/>
                      <a:pt x="143" y="200"/>
                    </a:cubicBezTo>
                    <a:cubicBezTo>
                      <a:pt x="132" y="214"/>
                      <a:pt x="123" y="228"/>
                      <a:pt x="115" y="243"/>
                    </a:cubicBezTo>
                    <a:cubicBezTo>
                      <a:pt x="57" y="221"/>
                      <a:pt x="57" y="221"/>
                      <a:pt x="57" y="221"/>
                    </a:cubicBezTo>
                    <a:cubicBezTo>
                      <a:pt x="48" y="217"/>
                      <a:pt x="38" y="222"/>
                      <a:pt x="34" y="231"/>
                    </a:cubicBezTo>
                    <a:cubicBezTo>
                      <a:pt x="22" y="264"/>
                      <a:pt x="22" y="264"/>
                      <a:pt x="22" y="264"/>
                    </a:cubicBezTo>
                    <a:cubicBezTo>
                      <a:pt x="18" y="273"/>
                      <a:pt x="23" y="284"/>
                      <a:pt x="32" y="287"/>
                    </a:cubicBezTo>
                    <a:cubicBezTo>
                      <a:pt x="88" y="309"/>
                      <a:pt x="88" y="309"/>
                      <a:pt x="88" y="309"/>
                    </a:cubicBezTo>
                    <a:cubicBezTo>
                      <a:pt x="84" y="326"/>
                      <a:pt x="80" y="344"/>
                      <a:pt x="79" y="362"/>
                    </a:cubicBezTo>
                    <a:cubicBezTo>
                      <a:pt x="17" y="364"/>
                      <a:pt x="17" y="364"/>
                      <a:pt x="17" y="364"/>
                    </a:cubicBezTo>
                    <a:cubicBezTo>
                      <a:pt x="7" y="364"/>
                      <a:pt x="0" y="373"/>
                      <a:pt x="0" y="382"/>
                    </a:cubicBezTo>
                    <a:cubicBezTo>
                      <a:pt x="1" y="418"/>
                      <a:pt x="1" y="418"/>
                      <a:pt x="1" y="418"/>
                    </a:cubicBezTo>
                    <a:cubicBezTo>
                      <a:pt x="1" y="428"/>
                      <a:pt x="9" y="435"/>
                      <a:pt x="19" y="435"/>
                    </a:cubicBezTo>
                    <a:cubicBezTo>
                      <a:pt x="80" y="433"/>
                      <a:pt x="80" y="433"/>
                      <a:pt x="80" y="433"/>
                    </a:cubicBezTo>
                    <a:cubicBezTo>
                      <a:pt x="82" y="451"/>
                      <a:pt x="86" y="467"/>
                      <a:pt x="90" y="483"/>
                    </a:cubicBezTo>
                    <a:cubicBezTo>
                      <a:pt x="34" y="508"/>
                      <a:pt x="34" y="508"/>
                      <a:pt x="34" y="508"/>
                    </a:cubicBezTo>
                    <a:cubicBezTo>
                      <a:pt x="25" y="512"/>
                      <a:pt x="21" y="523"/>
                      <a:pt x="25" y="532"/>
                    </a:cubicBezTo>
                    <a:cubicBezTo>
                      <a:pt x="39" y="564"/>
                      <a:pt x="39" y="564"/>
                      <a:pt x="39" y="564"/>
                    </a:cubicBezTo>
                    <a:cubicBezTo>
                      <a:pt x="43" y="573"/>
                      <a:pt x="54" y="577"/>
                      <a:pt x="63" y="573"/>
                    </a:cubicBezTo>
                    <a:cubicBezTo>
                      <a:pt x="118" y="549"/>
                      <a:pt x="118" y="549"/>
                      <a:pt x="118" y="549"/>
                    </a:cubicBezTo>
                    <a:cubicBezTo>
                      <a:pt x="127" y="564"/>
                      <a:pt x="138" y="579"/>
                      <a:pt x="149" y="593"/>
                    </a:cubicBezTo>
                    <a:cubicBezTo>
                      <a:pt x="107" y="638"/>
                      <a:pt x="107" y="638"/>
                      <a:pt x="107" y="638"/>
                    </a:cubicBezTo>
                    <a:cubicBezTo>
                      <a:pt x="100" y="645"/>
                      <a:pt x="100" y="656"/>
                      <a:pt x="108" y="663"/>
                    </a:cubicBezTo>
                    <a:cubicBezTo>
                      <a:pt x="133" y="687"/>
                      <a:pt x="133" y="687"/>
                      <a:pt x="133" y="687"/>
                    </a:cubicBezTo>
                    <a:cubicBezTo>
                      <a:pt x="140" y="694"/>
                      <a:pt x="152" y="694"/>
                      <a:pt x="158" y="687"/>
                    </a:cubicBezTo>
                    <a:cubicBezTo>
                      <a:pt x="200" y="643"/>
                      <a:pt x="200" y="643"/>
                      <a:pt x="200" y="643"/>
                    </a:cubicBezTo>
                    <a:cubicBezTo>
                      <a:pt x="214" y="653"/>
                      <a:pt x="228" y="662"/>
                      <a:pt x="243" y="670"/>
                    </a:cubicBezTo>
                    <a:cubicBezTo>
                      <a:pt x="221" y="728"/>
                      <a:pt x="221" y="728"/>
                      <a:pt x="221" y="728"/>
                    </a:cubicBezTo>
                    <a:cubicBezTo>
                      <a:pt x="217" y="737"/>
                      <a:pt x="222" y="747"/>
                      <a:pt x="231" y="751"/>
                    </a:cubicBezTo>
                    <a:cubicBezTo>
                      <a:pt x="264" y="764"/>
                      <a:pt x="264" y="764"/>
                      <a:pt x="264" y="764"/>
                    </a:cubicBezTo>
                    <a:cubicBezTo>
                      <a:pt x="273" y="767"/>
                      <a:pt x="284" y="763"/>
                      <a:pt x="287" y="753"/>
                    </a:cubicBezTo>
                    <a:cubicBezTo>
                      <a:pt x="309" y="697"/>
                      <a:pt x="309" y="697"/>
                      <a:pt x="309" y="697"/>
                    </a:cubicBezTo>
                    <a:cubicBezTo>
                      <a:pt x="326" y="702"/>
                      <a:pt x="344" y="705"/>
                      <a:pt x="362" y="707"/>
                    </a:cubicBezTo>
                    <a:cubicBezTo>
                      <a:pt x="364" y="768"/>
                      <a:pt x="364" y="768"/>
                      <a:pt x="364" y="768"/>
                    </a:cubicBezTo>
                    <a:cubicBezTo>
                      <a:pt x="364" y="778"/>
                      <a:pt x="372" y="786"/>
                      <a:pt x="382" y="785"/>
                    </a:cubicBezTo>
                    <a:cubicBezTo>
                      <a:pt x="418" y="784"/>
                      <a:pt x="418" y="784"/>
                      <a:pt x="418" y="784"/>
                    </a:cubicBezTo>
                    <a:cubicBezTo>
                      <a:pt x="427" y="784"/>
                      <a:pt x="435" y="776"/>
                      <a:pt x="435" y="766"/>
                    </a:cubicBezTo>
                    <a:cubicBezTo>
                      <a:pt x="433" y="706"/>
                      <a:pt x="433" y="706"/>
                      <a:pt x="433" y="706"/>
                    </a:cubicBezTo>
                    <a:cubicBezTo>
                      <a:pt x="450" y="703"/>
                      <a:pt x="467" y="700"/>
                      <a:pt x="483" y="695"/>
                    </a:cubicBezTo>
                    <a:cubicBezTo>
                      <a:pt x="508" y="751"/>
                      <a:pt x="508" y="751"/>
                      <a:pt x="508" y="751"/>
                    </a:cubicBezTo>
                    <a:cubicBezTo>
                      <a:pt x="512" y="760"/>
                      <a:pt x="523" y="764"/>
                      <a:pt x="532" y="760"/>
                    </a:cubicBezTo>
                    <a:cubicBezTo>
                      <a:pt x="564" y="746"/>
                      <a:pt x="564" y="746"/>
                      <a:pt x="564" y="746"/>
                    </a:cubicBezTo>
                    <a:cubicBezTo>
                      <a:pt x="573" y="742"/>
                      <a:pt x="577" y="731"/>
                      <a:pt x="573" y="722"/>
                    </a:cubicBezTo>
                    <a:cubicBezTo>
                      <a:pt x="549" y="667"/>
                      <a:pt x="549" y="667"/>
                      <a:pt x="549" y="667"/>
                    </a:cubicBezTo>
                    <a:cubicBezTo>
                      <a:pt x="564" y="658"/>
                      <a:pt x="579" y="648"/>
                      <a:pt x="593" y="636"/>
                    </a:cubicBezTo>
                    <a:cubicBezTo>
                      <a:pt x="638" y="678"/>
                      <a:pt x="638" y="678"/>
                      <a:pt x="638" y="678"/>
                    </a:cubicBezTo>
                    <a:cubicBezTo>
                      <a:pt x="645" y="685"/>
                      <a:pt x="656" y="685"/>
                      <a:pt x="663" y="678"/>
                    </a:cubicBezTo>
                    <a:cubicBezTo>
                      <a:pt x="687" y="652"/>
                      <a:pt x="687" y="652"/>
                      <a:pt x="687" y="652"/>
                    </a:cubicBezTo>
                    <a:cubicBezTo>
                      <a:pt x="694" y="645"/>
                      <a:pt x="694" y="634"/>
                      <a:pt x="687" y="627"/>
                    </a:cubicBezTo>
                    <a:cubicBezTo>
                      <a:pt x="643" y="585"/>
                      <a:pt x="643" y="585"/>
                      <a:pt x="643" y="585"/>
                    </a:cubicBezTo>
                    <a:cubicBezTo>
                      <a:pt x="653" y="572"/>
                      <a:pt x="662" y="557"/>
                      <a:pt x="670" y="542"/>
                    </a:cubicBezTo>
                    <a:cubicBezTo>
                      <a:pt x="728" y="564"/>
                      <a:pt x="728" y="564"/>
                      <a:pt x="728" y="564"/>
                    </a:cubicBezTo>
                    <a:cubicBezTo>
                      <a:pt x="737" y="568"/>
                      <a:pt x="747" y="563"/>
                      <a:pt x="751" y="554"/>
                    </a:cubicBezTo>
                    <a:cubicBezTo>
                      <a:pt x="763" y="521"/>
                      <a:pt x="763" y="521"/>
                      <a:pt x="763" y="521"/>
                    </a:cubicBezTo>
                    <a:cubicBezTo>
                      <a:pt x="767" y="512"/>
                      <a:pt x="762" y="502"/>
                      <a:pt x="753" y="498"/>
                    </a:cubicBezTo>
                    <a:cubicBezTo>
                      <a:pt x="697" y="476"/>
                      <a:pt x="697" y="476"/>
                      <a:pt x="697" y="476"/>
                    </a:cubicBezTo>
                    <a:cubicBezTo>
                      <a:pt x="702" y="459"/>
                      <a:pt x="705" y="441"/>
                      <a:pt x="707" y="423"/>
                    </a:cubicBezTo>
                    <a:cubicBezTo>
                      <a:pt x="768" y="421"/>
                      <a:pt x="768" y="421"/>
                      <a:pt x="768" y="421"/>
                    </a:cubicBezTo>
                    <a:cubicBezTo>
                      <a:pt x="778" y="421"/>
                      <a:pt x="786" y="413"/>
                      <a:pt x="785" y="403"/>
                    </a:cubicBezTo>
                    <a:cubicBezTo>
                      <a:pt x="784" y="368"/>
                      <a:pt x="784" y="368"/>
                      <a:pt x="784" y="368"/>
                    </a:cubicBezTo>
                    <a:cubicBezTo>
                      <a:pt x="784" y="358"/>
                      <a:pt x="776" y="350"/>
                      <a:pt x="766" y="350"/>
                    </a:cubicBezTo>
                    <a:cubicBezTo>
                      <a:pt x="705" y="352"/>
                      <a:pt x="705" y="352"/>
                      <a:pt x="705" y="352"/>
                    </a:cubicBezTo>
                    <a:cubicBezTo>
                      <a:pt x="703" y="335"/>
                      <a:pt x="700" y="318"/>
                      <a:pt x="695" y="302"/>
                    </a:cubicBezTo>
                    <a:cubicBezTo>
                      <a:pt x="751" y="277"/>
                      <a:pt x="751" y="277"/>
                      <a:pt x="751" y="277"/>
                    </a:cubicBezTo>
                    <a:cubicBezTo>
                      <a:pt x="760" y="273"/>
                      <a:pt x="764" y="263"/>
                      <a:pt x="760" y="254"/>
                    </a:cubicBezTo>
                    <a:cubicBezTo>
                      <a:pt x="746" y="221"/>
                      <a:pt x="746" y="221"/>
                      <a:pt x="746" y="221"/>
                    </a:cubicBezTo>
                    <a:cubicBezTo>
                      <a:pt x="742" y="212"/>
                      <a:pt x="731" y="208"/>
                      <a:pt x="722" y="212"/>
                    </a:cubicBezTo>
                    <a:close/>
                    <a:moveTo>
                      <a:pt x="659" y="385"/>
                    </a:moveTo>
                    <a:cubicBezTo>
                      <a:pt x="663" y="532"/>
                      <a:pt x="547" y="655"/>
                      <a:pt x="400" y="659"/>
                    </a:cubicBezTo>
                    <a:cubicBezTo>
                      <a:pt x="253" y="663"/>
                      <a:pt x="130" y="547"/>
                      <a:pt x="126" y="400"/>
                    </a:cubicBezTo>
                    <a:cubicBezTo>
                      <a:pt x="122" y="253"/>
                      <a:pt x="238" y="130"/>
                      <a:pt x="385" y="126"/>
                    </a:cubicBezTo>
                    <a:cubicBezTo>
                      <a:pt x="532" y="122"/>
                      <a:pt x="655" y="238"/>
                      <a:pt x="659" y="38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3" name="Freeform 9"/>
              <p:cNvSpPr>
                <a:spLocks noEditPoints="1"/>
              </p:cNvSpPr>
              <p:nvPr/>
            </p:nvSpPr>
            <p:spPr bwMode="auto">
              <a:xfrm>
                <a:off x="3205163" y="2174876"/>
                <a:ext cx="390525" cy="392113"/>
              </a:xfrm>
              <a:custGeom>
                <a:avLst/>
                <a:gdLst/>
                <a:ahLst/>
                <a:cxnLst>
                  <a:cxn ang="0">
                    <a:pos x="99" y="2"/>
                  </a:cxn>
                  <a:cxn ang="0">
                    <a:pos x="2" y="104"/>
                  </a:cxn>
                  <a:cxn ang="0">
                    <a:pos x="104" y="201"/>
                  </a:cxn>
                  <a:cxn ang="0">
                    <a:pos x="201" y="99"/>
                  </a:cxn>
                  <a:cxn ang="0">
                    <a:pos x="99" y="2"/>
                  </a:cxn>
                  <a:cxn ang="0">
                    <a:pos x="161" y="102"/>
                  </a:cxn>
                  <a:cxn ang="0">
                    <a:pos x="101" y="162"/>
                  </a:cxn>
                  <a:cxn ang="0">
                    <a:pos x="42" y="101"/>
                  </a:cxn>
                  <a:cxn ang="0">
                    <a:pos x="102" y="42"/>
                  </a:cxn>
                  <a:cxn ang="0">
                    <a:pos x="161" y="102"/>
                  </a:cxn>
                </a:cxnLst>
                <a:rect l="0" t="0" r="r" b="b"/>
                <a:pathLst>
                  <a:path w="203" h="203">
                    <a:moveTo>
                      <a:pt x="99" y="2"/>
                    </a:moveTo>
                    <a:cubicBezTo>
                      <a:pt x="44" y="4"/>
                      <a:pt x="0" y="49"/>
                      <a:pt x="2" y="104"/>
                    </a:cubicBezTo>
                    <a:cubicBezTo>
                      <a:pt x="3" y="160"/>
                      <a:pt x="49" y="203"/>
                      <a:pt x="104" y="201"/>
                    </a:cubicBezTo>
                    <a:cubicBezTo>
                      <a:pt x="159" y="200"/>
                      <a:pt x="203" y="154"/>
                      <a:pt x="201" y="99"/>
                    </a:cubicBezTo>
                    <a:cubicBezTo>
                      <a:pt x="200" y="44"/>
                      <a:pt x="154" y="0"/>
                      <a:pt x="99" y="2"/>
                    </a:cubicBezTo>
                    <a:close/>
                    <a:moveTo>
                      <a:pt x="161" y="102"/>
                    </a:moveTo>
                    <a:cubicBezTo>
                      <a:pt x="161" y="135"/>
                      <a:pt x="134" y="162"/>
                      <a:pt x="101" y="162"/>
                    </a:cubicBezTo>
                    <a:cubicBezTo>
                      <a:pt x="68" y="161"/>
                      <a:pt x="41" y="134"/>
                      <a:pt x="42" y="101"/>
                    </a:cubicBezTo>
                    <a:cubicBezTo>
                      <a:pt x="42" y="68"/>
                      <a:pt x="69" y="42"/>
                      <a:pt x="102" y="42"/>
                    </a:cubicBezTo>
                    <a:cubicBezTo>
                      <a:pt x="135" y="42"/>
                      <a:pt x="162" y="69"/>
                      <a:pt x="161" y="10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4" name="Freeform 10"/>
              <p:cNvSpPr>
                <a:spLocks/>
              </p:cNvSpPr>
              <p:nvPr/>
            </p:nvSpPr>
            <p:spPr bwMode="auto">
              <a:xfrm>
                <a:off x="3340100" y="1838326"/>
                <a:ext cx="42863" cy="376238"/>
              </a:xfrm>
              <a:custGeom>
                <a:avLst/>
                <a:gdLst/>
                <a:ahLst/>
                <a:cxnLst>
                  <a:cxn ang="0">
                    <a:pos x="7" y="237"/>
                  </a:cxn>
                  <a:cxn ang="0">
                    <a:pos x="27" y="237"/>
                  </a:cxn>
                  <a:cxn ang="0">
                    <a:pos x="21" y="0"/>
                  </a:cxn>
                  <a:cxn ang="0">
                    <a:pos x="0" y="0"/>
                  </a:cxn>
                  <a:cxn ang="0">
                    <a:pos x="7" y="237"/>
                  </a:cxn>
                </a:cxnLst>
                <a:rect l="0" t="0" r="r" b="b"/>
                <a:pathLst>
                  <a:path w="27" h="237">
                    <a:moveTo>
                      <a:pt x="7" y="237"/>
                    </a:moveTo>
                    <a:lnTo>
                      <a:pt x="27" y="237"/>
                    </a:lnTo>
                    <a:lnTo>
                      <a:pt x="21" y="0"/>
                    </a:lnTo>
                    <a:lnTo>
                      <a:pt x="0" y="0"/>
                    </a:lnTo>
                    <a:lnTo>
                      <a:pt x="7" y="237"/>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5" name="Freeform 11"/>
              <p:cNvSpPr>
                <a:spLocks/>
              </p:cNvSpPr>
              <p:nvPr/>
            </p:nvSpPr>
            <p:spPr bwMode="auto">
              <a:xfrm>
                <a:off x="3397250" y="1836738"/>
                <a:ext cx="44450" cy="377825"/>
              </a:xfrm>
              <a:custGeom>
                <a:avLst/>
                <a:gdLst/>
                <a:ahLst/>
                <a:cxnLst>
                  <a:cxn ang="0">
                    <a:pos x="0" y="1"/>
                  </a:cxn>
                  <a:cxn ang="0">
                    <a:pos x="6" y="238"/>
                  </a:cxn>
                  <a:cxn ang="0">
                    <a:pos x="28" y="236"/>
                  </a:cxn>
                  <a:cxn ang="0">
                    <a:pos x="21" y="0"/>
                  </a:cxn>
                  <a:cxn ang="0">
                    <a:pos x="0" y="1"/>
                  </a:cxn>
                </a:cxnLst>
                <a:rect l="0" t="0" r="r" b="b"/>
                <a:pathLst>
                  <a:path w="28" h="238">
                    <a:moveTo>
                      <a:pt x="0" y="1"/>
                    </a:moveTo>
                    <a:lnTo>
                      <a:pt x="6" y="238"/>
                    </a:lnTo>
                    <a:lnTo>
                      <a:pt x="28" y="236"/>
                    </a:lnTo>
                    <a:lnTo>
                      <a:pt x="21" y="0"/>
                    </a:ln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6" name="Freeform 12"/>
              <p:cNvSpPr>
                <a:spLocks/>
              </p:cNvSpPr>
              <p:nvPr/>
            </p:nvSpPr>
            <p:spPr bwMode="auto">
              <a:xfrm>
                <a:off x="3556000" y="2309813"/>
                <a:ext cx="376238" cy="44450"/>
              </a:xfrm>
              <a:custGeom>
                <a:avLst/>
                <a:gdLst/>
                <a:ahLst/>
                <a:cxnLst>
                  <a:cxn ang="0">
                    <a:pos x="0" y="7"/>
                  </a:cxn>
                  <a:cxn ang="0">
                    <a:pos x="0" y="28"/>
                  </a:cxn>
                  <a:cxn ang="0">
                    <a:pos x="237" y="22"/>
                  </a:cxn>
                  <a:cxn ang="0">
                    <a:pos x="237" y="0"/>
                  </a:cxn>
                  <a:cxn ang="0">
                    <a:pos x="0" y="7"/>
                  </a:cxn>
                </a:cxnLst>
                <a:rect l="0" t="0" r="r" b="b"/>
                <a:pathLst>
                  <a:path w="237" h="28">
                    <a:moveTo>
                      <a:pt x="0" y="7"/>
                    </a:moveTo>
                    <a:lnTo>
                      <a:pt x="0" y="28"/>
                    </a:lnTo>
                    <a:lnTo>
                      <a:pt x="237" y="22"/>
                    </a:lnTo>
                    <a:lnTo>
                      <a:pt x="237" y="0"/>
                    </a:lnTo>
                    <a:lnTo>
                      <a:pt x="0" y="7"/>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7" name="Freeform 13"/>
              <p:cNvSpPr>
                <a:spLocks/>
              </p:cNvSpPr>
              <p:nvPr/>
            </p:nvSpPr>
            <p:spPr bwMode="auto">
              <a:xfrm>
                <a:off x="3559175" y="2368551"/>
                <a:ext cx="374650" cy="42863"/>
              </a:xfrm>
              <a:custGeom>
                <a:avLst/>
                <a:gdLst/>
                <a:ahLst/>
                <a:cxnLst>
                  <a:cxn ang="0">
                    <a:pos x="236" y="0"/>
                  </a:cxn>
                  <a:cxn ang="0">
                    <a:pos x="0" y="6"/>
                  </a:cxn>
                  <a:cxn ang="0">
                    <a:pos x="0" y="27"/>
                  </a:cxn>
                  <a:cxn ang="0">
                    <a:pos x="236" y="20"/>
                  </a:cxn>
                  <a:cxn ang="0">
                    <a:pos x="236" y="0"/>
                  </a:cxn>
                </a:cxnLst>
                <a:rect l="0" t="0" r="r" b="b"/>
                <a:pathLst>
                  <a:path w="236" h="27">
                    <a:moveTo>
                      <a:pt x="236" y="0"/>
                    </a:moveTo>
                    <a:lnTo>
                      <a:pt x="0" y="6"/>
                    </a:lnTo>
                    <a:lnTo>
                      <a:pt x="0" y="27"/>
                    </a:lnTo>
                    <a:lnTo>
                      <a:pt x="236" y="20"/>
                    </a:lnTo>
                    <a:lnTo>
                      <a:pt x="23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8" name="Freeform 14"/>
              <p:cNvSpPr>
                <a:spLocks/>
              </p:cNvSpPr>
              <p:nvPr/>
            </p:nvSpPr>
            <p:spPr bwMode="auto">
              <a:xfrm>
                <a:off x="3416300" y="2527301"/>
                <a:ext cx="44450" cy="376238"/>
              </a:xfrm>
              <a:custGeom>
                <a:avLst/>
                <a:gdLst/>
                <a:ahLst/>
                <a:cxnLst>
                  <a:cxn ang="0">
                    <a:pos x="22" y="0"/>
                  </a:cxn>
                  <a:cxn ang="0">
                    <a:pos x="0" y="0"/>
                  </a:cxn>
                  <a:cxn ang="0">
                    <a:pos x="6" y="237"/>
                  </a:cxn>
                  <a:cxn ang="0">
                    <a:pos x="28" y="237"/>
                  </a:cxn>
                  <a:cxn ang="0">
                    <a:pos x="22" y="0"/>
                  </a:cxn>
                </a:cxnLst>
                <a:rect l="0" t="0" r="r" b="b"/>
                <a:pathLst>
                  <a:path w="28" h="237">
                    <a:moveTo>
                      <a:pt x="22" y="0"/>
                    </a:moveTo>
                    <a:lnTo>
                      <a:pt x="0" y="0"/>
                    </a:lnTo>
                    <a:lnTo>
                      <a:pt x="6" y="237"/>
                    </a:lnTo>
                    <a:lnTo>
                      <a:pt x="28" y="237"/>
                    </a:lnTo>
                    <a:lnTo>
                      <a:pt x="2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9" name="Freeform 15"/>
              <p:cNvSpPr>
                <a:spLocks/>
              </p:cNvSpPr>
              <p:nvPr/>
            </p:nvSpPr>
            <p:spPr bwMode="auto">
              <a:xfrm>
                <a:off x="3359150" y="2528888"/>
                <a:ext cx="44450" cy="376238"/>
              </a:xfrm>
              <a:custGeom>
                <a:avLst/>
                <a:gdLst/>
                <a:ahLst/>
                <a:cxnLst>
                  <a:cxn ang="0">
                    <a:pos x="28" y="237"/>
                  </a:cxn>
                  <a:cxn ang="0">
                    <a:pos x="22" y="0"/>
                  </a:cxn>
                  <a:cxn ang="0">
                    <a:pos x="0" y="0"/>
                  </a:cxn>
                  <a:cxn ang="0">
                    <a:pos x="7" y="237"/>
                  </a:cxn>
                  <a:cxn ang="0">
                    <a:pos x="28" y="237"/>
                  </a:cxn>
                </a:cxnLst>
                <a:rect l="0" t="0" r="r" b="b"/>
                <a:pathLst>
                  <a:path w="28" h="237">
                    <a:moveTo>
                      <a:pt x="28" y="237"/>
                    </a:moveTo>
                    <a:lnTo>
                      <a:pt x="22" y="0"/>
                    </a:lnTo>
                    <a:lnTo>
                      <a:pt x="0" y="0"/>
                    </a:lnTo>
                    <a:lnTo>
                      <a:pt x="7" y="237"/>
                    </a:lnTo>
                    <a:lnTo>
                      <a:pt x="28" y="237"/>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0" name="Freeform 16"/>
              <p:cNvSpPr>
                <a:spLocks/>
              </p:cNvSpPr>
              <p:nvPr/>
            </p:nvSpPr>
            <p:spPr bwMode="auto">
              <a:xfrm>
                <a:off x="2868613" y="2387601"/>
                <a:ext cx="374650" cy="44450"/>
              </a:xfrm>
              <a:custGeom>
                <a:avLst/>
                <a:gdLst/>
                <a:ahLst/>
                <a:cxnLst>
                  <a:cxn ang="0">
                    <a:pos x="236" y="22"/>
                  </a:cxn>
                  <a:cxn ang="0">
                    <a:pos x="236" y="0"/>
                  </a:cxn>
                  <a:cxn ang="0">
                    <a:pos x="0" y="6"/>
                  </a:cxn>
                  <a:cxn ang="0">
                    <a:pos x="0" y="28"/>
                  </a:cxn>
                  <a:cxn ang="0">
                    <a:pos x="236" y="22"/>
                  </a:cxn>
                </a:cxnLst>
                <a:rect l="0" t="0" r="r" b="b"/>
                <a:pathLst>
                  <a:path w="236" h="28">
                    <a:moveTo>
                      <a:pt x="236" y="22"/>
                    </a:moveTo>
                    <a:lnTo>
                      <a:pt x="236" y="0"/>
                    </a:lnTo>
                    <a:lnTo>
                      <a:pt x="0" y="6"/>
                    </a:lnTo>
                    <a:lnTo>
                      <a:pt x="0" y="28"/>
                    </a:lnTo>
                    <a:lnTo>
                      <a:pt x="236"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1" name="Freeform 17"/>
              <p:cNvSpPr>
                <a:spLocks/>
              </p:cNvSpPr>
              <p:nvPr/>
            </p:nvSpPr>
            <p:spPr bwMode="auto">
              <a:xfrm>
                <a:off x="2867025" y="2328863"/>
                <a:ext cx="374650" cy="46038"/>
              </a:xfrm>
              <a:custGeom>
                <a:avLst/>
                <a:gdLst/>
                <a:ahLst/>
                <a:cxnLst>
                  <a:cxn ang="0">
                    <a:pos x="0" y="29"/>
                  </a:cxn>
                  <a:cxn ang="0">
                    <a:pos x="236" y="22"/>
                  </a:cxn>
                  <a:cxn ang="0">
                    <a:pos x="236" y="0"/>
                  </a:cxn>
                  <a:cxn ang="0">
                    <a:pos x="0" y="8"/>
                  </a:cxn>
                  <a:cxn ang="0">
                    <a:pos x="0" y="29"/>
                  </a:cxn>
                </a:cxnLst>
                <a:rect l="0" t="0" r="r" b="b"/>
                <a:pathLst>
                  <a:path w="236" h="29">
                    <a:moveTo>
                      <a:pt x="0" y="29"/>
                    </a:moveTo>
                    <a:lnTo>
                      <a:pt x="236" y="22"/>
                    </a:lnTo>
                    <a:lnTo>
                      <a:pt x="236" y="0"/>
                    </a:lnTo>
                    <a:lnTo>
                      <a:pt x="0" y="8"/>
                    </a:lnTo>
                    <a:lnTo>
                      <a:pt x="0" y="2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8" name="Freeform 18"/>
            <p:cNvSpPr>
              <a:spLocks noEditPoints="1"/>
            </p:cNvSpPr>
            <p:nvPr/>
          </p:nvSpPr>
          <p:spPr bwMode="auto">
            <a:xfrm>
              <a:off x="5685127" y="2700915"/>
              <a:ext cx="1865313" cy="1865313"/>
            </a:xfrm>
            <a:custGeom>
              <a:avLst/>
              <a:gdLst/>
              <a:ahLst/>
              <a:cxnLst>
                <a:cxn ang="0">
                  <a:pos x="668" y="134"/>
                </a:cxn>
                <a:cxn ang="0">
                  <a:pos x="610" y="16"/>
                </a:cxn>
                <a:cxn ang="0">
                  <a:pos x="517" y="90"/>
                </a:cxn>
                <a:cxn ang="0">
                  <a:pos x="417" y="5"/>
                </a:cxn>
                <a:cxn ang="0">
                  <a:pos x="367" y="107"/>
                </a:cxn>
                <a:cxn ang="0">
                  <a:pos x="242" y="65"/>
                </a:cxn>
                <a:cxn ang="0">
                  <a:pos x="229" y="183"/>
                </a:cxn>
                <a:cxn ang="0">
                  <a:pos x="98" y="193"/>
                </a:cxn>
                <a:cxn ang="0">
                  <a:pos x="134" y="301"/>
                </a:cxn>
                <a:cxn ang="0">
                  <a:pos x="17" y="360"/>
                </a:cxn>
                <a:cxn ang="0">
                  <a:pos x="91" y="452"/>
                </a:cxn>
                <a:cxn ang="0">
                  <a:pos x="5" y="552"/>
                </a:cxn>
                <a:cxn ang="0">
                  <a:pos x="107" y="603"/>
                </a:cxn>
                <a:cxn ang="0">
                  <a:pos x="66" y="727"/>
                </a:cxn>
                <a:cxn ang="0">
                  <a:pos x="183" y="741"/>
                </a:cxn>
                <a:cxn ang="0">
                  <a:pos x="194" y="872"/>
                </a:cxn>
                <a:cxn ang="0">
                  <a:pos x="301" y="835"/>
                </a:cxn>
                <a:cxn ang="0">
                  <a:pos x="360" y="953"/>
                </a:cxn>
                <a:cxn ang="0">
                  <a:pos x="453" y="879"/>
                </a:cxn>
                <a:cxn ang="0">
                  <a:pos x="553" y="964"/>
                </a:cxn>
                <a:cxn ang="0">
                  <a:pos x="603" y="862"/>
                </a:cxn>
                <a:cxn ang="0">
                  <a:pos x="728" y="904"/>
                </a:cxn>
                <a:cxn ang="0">
                  <a:pos x="741" y="786"/>
                </a:cxn>
                <a:cxn ang="0">
                  <a:pos x="872" y="776"/>
                </a:cxn>
                <a:cxn ang="0">
                  <a:pos x="836" y="668"/>
                </a:cxn>
                <a:cxn ang="0">
                  <a:pos x="953" y="609"/>
                </a:cxn>
                <a:cxn ang="0">
                  <a:pos x="879" y="517"/>
                </a:cxn>
                <a:cxn ang="0">
                  <a:pos x="965" y="417"/>
                </a:cxn>
                <a:cxn ang="0">
                  <a:pos x="863" y="366"/>
                </a:cxn>
                <a:cxn ang="0">
                  <a:pos x="904" y="242"/>
                </a:cxn>
                <a:cxn ang="0">
                  <a:pos x="787" y="228"/>
                </a:cxn>
                <a:cxn ang="0">
                  <a:pos x="776" y="97"/>
                </a:cxn>
                <a:cxn ang="0">
                  <a:pos x="449" y="289"/>
                </a:cxn>
                <a:cxn ang="0">
                  <a:pos x="441" y="167"/>
                </a:cxn>
                <a:cxn ang="0">
                  <a:pos x="399" y="409"/>
                </a:cxn>
                <a:cxn ang="0">
                  <a:pos x="229" y="291"/>
                </a:cxn>
                <a:cxn ang="0">
                  <a:pos x="164" y="481"/>
                </a:cxn>
                <a:cxn ang="0">
                  <a:pos x="290" y="520"/>
                </a:cxn>
                <a:cxn ang="0">
                  <a:pos x="167" y="528"/>
                </a:cxn>
                <a:cxn ang="0">
                  <a:pos x="372" y="648"/>
                </a:cxn>
                <a:cxn ang="0">
                  <a:pos x="529" y="802"/>
                </a:cxn>
                <a:cxn ang="0">
                  <a:pos x="709" y="714"/>
                </a:cxn>
                <a:cxn ang="0">
                  <a:pos x="648" y="598"/>
                </a:cxn>
                <a:cxn ang="0">
                  <a:pos x="740" y="678"/>
                </a:cxn>
                <a:cxn ang="0">
                  <a:pos x="633" y="353"/>
                </a:cxn>
                <a:cxn ang="0">
                  <a:pos x="598" y="321"/>
                </a:cxn>
                <a:cxn ang="0">
                  <a:pos x="679" y="229"/>
                </a:cxn>
              </a:cxnLst>
              <a:rect l="0" t="0" r="r" b="b"/>
              <a:pathLst>
                <a:path w="970" h="969">
                  <a:moveTo>
                    <a:pt x="754" y="99"/>
                  </a:moveTo>
                  <a:cubicBezTo>
                    <a:pt x="696" y="150"/>
                    <a:pt x="696" y="150"/>
                    <a:pt x="696" y="150"/>
                  </a:cubicBezTo>
                  <a:cubicBezTo>
                    <a:pt x="687" y="144"/>
                    <a:pt x="678" y="139"/>
                    <a:pt x="668" y="134"/>
                  </a:cubicBezTo>
                  <a:cubicBezTo>
                    <a:pt x="684" y="59"/>
                    <a:pt x="684" y="59"/>
                    <a:pt x="684" y="59"/>
                  </a:cubicBezTo>
                  <a:cubicBezTo>
                    <a:pt x="687" y="51"/>
                    <a:pt x="682" y="42"/>
                    <a:pt x="674" y="39"/>
                  </a:cubicBezTo>
                  <a:cubicBezTo>
                    <a:pt x="610" y="16"/>
                    <a:pt x="610" y="16"/>
                    <a:pt x="610" y="16"/>
                  </a:cubicBezTo>
                  <a:cubicBezTo>
                    <a:pt x="601" y="14"/>
                    <a:pt x="592" y="18"/>
                    <a:pt x="589" y="26"/>
                  </a:cubicBezTo>
                  <a:cubicBezTo>
                    <a:pt x="555" y="95"/>
                    <a:pt x="555" y="95"/>
                    <a:pt x="555" y="95"/>
                  </a:cubicBezTo>
                  <a:cubicBezTo>
                    <a:pt x="542" y="93"/>
                    <a:pt x="530" y="91"/>
                    <a:pt x="517" y="90"/>
                  </a:cubicBezTo>
                  <a:cubicBezTo>
                    <a:pt x="502" y="15"/>
                    <a:pt x="502" y="15"/>
                    <a:pt x="502" y="15"/>
                  </a:cubicBezTo>
                  <a:cubicBezTo>
                    <a:pt x="502" y="6"/>
                    <a:pt x="494" y="0"/>
                    <a:pt x="485" y="0"/>
                  </a:cubicBezTo>
                  <a:cubicBezTo>
                    <a:pt x="417" y="5"/>
                    <a:pt x="417" y="5"/>
                    <a:pt x="417" y="5"/>
                  </a:cubicBezTo>
                  <a:cubicBezTo>
                    <a:pt x="408" y="5"/>
                    <a:pt x="402" y="13"/>
                    <a:pt x="402" y="22"/>
                  </a:cubicBezTo>
                  <a:cubicBezTo>
                    <a:pt x="398" y="99"/>
                    <a:pt x="398" y="99"/>
                    <a:pt x="398" y="99"/>
                  </a:cubicBezTo>
                  <a:cubicBezTo>
                    <a:pt x="387" y="101"/>
                    <a:pt x="377" y="104"/>
                    <a:pt x="367" y="107"/>
                  </a:cubicBezTo>
                  <a:cubicBezTo>
                    <a:pt x="325" y="43"/>
                    <a:pt x="325" y="43"/>
                    <a:pt x="325" y="43"/>
                  </a:cubicBezTo>
                  <a:cubicBezTo>
                    <a:pt x="321" y="35"/>
                    <a:pt x="311" y="32"/>
                    <a:pt x="303" y="36"/>
                  </a:cubicBezTo>
                  <a:cubicBezTo>
                    <a:pt x="242" y="65"/>
                    <a:pt x="242" y="65"/>
                    <a:pt x="242" y="65"/>
                  </a:cubicBezTo>
                  <a:cubicBezTo>
                    <a:pt x="234" y="69"/>
                    <a:pt x="231" y="79"/>
                    <a:pt x="235" y="86"/>
                  </a:cubicBezTo>
                  <a:cubicBezTo>
                    <a:pt x="259" y="160"/>
                    <a:pt x="259" y="160"/>
                    <a:pt x="259" y="160"/>
                  </a:cubicBezTo>
                  <a:cubicBezTo>
                    <a:pt x="249" y="167"/>
                    <a:pt x="239" y="175"/>
                    <a:pt x="229" y="183"/>
                  </a:cubicBezTo>
                  <a:cubicBezTo>
                    <a:pt x="165" y="140"/>
                    <a:pt x="165" y="140"/>
                    <a:pt x="165" y="140"/>
                  </a:cubicBezTo>
                  <a:cubicBezTo>
                    <a:pt x="159" y="135"/>
                    <a:pt x="149" y="135"/>
                    <a:pt x="143" y="142"/>
                  </a:cubicBezTo>
                  <a:cubicBezTo>
                    <a:pt x="98" y="193"/>
                    <a:pt x="98" y="193"/>
                    <a:pt x="98" y="193"/>
                  </a:cubicBezTo>
                  <a:cubicBezTo>
                    <a:pt x="92" y="200"/>
                    <a:pt x="93" y="210"/>
                    <a:pt x="99" y="216"/>
                  </a:cubicBezTo>
                  <a:cubicBezTo>
                    <a:pt x="150" y="273"/>
                    <a:pt x="150" y="273"/>
                    <a:pt x="150" y="273"/>
                  </a:cubicBezTo>
                  <a:cubicBezTo>
                    <a:pt x="145" y="282"/>
                    <a:pt x="139" y="292"/>
                    <a:pt x="134" y="301"/>
                  </a:cubicBezTo>
                  <a:cubicBezTo>
                    <a:pt x="59" y="286"/>
                    <a:pt x="59" y="286"/>
                    <a:pt x="59" y="286"/>
                  </a:cubicBezTo>
                  <a:cubicBezTo>
                    <a:pt x="51" y="283"/>
                    <a:pt x="42" y="287"/>
                    <a:pt x="39" y="295"/>
                  </a:cubicBezTo>
                  <a:cubicBezTo>
                    <a:pt x="17" y="360"/>
                    <a:pt x="17" y="360"/>
                    <a:pt x="17" y="360"/>
                  </a:cubicBezTo>
                  <a:cubicBezTo>
                    <a:pt x="14" y="368"/>
                    <a:pt x="18" y="377"/>
                    <a:pt x="27" y="380"/>
                  </a:cubicBezTo>
                  <a:cubicBezTo>
                    <a:pt x="95" y="414"/>
                    <a:pt x="95" y="414"/>
                    <a:pt x="95" y="414"/>
                  </a:cubicBezTo>
                  <a:cubicBezTo>
                    <a:pt x="93" y="427"/>
                    <a:pt x="92" y="440"/>
                    <a:pt x="91" y="452"/>
                  </a:cubicBezTo>
                  <a:cubicBezTo>
                    <a:pt x="15" y="467"/>
                    <a:pt x="15" y="467"/>
                    <a:pt x="15" y="467"/>
                  </a:cubicBezTo>
                  <a:cubicBezTo>
                    <a:pt x="7" y="468"/>
                    <a:pt x="0" y="475"/>
                    <a:pt x="1" y="484"/>
                  </a:cubicBezTo>
                  <a:cubicBezTo>
                    <a:pt x="5" y="552"/>
                    <a:pt x="5" y="552"/>
                    <a:pt x="5" y="552"/>
                  </a:cubicBezTo>
                  <a:cubicBezTo>
                    <a:pt x="6" y="561"/>
                    <a:pt x="13" y="568"/>
                    <a:pt x="22" y="567"/>
                  </a:cubicBezTo>
                  <a:cubicBezTo>
                    <a:pt x="99" y="572"/>
                    <a:pt x="99" y="572"/>
                    <a:pt x="99" y="572"/>
                  </a:cubicBezTo>
                  <a:cubicBezTo>
                    <a:pt x="101" y="582"/>
                    <a:pt x="104" y="593"/>
                    <a:pt x="107" y="603"/>
                  </a:cubicBezTo>
                  <a:cubicBezTo>
                    <a:pt x="43" y="645"/>
                    <a:pt x="43" y="645"/>
                    <a:pt x="43" y="645"/>
                  </a:cubicBezTo>
                  <a:cubicBezTo>
                    <a:pt x="35" y="649"/>
                    <a:pt x="32" y="658"/>
                    <a:pt x="36" y="666"/>
                  </a:cubicBezTo>
                  <a:cubicBezTo>
                    <a:pt x="66" y="727"/>
                    <a:pt x="66" y="727"/>
                    <a:pt x="66" y="727"/>
                  </a:cubicBezTo>
                  <a:cubicBezTo>
                    <a:pt x="70" y="735"/>
                    <a:pt x="79" y="739"/>
                    <a:pt x="87" y="735"/>
                  </a:cubicBezTo>
                  <a:cubicBezTo>
                    <a:pt x="160" y="710"/>
                    <a:pt x="160" y="710"/>
                    <a:pt x="160" y="710"/>
                  </a:cubicBezTo>
                  <a:cubicBezTo>
                    <a:pt x="167" y="721"/>
                    <a:pt x="175" y="731"/>
                    <a:pt x="183" y="741"/>
                  </a:cubicBezTo>
                  <a:cubicBezTo>
                    <a:pt x="141" y="804"/>
                    <a:pt x="141" y="804"/>
                    <a:pt x="141" y="804"/>
                  </a:cubicBezTo>
                  <a:cubicBezTo>
                    <a:pt x="135" y="811"/>
                    <a:pt x="136" y="821"/>
                    <a:pt x="142" y="827"/>
                  </a:cubicBezTo>
                  <a:cubicBezTo>
                    <a:pt x="194" y="872"/>
                    <a:pt x="194" y="872"/>
                    <a:pt x="194" y="872"/>
                  </a:cubicBezTo>
                  <a:cubicBezTo>
                    <a:pt x="200" y="877"/>
                    <a:pt x="210" y="877"/>
                    <a:pt x="216" y="870"/>
                  </a:cubicBezTo>
                  <a:cubicBezTo>
                    <a:pt x="274" y="819"/>
                    <a:pt x="274" y="819"/>
                    <a:pt x="274" y="819"/>
                  </a:cubicBezTo>
                  <a:cubicBezTo>
                    <a:pt x="283" y="825"/>
                    <a:pt x="292" y="830"/>
                    <a:pt x="301" y="835"/>
                  </a:cubicBezTo>
                  <a:cubicBezTo>
                    <a:pt x="286" y="910"/>
                    <a:pt x="286" y="910"/>
                    <a:pt x="286" y="910"/>
                  </a:cubicBezTo>
                  <a:cubicBezTo>
                    <a:pt x="283" y="918"/>
                    <a:pt x="287" y="927"/>
                    <a:pt x="296" y="930"/>
                  </a:cubicBezTo>
                  <a:cubicBezTo>
                    <a:pt x="360" y="953"/>
                    <a:pt x="360" y="953"/>
                    <a:pt x="360" y="953"/>
                  </a:cubicBezTo>
                  <a:cubicBezTo>
                    <a:pt x="369" y="956"/>
                    <a:pt x="378" y="951"/>
                    <a:pt x="380" y="943"/>
                  </a:cubicBezTo>
                  <a:cubicBezTo>
                    <a:pt x="415" y="874"/>
                    <a:pt x="415" y="874"/>
                    <a:pt x="415" y="874"/>
                  </a:cubicBezTo>
                  <a:cubicBezTo>
                    <a:pt x="427" y="876"/>
                    <a:pt x="440" y="878"/>
                    <a:pt x="453" y="879"/>
                  </a:cubicBezTo>
                  <a:cubicBezTo>
                    <a:pt x="468" y="954"/>
                    <a:pt x="468" y="954"/>
                    <a:pt x="468" y="954"/>
                  </a:cubicBezTo>
                  <a:cubicBezTo>
                    <a:pt x="468" y="963"/>
                    <a:pt x="476" y="969"/>
                    <a:pt x="485" y="969"/>
                  </a:cubicBezTo>
                  <a:cubicBezTo>
                    <a:pt x="553" y="964"/>
                    <a:pt x="553" y="964"/>
                    <a:pt x="553" y="964"/>
                  </a:cubicBezTo>
                  <a:cubicBezTo>
                    <a:pt x="561" y="964"/>
                    <a:pt x="568" y="956"/>
                    <a:pt x="567" y="947"/>
                  </a:cubicBezTo>
                  <a:cubicBezTo>
                    <a:pt x="572" y="870"/>
                    <a:pt x="572" y="870"/>
                    <a:pt x="572" y="870"/>
                  </a:cubicBezTo>
                  <a:cubicBezTo>
                    <a:pt x="583" y="868"/>
                    <a:pt x="593" y="865"/>
                    <a:pt x="603" y="862"/>
                  </a:cubicBezTo>
                  <a:cubicBezTo>
                    <a:pt x="645" y="926"/>
                    <a:pt x="645" y="926"/>
                    <a:pt x="645" y="926"/>
                  </a:cubicBezTo>
                  <a:cubicBezTo>
                    <a:pt x="649" y="934"/>
                    <a:pt x="659" y="937"/>
                    <a:pt x="666" y="934"/>
                  </a:cubicBezTo>
                  <a:cubicBezTo>
                    <a:pt x="728" y="904"/>
                    <a:pt x="728" y="904"/>
                    <a:pt x="728" y="904"/>
                  </a:cubicBezTo>
                  <a:cubicBezTo>
                    <a:pt x="736" y="900"/>
                    <a:pt x="739" y="890"/>
                    <a:pt x="735" y="883"/>
                  </a:cubicBezTo>
                  <a:cubicBezTo>
                    <a:pt x="711" y="810"/>
                    <a:pt x="711" y="810"/>
                    <a:pt x="711" y="810"/>
                  </a:cubicBezTo>
                  <a:cubicBezTo>
                    <a:pt x="721" y="802"/>
                    <a:pt x="731" y="795"/>
                    <a:pt x="741" y="786"/>
                  </a:cubicBezTo>
                  <a:cubicBezTo>
                    <a:pt x="805" y="829"/>
                    <a:pt x="805" y="829"/>
                    <a:pt x="805" y="829"/>
                  </a:cubicBezTo>
                  <a:cubicBezTo>
                    <a:pt x="811" y="834"/>
                    <a:pt x="821" y="834"/>
                    <a:pt x="827" y="827"/>
                  </a:cubicBezTo>
                  <a:cubicBezTo>
                    <a:pt x="872" y="776"/>
                    <a:pt x="872" y="776"/>
                    <a:pt x="872" y="776"/>
                  </a:cubicBezTo>
                  <a:cubicBezTo>
                    <a:pt x="878" y="769"/>
                    <a:pt x="877" y="759"/>
                    <a:pt x="871" y="754"/>
                  </a:cubicBezTo>
                  <a:cubicBezTo>
                    <a:pt x="820" y="696"/>
                    <a:pt x="820" y="696"/>
                    <a:pt x="820" y="696"/>
                  </a:cubicBezTo>
                  <a:cubicBezTo>
                    <a:pt x="825" y="687"/>
                    <a:pt x="831" y="677"/>
                    <a:pt x="836" y="668"/>
                  </a:cubicBezTo>
                  <a:cubicBezTo>
                    <a:pt x="911" y="683"/>
                    <a:pt x="911" y="683"/>
                    <a:pt x="911" y="683"/>
                  </a:cubicBezTo>
                  <a:cubicBezTo>
                    <a:pt x="919" y="686"/>
                    <a:pt x="928" y="682"/>
                    <a:pt x="931" y="674"/>
                  </a:cubicBezTo>
                  <a:cubicBezTo>
                    <a:pt x="953" y="609"/>
                    <a:pt x="953" y="609"/>
                    <a:pt x="953" y="609"/>
                  </a:cubicBezTo>
                  <a:cubicBezTo>
                    <a:pt x="956" y="601"/>
                    <a:pt x="952" y="592"/>
                    <a:pt x="943" y="589"/>
                  </a:cubicBezTo>
                  <a:cubicBezTo>
                    <a:pt x="874" y="555"/>
                    <a:pt x="874" y="555"/>
                    <a:pt x="874" y="555"/>
                  </a:cubicBezTo>
                  <a:cubicBezTo>
                    <a:pt x="877" y="542"/>
                    <a:pt x="878" y="529"/>
                    <a:pt x="879" y="517"/>
                  </a:cubicBezTo>
                  <a:cubicBezTo>
                    <a:pt x="955" y="502"/>
                    <a:pt x="955" y="502"/>
                    <a:pt x="955" y="502"/>
                  </a:cubicBezTo>
                  <a:cubicBezTo>
                    <a:pt x="963" y="501"/>
                    <a:pt x="970" y="494"/>
                    <a:pt x="969" y="485"/>
                  </a:cubicBezTo>
                  <a:cubicBezTo>
                    <a:pt x="965" y="417"/>
                    <a:pt x="965" y="417"/>
                    <a:pt x="965" y="417"/>
                  </a:cubicBezTo>
                  <a:cubicBezTo>
                    <a:pt x="964" y="408"/>
                    <a:pt x="957" y="401"/>
                    <a:pt x="948" y="402"/>
                  </a:cubicBezTo>
                  <a:cubicBezTo>
                    <a:pt x="871" y="397"/>
                    <a:pt x="871" y="397"/>
                    <a:pt x="871" y="397"/>
                  </a:cubicBezTo>
                  <a:cubicBezTo>
                    <a:pt x="869" y="387"/>
                    <a:pt x="866" y="376"/>
                    <a:pt x="863" y="366"/>
                  </a:cubicBezTo>
                  <a:cubicBezTo>
                    <a:pt x="927" y="324"/>
                    <a:pt x="927" y="324"/>
                    <a:pt x="927" y="324"/>
                  </a:cubicBezTo>
                  <a:cubicBezTo>
                    <a:pt x="934" y="320"/>
                    <a:pt x="938" y="311"/>
                    <a:pt x="934" y="303"/>
                  </a:cubicBezTo>
                  <a:cubicBezTo>
                    <a:pt x="904" y="242"/>
                    <a:pt x="904" y="242"/>
                    <a:pt x="904" y="242"/>
                  </a:cubicBezTo>
                  <a:cubicBezTo>
                    <a:pt x="900" y="234"/>
                    <a:pt x="891" y="230"/>
                    <a:pt x="883" y="234"/>
                  </a:cubicBezTo>
                  <a:cubicBezTo>
                    <a:pt x="810" y="259"/>
                    <a:pt x="810" y="259"/>
                    <a:pt x="810" y="259"/>
                  </a:cubicBezTo>
                  <a:cubicBezTo>
                    <a:pt x="803" y="248"/>
                    <a:pt x="795" y="238"/>
                    <a:pt x="787" y="228"/>
                  </a:cubicBezTo>
                  <a:cubicBezTo>
                    <a:pt x="829" y="165"/>
                    <a:pt x="829" y="165"/>
                    <a:pt x="829" y="165"/>
                  </a:cubicBezTo>
                  <a:cubicBezTo>
                    <a:pt x="835" y="158"/>
                    <a:pt x="834" y="148"/>
                    <a:pt x="828" y="142"/>
                  </a:cubicBezTo>
                  <a:cubicBezTo>
                    <a:pt x="776" y="97"/>
                    <a:pt x="776" y="97"/>
                    <a:pt x="776" y="97"/>
                  </a:cubicBezTo>
                  <a:cubicBezTo>
                    <a:pt x="770" y="92"/>
                    <a:pt x="760" y="92"/>
                    <a:pt x="754" y="99"/>
                  </a:cubicBezTo>
                  <a:moveTo>
                    <a:pt x="441" y="167"/>
                  </a:moveTo>
                  <a:cubicBezTo>
                    <a:pt x="449" y="289"/>
                    <a:pt x="449" y="289"/>
                    <a:pt x="449" y="289"/>
                  </a:cubicBezTo>
                  <a:cubicBezTo>
                    <a:pt x="414" y="295"/>
                    <a:pt x="381" y="311"/>
                    <a:pt x="353" y="336"/>
                  </a:cubicBezTo>
                  <a:cubicBezTo>
                    <a:pt x="261" y="255"/>
                    <a:pt x="261" y="255"/>
                    <a:pt x="261" y="255"/>
                  </a:cubicBezTo>
                  <a:cubicBezTo>
                    <a:pt x="311" y="206"/>
                    <a:pt x="375" y="176"/>
                    <a:pt x="441" y="167"/>
                  </a:cubicBezTo>
                  <a:moveTo>
                    <a:pt x="571" y="560"/>
                  </a:moveTo>
                  <a:cubicBezTo>
                    <a:pt x="529" y="607"/>
                    <a:pt x="457" y="612"/>
                    <a:pt x="410" y="571"/>
                  </a:cubicBezTo>
                  <a:cubicBezTo>
                    <a:pt x="362" y="529"/>
                    <a:pt x="357" y="457"/>
                    <a:pt x="399" y="409"/>
                  </a:cubicBezTo>
                  <a:cubicBezTo>
                    <a:pt x="440" y="362"/>
                    <a:pt x="513" y="357"/>
                    <a:pt x="560" y="398"/>
                  </a:cubicBezTo>
                  <a:cubicBezTo>
                    <a:pt x="608" y="440"/>
                    <a:pt x="613" y="512"/>
                    <a:pt x="571" y="560"/>
                  </a:cubicBezTo>
                  <a:moveTo>
                    <a:pt x="229" y="291"/>
                  </a:moveTo>
                  <a:cubicBezTo>
                    <a:pt x="322" y="371"/>
                    <a:pt x="322" y="371"/>
                    <a:pt x="322" y="371"/>
                  </a:cubicBezTo>
                  <a:cubicBezTo>
                    <a:pt x="300" y="402"/>
                    <a:pt x="289" y="437"/>
                    <a:pt x="287" y="473"/>
                  </a:cubicBezTo>
                  <a:cubicBezTo>
                    <a:pt x="164" y="481"/>
                    <a:pt x="164" y="481"/>
                    <a:pt x="164" y="481"/>
                  </a:cubicBezTo>
                  <a:cubicBezTo>
                    <a:pt x="165" y="414"/>
                    <a:pt x="186" y="347"/>
                    <a:pt x="229" y="291"/>
                  </a:cubicBezTo>
                  <a:moveTo>
                    <a:pt x="167" y="528"/>
                  </a:moveTo>
                  <a:cubicBezTo>
                    <a:pt x="290" y="520"/>
                    <a:pt x="290" y="520"/>
                    <a:pt x="290" y="520"/>
                  </a:cubicBezTo>
                  <a:cubicBezTo>
                    <a:pt x="296" y="555"/>
                    <a:pt x="312" y="588"/>
                    <a:pt x="336" y="616"/>
                  </a:cubicBezTo>
                  <a:cubicBezTo>
                    <a:pt x="256" y="709"/>
                    <a:pt x="256" y="709"/>
                    <a:pt x="256" y="709"/>
                  </a:cubicBezTo>
                  <a:cubicBezTo>
                    <a:pt x="206" y="658"/>
                    <a:pt x="176" y="594"/>
                    <a:pt x="167" y="528"/>
                  </a:cubicBezTo>
                  <a:moveTo>
                    <a:pt x="481" y="805"/>
                  </a:moveTo>
                  <a:cubicBezTo>
                    <a:pt x="415" y="805"/>
                    <a:pt x="348" y="783"/>
                    <a:pt x="291" y="740"/>
                  </a:cubicBezTo>
                  <a:cubicBezTo>
                    <a:pt x="372" y="648"/>
                    <a:pt x="372" y="648"/>
                    <a:pt x="372" y="648"/>
                  </a:cubicBezTo>
                  <a:cubicBezTo>
                    <a:pt x="403" y="669"/>
                    <a:pt x="438" y="681"/>
                    <a:pt x="473" y="683"/>
                  </a:cubicBezTo>
                  <a:cubicBezTo>
                    <a:pt x="481" y="805"/>
                    <a:pt x="481" y="805"/>
                    <a:pt x="481" y="805"/>
                  </a:cubicBezTo>
                  <a:moveTo>
                    <a:pt x="529" y="802"/>
                  </a:moveTo>
                  <a:cubicBezTo>
                    <a:pt x="520" y="680"/>
                    <a:pt x="520" y="680"/>
                    <a:pt x="520" y="680"/>
                  </a:cubicBezTo>
                  <a:cubicBezTo>
                    <a:pt x="555" y="674"/>
                    <a:pt x="589" y="658"/>
                    <a:pt x="617" y="633"/>
                  </a:cubicBezTo>
                  <a:cubicBezTo>
                    <a:pt x="709" y="714"/>
                    <a:pt x="709" y="714"/>
                    <a:pt x="709" y="714"/>
                  </a:cubicBezTo>
                  <a:cubicBezTo>
                    <a:pt x="659" y="763"/>
                    <a:pt x="595" y="793"/>
                    <a:pt x="529" y="802"/>
                  </a:cubicBezTo>
                  <a:moveTo>
                    <a:pt x="740" y="678"/>
                  </a:moveTo>
                  <a:cubicBezTo>
                    <a:pt x="648" y="598"/>
                    <a:pt x="648" y="598"/>
                    <a:pt x="648" y="598"/>
                  </a:cubicBezTo>
                  <a:cubicBezTo>
                    <a:pt x="670" y="567"/>
                    <a:pt x="681" y="532"/>
                    <a:pt x="683" y="496"/>
                  </a:cubicBezTo>
                  <a:cubicBezTo>
                    <a:pt x="806" y="488"/>
                    <a:pt x="806" y="488"/>
                    <a:pt x="806" y="488"/>
                  </a:cubicBezTo>
                  <a:cubicBezTo>
                    <a:pt x="805" y="555"/>
                    <a:pt x="783" y="622"/>
                    <a:pt x="740" y="678"/>
                  </a:cubicBezTo>
                  <a:moveTo>
                    <a:pt x="803" y="441"/>
                  </a:moveTo>
                  <a:cubicBezTo>
                    <a:pt x="680" y="449"/>
                    <a:pt x="680" y="449"/>
                    <a:pt x="680" y="449"/>
                  </a:cubicBezTo>
                  <a:cubicBezTo>
                    <a:pt x="674" y="414"/>
                    <a:pt x="658" y="381"/>
                    <a:pt x="633" y="353"/>
                  </a:cubicBezTo>
                  <a:cubicBezTo>
                    <a:pt x="714" y="260"/>
                    <a:pt x="714" y="260"/>
                    <a:pt x="714" y="260"/>
                  </a:cubicBezTo>
                  <a:cubicBezTo>
                    <a:pt x="764" y="311"/>
                    <a:pt x="794" y="375"/>
                    <a:pt x="803" y="441"/>
                  </a:cubicBezTo>
                  <a:moveTo>
                    <a:pt x="598" y="321"/>
                  </a:moveTo>
                  <a:cubicBezTo>
                    <a:pt x="567" y="300"/>
                    <a:pt x="532" y="288"/>
                    <a:pt x="497" y="286"/>
                  </a:cubicBezTo>
                  <a:cubicBezTo>
                    <a:pt x="488" y="164"/>
                    <a:pt x="488" y="164"/>
                    <a:pt x="488" y="164"/>
                  </a:cubicBezTo>
                  <a:cubicBezTo>
                    <a:pt x="555" y="165"/>
                    <a:pt x="622" y="186"/>
                    <a:pt x="679" y="229"/>
                  </a:cubicBezTo>
                  <a:cubicBezTo>
                    <a:pt x="598" y="321"/>
                    <a:pt x="598" y="321"/>
                    <a:pt x="598" y="32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9" name="Freeform 19"/>
            <p:cNvSpPr>
              <a:spLocks/>
            </p:cNvSpPr>
            <p:nvPr/>
          </p:nvSpPr>
          <p:spPr bwMode="auto">
            <a:xfrm>
              <a:off x="6291552" y="3305753"/>
              <a:ext cx="654050" cy="657225"/>
            </a:xfrm>
            <a:custGeom>
              <a:avLst/>
              <a:gdLst/>
              <a:ahLst/>
              <a:cxnLst>
                <a:cxn ang="0">
                  <a:pos x="295" y="280"/>
                </a:cxn>
                <a:cxn ang="0">
                  <a:pos x="292" y="277"/>
                </a:cxn>
                <a:cxn ang="0">
                  <a:pos x="170" y="333"/>
                </a:cxn>
                <a:cxn ang="0">
                  <a:pos x="63" y="293"/>
                </a:cxn>
                <a:cxn ang="0">
                  <a:pos x="8" y="170"/>
                </a:cxn>
                <a:cxn ang="0">
                  <a:pos x="48" y="64"/>
                </a:cxn>
                <a:cxn ang="0">
                  <a:pos x="170" y="8"/>
                </a:cxn>
                <a:cxn ang="0">
                  <a:pos x="277" y="48"/>
                </a:cxn>
                <a:cxn ang="0">
                  <a:pos x="332" y="171"/>
                </a:cxn>
                <a:cxn ang="0">
                  <a:pos x="292" y="277"/>
                </a:cxn>
                <a:cxn ang="0">
                  <a:pos x="295" y="280"/>
                </a:cxn>
                <a:cxn ang="0">
                  <a:pos x="298" y="283"/>
                </a:cxn>
                <a:cxn ang="0">
                  <a:pos x="340" y="171"/>
                </a:cxn>
                <a:cxn ang="0">
                  <a:pos x="282" y="42"/>
                </a:cxn>
                <a:cxn ang="0">
                  <a:pos x="170" y="0"/>
                </a:cxn>
                <a:cxn ang="0">
                  <a:pos x="42" y="58"/>
                </a:cxn>
                <a:cxn ang="0">
                  <a:pos x="0" y="170"/>
                </a:cxn>
                <a:cxn ang="0">
                  <a:pos x="58" y="299"/>
                </a:cxn>
                <a:cxn ang="0">
                  <a:pos x="170" y="341"/>
                </a:cxn>
                <a:cxn ang="0">
                  <a:pos x="298" y="283"/>
                </a:cxn>
                <a:cxn ang="0">
                  <a:pos x="295" y="280"/>
                </a:cxn>
              </a:cxnLst>
              <a:rect l="0" t="0" r="r" b="b"/>
              <a:pathLst>
                <a:path w="340" h="341">
                  <a:moveTo>
                    <a:pt x="295" y="280"/>
                  </a:moveTo>
                  <a:cubicBezTo>
                    <a:pt x="292" y="277"/>
                    <a:pt x="292" y="277"/>
                    <a:pt x="292" y="277"/>
                  </a:cubicBezTo>
                  <a:cubicBezTo>
                    <a:pt x="260" y="314"/>
                    <a:pt x="215" y="333"/>
                    <a:pt x="170" y="333"/>
                  </a:cubicBezTo>
                  <a:cubicBezTo>
                    <a:pt x="132" y="333"/>
                    <a:pt x="94" y="320"/>
                    <a:pt x="63" y="293"/>
                  </a:cubicBezTo>
                  <a:cubicBezTo>
                    <a:pt x="26" y="261"/>
                    <a:pt x="8" y="216"/>
                    <a:pt x="8" y="170"/>
                  </a:cubicBezTo>
                  <a:cubicBezTo>
                    <a:pt x="8" y="133"/>
                    <a:pt x="21" y="94"/>
                    <a:pt x="48" y="64"/>
                  </a:cubicBezTo>
                  <a:cubicBezTo>
                    <a:pt x="80" y="27"/>
                    <a:pt x="125" y="8"/>
                    <a:pt x="170" y="8"/>
                  </a:cubicBezTo>
                  <a:cubicBezTo>
                    <a:pt x="208" y="8"/>
                    <a:pt x="246" y="21"/>
                    <a:pt x="277" y="48"/>
                  </a:cubicBezTo>
                  <a:cubicBezTo>
                    <a:pt x="313" y="80"/>
                    <a:pt x="332" y="125"/>
                    <a:pt x="332" y="171"/>
                  </a:cubicBezTo>
                  <a:cubicBezTo>
                    <a:pt x="332" y="209"/>
                    <a:pt x="319" y="247"/>
                    <a:pt x="292" y="277"/>
                  </a:cubicBezTo>
                  <a:cubicBezTo>
                    <a:pt x="295" y="280"/>
                    <a:pt x="295" y="280"/>
                    <a:pt x="295" y="280"/>
                  </a:cubicBezTo>
                  <a:cubicBezTo>
                    <a:pt x="298" y="283"/>
                    <a:pt x="298" y="283"/>
                    <a:pt x="298" y="283"/>
                  </a:cubicBezTo>
                  <a:cubicBezTo>
                    <a:pt x="326" y="250"/>
                    <a:pt x="340" y="210"/>
                    <a:pt x="340" y="171"/>
                  </a:cubicBezTo>
                  <a:cubicBezTo>
                    <a:pt x="340" y="123"/>
                    <a:pt x="320" y="76"/>
                    <a:pt x="282" y="42"/>
                  </a:cubicBezTo>
                  <a:cubicBezTo>
                    <a:pt x="250" y="14"/>
                    <a:pt x="210" y="0"/>
                    <a:pt x="170" y="0"/>
                  </a:cubicBezTo>
                  <a:cubicBezTo>
                    <a:pt x="123" y="0"/>
                    <a:pt x="75" y="20"/>
                    <a:pt x="42" y="58"/>
                  </a:cubicBezTo>
                  <a:cubicBezTo>
                    <a:pt x="14" y="91"/>
                    <a:pt x="0" y="131"/>
                    <a:pt x="0" y="170"/>
                  </a:cubicBezTo>
                  <a:cubicBezTo>
                    <a:pt x="0" y="218"/>
                    <a:pt x="19" y="265"/>
                    <a:pt x="58" y="299"/>
                  </a:cubicBezTo>
                  <a:cubicBezTo>
                    <a:pt x="90" y="327"/>
                    <a:pt x="130" y="341"/>
                    <a:pt x="170" y="341"/>
                  </a:cubicBezTo>
                  <a:cubicBezTo>
                    <a:pt x="217" y="341"/>
                    <a:pt x="264" y="321"/>
                    <a:pt x="298" y="283"/>
                  </a:cubicBezTo>
                  <a:cubicBezTo>
                    <a:pt x="295" y="280"/>
                    <a:pt x="295" y="280"/>
                    <a:pt x="295" y="28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0" name="Freeform 20"/>
            <p:cNvSpPr>
              <a:spLocks/>
            </p:cNvSpPr>
            <p:nvPr/>
          </p:nvSpPr>
          <p:spPr bwMode="auto">
            <a:xfrm>
              <a:off x="5915314" y="2927928"/>
              <a:ext cx="1406525" cy="1411288"/>
            </a:xfrm>
            <a:custGeom>
              <a:avLst/>
              <a:gdLst/>
              <a:ahLst/>
              <a:cxnLst>
                <a:cxn ang="0">
                  <a:pos x="636" y="602"/>
                </a:cxn>
                <a:cxn ang="0">
                  <a:pos x="630" y="597"/>
                </a:cxn>
                <a:cxn ang="0">
                  <a:pos x="366" y="717"/>
                </a:cxn>
                <a:cxn ang="0">
                  <a:pos x="135" y="630"/>
                </a:cxn>
                <a:cxn ang="0">
                  <a:pos x="16" y="366"/>
                </a:cxn>
                <a:cxn ang="0">
                  <a:pos x="102" y="136"/>
                </a:cxn>
                <a:cxn ang="0">
                  <a:pos x="366" y="16"/>
                </a:cxn>
                <a:cxn ang="0">
                  <a:pos x="596" y="103"/>
                </a:cxn>
                <a:cxn ang="0">
                  <a:pos x="716" y="367"/>
                </a:cxn>
                <a:cxn ang="0">
                  <a:pos x="630" y="597"/>
                </a:cxn>
                <a:cxn ang="0">
                  <a:pos x="636" y="602"/>
                </a:cxn>
                <a:cxn ang="0">
                  <a:pos x="641" y="607"/>
                </a:cxn>
                <a:cxn ang="0">
                  <a:pos x="732" y="367"/>
                </a:cxn>
                <a:cxn ang="0">
                  <a:pos x="607" y="91"/>
                </a:cxn>
                <a:cxn ang="0">
                  <a:pos x="366" y="1"/>
                </a:cxn>
                <a:cxn ang="0">
                  <a:pos x="90" y="126"/>
                </a:cxn>
                <a:cxn ang="0">
                  <a:pos x="0" y="366"/>
                </a:cxn>
                <a:cxn ang="0">
                  <a:pos x="125" y="642"/>
                </a:cxn>
                <a:cxn ang="0">
                  <a:pos x="366" y="733"/>
                </a:cxn>
                <a:cxn ang="0">
                  <a:pos x="641" y="607"/>
                </a:cxn>
                <a:cxn ang="0">
                  <a:pos x="636" y="602"/>
                </a:cxn>
              </a:cxnLst>
              <a:rect l="0" t="0" r="r" b="b"/>
              <a:pathLst>
                <a:path w="732" h="733">
                  <a:moveTo>
                    <a:pt x="636" y="602"/>
                  </a:moveTo>
                  <a:cubicBezTo>
                    <a:pt x="630" y="597"/>
                    <a:pt x="630" y="597"/>
                    <a:pt x="630" y="597"/>
                  </a:cubicBezTo>
                  <a:cubicBezTo>
                    <a:pt x="560" y="676"/>
                    <a:pt x="463" y="717"/>
                    <a:pt x="366" y="717"/>
                  </a:cubicBezTo>
                  <a:cubicBezTo>
                    <a:pt x="284" y="717"/>
                    <a:pt x="202" y="688"/>
                    <a:pt x="135" y="630"/>
                  </a:cubicBezTo>
                  <a:cubicBezTo>
                    <a:pt x="56" y="561"/>
                    <a:pt x="16" y="464"/>
                    <a:pt x="16" y="366"/>
                  </a:cubicBezTo>
                  <a:cubicBezTo>
                    <a:pt x="16" y="285"/>
                    <a:pt x="44" y="202"/>
                    <a:pt x="102" y="136"/>
                  </a:cubicBezTo>
                  <a:cubicBezTo>
                    <a:pt x="172" y="57"/>
                    <a:pt x="269" y="16"/>
                    <a:pt x="366" y="16"/>
                  </a:cubicBezTo>
                  <a:cubicBezTo>
                    <a:pt x="448" y="16"/>
                    <a:pt x="530" y="45"/>
                    <a:pt x="596" y="103"/>
                  </a:cubicBezTo>
                  <a:cubicBezTo>
                    <a:pt x="676" y="172"/>
                    <a:pt x="716" y="269"/>
                    <a:pt x="716" y="367"/>
                  </a:cubicBezTo>
                  <a:cubicBezTo>
                    <a:pt x="716" y="448"/>
                    <a:pt x="688" y="531"/>
                    <a:pt x="630" y="597"/>
                  </a:cubicBezTo>
                  <a:cubicBezTo>
                    <a:pt x="636" y="602"/>
                    <a:pt x="636" y="602"/>
                    <a:pt x="636" y="602"/>
                  </a:cubicBezTo>
                  <a:cubicBezTo>
                    <a:pt x="641" y="607"/>
                    <a:pt x="641" y="607"/>
                    <a:pt x="641" y="607"/>
                  </a:cubicBezTo>
                  <a:cubicBezTo>
                    <a:pt x="702" y="538"/>
                    <a:pt x="732" y="452"/>
                    <a:pt x="732" y="367"/>
                  </a:cubicBezTo>
                  <a:cubicBezTo>
                    <a:pt x="732" y="265"/>
                    <a:pt x="690" y="163"/>
                    <a:pt x="607" y="91"/>
                  </a:cubicBezTo>
                  <a:cubicBezTo>
                    <a:pt x="537" y="30"/>
                    <a:pt x="452" y="0"/>
                    <a:pt x="366" y="1"/>
                  </a:cubicBezTo>
                  <a:cubicBezTo>
                    <a:pt x="264" y="0"/>
                    <a:pt x="163" y="43"/>
                    <a:pt x="90" y="126"/>
                  </a:cubicBezTo>
                  <a:cubicBezTo>
                    <a:pt x="30" y="195"/>
                    <a:pt x="0" y="281"/>
                    <a:pt x="0" y="366"/>
                  </a:cubicBezTo>
                  <a:cubicBezTo>
                    <a:pt x="0" y="468"/>
                    <a:pt x="42" y="570"/>
                    <a:pt x="125" y="642"/>
                  </a:cubicBezTo>
                  <a:cubicBezTo>
                    <a:pt x="194" y="703"/>
                    <a:pt x="280" y="733"/>
                    <a:pt x="366" y="733"/>
                  </a:cubicBezTo>
                  <a:cubicBezTo>
                    <a:pt x="468" y="733"/>
                    <a:pt x="569" y="690"/>
                    <a:pt x="641" y="607"/>
                  </a:cubicBezTo>
                  <a:cubicBezTo>
                    <a:pt x="636" y="602"/>
                    <a:pt x="636" y="602"/>
                    <a:pt x="636" y="60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1" name="Freeform 21"/>
            <p:cNvSpPr>
              <a:spLocks noEditPoints="1"/>
            </p:cNvSpPr>
            <p:nvPr/>
          </p:nvSpPr>
          <p:spPr bwMode="auto">
            <a:xfrm>
              <a:off x="7509164" y="2262765"/>
              <a:ext cx="1385888" cy="1389063"/>
            </a:xfrm>
            <a:custGeom>
              <a:avLst/>
              <a:gdLst/>
              <a:ahLst/>
              <a:cxnLst>
                <a:cxn ang="0">
                  <a:pos x="454" y="72"/>
                </a:cxn>
                <a:cxn ang="0">
                  <a:pos x="416" y="23"/>
                </a:cxn>
                <a:cxn ang="0">
                  <a:pos x="323" y="20"/>
                </a:cxn>
                <a:cxn ang="0">
                  <a:pos x="282" y="68"/>
                </a:cxn>
                <a:cxn ang="0">
                  <a:pos x="168" y="51"/>
                </a:cxn>
                <a:cxn ang="0">
                  <a:pos x="128" y="166"/>
                </a:cxn>
                <a:cxn ang="0">
                  <a:pos x="68" y="183"/>
                </a:cxn>
                <a:cxn ang="0">
                  <a:pos x="33" y="261"/>
                </a:cxn>
                <a:cxn ang="0">
                  <a:pos x="60" y="317"/>
                </a:cxn>
                <a:cxn ang="0">
                  <a:pos x="2" y="424"/>
                </a:cxn>
                <a:cxn ang="0">
                  <a:pos x="90" y="498"/>
                </a:cxn>
                <a:cxn ang="0">
                  <a:pos x="82" y="560"/>
                </a:cxn>
                <a:cxn ang="0">
                  <a:pos x="146" y="627"/>
                </a:cxn>
                <a:cxn ang="0">
                  <a:pos x="208" y="623"/>
                </a:cxn>
                <a:cxn ang="0">
                  <a:pos x="277" y="715"/>
                </a:cxn>
                <a:cxn ang="0">
                  <a:pos x="387" y="663"/>
                </a:cxn>
                <a:cxn ang="0">
                  <a:pos x="442" y="693"/>
                </a:cxn>
                <a:cxn ang="0">
                  <a:pos x="521" y="663"/>
                </a:cxn>
                <a:cxn ang="0">
                  <a:pos x="542" y="604"/>
                </a:cxn>
                <a:cxn ang="0">
                  <a:pos x="659" y="569"/>
                </a:cxn>
                <a:cxn ang="0">
                  <a:pos x="649" y="455"/>
                </a:cxn>
                <a:cxn ang="0">
                  <a:pos x="698" y="416"/>
                </a:cxn>
                <a:cxn ang="0">
                  <a:pos x="701" y="324"/>
                </a:cxn>
                <a:cxn ang="0">
                  <a:pos x="653" y="283"/>
                </a:cxn>
                <a:cxn ang="0">
                  <a:pos x="670" y="169"/>
                </a:cxn>
                <a:cxn ang="0">
                  <a:pos x="555" y="128"/>
                </a:cxn>
                <a:cxn ang="0">
                  <a:pos x="538" y="68"/>
                </a:cxn>
                <a:cxn ang="0">
                  <a:pos x="461" y="203"/>
                </a:cxn>
                <a:cxn ang="0">
                  <a:pos x="446" y="166"/>
                </a:cxn>
                <a:cxn ang="0">
                  <a:pos x="370" y="148"/>
                </a:cxn>
                <a:cxn ang="0">
                  <a:pos x="340" y="174"/>
                </a:cxn>
                <a:cxn ang="0">
                  <a:pos x="568" y="211"/>
                </a:cxn>
                <a:cxn ang="0">
                  <a:pos x="314" y="286"/>
                </a:cxn>
                <a:cxn ang="0">
                  <a:pos x="242" y="215"/>
                </a:cxn>
                <a:cxn ang="0">
                  <a:pos x="160" y="256"/>
                </a:cxn>
                <a:cxn ang="0">
                  <a:pos x="174" y="348"/>
                </a:cxn>
                <a:cxn ang="0">
                  <a:pos x="149" y="379"/>
                </a:cxn>
                <a:cxn ang="0">
                  <a:pos x="134" y="480"/>
                </a:cxn>
                <a:cxn ang="0">
                  <a:pos x="478" y="506"/>
                </a:cxn>
                <a:cxn ang="0">
                  <a:pos x="561" y="466"/>
                </a:cxn>
                <a:cxn ang="0">
                  <a:pos x="547" y="373"/>
                </a:cxn>
                <a:cxn ang="0">
                  <a:pos x="572" y="342"/>
                </a:cxn>
                <a:cxn ang="0">
                  <a:pos x="586" y="241"/>
                </a:cxn>
                <a:cxn ang="0">
                  <a:pos x="153" y="510"/>
                </a:cxn>
                <a:cxn ang="0">
                  <a:pos x="250" y="542"/>
                </a:cxn>
                <a:cxn ang="0">
                  <a:pos x="288" y="533"/>
                </a:cxn>
                <a:cxn ang="0">
                  <a:pos x="365" y="587"/>
                </a:cxn>
                <a:cxn ang="0">
                  <a:pos x="438" y="531"/>
                </a:cxn>
              </a:cxnLst>
              <a:rect l="0" t="0" r="r" b="b"/>
              <a:pathLst>
                <a:path w="721" h="721">
                  <a:moveTo>
                    <a:pt x="538" y="68"/>
                  </a:moveTo>
                  <a:cubicBezTo>
                    <a:pt x="513" y="98"/>
                    <a:pt x="513" y="98"/>
                    <a:pt x="513" y="98"/>
                  </a:cubicBezTo>
                  <a:cubicBezTo>
                    <a:pt x="494" y="88"/>
                    <a:pt x="475" y="79"/>
                    <a:pt x="454" y="72"/>
                  </a:cubicBezTo>
                  <a:cubicBezTo>
                    <a:pt x="460" y="33"/>
                    <a:pt x="460" y="33"/>
                    <a:pt x="460" y="33"/>
                  </a:cubicBezTo>
                  <a:cubicBezTo>
                    <a:pt x="463" y="21"/>
                    <a:pt x="455" y="9"/>
                    <a:pt x="443" y="6"/>
                  </a:cubicBezTo>
                  <a:cubicBezTo>
                    <a:pt x="431" y="3"/>
                    <a:pt x="419" y="11"/>
                    <a:pt x="416" y="23"/>
                  </a:cubicBezTo>
                  <a:cubicBezTo>
                    <a:pt x="404" y="61"/>
                    <a:pt x="404" y="61"/>
                    <a:pt x="404" y="61"/>
                  </a:cubicBezTo>
                  <a:cubicBezTo>
                    <a:pt x="381" y="57"/>
                    <a:pt x="357" y="56"/>
                    <a:pt x="333" y="59"/>
                  </a:cubicBezTo>
                  <a:cubicBezTo>
                    <a:pt x="323" y="20"/>
                    <a:pt x="323" y="20"/>
                    <a:pt x="323" y="20"/>
                  </a:cubicBezTo>
                  <a:cubicBezTo>
                    <a:pt x="321" y="8"/>
                    <a:pt x="309" y="0"/>
                    <a:pt x="297" y="2"/>
                  </a:cubicBezTo>
                  <a:cubicBezTo>
                    <a:pt x="285" y="4"/>
                    <a:pt x="277" y="16"/>
                    <a:pt x="279" y="28"/>
                  </a:cubicBezTo>
                  <a:cubicBezTo>
                    <a:pt x="282" y="68"/>
                    <a:pt x="282" y="68"/>
                    <a:pt x="282" y="68"/>
                  </a:cubicBezTo>
                  <a:cubicBezTo>
                    <a:pt x="262" y="73"/>
                    <a:pt x="242" y="81"/>
                    <a:pt x="223" y="90"/>
                  </a:cubicBezTo>
                  <a:cubicBezTo>
                    <a:pt x="199" y="59"/>
                    <a:pt x="199" y="59"/>
                    <a:pt x="199" y="59"/>
                  </a:cubicBezTo>
                  <a:cubicBezTo>
                    <a:pt x="193" y="48"/>
                    <a:pt x="179" y="45"/>
                    <a:pt x="168" y="51"/>
                  </a:cubicBezTo>
                  <a:cubicBezTo>
                    <a:pt x="158" y="58"/>
                    <a:pt x="155" y="72"/>
                    <a:pt x="161" y="82"/>
                  </a:cubicBezTo>
                  <a:cubicBezTo>
                    <a:pt x="179" y="118"/>
                    <a:pt x="179" y="118"/>
                    <a:pt x="179" y="118"/>
                  </a:cubicBezTo>
                  <a:cubicBezTo>
                    <a:pt x="160" y="132"/>
                    <a:pt x="143" y="148"/>
                    <a:pt x="128" y="166"/>
                  </a:cubicBezTo>
                  <a:cubicBezTo>
                    <a:pt x="94" y="146"/>
                    <a:pt x="94" y="146"/>
                    <a:pt x="94" y="146"/>
                  </a:cubicBezTo>
                  <a:cubicBezTo>
                    <a:pt x="83" y="139"/>
                    <a:pt x="69" y="142"/>
                    <a:pt x="62" y="152"/>
                  </a:cubicBezTo>
                  <a:cubicBezTo>
                    <a:pt x="55" y="162"/>
                    <a:pt x="58" y="176"/>
                    <a:pt x="68" y="183"/>
                  </a:cubicBezTo>
                  <a:cubicBezTo>
                    <a:pt x="98" y="208"/>
                    <a:pt x="98" y="208"/>
                    <a:pt x="98" y="208"/>
                  </a:cubicBezTo>
                  <a:cubicBezTo>
                    <a:pt x="87" y="227"/>
                    <a:pt x="79" y="246"/>
                    <a:pt x="72" y="267"/>
                  </a:cubicBezTo>
                  <a:cubicBezTo>
                    <a:pt x="33" y="261"/>
                    <a:pt x="33" y="261"/>
                    <a:pt x="33" y="261"/>
                  </a:cubicBezTo>
                  <a:cubicBezTo>
                    <a:pt x="21" y="258"/>
                    <a:pt x="9" y="266"/>
                    <a:pt x="6" y="278"/>
                  </a:cubicBezTo>
                  <a:cubicBezTo>
                    <a:pt x="3" y="290"/>
                    <a:pt x="11" y="302"/>
                    <a:pt x="23" y="305"/>
                  </a:cubicBezTo>
                  <a:cubicBezTo>
                    <a:pt x="60" y="317"/>
                    <a:pt x="60" y="317"/>
                    <a:pt x="60" y="317"/>
                  </a:cubicBezTo>
                  <a:cubicBezTo>
                    <a:pt x="57" y="340"/>
                    <a:pt x="56" y="364"/>
                    <a:pt x="58" y="388"/>
                  </a:cubicBezTo>
                  <a:cubicBezTo>
                    <a:pt x="20" y="398"/>
                    <a:pt x="20" y="398"/>
                    <a:pt x="20" y="398"/>
                  </a:cubicBezTo>
                  <a:cubicBezTo>
                    <a:pt x="8" y="400"/>
                    <a:pt x="0" y="412"/>
                    <a:pt x="2" y="424"/>
                  </a:cubicBezTo>
                  <a:cubicBezTo>
                    <a:pt x="4" y="436"/>
                    <a:pt x="16" y="444"/>
                    <a:pt x="28" y="442"/>
                  </a:cubicBezTo>
                  <a:cubicBezTo>
                    <a:pt x="67" y="438"/>
                    <a:pt x="67" y="438"/>
                    <a:pt x="67" y="438"/>
                  </a:cubicBezTo>
                  <a:cubicBezTo>
                    <a:pt x="73" y="459"/>
                    <a:pt x="80" y="479"/>
                    <a:pt x="90" y="498"/>
                  </a:cubicBezTo>
                  <a:cubicBezTo>
                    <a:pt x="58" y="521"/>
                    <a:pt x="58" y="521"/>
                    <a:pt x="58" y="521"/>
                  </a:cubicBezTo>
                  <a:cubicBezTo>
                    <a:pt x="48" y="528"/>
                    <a:pt x="45" y="542"/>
                    <a:pt x="51" y="553"/>
                  </a:cubicBezTo>
                  <a:cubicBezTo>
                    <a:pt x="58" y="563"/>
                    <a:pt x="72" y="566"/>
                    <a:pt x="82" y="560"/>
                  </a:cubicBezTo>
                  <a:cubicBezTo>
                    <a:pt x="117" y="542"/>
                    <a:pt x="117" y="542"/>
                    <a:pt x="117" y="542"/>
                  </a:cubicBezTo>
                  <a:cubicBezTo>
                    <a:pt x="132" y="561"/>
                    <a:pt x="148" y="578"/>
                    <a:pt x="166" y="593"/>
                  </a:cubicBezTo>
                  <a:cubicBezTo>
                    <a:pt x="146" y="627"/>
                    <a:pt x="146" y="627"/>
                    <a:pt x="146" y="627"/>
                  </a:cubicBezTo>
                  <a:cubicBezTo>
                    <a:pt x="139" y="638"/>
                    <a:pt x="141" y="652"/>
                    <a:pt x="152" y="659"/>
                  </a:cubicBezTo>
                  <a:cubicBezTo>
                    <a:pt x="162" y="666"/>
                    <a:pt x="176" y="663"/>
                    <a:pt x="183" y="653"/>
                  </a:cubicBezTo>
                  <a:cubicBezTo>
                    <a:pt x="208" y="623"/>
                    <a:pt x="208" y="623"/>
                    <a:pt x="208" y="623"/>
                  </a:cubicBezTo>
                  <a:cubicBezTo>
                    <a:pt x="227" y="634"/>
                    <a:pt x="246" y="642"/>
                    <a:pt x="266" y="649"/>
                  </a:cubicBezTo>
                  <a:cubicBezTo>
                    <a:pt x="261" y="688"/>
                    <a:pt x="261" y="688"/>
                    <a:pt x="261" y="688"/>
                  </a:cubicBezTo>
                  <a:cubicBezTo>
                    <a:pt x="258" y="700"/>
                    <a:pt x="265" y="712"/>
                    <a:pt x="277" y="715"/>
                  </a:cubicBezTo>
                  <a:cubicBezTo>
                    <a:pt x="290" y="718"/>
                    <a:pt x="302" y="710"/>
                    <a:pt x="305" y="698"/>
                  </a:cubicBezTo>
                  <a:cubicBezTo>
                    <a:pt x="317" y="661"/>
                    <a:pt x="317" y="661"/>
                    <a:pt x="317" y="661"/>
                  </a:cubicBezTo>
                  <a:cubicBezTo>
                    <a:pt x="340" y="664"/>
                    <a:pt x="364" y="665"/>
                    <a:pt x="387" y="663"/>
                  </a:cubicBezTo>
                  <a:cubicBezTo>
                    <a:pt x="397" y="701"/>
                    <a:pt x="397" y="701"/>
                    <a:pt x="397" y="701"/>
                  </a:cubicBezTo>
                  <a:cubicBezTo>
                    <a:pt x="400" y="713"/>
                    <a:pt x="411" y="721"/>
                    <a:pt x="424" y="719"/>
                  </a:cubicBezTo>
                  <a:cubicBezTo>
                    <a:pt x="436" y="717"/>
                    <a:pt x="444" y="705"/>
                    <a:pt x="442" y="693"/>
                  </a:cubicBezTo>
                  <a:cubicBezTo>
                    <a:pt x="438" y="654"/>
                    <a:pt x="438" y="654"/>
                    <a:pt x="438" y="654"/>
                  </a:cubicBezTo>
                  <a:cubicBezTo>
                    <a:pt x="459" y="648"/>
                    <a:pt x="478" y="641"/>
                    <a:pt x="498" y="631"/>
                  </a:cubicBezTo>
                  <a:cubicBezTo>
                    <a:pt x="521" y="663"/>
                    <a:pt x="521" y="663"/>
                    <a:pt x="521" y="663"/>
                  </a:cubicBezTo>
                  <a:cubicBezTo>
                    <a:pt x="528" y="673"/>
                    <a:pt x="542" y="676"/>
                    <a:pt x="552" y="670"/>
                  </a:cubicBezTo>
                  <a:cubicBezTo>
                    <a:pt x="563" y="663"/>
                    <a:pt x="566" y="649"/>
                    <a:pt x="560" y="639"/>
                  </a:cubicBezTo>
                  <a:cubicBezTo>
                    <a:pt x="542" y="604"/>
                    <a:pt x="542" y="604"/>
                    <a:pt x="542" y="604"/>
                  </a:cubicBezTo>
                  <a:cubicBezTo>
                    <a:pt x="561" y="589"/>
                    <a:pt x="578" y="573"/>
                    <a:pt x="593" y="555"/>
                  </a:cubicBezTo>
                  <a:cubicBezTo>
                    <a:pt x="627" y="575"/>
                    <a:pt x="627" y="575"/>
                    <a:pt x="627" y="575"/>
                  </a:cubicBezTo>
                  <a:cubicBezTo>
                    <a:pt x="637" y="582"/>
                    <a:pt x="651" y="580"/>
                    <a:pt x="659" y="569"/>
                  </a:cubicBezTo>
                  <a:cubicBezTo>
                    <a:pt x="666" y="559"/>
                    <a:pt x="663" y="545"/>
                    <a:pt x="653" y="538"/>
                  </a:cubicBezTo>
                  <a:cubicBezTo>
                    <a:pt x="623" y="513"/>
                    <a:pt x="623" y="513"/>
                    <a:pt x="623" y="513"/>
                  </a:cubicBezTo>
                  <a:cubicBezTo>
                    <a:pt x="633" y="494"/>
                    <a:pt x="642" y="475"/>
                    <a:pt x="649" y="455"/>
                  </a:cubicBezTo>
                  <a:cubicBezTo>
                    <a:pt x="688" y="460"/>
                    <a:pt x="688" y="460"/>
                    <a:pt x="688" y="460"/>
                  </a:cubicBezTo>
                  <a:cubicBezTo>
                    <a:pt x="700" y="463"/>
                    <a:pt x="712" y="456"/>
                    <a:pt x="715" y="443"/>
                  </a:cubicBezTo>
                  <a:cubicBezTo>
                    <a:pt x="718" y="431"/>
                    <a:pt x="710" y="419"/>
                    <a:pt x="698" y="416"/>
                  </a:cubicBezTo>
                  <a:cubicBezTo>
                    <a:pt x="660" y="404"/>
                    <a:pt x="660" y="404"/>
                    <a:pt x="660" y="404"/>
                  </a:cubicBezTo>
                  <a:cubicBezTo>
                    <a:pt x="664" y="381"/>
                    <a:pt x="664" y="357"/>
                    <a:pt x="662" y="334"/>
                  </a:cubicBezTo>
                  <a:cubicBezTo>
                    <a:pt x="701" y="324"/>
                    <a:pt x="701" y="324"/>
                    <a:pt x="701" y="324"/>
                  </a:cubicBezTo>
                  <a:cubicBezTo>
                    <a:pt x="713" y="321"/>
                    <a:pt x="721" y="310"/>
                    <a:pt x="719" y="297"/>
                  </a:cubicBezTo>
                  <a:cubicBezTo>
                    <a:pt x="717" y="285"/>
                    <a:pt x="705" y="277"/>
                    <a:pt x="693" y="279"/>
                  </a:cubicBezTo>
                  <a:cubicBezTo>
                    <a:pt x="653" y="283"/>
                    <a:pt x="653" y="283"/>
                    <a:pt x="653" y="283"/>
                  </a:cubicBezTo>
                  <a:cubicBezTo>
                    <a:pt x="648" y="262"/>
                    <a:pt x="640" y="243"/>
                    <a:pt x="631" y="223"/>
                  </a:cubicBezTo>
                  <a:cubicBezTo>
                    <a:pt x="662" y="200"/>
                    <a:pt x="662" y="200"/>
                    <a:pt x="662" y="200"/>
                  </a:cubicBezTo>
                  <a:cubicBezTo>
                    <a:pt x="673" y="193"/>
                    <a:pt x="676" y="179"/>
                    <a:pt x="670" y="169"/>
                  </a:cubicBezTo>
                  <a:cubicBezTo>
                    <a:pt x="663" y="158"/>
                    <a:pt x="649" y="155"/>
                    <a:pt x="639" y="161"/>
                  </a:cubicBezTo>
                  <a:cubicBezTo>
                    <a:pt x="603" y="179"/>
                    <a:pt x="603" y="179"/>
                    <a:pt x="603" y="179"/>
                  </a:cubicBezTo>
                  <a:cubicBezTo>
                    <a:pt x="589" y="160"/>
                    <a:pt x="573" y="143"/>
                    <a:pt x="555" y="128"/>
                  </a:cubicBezTo>
                  <a:cubicBezTo>
                    <a:pt x="575" y="94"/>
                    <a:pt x="575" y="94"/>
                    <a:pt x="575" y="94"/>
                  </a:cubicBezTo>
                  <a:cubicBezTo>
                    <a:pt x="582" y="84"/>
                    <a:pt x="579" y="70"/>
                    <a:pt x="569" y="62"/>
                  </a:cubicBezTo>
                  <a:cubicBezTo>
                    <a:pt x="559" y="55"/>
                    <a:pt x="545" y="58"/>
                    <a:pt x="538" y="68"/>
                  </a:cubicBezTo>
                  <a:moveTo>
                    <a:pt x="568" y="211"/>
                  </a:moveTo>
                  <a:cubicBezTo>
                    <a:pt x="506" y="243"/>
                    <a:pt x="506" y="243"/>
                    <a:pt x="506" y="243"/>
                  </a:cubicBezTo>
                  <a:cubicBezTo>
                    <a:pt x="493" y="227"/>
                    <a:pt x="478" y="213"/>
                    <a:pt x="461" y="203"/>
                  </a:cubicBezTo>
                  <a:cubicBezTo>
                    <a:pt x="471" y="179"/>
                    <a:pt x="471" y="179"/>
                    <a:pt x="471" y="179"/>
                  </a:cubicBezTo>
                  <a:cubicBezTo>
                    <a:pt x="475" y="172"/>
                    <a:pt x="472" y="164"/>
                    <a:pt x="465" y="160"/>
                  </a:cubicBezTo>
                  <a:cubicBezTo>
                    <a:pt x="458" y="157"/>
                    <a:pt x="450" y="159"/>
                    <a:pt x="446" y="166"/>
                  </a:cubicBezTo>
                  <a:cubicBezTo>
                    <a:pt x="433" y="188"/>
                    <a:pt x="433" y="188"/>
                    <a:pt x="433" y="188"/>
                  </a:cubicBezTo>
                  <a:cubicBezTo>
                    <a:pt x="414" y="180"/>
                    <a:pt x="393" y="175"/>
                    <a:pt x="373" y="174"/>
                  </a:cubicBezTo>
                  <a:cubicBezTo>
                    <a:pt x="370" y="148"/>
                    <a:pt x="370" y="148"/>
                    <a:pt x="370" y="148"/>
                  </a:cubicBezTo>
                  <a:cubicBezTo>
                    <a:pt x="370" y="141"/>
                    <a:pt x="363" y="134"/>
                    <a:pt x="356" y="135"/>
                  </a:cubicBezTo>
                  <a:cubicBezTo>
                    <a:pt x="348" y="135"/>
                    <a:pt x="342" y="141"/>
                    <a:pt x="342" y="149"/>
                  </a:cubicBezTo>
                  <a:cubicBezTo>
                    <a:pt x="340" y="174"/>
                    <a:pt x="340" y="174"/>
                    <a:pt x="340" y="174"/>
                  </a:cubicBezTo>
                  <a:cubicBezTo>
                    <a:pt x="321" y="177"/>
                    <a:pt x="301" y="182"/>
                    <a:pt x="282" y="190"/>
                  </a:cubicBezTo>
                  <a:cubicBezTo>
                    <a:pt x="241" y="134"/>
                    <a:pt x="241" y="134"/>
                    <a:pt x="241" y="134"/>
                  </a:cubicBezTo>
                  <a:cubicBezTo>
                    <a:pt x="353" y="75"/>
                    <a:pt x="493" y="108"/>
                    <a:pt x="568" y="211"/>
                  </a:cubicBezTo>
                  <a:moveTo>
                    <a:pt x="407" y="436"/>
                  </a:moveTo>
                  <a:cubicBezTo>
                    <a:pt x="366" y="461"/>
                    <a:pt x="311" y="449"/>
                    <a:pt x="285" y="407"/>
                  </a:cubicBezTo>
                  <a:cubicBezTo>
                    <a:pt x="260" y="366"/>
                    <a:pt x="272" y="311"/>
                    <a:pt x="314" y="286"/>
                  </a:cubicBezTo>
                  <a:cubicBezTo>
                    <a:pt x="355" y="260"/>
                    <a:pt x="410" y="273"/>
                    <a:pt x="435" y="314"/>
                  </a:cubicBezTo>
                  <a:cubicBezTo>
                    <a:pt x="461" y="355"/>
                    <a:pt x="448" y="410"/>
                    <a:pt x="407" y="436"/>
                  </a:cubicBezTo>
                  <a:moveTo>
                    <a:pt x="242" y="215"/>
                  </a:moveTo>
                  <a:cubicBezTo>
                    <a:pt x="227" y="228"/>
                    <a:pt x="213" y="243"/>
                    <a:pt x="203" y="260"/>
                  </a:cubicBezTo>
                  <a:cubicBezTo>
                    <a:pt x="179" y="250"/>
                    <a:pt x="179" y="250"/>
                    <a:pt x="179" y="250"/>
                  </a:cubicBezTo>
                  <a:cubicBezTo>
                    <a:pt x="172" y="246"/>
                    <a:pt x="164" y="249"/>
                    <a:pt x="160" y="256"/>
                  </a:cubicBezTo>
                  <a:cubicBezTo>
                    <a:pt x="157" y="262"/>
                    <a:pt x="159" y="271"/>
                    <a:pt x="166" y="275"/>
                  </a:cubicBezTo>
                  <a:cubicBezTo>
                    <a:pt x="188" y="288"/>
                    <a:pt x="188" y="288"/>
                    <a:pt x="188" y="288"/>
                  </a:cubicBezTo>
                  <a:cubicBezTo>
                    <a:pt x="180" y="307"/>
                    <a:pt x="175" y="328"/>
                    <a:pt x="174" y="348"/>
                  </a:cubicBezTo>
                  <a:cubicBezTo>
                    <a:pt x="148" y="351"/>
                    <a:pt x="148" y="351"/>
                    <a:pt x="148" y="351"/>
                  </a:cubicBezTo>
                  <a:cubicBezTo>
                    <a:pt x="140" y="351"/>
                    <a:pt x="134" y="357"/>
                    <a:pt x="134" y="365"/>
                  </a:cubicBezTo>
                  <a:cubicBezTo>
                    <a:pt x="134" y="373"/>
                    <a:pt x="141" y="379"/>
                    <a:pt x="149" y="379"/>
                  </a:cubicBezTo>
                  <a:cubicBezTo>
                    <a:pt x="174" y="381"/>
                    <a:pt x="174" y="381"/>
                    <a:pt x="174" y="381"/>
                  </a:cubicBezTo>
                  <a:cubicBezTo>
                    <a:pt x="176" y="400"/>
                    <a:pt x="182" y="420"/>
                    <a:pt x="190" y="439"/>
                  </a:cubicBezTo>
                  <a:cubicBezTo>
                    <a:pt x="134" y="480"/>
                    <a:pt x="134" y="480"/>
                    <a:pt x="134" y="480"/>
                  </a:cubicBezTo>
                  <a:cubicBezTo>
                    <a:pt x="75" y="368"/>
                    <a:pt x="107" y="228"/>
                    <a:pt x="211" y="153"/>
                  </a:cubicBezTo>
                  <a:cubicBezTo>
                    <a:pt x="242" y="215"/>
                    <a:pt x="242" y="215"/>
                    <a:pt x="242" y="215"/>
                  </a:cubicBezTo>
                  <a:moveTo>
                    <a:pt x="478" y="506"/>
                  </a:moveTo>
                  <a:cubicBezTo>
                    <a:pt x="494" y="493"/>
                    <a:pt x="507" y="478"/>
                    <a:pt x="518" y="461"/>
                  </a:cubicBezTo>
                  <a:cubicBezTo>
                    <a:pt x="542" y="471"/>
                    <a:pt x="542" y="471"/>
                    <a:pt x="542" y="471"/>
                  </a:cubicBezTo>
                  <a:cubicBezTo>
                    <a:pt x="549" y="475"/>
                    <a:pt x="557" y="472"/>
                    <a:pt x="561" y="466"/>
                  </a:cubicBezTo>
                  <a:cubicBezTo>
                    <a:pt x="564" y="459"/>
                    <a:pt x="562" y="450"/>
                    <a:pt x="555" y="447"/>
                  </a:cubicBezTo>
                  <a:cubicBezTo>
                    <a:pt x="533" y="433"/>
                    <a:pt x="533" y="433"/>
                    <a:pt x="533" y="433"/>
                  </a:cubicBezTo>
                  <a:cubicBezTo>
                    <a:pt x="541" y="414"/>
                    <a:pt x="546" y="394"/>
                    <a:pt x="547" y="373"/>
                  </a:cubicBezTo>
                  <a:cubicBezTo>
                    <a:pt x="573" y="370"/>
                    <a:pt x="573" y="370"/>
                    <a:pt x="573" y="370"/>
                  </a:cubicBezTo>
                  <a:cubicBezTo>
                    <a:pt x="580" y="370"/>
                    <a:pt x="587" y="364"/>
                    <a:pt x="586" y="356"/>
                  </a:cubicBezTo>
                  <a:cubicBezTo>
                    <a:pt x="586" y="348"/>
                    <a:pt x="580" y="342"/>
                    <a:pt x="572" y="342"/>
                  </a:cubicBezTo>
                  <a:cubicBezTo>
                    <a:pt x="547" y="341"/>
                    <a:pt x="547" y="341"/>
                    <a:pt x="547" y="341"/>
                  </a:cubicBezTo>
                  <a:cubicBezTo>
                    <a:pt x="544" y="321"/>
                    <a:pt x="539" y="301"/>
                    <a:pt x="531" y="283"/>
                  </a:cubicBezTo>
                  <a:cubicBezTo>
                    <a:pt x="586" y="241"/>
                    <a:pt x="586" y="241"/>
                    <a:pt x="586" y="241"/>
                  </a:cubicBezTo>
                  <a:cubicBezTo>
                    <a:pt x="646" y="354"/>
                    <a:pt x="613" y="494"/>
                    <a:pt x="510" y="568"/>
                  </a:cubicBezTo>
                  <a:cubicBezTo>
                    <a:pt x="478" y="506"/>
                    <a:pt x="478" y="506"/>
                    <a:pt x="478" y="506"/>
                  </a:cubicBezTo>
                  <a:moveTo>
                    <a:pt x="153" y="510"/>
                  </a:moveTo>
                  <a:cubicBezTo>
                    <a:pt x="215" y="479"/>
                    <a:pt x="215" y="479"/>
                    <a:pt x="215" y="479"/>
                  </a:cubicBezTo>
                  <a:cubicBezTo>
                    <a:pt x="228" y="494"/>
                    <a:pt x="243" y="508"/>
                    <a:pt x="260" y="518"/>
                  </a:cubicBezTo>
                  <a:cubicBezTo>
                    <a:pt x="250" y="542"/>
                    <a:pt x="250" y="542"/>
                    <a:pt x="250" y="542"/>
                  </a:cubicBezTo>
                  <a:cubicBezTo>
                    <a:pt x="246" y="549"/>
                    <a:pt x="249" y="557"/>
                    <a:pt x="255" y="561"/>
                  </a:cubicBezTo>
                  <a:cubicBezTo>
                    <a:pt x="262" y="564"/>
                    <a:pt x="271" y="562"/>
                    <a:pt x="274" y="555"/>
                  </a:cubicBezTo>
                  <a:cubicBezTo>
                    <a:pt x="288" y="533"/>
                    <a:pt x="288" y="533"/>
                    <a:pt x="288" y="533"/>
                  </a:cubicBezTo>
                  <a:cubicBezTo>
                    <a:pt x="307" y="541"/>
                    <a:pt x="327" y="546"/>
                    <a:pt x="348" y="547"/>
                  </a:cubicBezTo>
                  <a:cubicBezTo>
                    <a:pt x="351" y="573"/>
                    <a:pt x="351" y="573"/>
                    <a:pt x="351" y="573"/>
                  </a:cubicBezTo>
                  <a:cubicBezTo>
                    <a:pt x="351" y="581"/>
                    <a:pt x="357" y="587"/>
                    <a:pt x="365" y="587"/>
                  </a:cubicBezTo>
                  <a:cubicBezTo>
                    <a:pt x="373" y="587"/>
                    <a:pt x="379" y="580"/>
                    <a:pt x="379" y="572"/>
                  </a:cubicBezTo>
                  <a:cubicBezTo>
                    <a:pt x="380" y="547"/>
                    <a:pt x="380" y="547"/>
                    <a:pt x="380" y="547"/>
                  </a:cubicBezTo>
                  <a:cubicBezTo>
                    <a:pt x="400" y="545"/>
                    <a:pt x="420" y="539"/>
                    <a:pt x="438" y="531"/>
                  </a:cubicBezTo>
                  <a:cubicBezTo>
                    <a:pt x="480" y="587"/>
                    <a:pt x="480" y="587"/>
                    <a:pt x="480" y="587"/>
                  </a:cubicBezTo>
                  <a:cubicBezTo>
                    <a:pt x="367" y="646"/>
                    <a:pt x="227" y="614"/>
                    <a:pt x="153" y="51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2" name="Freeform 22"/>
            <p:cNvSpPr>
              <a:spLocks/>
            </p:cNvSpPr>
            <p:nvPr/>
          </p:nvSpPr>
          <p:spPr bwMode="auto">
            <a:xfrm>
              <a:off x="7890164" y="2645353"/>
              <a:ext cx="623888" cy="625475"/>
            </a:xfrm>
            <a:custGeom>
              <a:avLst/>
              <a:gdLst/>
              <a:ahLst/>
              <a:cxnLst>
                <a:cxn ang="0">
                  <a:pos x="246" y="297"/>
                </a:cxn>
                <a:cxn ang="0">
                  <a:pos x="244" y="294"/>
                </a:cxn>
                <a:cxn ang="0">
                  <a:pos x="163" y="317"/>
                </a:cxn>
                <a:cxn ang="0">
                  <a:pos x="31" y="244"/>
                </a:cxn>
                <a:cxn ang="0">
                  <a:pos x="8" y="163"/>
                </a:cxn>
                <a:cxn ang="0">
                  <a:pos x="81" y="31"/>
                </a:cxn>
                <a:cxn ang="0">
                  <a:pos x="162" y="8"/>
                </a:cxn>
                <a:cxn ang="0">
                  <a:pos x="294" y="81"/>
                </a:cxn>
                <a:cxn ang="0">
                  <a:pos x="317" y="162"/>
                </a:cxn>
                <a:cxn ang="0">
                  <a:pos x="244" y="294"/>
                </a:cxn>
                <a:cxn ang="0">
                  <a:pos x="246" y="297"/>
                </a:cxn>
                <a:cxn ang="0">
                  <a:pos x="248" y="300"/>
                </a:cxn>
                <a:cxn ang="0">
                  <a:pos x="325" y="162"/>
                </a:cxn>
                <a:cxn ang="0">
                  <a:pos x="300" y="77"/>
                </a:cxn>
                <a:cxn ang="0">
                  <a:pos x="162" y="0"/>
                </a:cxn>
                <a:cxn ang="0">
                  <a:pos x="77" y="25"/>
                </a:cxn>
                <a:cxn ang="0">
                  <a:pos x="0" y="163"/>
                </a:cxn>
                <a:cxn ang="0">
                  <a:pos x="24" y="248"/>
                </a:cxn>
                <a:cxn ang="0">
                  <a:pos x="163" y="325"/>
                </a:cxn>
                <a:cxn ang="0">
                  <a:pos x="248" y="300"/>
                </a:cxn>
                <a:cxn ang="0">
                  <a:pos x="246" y="297"/>
                </a:cxn>
              </a:cxnLst>
              <a:rect l="0" t="0" r="r" b="b"/>
              <a:pathLst>
                <a:path w="325" h="325">
                  <a:moveTo>
                    <a:pt x="246" y="297"/>
                  </a:moveTo>
                  <a:cubicBezTo>
                    <a:pt x="244" y="294"/>
                    <a:pt x="244" y="294"/>
                    <a:pt x="244" y="294"/>
                  </a:cubicBezTo>
                  <a:cubicBezTo>
                    <a:pt x="218" y="310"/>
                    <a:pt x="190" y="317"/>
                    <a:pt x="163" y="317"/>
                  </a:cubicBezTo>
                  <a:cubicBezTo>
                    <a:pt x="111" y="317"/>
                    <a:pt x="60" y="291"/>
                    <a:pt x="31" y="244"/>
                  </a:cubicBezTo>
                  <a:cubicBezTo>
                    <a:pt x="15" y="219"/>
                    <a:pt x="8" y="191"/>
                    <a:pt x="8" y="163"/>
                  </a:cubicBezTo>
                  <a:cubicBezTo>
                    <a:pt x="8" y="111"/>
                    <a:pt x="34" y="61"/>
                    <a:pt x="81" y="31"/>
                  </a:cubicBezTo>
                  <a:cubicBezTo>
                    <a:pt x="106" y="16"/>
                    <a:pt x="134" y="8"/>
                    <a:pt x="162" y="8"/>
                  </a:cubicBezTo>
                  <a:cubicBezTo>
                    <a:pt x="214" y="8"/>
                    <a:pt x="264" y="34"/>
                    <a:pt x="294" y="81"/>
                  </a:cubicBezTo>
                  <a:cubicBezTo>
                    <a:pt x="309" y="107"/>
                    <a:pt x="317" y="135"/>
                    <a:pt x="317" y="162"/>
                  </a:cubicBezTo>
                  <a:cubicBezTo>
                    <a:pt x="317" y="214"/>
                    <a:pt x="291" y="265"/>
                    <a:pt x="244" y="294"/>
                  </a:cubicBezTo>
                  <a:cubicBezTo>
                    <a:pt x="246" y="297"/>
                    <a:pt x="246" y="297"/>
                    <a:pt x="246" y="297"/>
                  </a:cubicBezTo>
                  <a:cubicBezTo>
                    <a:pt x="248" y="300"/>
                    <a:pt x="248" y="300"/>
                    <a:pt x="248" y="300"/>
                  </a:cubicBezTo>
                  <a:cubicBezTo>
                    <a:pt x="297" y="270"/>
                    <a:pt x="325" y="217"/>
                    <a:pt x="325" y="162"/>
                  </a:cubicBezTo>
                  <a:cubicBezTo>
                    <a:pt x="325" y="133"/>
                    <a:pt x="317" y="104"/>
                    <a:pt x="300" y="77"/>
                  </a:cubicBezTo>
                  <a:cubicBezTo>
                    <a:pt x="270" y="27"/>
                    <a:pt x="216" y="0"/>
                    <a:pt x="162" y="0"/>
                  </a:cubicBezTo>
                  <a:cubicBezTo>
                    <a:pt x="133" y="0"/>
                    <a:pt x="103" y="8"/>
                    <a:pt x="77" y="25"/>
                  </a:cubicBezTo>
                  <a:cubicBezTo>
                    <a:pt x="27" y="55"/>
                    <a:pt x="0" y="108"/>
                    <a:pt x="0" y="163"/>
                  </a:cubicBezTo>
                  <a:cubicBezTo>
                    <a:pt x="0" y="192"/>
                    <a:pt x="8" y="222"/>
                    <a:pt x="24" y="248"/>
                  </a:cubicBezTo>
                  <a:cubicBezTo>
                    <a:pt x="55" y="298"/>
                    <a:pt x="108" y="325"/>
                    <a:pt x="163" y="325"/>
                  </a:cubicBezTo>
                  <a:cubicBezTo>
                    <a:pt x="192" y="325"/>
                    <a:pt x="221" y="317"/>
                    <a:pt x="248" y="300"/>
                  </a:cubicBezTo>
                  <a:cubicBezTo>
                    <a:pt x="246" y="297"/>
                    <a:pt x="246" y="297"/>
                    <a:pt x="246" y="29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3" name="Freeform 23"/>
            <p:cNvSpPr>
              <a:spLocks/>
            </p:cNvSpPr>
            <p:nvPr/>
          </p:nvSpPr>
          <p:spPr bwMode="auto">
            <a:xfrm>
              <a:off x="6226464" y="4524953"/>
              <a:ext cx="66675" cy="49213"/>
            </a:xfrm>
            <a:custGeom>
              <a:avLst/>
              <a:gdLst/>
              <a:ahLst/>
              <a:cxnLst>
                <a:cxn ang="0">
                  <a:pos x="6" y="0"/>
                </a:cxn>
                <a:cxn ang="0">
                  <a:pos x="0" y="15"/>
                </a:cxn>
                <a:cxn ang="0">
                  <a:pos x="21" y="23"/>
                </a:cxn>
                <a:cxn ang="0">
                  <a:pos x="21" y="22"/>
                </a:cxn>
                <a:cxn ang="0">
                  <a:pos x="30" y="26"/>
                </a:cxn>
                <a:cxn ang="0">
                  <a:pos x="35" y="11"/>
                </a:cxn>
                <a:cxn ang="0">
                  <a:pos x="21" y="5"/>
                </a:cxn>
                <a:cxn ang="0">
                  <a:pos x="14" y="3"/>
                </a:cxn>
                <a:cxn ang="0">
                  <a:pos x="14" y="3"/>
                </a:cxn>
                <a:cxn ang="0">
                  <a:pos x="6" y="0"/>
                </a:cxn>
              </a:cxnLst>
              <a:rect l="0" t="0" r="r" b="b"/>
              <a:pathLst>
                <a:path w="35" h="26">
                  <a:moveTo>
                    <a:pt x="6" y="0"/>
                  </a:moveTo>
                  <a:cubicBezTo>
                    <a:pt x="0" y="15"/>
                    <a:pt x="0" y="15"/>
                    <a:pt x="0" y="15"/>
                  </a:cubicBezTo>
                  <a:cubicBezTo>
                    <a:pt x="21" y="23"/>
                    <a:pt x="21" y="23"/>
                    <a:pt x="21" y="23"/>
                  </a:cubicBezTo>
                  <a:cubicBezTo>
                    <a:pt x="21" y="22"/>
                    <a:pt x="21" y="22"/>
                    <a:pt x="21" y="22"/>
                  </a:cubicBezTo>
                  <a:cubicBezTo>
                    <a:pt x="24" y="24"/>
                    <a:pt x="27" y="25"/>
                    <a:pt x="30" y="26"/>
                  </a:cubicBezTo>
                  <a:cubicBezTo>
                    <a:pt x="35" y="11"/>
                    <a:pt x="35" y="11"/>
                    <a:pt x="35" y="11"/>
                  </a:cubicBezTo>
                  <a:cubicBezTo>
                    <a:pt x="30" y="9"/>
                    <a:pt x="25" y="7"/>
                    <a:pt x="21" y="5"/>
                  </a:cubicBezTo>
                  <a:cubicBezTo>
                    <a:pt x="14" y="3"/>
                    <a:pt x="14" y="3"/>
                    <a:pt x="14" y="3"/>
                  </a:cubicBezTo>
                  <a:cubicBezTo>
                    <a:pt x="14" y="3"/>
                    <a:pt x="14" y="3"/>
                    <a:pt x="14" y="3"/>
                  </a:cubicBezTo>
                  <a:cubicBezTo>
                    <a:pt x="6" y="0"/>
                    <a:pt x="6" y="0"/>
                    <a:pt x="6"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4" name="Freeform 24"/>
            <p:cNvSpPr>
              <a:spLocks noEditPoints="1"/>
            </p:cNvSpPr>
            <p:nvPr/>
          </p:nvSpPr>
          <p:spPr bwMode="auto">
            <a:xfrm>
              <a:off x="4154777" y="2405640"/>
              <a:ext cx="3459163" cy="2227263"/>
            </a:xfrm>
            <a:custGeom>
              <a:avLst/>
              <a:gdLst/>
              <a:ahLst/>
              <a:cxnLst>
                <a:cxn ang="0">
                  <a:pos x="1297" y="1155"/>
                </a:cxn>
                <a:cxn ang="0">
                  <a:pos x="1204" y="1134"/>
                </a:cxn>
                <a:cxn ang="0">
                  <a:pos x="1138" y="1136"/>
                </a:cxn>
                <a:cxn ang="0">
                  <a:pos x="1424" y="1135"/>
                </a:cxn>
                <a:cxn ang="0">
                  <a:pos x="1449" y="1111"/>
                </a:cxn>
                <a:cxn ang="0">
                  <a:pos x="1023" y="1078"/>
                </a:cxn>
                <a:cxn ang="0">
                  <a:pos x="1514" y="1100"/>
                </a:cxn>
                <a:cxn ang="0">
                  <a:pos x="964" y="1056"/>
                </a:cxn>
                <a:cxn ang="0">
                  <a:pos x="899" y="1048"/>
                </a:cxn>
                <a:cxn ang="0">
                  <a:pos x="875" y="1022"/>
                </a:cxn>
                <a:cxn ang="0">
                  <a:pos x="786" y="989"/>
                </a:cxn>
                <a:cxn ang="0">
                  <a:pos x="751" y="993"/>
                </a:cxn>
                <a:cxn ang="0">
                  <a:pos x="1671" y="978"/>
                </a:cxn>
                <a:cxn ang="0">
                  <a:pos x="662" y="960"/>
                </a:cxn>
                <a:cxn ang="0">
                  <a:pos x="638" y="934"/>
                </a:cxn>
                <a:cxn ang="0">
                  <a:pos x="1710" y="899"/>
                </a:cxn>
                <a:cxn ang="0">
                  <a:pos x="514" y="904"/>
                </a:cxn>
                <a:cxn ang="0">
                  <a:pos x="430" y="856"/>
                </a:cxn>
                <a:cxn ang="0">
                  <a:pos x="366" y="849"/>
                </a:cxn>
                <a:cxn ang="0">
                  <a:pos x="341" y="823"/>
                </a:cxn>
                <a:cxn ang="0">
                  <a:pos x="1761" y="785"/>
                </a:cxn>
                <a:cxn ang="0">
                  <a:pos x="1761" y="785"/>
                </a:cxn>
                <a:cxn ang="0">
                  <a:pos x="1776" y="725"/>
                </a:cxn>
                <a:cxn ang="0">
                  <a:pos x="164" y="754"/>
                </a:cxn>
                <a:cxn ang="0">
                  <a:pos x="107" y="677"/>
                </a:cxn>
                <a:cxn ang="0">
                  <a:pos x="58" y="634"/>
                </a:cxn>
                <a:cxn ang="0">
                  <a:pos x="1782" y="609"/>
                </a:cxn>
                <a:cxn ang="0">
                  <a:pos x="43" y="605"/>
                </a:cxn>
                <a:cxn ang="0">
                  <a:pos x="1779" y="570"/>
                </a:cxn>
                <a:cxn ang="0">
                  <a:pos x="26" y="511"/>
                </a:cxn>
                <a:cxn ang="0">
                  <a:pos x="1" y="450"/>
                </a:cxn>
                <a:cxn ang="0">
                  <a:pos x="1761" y="444"/>
                </a:cxn>
                <a:cxn ang="0">
                  <a:pos x="1717" y="358"/>
                </a:cxn>
                <a:cxn ang="0">
                  <a:pos x="21" y="356"/>
                </a:cxn>
                <a:cxn ang="0">
                  <a:pos x="1679" y="306"/>
                </a:cxn>
                <a:cxn ang="0">
                  <a:pos x="1624" y="271"/>
                </a:cxn>
                <a:cxn ang="0">
                  <a:pos x="1611" y="238"/>
                </a:cxn>
                <a:cxn ang="0">
                  <a:pos x="1532" y="184"/>
                </a:cxn>
                <a:cxn ang="0">
                  <a:pos x="1496" y="184"/>
                </a:cxn>
                <a:cxn ang="0">
                  <a:pos x="98" y="151"/>
                </a:cxn>
                <a:cxn ang="0">
                  <a:pos x="1348" y="140"/>
                </a:cxn>
                <a:cxn ang="0">
                  <a:pos x="1287" y="115"/>
                </a:cxn>
                <a:cxn ang="0">
                  <a:pos x="1254" y="127"/>
                </a:cxn>
                <a:cxn ang="0">
                  <a:pos x="143" y="105"/>
                </a:cxn>
                <a:cxn ang="0">
                  <a:pos x="178" y="97"/>
                </a:cxn>
                <a:cxn ang="0">
                  <a:pos x="1099" y="89"/>
                </a:cxn>
                <a:cxn ang="0">
                  <a:pos x="971" y="88"/>
                </a:cxn>
                <a:cxn ang="0">
                  <a:pos x="203" y="79"/>
                </a:cxn>
                <a:cxn ang="0">
                  <a:pos x="848" y="55"/>
                </a:cxn>
                <a:cxn ang="0">
                  <a:pos x="815" y="66"/>
                </a:cxn>
                <a:cxn ang="0">
                  <a:pos x="723" y="38"/>
                </a:cxn>
                <a:cxn ang="0">
                  <a:pos x="658" y="45"/>
                </a:cxn>
                <a:cxn ang="0">
                  <a:pos x="629" y="25"/>
                </a:cxn>
                <a:cxn ang="0">
                  <a:pos x="535" y="12"/>
                </a:cxn>
                <a:cxn ang="0">
                  <a:pos x="501" y="23"/>
                </a:cxn>
                <a:cxn ang="0">
                  <a:pos x="375" y="2"/>
                </a:cxn>
                <a:cxn ang="0">
                  <a:pos x="421" y="0"/>
                </a:cxn>
              </a:cxnLst>
              <a:rect l="0" t="0" r="r" b="b"/>
              <a:pathLst>
                <a:path w="1799" h="1156">
                  <a:moveTo>
                    <a:pt x="1297" y="1140"/>
                  </a:moveTo>
                  <a:cubicBezTo>
                    <a:pt x="1297" y="1140"/>
                    <a:pt x="1297" y="1140"/>
                    <a:pt x="1297" y="1140"/>
                  </a:cubicBezTo>
                  <a:cubicBezTo>
                    <a:pt x="1291" y="1140"/>
                    <a:pt x="1286" y="1140"/>
                    <a:pt x="1281" y="1140"/>
                  </a:cubicBezTo>
                  <a:cubicBezTo>
                    <a:pt x="1276" y="1140"/>
                    <a:pt x="1271" y="1140"/>
                    <a:pt x="1266" y="1140"/>
                  </a:cubicBezTo>
                  <a:cubicBezTo>
                    <a:pt x="1265" y="1155"/>
                    <a:pt x="1265" y="1155"/>
                    <a:pt x="1265" y="1155"/>
                  </a:cubicBezTo>
                  <a:cubicBezTo>
                    <a:pt x="1270" y="1155"/>
                    <a:pt x="1276" y="1156"/>
                    <a:pt x="1281" y="1156"/>
                  </a:cubicBezTo>
                  <a:cubicBezTo>
                    <a:pt x="1286" y="1156"/>
                    <a:pt x="1292" y="1155"/>
                    <a:pt x="1297" y="1155"/>
                  </a:cubicBezTo>
                  <a:cubicBezTo>
                    <a:pt x="1297" y="1140"/>
                    <a:pt x="1297" y="1140"/>
                    <a:pt x="1297" y="1140"/>
                  </a:cubicBezTo>
                  <a:moveTo>
                    <a:pt x="1204" y="1134"/>
                  </a:moveTo>
                  <a:cubicBezTo>
                    <a:pt x="1201" y="1149"/>
                    <a:pt x="1201" y="1149"/>
                    <a:pt x="1201" y="1149"/>
                  </a:cubicBezTo>
                  <a:cubicBezTo>
                    <a:pt x="1212" y="1151"/>
                    <a:pt x="1222" y="1152"/>
                    <a:pt x="1233" y="1153"/>
                  </a:cubicBezTo>
                  <a:cubicBezTo>
                    <a:pt x="1235" y="1138"/>
                    <a:pt x="1235" y="1138"/>
                    <a:pt x="1235" y="1138"/>
                  </a:cubicBezTo>
                  <a:cubicBezTo>
                    <a:pt x="1235" y="1138"/>
                    <a:pt x="1235" y="1138"/>
                    <a:pt x="1235" y="1138"/>
                  </a:cubicBezTo>
                  <a:cubicBezTo>
                    <a:pt x="1224" y="1137"/>
                    <a:pt x="1214" y="1135"/>
                    <a:pt x="1204" y="1134"/>
                  </a:cubicBezTo>
                  <a:moveTo>
                    <a:pt x="1359" y="1134"/>
                  </a:moveTo>
                  <a:cubicBezTo>
                    <a:pt x="1349" y="1135"/>
                    <a:pt x="1338" y="1137"/>
                    <a:pt x="1328" y="1138"/>
                  </a:cubicBezTo>
                  <a:cubicBezTo>
                    <a:pt x="1329" y="1153"/>
                    <a:pt x="1329" y="1153"/>
                    <a:pt x="1329" y="1153"/>
                  </a:cubicBezTo>
                  <a:cubicBezTo>
                    <a:pt x="1340" y="1152"/>
                    <a:pt x="1351" y="1151"/>
                    <a:pt x="1361" y="1149"/>
                  </a:cubicBezTo>
                  <a:cubicBezTo>
                    <a:pt x="1359" y="1134"/>
                    <a:pt x="1359" y="1134"/>
                    <a:pt x="1359" y="1134"/>
                  </a:cubicBezTo>
                  <a:moveTo>
                    <a:pt x="1143" y="1121"/>
                  </a:moveTo>
                  <a:cubicBezTo>
                    <a:pt x="1138" y="1136"/>
                    <a:pt x="1138" y="1136"/>
                    <a:pt x="1138" y="1136"/>
                  </a:cubicBezTo>
                  <a:cubicBezTo>
                    <a:pt x="1149" y="1139"/>
                    <a:pt x="1159" y="1141"/>
                    <a:pt x="1170" y="1144"/>
                  </a:cubicBezTo>
                  <a:cubicBezTo>
                    <a:pt x="1173" y="1128"/>
                    <a:pt x="1173" y="1128"/>
                    <a:pt x="1173" y="1128"/>
                  </a:cubicBezTo>
                  <a:cubicBezTo>
                    <a:pt x="1163" y="1126"/>
                    <a:pt x="1153" y="1123"/>
                    <a:pt x="1143" y="1121"/>
                  </a:cubicBezTo>
                  <a:moveTo>
                    <a:pt x="1420" y="1120"/>
                  </a:moveTo>
                  <a:cubicBezTo>
                    <a:pt x="1410" y="1123"/>
                    <a:pt x="1400" y="1126"/>
                    <a:pt x="1389" y="1128"/>
                  </a:cubicBezTo>
                  <a:cubicBezTo>
                    <a:pt x="1393" y="1143"/>
                    <a:pt x="1393" y="1143"/>
                    <a:pt x="1393" y="1143"/>
                  </a:cubicBezTo>
                  <a:cubicBezTo>
                    <a:pt x="1403" y="1141"/>
                    <a:pt x="1414" y="1138"/>
                    <a:pt x="1424" y="1135"/>
                  </a:cubicBezTo>
                  <a:cubicBezTo>
                    <a:pt x="1420" y="1120"/>
                    <a:pt x="1420" y="1120"/>
                    <a:pt x="1420" y="1120"/>
                  </a:cubicBezTo>
                  <a:moveTo>
                    <a:pt x="1420" y="1120"/>
                  </a:moveTo>
                  <a:cubicBezTo>
                    <a:pt x="1420" y="1120"/>
                    <a:pt x="1420" y="1120"/>
                    <a:pt x="1420" y="1120"/>
                  </a:cubicBezTo>
                  <a:cubicBezTo>
                    <a:pt x="1420" y="1120"/>
                    <a:pt x="1420" y="1120"/>
                    <a:pt x="1420" y="1120"/>
                  </a:cubicBezTo>
                  <a:cubicBezTo>
                    <a:pt x="1420" y="1120"/>
                    <a:pt x="1420" y="1120"/>
                    <a:pt x="1420" y="1120"/>
                  </a:cubicBezTo>
                  <a:moveTo>
                    <a:pt x="1478" y="1099"/>
                  </a:moveTo>
                  <a:cubicBezTo>
                    <a:pt x="1469" y="1104"/>
                    <a:pt x="1459" y="1107"/>
                    <a:pt x="1449" y="1111"/>
                  </a:cubicBezTo>
                  <a:cubicBezTo>
                    <a:pt x="1455" y="1126"/>
                    <a:pt x="1455" y="1126"/>
                    <a:pt x="1455" y="1126"/>
                  </a:cubicBezTo>
                  <a:cubicBezTo>
                    <a:pt x="1465" y="1122"/>
                    <a:pt x="1475" y="1118"/>
                    <a:pt x="1484" y="1114"/>
                  </a:cubicBezTo>
                  <a:cubicBezTo>
                    <a:pt x="1478" y="1099"/>
                    <a:pt x="1478" y="1099"/>
                    <a:pt x="1478" y="1099"/>
                  </a:cubicBezTo>
                  <a:moveTo>
                    <a:pt x="1478" y="1099"/>
                  </a:moveTo>
                  <a:cubicBezTo>
                    <a:pt x="1478" y="1099"/>
                    <a:pt x="1478" y="1099"/>
                    <a:pt x="1478" y="1099"/>
                  </a:cubicBezTo>
                  <a:cubicBezTo>
                    <a:pt x="1478" y="1099"/>
                    <a:pt x="1478" y="1099"/>
                    <a:pt x="1478" y="1099"/>
                  </a:cubicBezTo>
                  <a:moveTo>
                    <a:pt x="1023" y="1078"/>
                  </a:moveTo>
                  <a:cubicBezTo>
                    <a:pt x="1018" y="1092"/>
                    <a:pt x="1018" y="1092"/>
                    <a:pt x="1018" y="1092"/>
                  </a:cubicBezTo>
                  <a:cubicBezTo>
                    <a:pt x="1047" y="1104"/>
                    <a:pt x="1047" y="1104"/>
                    <a:pt x="1047" y="1104"/>
                  </a:cubicBezTo>
                  <a:cubicBezTo>
                    <a:pt x="1053" y="1089"/>
                    <a:pt x="1053" y="1089"/>
                    <a:pt x="1053" y="1089"/>
                  </a:cubicBezTo>
                  <a:cubicBezTo>
                    <a:pt x="1023" y="1078"/>
                    <a:pt x="1023" y="1078"/>
                    <a:pt x="1023" y="1078"/>
                  </a:cubicBezTo>
                  <a:moveTo>
                    <a:pt x="1534" y="1072"/>
                  </a:moveTo>
                  <a:cubicBezTo>
                    <a:pt x="1525" y="1077"/>
                    <a:pt x="1516" y="1082"/>
                    <a:pt x="1507" y="1086"/>
                  </a:cubicBezTo>
                  <a:cubicBezTo>
                    <a:pt x="1514" y="1100"/>
                    <a:pt x="1514" y="1100"/>
                    <a:pt x="1514" y="1100"/>
                  </a:cubicBezTo>
                  <a:cubicBezTo>
                    <a:pt x="1523" y="1096"/>
                    <a:pt x="1533" y="1091"/>
                    <a:pt x="1542" y="1085"/>
                  </a:cubicBezTo>
                  <a:cubicBezTo>
                    <a:pt x="1534" y="1072"/>
                    <a:pt x="1534" y="1072"/>
                    <a:pt x="1534" y="1072"/>
                  </a:cubicBezTo>
                  <a:moveTo>
                    <a:pt x="964" y="1056"/>
                  </a:moveTo>
                  <a:cubicBezTo>
                    <a:pt x="958" y="1070"/>
                    <a:pt x="958" y="1070"/>
                    <a:pt x="958" y="1070"/>
                  </a:cubicBezTo>
                  <a:cubicBezTo>
                    <a:pt x="988" y="1081"/>
                    <a:pt x="988" y="1081"/>
                    <a:pt x="988" y="1081"/>
                  </a:cubicBezTo>
                  <a:cubicBezTo>
                    <a:pt x="994" y="1067"/>
                    <a:pt x="994" y="1067"/>
                    <a:pt x="994" y="1067"/>
                  </a:cubicBezTo>
                  <a:cubicBezTo>
                    <a:pt x="964" y="1056"/>
                    <a:pt x="964" y="1056"/>
                    <a:pt x="964" y="1056"/>
                  </a:cubicBezTo>
                  <a:moveTo>
                    <a:pt x="1586" y="1037"/>
                  </a:moveTo>
                  <a:cubicBezTo>
                    <a:pt x="1577" y="1043"/>
                    <a:pt x="1569" y="1049"/>
                    <a:pt x="1560" y="1055"/>
                  </a:cubicBezTo>
                  <a:cubicBezTo>
                    <a:pt x="1569" y="1068"/>
                    <a:pt x="1569" y="1068"/>
                    <a:pt x="1569" y="1068"/>
                  </a:cubicBezTo>
                  <a:cubicBezTo>
                    <a:pt x="1578" y="1062"/>
                    <a:pt x="1587" y="1056"/>
                    <a:pt x="1595" y="1049"/>
                  </a:cubicBezTo>
                  <a:cubicBezTo>
                    <a:pt x="1586" y="1037"/>
                    <a:pt x="1586" y="1037"/>
                    <a:pt x="1586" y="1037"/>
                  </a:cubicBezTo>
                  <a:moveTo>
                    <a:pt x="905" y="1033"/>
                  </a:moveTo>
                  <a:cubicBezTo>
                    <a:pt x="899" y="1048"/>
                    <a:pt x="899" y="1048"/>
                    <a:pt x="899" y="1048"/>
                  </a:cubicBezTo>
                  <a:cubicBezTo>
                    <a:pt x="929" y="1059"/>
                    <a:pt x="929" y="1059"/>
                    <a:pt x="929" y="1059"/>
                  </a:cubicBezTo>
                  <a:cubicBezTo>
                    <a:pt x="934" y="1045"/>
                    <a:pt x="934" y="1045"/>
                    <a:pt x="934" y="1045"/>
                  </a:cubicBezTo>
                  <a:cubicBezTo>
                    <a:pt x="905" y="1033"/>
                    <a:pt x="905" y="1033"/>
                    <a:pt x="905" y="1033"/>
                  </a:cubicBezTo>
                  <a:moveTo>
                    <a:pt x="845" y="1011"/>
                  </a:moveTo>
                  <a:cubicBezTo>
                    <a:pt x="840" y="1026"/>
                    <a:pt x="840" y="1026"/>
                    <a:pt x="840" y="1026"/>
                  </a:cubicBezTo>
                  <a:cubicBezTo>
                    <a:pt x="870" y="1037"/>
                    <a:pt x="870" y="1037"/>
                    <a:pt x="870" y="1037"/>
                  </a:cubicBezTo>
                  <a:cubicBezTo>
                    <a:pt x="875" y="1022"/>
                    <a:pt x="875" y="1022"/>
                    <a:pt x="875" y="1022"/>
                  </a:cubicBezTo>
                  <a:cubicBezTo>
                    <a:pt x="845" y="1011"/>
                    <a:pt x="845" y="1011"/>
                    <a:pt x="845" y="1011"/>
                  </a:cubicBezTo>
                  <a:moveTo>
                    <a:pt x="1633" y="996"/>
                  </a:moveTo>
                  <a:cubicBezTo>
                    <a:pt x="1625" y="1003"/>
                    <a:pt x="1618" y="1010"/>
                    <a:pt x="1610" y="1017"/>
                  </a:cubicBezTo>
                  <a:cubicBezTo>
                    <a:pt x="1620" y="1029"/>
                    <a:pt x="1620" y="1029"/>
                    <a:pt x="1620" y="1029"/>
                  </a:cubicBezTo>
                  <a:cubicBezTo>
                    <a:pt x="1628" y="1022"/>
                    <a:pt x="1636" y="1015"/>
                    <a:pt x="1644" y="1007"/>
                  </a:cubicBezTo>
                  <a:cubicBezTo>
                    <a:pt x="1633" y="996"/>
                    <a:pt x="1633" y="996"/>
                    <a:pt x="1633" y="996"/>
                  </a:cubicBezTo>
                  <a:moveTo>
                    <a:pt x="786" y="989"/>
                  </a:moveTo>
                  <a:cubicBezTo>
                    <a:pt x="781" y="1004"/>
                    <a:pt x="781" y="1004"/>
                    <a:pt x="781" y="1004"/>
                  </a:cubicBezTo>
                  <a:cubicBezTo>
                    <a:pt x="810" y="1015"/>
                    <a:pt x="810" y="1015"/>
                    <a:pt x="810" y="1015"/>
                  </a:cubicBezTo>
                  <a:cubicBezTo>
                    <a:pt x="816" y="1000"/>
                    <a:pt x="816" y="1000"/>
                    <a:pt x="816" y="1000"/>
                  </a:cubicBezTo>
                  <a:cubicBezTo>
                    <a:pt x="786" y="989"/>
                    <a:pt x="786" y="989"/>
                    <a:pt x="786" y="989"/>
                  </a:cubicBezTo>
                  <a:moveTo>
                    <a:pt x="727" y="967"/>
                  </a:moveTo>
                  <a:cubicBezTo>
                    <a:pt x="721" y="982"/>
                    <a:pt x="721" y="982"/>
                    <a:pt x="721" y="982"/>
                  </a:cubicBezTo>
                  <a:cubicBezTo>
                    <a:pt x="751" y="993"/>
                    <a:pt x="751" y="993"/>
                    <a:pt x="751" y="993"/>
                  </a:cubicBezTo>
                  <a:cubicBezTo>
                    <a:pt x="756" y="978"/>
                    <a:pt x="756" y="978"/>
                    <a:pt x="756" y="978"/>
                  </a:cubicBezTo>
                  <a:cubicBezTo>
                    <a:pt x="727" y="967"/>
                    <a:pt x="727" y="967"/>
                    <a:pt x="727" y="967"/>
                  </a:cubicBezTo>
                  <a:moveTo>
                    <a:pt x="1674" y="950"/>
                  </a:moveTo>
                  <a:cubicBezTo>
                    <a:pt x="1669" y="956"/>
                    <a:pt x="1664" y="962"/>
                    <a:pt x="1659" y="968"/>
                  </a:cubicBezTo>
                  <a:cubicBezTo>
                    <a:pt x="1657" y="970"/>
                    <a:pt x="1656" y="972"/>
                    <a:pt x="1654" y="974"/>
                  </a:cubicBezTo>
                  <a:cubicBezTo>
                    <a:pt x="1666" y="984"/>
                    <a:pt x="1666" y="984"/>
                    <a:pt x="1666" y="984"/>
                  </a:cubicBezTo>
                  <a:cubicBezTo>
                    <a:pt x="1668" y="982"/>
                    <a:pt x="1669" y="980"/>
                    <a:pt x="1671" y="978"/>
                  </a:cubicBezTo>
                  <a:cubicBezTo>
                    <a:pt x="1676" y="972"/>
                    <a:pt x="1682" y="966"/>
                    <a:pt x="1687" y="960"/>
                  </a:cubicBezTo>
                  <a:cubicBezTo>
                    <a:pt x="1674" y="950"/>
                    <a:pt x="1674" y="950"/>
                    <a:pt x="1674" y="950"/>
                  </a:cubicBezTo>
                  <a:moveTo>
                    <a:pt x="1674" y="950"/>
                  </a:moveTo>
                  <a:cubicBezTo>
                    <a:pt x="1674" y="950"/>
                    <a:pt x="1674" y="950"/>
                    <a:pt x="1674" y="950"/>
                  </a:cubicBezTo>
                  <a:cubicBezTo>
                    <a:pt x="1674" y="950"/>
                    <a:pt x="1674" y="950"/>
                    <a:pt x="1674" y="950"/>
                  </a:cubicBezTo>
                  <a:moveTo>
                    <a:pt x="668" y="945"/>
                  </a:moveTo>
                  <a:cubicBezTo>
                    <a:pt x="662" y="960"/>
                    <a:pt x="662" y="960"/>
                    <a:pt x="662" y="960"/>
                  </a:cubicBezTo>
                  <a:cubicBezTo>
                    <a:pt x="692" y="971"/>
                    <a:pt x="692" y="971"/>
                    <a:pt x="692" y="971"/>
                  </a:cubicBezTo>
                  <a:cubicBezTo>
                    <a:pt x="697" y="956"/>
                    <a:pt x="697" y="956"/>
                    <a:pt x="697" y="956"/>
                  </a:cubicBezTo>
                  <a:cubicBezTo>
                    <a:pt x="668" y="945"/>
                    <a:pt x="668" y="945"/>
                    <a:pt x="668" y="945"/>
                  </a:cubicBezTo>
                  <a:moveTo>
                    <a:pt x="608" y="923"/>
                  </a:moveTo>
                  <a:cubicBezTo>
                    <a:pt x="603" y="938"/>
                    <a:pt x="603" y="938"/>
                    <a:pt x="603" y="938"/>
                  </a:cubicBezTo>
                  <a:cubicBezTo>
                    <a:pt x="632" y="949"/>
                    <a:pt x="632" y="949"/>
                    <a:pt x="632" y="949"/>
                  </a:cubicBezTo>
                  <a:cubicBezTo>
                    <a:pt x="638" y="934"/>
                    <a:pt x="638" y="934"/>
                    <a:pt x="638" y="934"/>
                  </a:cubicBezTo>
                  <a:cubicBezTo>
                    <a:pt x="608" y="923"/>
                    <a:pt x="608" y="923"/>
                    <a:pt x="608" y="923"/>
                  </a:cubicBezTo>
                  <a:moveTo>
                    <a:pt x="549" y="901"/>
                  </a:moveTo>
                  <a:cubicBezTo>
                    <a:pt x="543" y="915"/>
                    <a:pt x="543" y="915"/>
                    <a:pt x="543" y="915"/>
                  </a:cubicBezTo>
                  <a:cubicBezTo>
                    <a:pt x="573" y="927"/>
                    <a:pt x="573" y="927"/>
                    <a:pt x="573" y="927"/>
                  </a:cubicBezTo>
                  <a:cubicBezTo>
                    <a:pt x="579" y="912"/>
                    <a:pt x="579" y="912"/>
                    <a:pt x="579" y="912"/>
                  </a:cubicBezTo>
                  <a:cubicBezTo>
                    <a:pt x="549" y="901"/>
                    <a:pt x="549" y="901"/>
                    <a:pt x="549" y="901"/>
                  </a:cubicBezTo>
                  <a:moveTo>
                    <a:pt x="1710" y="899"/>
                  </a:moveTo>
                  <a:cubicBezTo>
                    <a:pt x="1705" y="908"/>
                    <a:pt x="1699" y="916"/>
                    <a:pt x="1693" y="925"/>
                  </a:cubicBezTo>
                  <a:cubicBezTo>
                    <a:pt x="1706" y="934"/>
                    <a:pt x="1706" y="934"/>
                    <a:pt x="1706" y="934"/>
                  </a:cubicBezTo>
                  <a:cubicBezTo>
                    <a:pt x="1712" y="925"/>
                    <a:pt x="1718" y="916"/>
                    <a:pt x="1723" y="907"/>
                  </a:cubicBezTo>
                  <a:cubicBezTo>
                    <a:pt x="1710" y="899"/>
                    <a:pt x="1710" y="899"/>
                    <a:pt x="1710" y="899"/>
                  </a:cubicBezTo>
                  <a:moveTo>
                    <a:pt x="490" y="879"/>
                  </a:moveTo>
                  <a:cubicBezTo>
                    <a:pt x="484" y="893"/>
                    <a:pt x="484" y="893"/>
                    <a:pt x="484" y="893"/>
                  </a:cubicBezTo>
                  <a:cubicBezTo>
                    <a:pt x="514" y="904"/>
                    <a:pt x="514" y="904"/>
                    <a:pt x="514" y="904"/>
                  </a:cubicBezTo>
                  <a:cubicBezTo>
                    <a:pt x="519" y="890"/>
                    <a:pt x="519" y="890"/>
                    <a:pt x="519" y="890"/>
                  </a:cubicBezTo>
                  <a:cubicBezTo>
                    <a:pt x="490" y="879"/>
                    <a:pt x="490" y="879"/>
                    <a:pt x="490" y="879"/>
                  </a:cubicBezTo>
                  <a:moveTo>
                    <a:pt x="430" y="856"/>
                  </a:moveTo>
                  <a:cubicBezTo>
                    <a:pt x="425" y="871"/>
                    <a:pt x="425" y="871"/>
                    <a:pt x="425" y="871"/>
                  </a:cubicBezTo>
                  <a:cubicBezTo>
                    <a:pt x="454" y="882"/>
                    <a:pt x="454" y="882"/>
                    <a:pt x="454" y="882"/>
                  </a:cubicBezTo>
                  <a:cubicBezTo>
                    <a:pt x="460" y="867"/>
                    <a:pt x="460" y="867"/>
                    <a:pt x="460" y="867"/>
                  </a:cubicBezTo>
                  <a:cubicBezTo>
                    <a:pt x="430" y="856"/>
                    <a:pt x="430" y="856"/>
                    <a:pt x="430" y="856"/>
                  </a:cubicBezTo>
                  <a:moveTo>
                    <a:pt x="1739" y="844"/>
                  </a:moveTo>
                  <a:cubicBezTo>
                    <a:pt x="1735" y="853"/>
                    <a:pt x="1730" y="862"/>
                    <a:pt x="1725" y="872"/>
                  </a:cubicBezTo>
                  <a:cubicBezTo>
                    <a:pt x="1739" y="879"/>
                    <a:pt x="1739" y="879"/>
                    <a:pt x="1739" y="879"/>
                  </a:cubicBezTo>
                  <a:cubicBezTo>
                    <a:pt x="1744" y="869"/>
                    <a:pt x="1749" y="860"/>
                    <a:pt x="1753" y="850"/>
                  </a:cubicBezTo>
                  <a:cubicBezTo>
                    <a:pt x="1739" y="844"/>
                    <a:pt x="1739" y="844"/>
                    <a:pt x="1739" y="844"/>
                  </a:cubicBezTo>
                  <a:moveTo>
                    <a:pt x="371" y="834"/>
                  </a:moveTo>
                  <a:cubicBezTo>
                    <a:pt x="366" y="849"/>
                    <a:pt x="366" y="849"/>
                    <a:pt x="366" y="849"/>
                  </a:cubicBezTo>
                  <a:cubicBezTo>
                    <a:pt x="395" y="860"/>
                    <a:pt x="395" y="860"/>
                    <a:pt x="395" y="860"/>
                  </a:cubicBezTo>
                  <a:cubicBezTo>
                    <a:pt x="401" y="845"/>
                    <a:pt x="401" y="845"/>
                    <a:pt x="401" y="845"/>
                  </a:cubicBezTo>
                  <a:cubicBezTo>
                    <a:pt x="371" y="834"/>
                    <a:pt x="371" y="834"/>
                    <a:pt x="371" y="834"/>
                  </a:cubicBezTo>
                  <a:moveTo>
                    <a:pt x="312" y="812"/>
                  </a:moveTo>
                  <a:cubicBezTo>
                    <a:pt x="306" y="827"/>
                    <a:pt x="306" y="827"/>
                    <a:pt x="306" y="827"/>
                  </a:cubicBezTo>
                  <a:cubicBezTo>
                    <a:pt x="336" y="838"/>
                    <a:pt x="336" y="838"/>
                    <a:pt x="336" y="838"/>
                  </a:cubicBezTo>
                  <a:cubicBezTo>
                    <a:pt x="341" y="823"/>
                    <a:pt x="341" y="823"/>
                    <a:pt x="341" y="823"/>
                  </a:cubicBezTo>
                  <a:cubicBezTo>
                    <a:pt x="312" y="812"/>
                    <a:pt x="312" y="812"/>
                    <a:pt x="312" y="812"/>
                  </a:cubicBezTo>
                  <a:moveTo>
                    <a:pt x="253" y="789"/>
                  </a:moveTo>
                  <a:cubicBezTo>
                    <a:pt x="247" y="804"/>
                    <a:pt x="247" y="804"/>
                    <a:pt x="247" y="804"/>
                  </a:cubicBezTo>
                  <a:cubicBezTo>
                    <a:pt x="257" y="808"/>
                    <a:pt x="266" y="812"/>
                    <a:pt x="277" y="816"/>
                  </a:cubicBezTo>
                  <a:cubicBezTo>
                    <a:pt x="282" y="801"/>
                    <a:pt x="282" y="801"/>
                    <a:pt x="282" y="801"/>
                  </a:cubicBezTo>
                  <a:cubicBezTo>
                    <a:pt x="272" y="798"/>
                    <a:pt x="263" y="794"/>
                    <a:pt x="253" y="789"/>
                  </a:cubicBezTo>
                  <a:moveTo>
                    <a:pt x="1761" y="785"/>
                  </a:moveTo>
                  <a:cubicBezTo>
                    <a:pt x="1758" y="795"/>
                    <a:pt x="1755" y="805"/>
                    <a:pt x="1751" y="815"/>
                  </a:cubicBezTo>
                  <a:cubicBezTo>
                    <a:pt x="1766" y="820"/>
                    <a:pt x="1766" y="820"/>
                    <a:pt x="1766" y="820"/>
                  </a:cubicBezTo>
                  <a:cubicBezTo>
                    <a:pt x="1770" y="810"/>
                    <a:pt x="1773" y="800"/>
                    <a:pt x="1776" y="790"/>
                  </a:cubicBezTo>
                  <a:cubicBezTo>
                    <a:pt x="1761" y="785"/>
                    <a:pt x="1761" y="785"/>
                    <a:pt x="1761" y="785"/>
                  </a:cubicBezTo>
                  <a:moveTo>
                    <a:pt x="1761" y="785"/>
                  </a:moveTo>
                  <a:cubicBezTo>
                    <a:pt x="1761" y="785"/>
                    <a:pt x="1761" y="785"/>
                    <a:pt x="1761" y="785"/>
                  </a:cubicBezTo>
                  <a:cubicBezTo>
                    <a:pt x="1761" y="785"/>
                    <a:pt x="1761" y="785"/>
                    <a:pt x="1761" y="785"/>
                  </a:cubicBezTo>
                  <a:cubicBezTo>
                    <a:pt x="1761" y="785"/>
                    <a:pt x="1761" y="785"/>
                    <a:pt x="1761" y="785"/>
                  </a:cubicBezTo>
                  <a:moveTo>
                    <a:pt x="199" y="759"/>
                  </a:moveTo>
                  <a:cubicBezTo>
                    <a:pt x="190" y="773"/>
                    <a:pt x="190" y="773"/>
                    <a:pt x="190" y="773"/>
                  </a:cubicBezTo>
                  <a:cubicBezTo>
                    <a:pt x="199" y="778"/>
                    <a:pt x="209" y="784"/>
                    <a:pt x="218" y="789"/>
                  </a:cubicBezTo>
                  <a:cubicBezTo>
                    <a:pt x="226" y="775"/>
                    <a:pt x="226" y="775"/>
                    <a:pt x="226" y="775"/>
                  </a:cubicBezTo>
                  <a:cubicBezTo>
                    <a:pt x="217" y="770"/>
                    <a:pt x="208" y="765"/>
                    <a:pt x="199" y="759"/>
                  </a:cubicBezTo>
                  <a:moveTo>
                    <a:pt x="1776" y="725"/>
                  </a:moveTo>
                  <a:cubicBezTo>
                    <a:pt x="1774" y="735"/>
                    <a:pt x="1772" y="745"/>
                    <a:pt x="1769" y="755"/>
                  </a:cubicBezTo>
                  <a:cubicBezTo>
                    <a:pt x="1785" y="759"/>
                    <a:pt x="1785" y="759"/>
                    <a:pt x="1785" y="759"/>
                  </a:cubicBezTo>
                  <a:cubicBezTo>
                    <a:pt x="1787" y="749"/>
                    <a:pt x="1789" y="738"/>
                    <a:pt x="1791" y="728"/>
                  </a:cubicBezTo>
                  <a:cubicBezTo>
                    <a:pt x="1776" y="725"/>
                    <a:pt x="1776" y="725"/>
                    <a:pt x="1776" y="725"/>
                  </a:cubicBezTo>
                  <a:moveTo>
                    <a:pt x="150" y="722"/>
                  </a:moveTo>
                  <a:cubicBezTo>
                    <a:pt x="139" y="733"/>
                    <a:pt x="139" y="733"/>
                    <a:pt x="139" y="733"/>
                  </a:cubicBezTo>
                  <a:cubicBezTo>
                    <a:pt x="147" y="740"/>
                    <a:pt x="156" y="747"/>
                    <a:pt x="164" y="754"/>
                  </a:cubicBezTo>
                  <a:cubicBezTo>
                    <a:pt x="174" y="741"/>
                    <a:pt x="174" y="741"/>
                    <a:pt x="174" y="741"/>
                  </a:cubicBezTo>
                  <a:cubicBezTo>
                    <a:pt x="166" y="735"/>
                    <a:pt x="158" y="728"/>
                    <a:pt x="150" y="722"/>
                  </a:cubicBezTo>
                  <a:moveTo>
                    <a:pt x="107" y="677"/>
                  </a:moveTo>
                  <a:cubicBezTo>
                    <a:pt x="95" y="687"/>
                    <a:pt x="95" y="687"/>
                    <a:pt x="95" y="687"/>
                  </a:cubicBezTo>
                  <a:cubicBezTo>
                    <a:pt x="102" y="695"/>
                    <a:pt x="109" y="703"/>
                    <a:pt x="116" y="711"/>
                  </a:cubicBezTo>
                  <a:cubicBezTo>
                    <a:pt x="128" y="700"/>
                    <a:pt x="128" y="700"/>
                    <a:pt x="128" y="700"/>
                  </a:cubicBezTo>
                  <a:cubicBezTo>
                    <a:pt x="121" y="692"/>
                    <a:pt x="114" y="685"/>
                    <a:pt x="107" y="677"/>
                  </a:cubicBezTo>
                  <a:moveTo>
                    <a:pt x="1783" y="663"/>
                  </a:moveTo>
                  <a:cubicBezTo>
                    <a:pt x="1782" y="673"/>
                    <a:pt x="1781" y="684"/>
                    <a:pt x="1780" y="694"/>
                  </a:cubicBezTo>
                  <a:cubicBezTo>
                    <a:pt x="1796" y="696"/>
                    <a:pt x="1796" y="696"/>
                    <a:pt x="1796" y="696"/>
                  </a:cubicBezTo>
                  <a:cubicBezTo>
                    <a:pt x="1797" y="685"/>
                    <a:pt x="1798" y="675"/>
                    <a:pt x="1798" y="664"/>
                  </a:cubicBezTo>
                  <a:cubicBezTo>
                    <a:pt x="1783" y="663"/>
                    <a:pt x="1783" y="663"/>
                    <a:pt x="1783" y="663"/>
                  </a:cubicBezTo>
                  <a:moveTo>
                    <a:pt x="72" y="626"/>
                  </a:moveTo>
                  <a:cubicBezTo>
                    <a:pt x="58" y="634"/>
                    <a:pt x="58" y="634"/>
                    <a:pt x="58" y="634"/>
                  </a:cubicBezTo>
                  <a:cubicBezTo>
                    <a:pt x="64" y="643"/>
                    <a:pt x="70" y="652"/>
                    <a:pt x="76" y="661"/>
                  </a:cubicBezTo>
                  <a:cubicBezTo>
                    <a:pt x="89" y="652"/>
                    <a:pt x="89" y="652"/>
                    <a:pt x="89" y="652"/>
                  </a:cubicBezTo>
                  <a:cubicBezTo>
                    <a:pt x="83" y="643"/>
                    <a:pt x="77" y="635"/>
                    <a:pt x="72" y="626"/>
                  </a:cubicBezTo>
                  <a:moveTo>
                    <a:pt x="1798" y="600"/>
                  </a:moveTo>
                  <a:cubicBezTo>
                    <a:pt x="1784" y="601"/>
                    <a:pt x="1784" y="601"/>
                    <a:pt x="1784" y="601"/>
                  </a:cubicBezTo>
                  <a:cubicBezTo>
                    <a:pt x="1787" y="607"/>
                    <a:pt x="1787" y="607"/>
                    <a:pt x="1787" y="607"/>
                  </a:cubicBezTo>
                  <a:cubicBezTo>
                    <a:pt x="1782" y="609"/>
                    <a:pt x="1782" y="609"/>
                    <a:pt x="1782" y="609"/>
                  </a:cubicBezTo>
                  <a:cubicBezTo>
                    <a:pt x="1783" y="616"/>
                    <a:pt x="1783" y="624"/>
                    <a:pt x="1783" y="632"/>
                  </a:cubicBezTo>
                  <a:cubicBezTo>
                    <a:pt x="1799" y="632"/>
                    <a:pt x="1799" y="632"/>
                    <a:pt x="1799" y="632"/>
                  </a:cubicBezTo>
                  <a:cubicBezTo>
                    <a:pt x="1799" y="621"/>
                    <a:pt x="1798" y="610"/>
                    <a:pt x="1798" y="600"/>
                  </a:cubicBezTo>
                  <a:moveTo>
                    <a:pt x="45" y="570"/>
                  </a:moveTo>
                  <a:cubicBezTo>
                    <a:pt x="30" y="576"/>
                    <a:pt x="30" y="576"/>
                    <a:pt x="30" y="576"/>
                  </a:cubicBezTo>
                  <a:cubicBezTo>
                    <a:pt x="31" y="578"/>
                    <a:pt x="32" y="580"/>
                    <a:pt x="33" y="582"/>
                  </a:cubicBezTo>
                  <a:cubicBezTo>
                    <a:pt x="36" y="590"/>
                    <a:pt x="39" y="598"/>
                    <a:pt x="43" y="605"/>
                  </a:cubicBezTo>
                  <a:cubicBezTo>
                    <a:pt x="57" y="598"/>
                    <a:pt x="57" y="598"/>
                    <a:pt x="57" y="598"/>
                  </a:cubicBezTo>
                  <a:cubicBezTo>
                    <a:pt x="54" y="591"/>
                    <a:pt x="50" y="583"/>
                    <a:pt x="47" y="576"/>
                  </a:cubicBezTo>
                  <a:cubicBezTo>
                    <a:pt x="46" y="574"/>
                    <a:pt x="46" y="572"/>
                    <a:pt x="45" y="570"/>
                  </a:cubicBezTo>
                  <a:moveTo>
                    <a:pt x="1789" y="536"/>
                  </a:moveTo>
                  <a:cubicBezTo>
                    <a:pt x="1773" y="539"/>
                    <a:pt x="1773" y="539"/>
                    <a:pt x="1773" y="539"/>
                  </a:cubicBezTo>
                  <a:cubicBezTo>
                    <a:pt x="1773" y="539"/>
                    <a:pt x="1773" y="539"/>
                    <a:pt x="1773" y="539"/>
                  </a:cubicBezTo>
                  <a:cubicBezTo>
                    <a:pt x="1776" y="549"/>
                    <a:pt x="1777" y="559"/>
                    <a:pt x="1779" y="570"/>
                  </a:cubicBezTo>
                  <a:cubicBezTo>
                    <a:pt x="1794" y="568"/>
                    <a:pt x="1794" y="568"/>
                    <a:pt x="1794" y="568"/>
                  </a:cubicBezTo>
                  <a:cubicBezTo>
                    <a:pt x="1793" y="557"/>
                    <a:pt x="1791" y="546"/>
                    <a:pt x="1789" y="536"/>
                  </a:cubicBezTo>
                  <a:moveTo>
                    <a:pt x="26" y="511"/>
                  </a:moveTo>
                  <a:cubicBezTo>
                    <a:pt x="11" y="514"/>
                    <a:pt x="11" y="514"/>
                    <a:pt x="11" y="514"/>
                  </a:cubicBezTo>
                  <a:cubicBezTo>
                    <a:pt x="13" y="525"/>
                    <a:pt x="16" y="535"/>
                    <a:pt x="19" y="545"/>
                  </a:cubicBezTo>
                  <a:cubicBezTo>
                    <a:pt x="34" y="541"/>
                    <a:pt x="34" y="541"/>
                    <a:pt x="34" y="541"/>
                  </a:cubicBezTo>
                  <a:cubicBezTo>
                    <a:pt x="31" y="531"/>
                    <a:pt x="29" y="521"/>
                    <a:pt x="26" y="511"/>
                  </a:cubicBezTo>
                  <a:moveTo>
                    <a:pt x="1773" y="474"/>
                  </a:moveTo>
                  <a:cubicBezTo>
                    <a:pt x="1758" y="479"/>
                    <a:pt x="1758" y="479"/>
                    <a:pt x="1758" y="479"/>
                  </a:cubicBezTo>
                  <a:cubicBezTo>
                    <a:pt x="1761" y="489"/>
                    <a:pt x="1764" y="499"/>
                    <a:pt x="1766" y="509"/>
                  </a:cubicBezTo>
                  <a:cubicBezTo>
                    <a:pt x="1782" y="505"/>
                    <a:pt x="1782" y="505"/>
                    <a:pt x="1782" y="505"/>
                  </a:cubicBezTo>
                  <a:cubicBezTo>
                    <a:pt x="1779" y="494"/>
                    <a:pt x="1776" y="484"/>
                    <a:pt x="1773" y="474"/>
                  </a:cubicBezTo>
                  <a:moveTo>
                    <a:pt x="17" y="449"/>
                  </a:moveTo>
                  <a:cubicBezTo>
                    <a:pt x="1" y="450"/>
                    <a:pt x="1" y="450"/>
                    <a:pt x="1" y="450"/>
                  </a:cubicBezTo>
                  <a:cubicBezTo>
                    <a:pt x="2" y="461"/>
                    <a:pt x="3" y="472"/>
                    <a:pt x="5" y="482"/>
                  </a:cubicBezTo>
                  <a:cubicBezTo>
                    <a:pt x="21" y="480"/>
                    <a:pt x="21" y="480"/>
                    <a:pt x="21" y="480"/>
                  </a:cubicBezTo>
                  <a:cubicBezTo>
                    <a:pt x="19" y="470"/>
                    <a:pt x="18" y="460"/>
                    <a:pt x="17" y="449"/>
                  </a:cubicBezTo>
                  <a:moveTo>
                    <a:pt x="1749" y="414"/>
                  </a:moveTo>
                  <a:cubicBezTo>
                    <a:pt x="1734" y="421"/>
                    <a:pt x="1734" y="421"/>
                    <a:pt x="1734" y="421"/>
                  </a:cubicBezTo>
                  <a:cubicBezTo>
                    <a:pt x="1739" y="430"/>
                    <a:pt x="1743" y="440"/>
                    <a:pt x="1747" y="450"/>
                  </a:cubicBezTo>
                  <a:cubicBezTo>
                    <a:pt x="1761" y="444"/>
                    <a:pt x="1761" y="444"/>
                    <a:pt x="1761" y="444"/>
                  </a:cubicBezTo>
                  <a:cubicBezTo>
                    <a:pt x="1757" y="434"/>
                    <a:pt x="1753" y="424"/>
                    <a:pt x="1749" y="414"/>
                  </a:cubicBezTo>
                  <a:moveTo>
                    <a:pt x="2" y="386"/>
                  </a:moveTo>
                  <a:cubicBezTo>
                    <a:pt x="1" y="397"/>
                    <a:pt x="0" y="407"/>
                    <a:pt x="0" y="418"/>
                  </a:cubicBezTo>
                  <a:cubicBezTo>
                    <a:pt x="16" y="418"/>
                    <a:pt x="16" y="418"/>
                    <a:pt x="16" y="418"/>
                  </a:cubicBezTo>
                  <a:cubicBezTo>
                    <a:pt x="16" y="408"/>
                    <a:pt x="17" y="398"/>
                    <a:pt x="18" y="387"/>
                  </a:cubicBezTo>
                  <a:cubicBezTo>
                    <a:pt x="2" y="386"/>
                    <a:pt x="2" y="386"/>
                    <a:pt x="2" y="386"/>
                  </a:cubicBezTo>
                  <a:moveTo>
                    <a:pt x="1717" y="358"/>
                  </a:moveTo>
                  <a:cubicBezTo>
                    <a:pt x="1704" y="367"/>
                    <a:pt x="1704" y="367"/>
                    <a:pt x="1704" y="367"/>
                  </a:cubicBezTo>
                  <a:cubicBezTo>
                    <a:pt x="1710" y="375"/>
                    <a:pt x="1715" y="384"/>
                    <a:pt x="1720" y="393"/>
                  </a:cubicBezTo>
                  <a:cubicBezTo>
                    <a:pt x="1734" y="386"/>
                    <a:pt x="1734" y="386"/>
                    <a:pt x="1734" y="386"/>
                  </a:cubicBezTo>
                  <a:cubicBezTo>
                    <a:pt x="1729" y="376"/>
                    <a:pt x="1723" y="367"/>
                    <a:pt x="1717" y="358"/>
                  </a:cubicBezTo>
                  <a:moveTo>
                    <a:pt x="12" y="322"/>
                  </a:moveTo>
                  <a:cubicBezTo>
                    <a:pt x="10" y="333"/>
                    <a:pt x="7" y="343"/>
                    <a:pt x="6" y="354"/>
                  </a:cubicBezTo>
                  <a:cubicBezTo>
                    <a:pt x="21" y="356"/>
                    <a:pt x="21" y="356"/>
                    <a:pt x="21" y="356"/>
                  </a:cubicBezTo>
                  <a:cubicBezTo>
                    <a:pt x="23" y="346"/>
                    <a:pt x="25" y="336"/>
                    <a:pt x="27" y="326"/>
                  </a:cubicBezTo>
                  <a:cubicBezTo>
                    <a:pt x="12" y="322"/>
                    <a:pt x="12" y="322"/>
                    <a:pt x="12" y="322"/>
                  </a:cubicBezTo>
                  <a:moveTo>
                    <a:pt x="1679" y="306"/>
                  </a:moveTo>
                  <a:cubicBezTo>
                    <a:pt x="1667" y="316"/>
                    <a:pt x="1667" y="316"/>
                    <a:pt x="1667" y="316"/>
                  </a:cubicBezTo>
                  <a:cubicBezTo>
                    <a:pt x="1674" y="324"/>
                    <a:pt x="1680" y="333"/>
                    <a:pt x="1686" y="341"/>
                  </a:cubicBezTo>
                  <a:cubicBezTo>
                    <a:pt x="1699" y="332"/>
                    <a:pt x="1699" y="332"/>
                    <a:pt x="1699" y="332"/>
                  </a:cubicBezTo>
                  <a:cubicBezTo>
                    <a:pt x="1693" y="323"/>
                    <a:pt x="1686" y="315"/>
                    <a:pt x="1679" y="306"/>
                  </a:cubicBezTo>
                  <a:moveTo>
                    <a:pt x="32" y="261"/>
                  </a:moveTo>
                  <a:cubicBezTo>
                    <a:pt x="28" y="271"/>
                    <a:pt x="24" y="281"/>
                    <a:pt x="21" y="291"/>
                  </a:cubicBezTo>
                  <a:cubicBezTo>
                    <a:pt x="36" y="296"/>
                    <a:pt x="36" y="296"/>
                    <a:pt x="36" y="296"/>
                  </a:cubicBezTo>
                  <a:cubicBezTo>
                    <a:pt x="39" y="286"/>
                    <a:pt x="43" y="277"/>
                    <a:pt x="47" y="267"/>
                  </a:cubicBezTo>
                  <a:cubicBezTo>
                    <a:pt x="32" y="261"/>
                    <a:pt x="32" y="261"/>
                    <a:pt x="32" y="261"/>
                  </a:cubicBezTo>
                  <a:moveTo>
                    <a:pt x="1635" y="260"/>
                  </a:moveTo>
                  <a:cubicBezTo>
                    <a:pt x="1624" y="271"/>
                    <a:pt x="1624" y="271"/>
                    <a:pt x="1624" y="271"/>
                  </a:cubicBezTo>
                  <a:cubicBezTo>
                    <a:pt x="1632" y="278"/>
                    <a:pt x="1639" y="286"/>
                    <a:pt x="1647" y="293"/>
                  </a:cubicBezTo>
                  <a:cubicBezTo>
                    <a:pt x="1658" y="282"/>
                    <a:pt x="1658" y="282"/>
                    <a:pt x="1658" y="282"/>
                  </a:cubicBezTo>
                  <a:cubicBezTo>
                    <a:pt x="1651" y="275"/>
                    <a:pt x="1643" y="267"/>
                    <a:pt x="1635" y="260"/>
                  </a:cubicBezTo>
                  <a:moveTo>
                    <a:pt x="1586" y="219"/>
                  </a:moveTo>
                  <a:cubicBezTo>
                    <a:pt x="1577" y="231"/>
                    <a:pt x="1577" y="231"/>
                    <a:pt x="1577" y="231"/>
                  </a:cubicBezTo>
                  <a:cubicBezTo>
                    <a:pt x="1585" y="237"/>
                    <a:pt x="1593" y="244"/>
                    <a:pt x="1601" y="250"/>
                  </a:cubicBezTo>
                  <a:cubicBezTo>
                    <a:pt x="1611" y="238"/>
                    <a:pt x="1611" y="238"/>
                    <a:pt x="1611" y="238"/>
                  </a:cubicBezTo>
                  <a:cubicBezTo>
                    <a:pt x="1603" y="231"/>
                    <a:pt x="1594" y="225"/>
                    <a:pt x="1586" y="219"/>
                  </a:cubicBezTo>
                  <a:moveTo>
                    <a:pt x="61" y="203"/>
                  </a:moveTo>
                  <a:cubicBezTo>
                    <a:pt x="55" y="213"/>
                    <a:pt x="50" y="222"/>
                    <a:pt x="45" y="232"/>
                  </a:cubicBezTo>
                  <a:cubicBezTo>
                    <a:pt x="59" y="239"/>
                    <a:pt x="59" y="239"/>
                    <a:pt x="59" y="239"/>
                  </a:cubicBezTo>
                  <a:cubicBezTo>
                    <a:pt x="64" y="230"/>
                    <a:pt x="69" y="220"/>
                    <a:pt x="74" y="212"/>
                  </a:cubicBezTo>
                  <a:cubicBezTo>
                    <a:pt x="61" y="203"/>
                    <a:pt x="61" y="203"/>
                    <a:pt x="61" y="203"/>
                  </a:cubicBezTo>
                  <a:moveTo>
                    <a:pt x="1532" y="184"/>
                  </a:moveTo>
                  <a:cubicBezTo>
                    <a:pt x="1524" y="198"/>
                    <a:pt x="1524" y="198"/>
                    <a:pt x="1524" y="198"/>
                  </a:cubicBezTo>
                  <a:cubicBezTo>
                    <a:pt x="1533" y="203"/>
                    <a:pt x="1542" y="208"/>
                    <a:pt x="1551" y="214"/>
                  </a:cubicBezTo>
                  <a:cubicBezTo>
                    <a:pt x="1559" y="201"/>
                    <a:pt x="1559" y="201"/>
                    <a:pt x="1559" y="201"/>
                  </a:cubicBezTo>
                  <a:cubicBezTo>
                    <a:pt x="1550" y="195"/>
                    <a:pt x="1541" y="189"/>
                    <a:pt x="1532" y="184"/>
                  </a:cubicBezTo>
                  <a:moveTo>
                    <a:pt x="1474" y="157"/>
                  </a:moveTo>
                  <a:cubicBezTo>
                    <a:pt x="1468" y="171"/>
                    <a:pt x="1468" y="171"/>
                    <a:pt x="1468" y="171"/>
                  </a:cubicBezTo>
                  <a:cubicBezTo>
                    <a:pt x="1477" y="175"/>
                    <a:pt x="1487" y="179"/>
                    <a:pt x="1496" y="184"/>
                  </a:cubicBezTo>
                  <a:cubicBezTo>
                    <a:pt x="1503" y="169"/>
                    <a:pt x="1503" y="169"/>
                    <a:pt x="1503" y="169"/>
                  </a:cubicBezTo>
                  <a:cubicBezTo>
                    <a:pt x="1493" y="165"/>
                    <a:pt x="1484" y="160"/>
                    <a:pt x="1474" y="157"/>
                  </a:cubicBezTo>
                  <a:moveTo>
                    <a:pt x="98" y="151"/>
                  </a:moveTo>
                  <a:cubicBezTo>
                    <a:pt x="91" y="159"/>
                    <a:pt x="85" y="168"/>
                    <a:pt x="78" y="177"/>
                  </a:cubicBezTo>
                  <a:cubicBezTo>
                    <a:pt x="91" y="186"/>
                    <a:pt x="91" y="186"/>
                    <a:pt x="91" y="186"/>
                  </a:cubicBezTo>
                  <a:cubicBezTo>
                    <a:pt x="97" y="177"/>
                    <a:pt x="104" y="169"/>
                    <a:pt x="110" y="161"/>
                  </a:cubicBezTo>
                  <a:cubicBezTo>
                    <a:pt x="98" y="151"/>
                    <a:pt x="98" y="151"/>
                    <a:pt x="98" y="151"/>
                  </a:cubicBezTo>
                  <a:moveTo>
                    <a:pt x="1413" y="136"/>
                  </a:moveTo>
                  <a:cubicBezTo>
                    <a:pt x="1409" y="152"/>
                    <a:pt x="1409" y="152"/>
                    <a:pt x="1409" y="152"/>
                  </a:cubicBezTo>
                  <a:cubicBezTo>
                    <a:pt x="1419" y="154"/>
                    <a:pt x="1429" y="157"/>
                    <a:pt x="1439" y="160"/>
                  </a:cubicBezTo>
                  <a:cubicBezTo>
                    <a:pt x="1444" y="145"/>
                    <a:pt x="1444" y="145"/>
                    <a:pt x="1444" y="145"/>
                  </a:cubicBezTo>
                  <a:cubicBezTo>
                    <a:pt x="1433" y="142"/>
                    <a:pt x="1423" y="139"/>
                    <a:pt x="1413" y="136"/>
                  </a:cubicBezTo>
                  <a:moveTo>
                    <a:pt x="1350" y="124"/>
                  </a:moveTo>
                  <a:cubicBezTo>
                    <a:pt x="1348" y="140"/>
                    <a:pt x="1348" y="140"/>
                    <a:pt x="1348" y="140"/>
                  </a:cubicBezTo>
                  <a:cubicBezTo>
                    <a:pt x="1358" y="141"/>
                    <a:pt x="1358" y="141"/>
                    <a:pt x="1358" y="141"/>
                  </a:cubicBezTo>
                  <a:cubicBezTo>
                    <a:pt x="1365" y="142"/>
                    <a:pt x="1372" y="143"/>
                    <a:pt x="1378" y="145"/>
                  </a:cubicBezTo>
                  <a:cubicBezTo>
                    <a:pt x="1381" y="129"/>
                    <a:pt x="1381" y="129"/>
                    <a:pt x="1381" y="129"/>
                  </a:cubicBezTo>
                  <a:cubicBezTo>
                    <a:pt x="1374" y="128"/>
                    <a:pt x="1367" y="127"/>
                    <a:pt x="1360" y="126"/>
                  </a:cubicBezTo>
                  <a:cubicBezTo>
                    <a:pt x="1360" y="126"/>
                    <a:pt x="1360" y="126"/>
                    <a:pt x="1360" y="126"/>
                  </a:cubicBezTo>
                  <a:cubicBezTo>
                    <a:pt x="1350" y="124"/>
                    <a:pt x="1350" y="124"/>
                    <a:pt x="1350" y="124"/>
                  </a:cubicBezTo>
                  <a:moveTo>
                    <a:pt x="1287" y="115"/>
                  </a:moveTo>
                  <a:cubicBezTo>
                    <a:pt x="1285" y="131"/>
                    <a:pt x="1285" y="131"/>
                    <a:pt x="1285" y="131"/>
                  </a:cubicBezTo>
                  <a:cubicBezTo>
                    <a:pt x="1316" y="135"/>
                    <a:pt x="1316" y="135"/>
                    <a:pt x="1316" y="135"/>
                  </a:cubicBezTo>
                  <a:cubicBezTo>
                    <a:pt x="1318" y="120"/>
                    <a:pt x="1318" y="120"/>
                    <a:pt x="1318" y="120"/>
                  </a:cubicBezTo>
                  <a:cubicBezTo>
                    <a:pt x="1287" y="115"/>
                    <a:pt x="1287" y="115"/>
                    <a:pt x="1287" y="115"/>
                  </a:cubicBezTo>
                  <a:moveTo>
                    <a:pt x="1224" y="107"/>
                  </a:moveTo>
                  <a:cubicBezTo>
                    <a:pt x="1222" y="122"/>
                    <a:pt x="1222" y="122"/>
                    <a:pt x="1222" y="122"/>
                  </a:cubicBezTo>
                  <a:cubicBezTo>
                    <a:pt x="1254" y="127"/>
                    <a:pt x="1254" y="127"/>
                    <a:pt x="1254" y="127"/>
                  </a:cubicBezTo>
                  <a:cubicBezTo>
                    <a:pt x="1256" y="111"/>
                    <a:pt x="1256" y="111"/>
                    <a:pt x="1256" y="111"/>
                  </a:cubicBezTo>
                  <a:cubicBezTo>
                    <a:pt x="1224" y="107"/>
                    <a:pt x="1224" y="107"/>
                    <a:pt x="1224" y="107"/>
                  </a:cubicBezTo>
                  <a:moveTo>
                    <a:pt x="143" y="105"/>
                  </a:moveTo>
                  <a:cubicBezTo>
                    <a:pt x="135" y="112"/>
                    <a:pt x="127" y="119"/>
                    <a:pt x="120" y="127"/>
                  </a:cubicBezTo>
                  <a:cubicBezTo>
                    <a:pt x="131" y="138"/>
                    <a:pt x="131" y="138"/>
                    <a:pt x="131" y="138"/>
                  </a:cubicBezTo>
                  <a:cubicBezTo>
                    <a:pt x="138" y="131"/>
                    <a:pt x="146" y="123"/>
                    <a:pt x="153" y="117"/>
                  </a:cubicBezTo>
                  <a:cubicBezTo>
                    <a:pt x="143" y="105"/>
                    <a:pt x="143" y="105"/>
                    <a:pt x="143" y="105"/>
                  </a:cubicBezTo>
                  <a:moveTo>
                    <a:pt x="1162" y="98"/>
                  </a:moveTo>
                  <a:cubicBezTo>
                    <a:pt x="1159" y="114"/>
                    <a:pt x="1159" y="114"/>
                    <a:pt x="1159" y="114"/>
                  </a:cubicBezTo>
                  <a:cubicBezTo>
                    <a:pt x="1191" y="118"/>
                    <a:pt x="1191" y="118"/>
                    <a:pt x="1191" y="118"/>
                  </a:cubicBezTo>
                  <a:cubicBezTo>
                    <a:pt x="1193" y="102"/>
                    <a:pt x="1193" y="102"/>
                    <a:pt x="1193" y="102"/>
                  </a:cubicBezTo>
                  <a:cubicBezTo>
                    <a:pt x="1162" y="98"/>
                    <a:pt x="1162" y="98"/>
                    <a:pt x="1162" y="98"/>
                  </a:cubicBezTo>
                  <a:moveTo>
                    <a:pt x="178" y="97"/>
                  </a:moveTo>
                  <a:cubicBezTo>
                    <a:pt x="178" y="97"/>
                    <a:pt x="178" y="97"/>
                    <a:pt x="178" y="97"/>
                  </a:cubicBezTo>
                  <a:cubicBezTo>
                    <a:pt x="178" y="97"/>
                    <a:pt x="178" y="97"/>
                    <a:pt x="178" y="97"/>
                  </a:cubicBezTo>
                  <a:cubicBezTo>
                    <a:pt x="178" y="97"/>
                    <a:pt x="178" y="97"/>
                    <a:pt x="178" y="97"/>
                  </a:cubicBezTo>
                  <a:moveTo>
                    <a:pt x="1099" y="89"/>
                  </a:moveTo>
                  <a:cubicBezTo>
                    <a:pt x="1097" y="105"/>
                    <a:pt x="1097" y="105"/>
                    <a:pt x="1097" y="105"/>
                  </a:cubicBezTo>
                  <a:cubicBezTo>
                    <a:pt x="1128" y="109"/>
                    <a:pt x="1128" y="109"/>
                    <a:pt x="1128" y="109"/>
                  </a:cubicBezTo>
                  <a:cubicBezTo>
                    <a:pt x="1130" y="94"/>
                    <a:pt x="1130" y="94"/>
                    <a:pt x="1130" y="94"/>
                  </a:cubicBezTo>
                  <a:cubicBezTo>
                    <a:pt x="1099" y="89"/>
                    <a:pt x="1099" y="89"/>
                    <a:pt x="1099" y="89"/>
                  </a:cubicBezTo>
                  <a:moveTo>
                    <a:pt x="1036" y="81"/>
                  </a:moveTo>
                  <a:cubicBezTo>
                    <a:pt x="1034" y="96"/>
                    <a:pt x="1034" y="96"/>
                    <a:pt x="1034" y="96"/>
                  </a:cubicBezTo>
                  <a:cubicBezTo>
                    <a:pt x="1065" y="101"/>
                    <a:pt x="1065" y="101"/>
                    <a:pt x="1065" y="101"/>
                  </a:cubicBezTo>
                  <a:cubicBezTo>
                    <a:pt x="1068" y="85"/>
                    <a:pt x="1068" y="85"/>
                    <a:pt x="1068" y="85"/>
                  </a:cubicBezTo>
                  <a:cubicBezTo>
                    <a:pt x="1036" y="81"/>
                    <a:pt x="1036" y="81"/>
                    <a:pt x="1036" y="81"/>
                  </a:cubicBezTo>
                  <a:moveTo>
                    <a:pt x="974" y="72"/>
                  </a:moveTo>
                  <a:cubicBezTo>
                    <a:pt x="971" y="88"/>
                    <a:pt x="971" y="88"/>
                    <a:pt x="971" y="88"/>
                  </a:cubicBezTo>
                  <a:cubicBezTo>
                    <a:pt x="1003" y="92"/>
                    <a:pt x="1003" y="92"/>
                    <a:pt x="1003" y="92"/>
                  </a:cubicBezTo>
                  <a:cubicBezTo>
                    <a:pt x="1005" y="76"/>
                    <a:pt x="1005" y="76"/>
                    <a:pt x="1005" y="76"/>
                  </a:cubicBezTo>
                  <a:cubicBezTo>
                    <a:pt x="974" y="72"/>
                    <a:pt x="974" y="72"/>
                    <a:pt x="974" y="72"/>
                  </a:cubicBezTo>
                  <a:moveTo>
                    <a:pt x="195" y="66"/>
                  </a:moveTo>
                  <a:cubicBezTo>
                    <a:pt x="185" y="72"/>
                    <a:pt x="177" y="78"/>
                    <a:pt x="168" y="84"/>
                  </a:cubicBezTo>
                  <a:cubicBezTo>
                    <a:pt x="178" y="97"/>
                    <a:pt x="178" y="97"/>
                    <a:pt x="178" y="97"/>
                  </a:cubicBezTo>
                  <a:cubicBezTo>
                    <a:pt x="186" y="91"/>
                    <a:pt x="194" y="85"/>
                    <a:pt x="203" y="79"/>
                  </a:cubicBezTo>
                  <a:cubicBezTo>
                    <a:pt x="195" y="66"/>
                    <a:pt x="195" y="66"/>
                    <a:pt x="195" y="66"/>
                  </a:cubicBezTo>
                  <a:moveTo>
                    <a:pt x="911" y="63"/>
                  </a:moveTo>
                  <a:cubicBezTo>
                    <a:pt x="909" y="79"/>
                    <a:pt x="909" y="79"/>
                    <a:pt x="909" y="79"/>
                  </a:cubicBezTo>
                  <a:cubicBezTo>
                    <a:pt x="940" y="83"/>
                    <a:pt x="940" y="83"/>
                    <a:pt x="940" y="83"/>
                  </a:cubicBezTo>
                  <a:cubicBezTo>
                    <a:pt x="942" y="68"/>
                    <a:pt x="942" y="68"/>
                    <a:pt x="942" y="68"/>
                  </a:cubicBezTo>
                  <a:cubicBezTo>
                    <a:pt x="911" y="63"/>
                    <a:pt x="911" y="63"/>
                    <a:pt x="911" y="63"/>
                  </a:cubicBezTo>
                  <a:moveTo>
                    <a:pt x="848" y="55"/>
                  </a:moveTo>
                  <a:cubicBezTo>
                    <a:pt x="846" y="70"/>
                    <a:pt x="846" y="70"/>
                    <a:pt x="846" y="70"/>
                  </a:cubicBezTo>
                  <a:cubicBezTo>
                    <a:pt x="877" y="75"/>
                    <a:pt x="877" y="75"/>
                    <a:pt x="877" y="75"/>
                  </a:cubicBezTo>
                  <a:cubicBezTo>
                    <a:pt x="880" y="59"/>
                    <a:pt x="880" y="59"/>
                    <a:pt x="880" y="59"/>
                  </a:cubicBezTo>
                  <a:cubicBezTo>
                    <a:pt x="848" y="55"/>
                    <a:pt x="848" y="55"/>
                    <a:pt x="848" y="55"/>
                  </a:cubicBezTo>
                  <a:moveTo>
                    <a:pt x="785" y="46"/>
                  </a:moveTo>
                  <a:cubicBezTo>
                    <a:pt x="783" y="62"/>
                    <a:pt x="783" y="62"/>
                    <a:pt x="783" y="62"/>
                  </a:cubicBezTo>
                  <a:cubicBezTo>
                    <a:pt x="815" y="66"/>
                    <a:pt x="815" y="66"/>
                    <a:pt x="815" y="66"/>
                  </a:cubicBezTo>
                  <a:cubicBezTo>
                    <a:pt x="817" y="51"/>
                    <a:pt x="817" y="51"/>
                    <a:pt x="817" y="51"/>
                  </a:cubicBezTo>
                  <a:cubicBezTo>
                    <a:pt x="785" y="46"/>
                    <a:pt x="785" y="46"/>
                    <a:pt x="785" y="46"/>
                  </a:cubicBezTo>
                  <a:moveTo>
                    <a:pt x="723" y="38"/>
                  </a:moveTo>
                  <a:cubicBezTo>
                    <a:pt x="721" y="53"/>
                    <a:pt x="721" y="53"/>
                    <a:pt x="721" y="53"/>
                  </a:cubicBezTo>
                  <a:cubicBezTo>
                    <a:pt x="752" y="57"/>
                    <a:pt x="752" y="57"/>
                    <a:pt x="752" y="57"/>
                  </a:cubicBezTo>
                  <a:cubicBezTo>
                    <a:pt x="754" y="42"/>
                    <a:pt x="754" y="42"/>
                    <a:pt x="754" y="42"/>
                  </a:cubicBezTo>
                  <a:cubicBezTo>
                    <a:pt x="723" y="38"/>
                    <a:pt x="723" y="38"/>
                    <a:pt x="723" y="38"/>
                  </a:cubicBezTo>
                  <a:moveTo>
                    <a:pt x="251" y="36"/>
                  </a:moveTo>
                  <a:cubicBezTo>
                    <a:pt x="241" y="40"/>
                    <a:pt x="232" y="45"/>
                    <a:pt x="222" y="50"/>
                  </a:cubicBezTo>
                  <a:cubicBezTo>
                    <a:pt x="230" y="64"/>
                    <a:pt x="230" y="64"/>
                    <a:pt x="230" y="64"/>
                  </a:cubicBezTo>
                  <a:cubicBezTo>
                    <a:pt x="239" y="59"/>
                    <a:pt x="248" y="54"/>
                    <a:pt x="258" y="50"/>
                  </a:cubicBezTo>
                  <a:cubicBezTo>
                    <a:pt x="251" y="36"/>
                    <a:pt x="251" y="36"/>
                    <a:pt x="251" y="36"/>
                  </a:cubicBezTo>
                  <a:moveTo>
                    <a:pt x="660" y="29"/>
                  </a:moveTo>
                  <a:cubicBezTo>
                    <a:pt x="658" y="45"/>
                    <a:pt x="658" y="45"/>
                    <a:pt x="658" y="45"/>
                  </a:cubicBezTo>
                  <a:cubicBezTo>
                    <a:pt x="689" y="49"/>
                    <a:pt x="689" y="49"/>
                    <a:pt x="689" y="49"/>
                  </a:cubicBezTo>
                  <a:cubicBezTo>
                    <a:pt x="691" y="33"/>
                    <a:pt x="691" y="33"/>
                    <a:pt x="691" y="33"/>
                  </a:cubicBezTo>
                  <a:cubicBezTo>
                    <a:pt x="660" y="29"/>
                    <a:pt x="660" y="29"/>
                    <a:pt x="660" y="29"/>
                  </a:cubicBezTo>
                  <a:moveTo>
                    <a:pt x="597" y="20"/>
                  </a:moveTo>
                  <a:cubicBezTo>
                    <a:pt x="595" y="36"/>
                    <a:pt x="595" y="36"/>
                    <a:pt x="595" y="36"/>
                  </a:cubicBezTo>
                  <a:cubicBezTo>
                    <a:pt x="627" y="40"/>
                    <a:pt x="627" y="40"/>
                    <a:pt x="627" y="40"/>
                  </a:cubicBezTo>
                  <a:cubicBezTo>
                    <a:pt x="629" y="25"/>
                    <a:pt x="629" y="25"/>
                    <a:pt x="629" y="25"/>
                  </a:cubicBezTo>
                  <a:cubicBezTo>
                    <a:pt x="597" y="20"/>
                    <a:pt x="597" y="20"/>
                    <a:pt x="597" y="20"/>
                  </a:cubicBezTo>
                  <a:moveTo>
                    <a:pt x="312" y="14"/>
                  </a:moveTo>
                  <a:cubicBezTo>
                    <a:pt x="302" y="17"/>
                    <a:pt x="291" y="20"/>
                    <a:pt x="281" y="24"/>
                  </a:cubicBezTo>
                  <a:cubicBezTo>
                    <a:pt x="287" y="39"/>
                    <a:pt x="287" y="39"/>
                    <a:pt x="287" y="39"/>
                  </a:cubicBezTo>
                  <a:cubicBezTo>
                    <a:pt x="296" y="35"/>
                    <a:pt x="306" y="32"/>
                    <a:pt x="316" y="29"/>
                  </a:cubicBezTo>
                  <a:cubicBezTo>
                    <a:pt x="312" y="14"/>
                    <a:pt x="312" y="14"/>
                    <a:pt x="312" y="14"/>
                  </a:cubicBezTo>
                  <a:moveTo>
                    <a:pt x="535" y="12"/>
                  </a:moveTo>
                  <a:cubicBezTo>
                    <a:pt x="533" y="27"/>
                    <a:pt x="533" y="27"/>
                    <a:pt x="533" y="27"/>
                  </a:cubicBezTo>
                  <a:cubicBezTo>
                    <a:pt x="564" y="32"/>
                    <a:pt x="564" y="32"/>
                    <a:pt x="564" y="32"/>
                  </a:cubicBezTo>
                  <a:cubicBezTo>
                    <a:pt x="566" y="16"/>
                    <a:pt x="566" y="16"/>
                    <a:pt x="566" y="16"/>
                  </a:cubicBezTo>
                  <a:cubicBezTo>
                    <a:pt x="535" y="12"/>
                    <a:pt x="535" y="12"/>
                    <a:pt x="535" y="12"/>
                  </a:cubicBezTo>
                  <a:moveTo>
                    <a:pt x="472" y="3"/>
                  </a:moveTo>
                  <a:cubicBezTo>
                    <a:pt x="470" y="19"/>
                    <a:pt x="470" y="19"/>
                    <a:pt x="470" y="19"/>
                  </a:cubicBezTo>
                  <a:cubicBezTo>
                    <a:pt x="501" y="23"/>
                    <a:pt x="501" y="23"/>
                    <a:pt x="501" y="23"/>
                  </a:cubicBezTo>
                  <a:cubicBezTo>
                    <a:pt x="503" y="7"/>
                    <a:pt x="503" y="7"/>
                    <a:pt x="503" y="7"/>
                  </a:cubicBezTo>
                  <a:cubicBezTo>
                    <a:pt x="472" y="3"/>
                    <a:pt x="472" y="3"/>
                    <a:pt x="472" y="3"/>
                  </a:cubicBezTo>
                  <a:moveTo>
                    <a:pt x="375" y="2"/>
                  </a:moveTo>
                  <a:cubicBezTo>
                    <a:pt x="365" y="3"/>
                    <a:pt x="354" y="5"/>
                    <a:pt x="343" y="7"/>
                  </a:cubicBezTo>
                  <a:cubicBezTo>
                    <a:pt x="346" y="22"/>
                    <a:pt x="346" y="22"/>
                    <a:pt x="346" y="22"/>
                  </a:cubicBezTo>
                  <a:cubicBezTo>
                    <a:pt x="357" y="20"/>
                    <a:pt x="367" y="19"/>
                    <a:pt x="377" y="18"/>
                  </a:cubicBezTo>
                  <a:cubicBezTo>
                    <a:pt x="375" y="2"/>
                    <a:pt x="375" y="2"/>
                    <a:pt x="375" y="2"/>
                  </a:cubicBezTo>
                  <a:moveTo>
                    <a:pt x="421" y="0"/>
                  </a:moveTo>
                  <a:cubicBezTo>
                    <a:pt x="417" y="0"/>
                    <a:pt x="412" y="0"/>
                    <a:pt x="408" y="0"/>
                  </a:cubicBezTo>
                  <a:cubicBezTo>
                    <a:pt x="408" y="16"/>
                    <a:pt x="408" y="16"/>
                    <a:pt x="408" y="16"/>
                  </a:cubicBezTo>
                  <a:cubicBezTo>
                    <a:pt x="412" y="15"/>
                    <a:pt x="417" y="15"/>
                    <a:pt x="421" y="15"/>
                  </a:cubicBezTo>
                  <a:cubicBezTo>
                    <a:pt x="427" y="15"/>
                    <a:pt x="433" y="15"/>
                    <a:pt x="439" y="16"/>
                  </a:cubicBezTo>
                  <a:cubicBezTo>
                    <a:pt x="440" y="0"/>
                    <a:pt x="440" y="0"/>
                    <a:pt x="440" y="0"/>
                  </a:cubicBezTo>
                  <a:cubicBezTo>
                    <a:pt x="434" y="0"/>
                    <a:pt x="428" y="0"/>
                    <a:pt x="42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5" name="Freeform 25"/>
            <p:cNvSpPr>
              <a:spLocks noEditPoints="1"/>
            </p:cNvSpPr>
            <p:nvPr/>
          </p:nvSpPr>
          <p:spPr bwMode="auto">
            <a:xfrm>
              <a:off x="6675727" y="2726315"/>
              <a:ext cx="1471613" cy="1114425"/>
            </a:xfrm>
            <a:custGeom>
              <a:avLst/>
              <a:gdLst/>
              <a:ahLst/>
              <a:cxnLst>
                <a:cxn ang="0">
                  <a:pos x="152" y="565"/>
                </a:cxn>
                <a:cxn ang="0">
                  <a:pos x="187" y="567"/>
                </a:cxn>
                <a:cxn ang="0">
                  <a:pos x="238" y="527"/>
                </a:cxn>
                <a:cxn ang="0">
                  <a:pos x="216" y="554"/>
                </a:cxn>
                <a:cxn ang="0">
                  <a:pos x="238" y="527"/>
                </a:cxn>
                <a:cxn ang="0">
                  <a:pos x="267" y="514"/>
                </a:cxn>
                <a:cxn ang="0">
                  <a:pos x="286" y="523"/>
                </a:cxn>
                <a:cxn ang="0">
                  <a:pos x="470" y="426"/>
                </a:cxn>
                <a:cxn ang="0">
                  <a:pos x="453" y="451"/>
                </a:cxn>
                <a:cxn ang="0">
                  <a:pos x="471" y="435"/>
                </a:cxn>
                <a:cxn ang="0">
                  <a:pos x="470" y="426"/>
                </a:cxn>
                <a:cxn ang="0">
                  <a:pos x="499" y="414"/>
                </a:cxn>
                <a:cxn ang="0">
                  <a:pos x="534" y="415"/>
                </a:cxn>
                <a:cxn ang="0">
                  <a:pos x="585" y="376"/>
                </a:cxn>
                <a:cxn ang="0">
                  <a:pos x="563" y="403"/>
                </a:cxn>
                <a:cxn ang="0">
                  <a:pos x="579" y="387"/>
                </a:cxn>
                <a:cxn ang="0">
                  <a:pos x="585" y="376"/>
                </a:cxn>
                <a:cxn ang="0">
                  <a:pos x="672" y="338"/>
                </a:cxn>
                <a:cxn ang="0">
                  <a:pos x="682" y="351"/>
                </a:cxn>
                <a:cxn ang="0">
                  <a:pos x="701" y="325"/>
                </a:cxn>
                <a:cxn ang="0">
                  <a:pos x="730" y="313"/>
                </a:cxn>
                <a:cxn ang="0">
                  <a:pos x="765" y="314"/>
                </a:cxn>
                <a:cxn ang="0">
                  <a:pos x="752" y="303"/>
                </a:cxn>
                <a:cxn ang="0">
                  <a:pos x="0" y="270"/>
                </a:cxn>
                <a:cxn ang="0">
                  <a:pos x="19" y="279"/>
                </a:cxn>
                <a:cxn ang="0">
                  <a:pos x="29" y="258"/>
                </a:cxn>
                <a:cxn ang="0">
                  <a:pos x="58" y="246"/>
                </a:cxn>
                <a:cxn ang="0">
                  <a:pos x="93" y="248"/>
                </a:cxn>
                <a:cxn ang="0">
                  <a:pos x="146" y="209"/>
                </a:cxn>
                <a:cxn ang="0">
                  <a:pos x="122" y="236"/>
                </a:cxn>
                <a:cxn ang="0">
                  <a:pos x="146" y="209"/>
                </a:cxn>
                <a:cxn ang="0">
                  <a:pos x="318" y="138"/>
                </a:cxn>
                <a:cxn ang="0">
                  <a:pos x="310" y="158"/>
                </a:cxn>
                <a:cxn ang="0">
                  <a:pos x="320" y="137"/>
                </a:cxn>
                <a:cxn ang="0">
                  <a:pos x="350" y="125"/>
                </a:cxn>
                <a:cxn ang="0">
                  <a:pos x="385" y="127"/>
                </a:cxn>
                <a:cxn ang="0">
                  <a:pos x="437" y="89"/>
                </a:cxn>
                <a:cxn ang="0">
                  <a:pos x="414" y="115"/>
                </a:cxn>
                <a:cxn ang="0">
                  <a:pos x="437" y="89"/>
                </a:cxn>
                <a:cxn ang="0">
                  <a:pos x="466" y="76"/>
                </a:cxn>
                <a:cxn ang="0">
                  <a:pos x="493" y="83"/>
                </a:cxn>
                <a:cxn ang="0">
                  <a:pos x="477" y="72"/>
                </a:cxn>
                <a:cxn ang="0">
                  <a:pos x="550" y="42"/>
                </a:cxn>
                <a:cxn ang="0">
                  <a:pos x="560" y="55"/>
                </a:cxn>
                <a:cxn ang="0">
                  <a:pos x="592" y="24"/>
                </a:cxn>
                <a:cxn ang="0">
                  <a:pos x="589" y="43"/>
                </a:cxn>
                <a:cxn ang="0">
                  <a:pos x="599" y="35"/>
                </a:cxn>
                <a:cxn ang="0">
                  <a:pos x="650" y="0"/>
                </a:cxn>
                <a:cxn ang="0">
                  <a:pos x="643" y="9"/>
                </a:cxn>
              </a:cxnLst>
              <a:rect l="0" t="0" r="r" b="b"/>
              <a:pathLst>
                <a:path w="765" h="579">
                  <a:moveTo>
                    <a:pt x="180" y="552"/>
                  </a:moveTo>
                  <a:cubicBezTo>
                    <a:pt x="152" y="565"/>
                    <a:pt x="152" y="565"/>
                    <a:pt x="152" y="565"/>
                  </a:cubicBezTo>
                  <a:cubicBezTo>
                    <a:pt x="158" y="579"/>
                    <a:pt x="158" y="579"/>
                    <a:pt x="158" y="579"/>
                  </a:cubicBezTo>
                  <a:cubicBezTo>
                    <a:pt x="187" y="567"/>
                    <a:pt x="187" y="567"/>
                    <a:pt x="187" y="567"/>
                  </a:cubicBezTo>
                  <a:cubicBezTo>
                    <a:pt x="180" y="552"/>
                    <a:pt x="180" y="552"/>
                    <a:pt x="180" y="552"/>
                  </a:cubicBezTo>
                  <a:moveTo>
                    <a:pt x="238" y="527"/>
                  </a:moveTo>
                  <a:cubicBezTo>
                    <a:pt x="209" y="540"/>
                    <a:pt x="209" y="540"/>
                    <a:pt x="209" y="540"/>
                  </a:cubicBezTo>
                  <a:cubicBezTo>
                    <a:pt x="216" y="554"/>
                    <a:pt x="216" y="554"/>
                    <a:pt x="216" y="554"/>
                  </a:cubicBezTo>
                  <a:cubicBezTo>
                    <a:pt x="245" y="542"/>
                    <a:pt x="245" y="542"/>
                    <a:pt x="245" y="542"/>
                  </a:cubicBezTo>
                  <a:cubicBezTo>
                    <a:pt x="238" y="527"/>
                    <a:pt x="238" y="527"/>
                    <a:pt x="238" y="527"/>
                  </a:cubicBezTo>
                  <a:moveTo>
                    <a:pt x="289" y="505"/>
                  </a:moveTo>
                  <a:cubicBezTo>
                    <a:pt x="267" y="514"/>
                    <a:pt x="267" y="514"/>
                    <a:pt x="267" y="514"/>
                  </a:cubicBezTo>
                  <a:cubicBezTo>
                    <a:pt x="274" y="529"/>
                    <a:pt x="274" y="529"/>
                    <a:pt x="274" y="529"/>
                  </a:cubicBezTo>
                  <a:cubicBezTo>
                    <a:pt x="286" y="523"/>
                    <a:pt x="286" y="523"/>
                    <a:pt x="286" y="523"/>
                  </a:cubicBezTo>
                  <a:cubicBezTo>
                    <a:pt x="287" y="517"/>
                    <a:pt x="288" y="511"/>
                    <a:pt x="289" y="505"/>
                  </a:cubicBezTo>
                  <a:moveTo>
                    <a:pt x="470" y="426"/>
                  </a:moveTo>
                  <a:cubicBezTo>
                    <a:pt x="452" y="434"/>
                    <a:pt x="452" y="434"/>
                    <a:pt x="452" y="434"/>
                  </a:cubicBezTo>
                  <a:cubicBezTo>
                    <a:pt x="453" y="451"/>
                    <a:pt x="453" y="451"/>
                    <a:pt x="453" y="451"/>
                  </a:cubicBezTo>
                  <a:cubicBezTo>
                    <a:pt x="471" y="443"/>
                    <a:pt x="471" y="443"/>
                    <a:pt x="471" y="443"/>
                  </a:cubicBezTo>
                  <a:cubicBezTo>
                    <a:pt x="471" y="440"/>
                    <a:pt x="471" y="437"/>
                    <a:pt x="471" y="435"/>
                  </a:cubicBezTo>
                  <a:cubicBezTo>
                    <a:pt x="473" y="435"/>
                    <a:pt x="473" y="435"/>
                    <a:pt x="473" y="435"/>
                  </a:cubicBezTo>
                  <a:cubicBezTo>
                    <a:pt x="470" y="426"/>
                    <a:pt x="470" y="426"/>
                    <a:pt x="470" y="426"/>
                  </a:cubicBezTo>
                  <a:moveTo>
                    <a:pt x="528" y="401"/>
                  </a:moveTo>
                  <a:cubicBezTo>
                    <a:pt x="499" y="414"/>
                    <a:pt x="499" y="414"/>
                    <a:pt x="499" y="414"/>
                  </a:cubicBezTo>
                  <a:cubicBezTo>
                    <a:pt x="505" y="428"/>
                    <a:pt x="505" y="428"/>
                    <a:pt x="505" y="428"/>
                  </a:cubicBezTo>
                  <a:cubicBezTo>
                    <a:pt x="534" y="415"/>
                    <a:pt x="534" y="415"/>
                    <a:pt x="534" y="415"/>
                  </a:cubicBezTo>
                  <a:cubicBezTo>
                    <a:pt x="528" y="401"/>
                    <a:pt x="528" y="401"/>
                    <a:pt x="528" y="401"/>
                  </a:cubicBezTo>
                  <a:moveTo>
                    <a:pt x="585" y="376"/>
                  </a:moveTo>
                  <a:cubicBezTo>
                    <a:pt x="556" y="388"/>
                    <a:pt x="556" y="388"/>
                    <a:pt x="556" y="388"/>
                  </a:cubicBezTo>
                  <a:cubicBezTo>
                    <a:pt x="563" y="403"/>
                    <a:pt x="563" y="403"/>
                    <a:pt x="563" y="403"/>
                  </a:cubicBezTo>
                  <a:cubicBezTo>
                    <a:pt x="575" y="397"/>
                    <a:pt x="575" y="397"/>
                    <a:pt x="575" y="397"/>
                  </a:cubicBezTo>
                  <a:cubicBezTo>
                    <a:pt x="576" y="394"/>
                    <a:pt x="577" y="390"/>
                    <a:pt x="579" y="387"/>
                  </a:cubicBezTo>
                  <a:cubicBezTo>
                    <a:pt x="586" y="376"/>
                    <a:pt x="586" y="376"/>
                    <a:pt x="586" y="376"/>
                  </a:cubicBezTo>
                  <a:cubicBezTo>
                    <a:pt x="585" y="376"/>
                    <a:pt x="585" y="376"/>
                    <a:pt x="585" y="376"/>
                  </a:cubicBezTo>
                  <a:moveTo>
                    <a:pt x="701" y="325"/>
                  </a:moveTo>
                  <a:cubicBezTo>
                    <a:pt x="672" y="338"/>
                    <a:pt x="672" y="338"/>
                    <a:pt x="672" y="338"/>
                  </a:cubicBezTo>
                  <a:cubicBezTo>
                    <a:pt x="677" y="348"/>
                    <a:pt x="677" y="348"/>
                    <a:pt x="677" y="348"/>
                  </a:cubicBezTo>
                  <a:cubicBezTo>
                    <a:pt x="678" y="349"/>
                    <a:pt x="680" y="350"/>
                    <a:pt x="682" y="351"/>
                  </a:cubicBezTo>
                  <a:cubicBezTo>
                    <a:pt x="707" y="340"/>
                    <a:pt x="707" y="340"/>
                    <a:pt x="707" y="340"/>
                  </a:cubicBezTo>
                  <a:cubicBezTo>
                    <a:pt x="701" y="325"/>
                    <a:pt x="701" y="325"/>
                    <a:pt x="701" y="325"/>
                  </a:cubicBezTo>
                  <a:moveTo>
                    <a:pt x="752" y="303"/>
                  </a:moveTo>
                  <a:cubicBezTo>
                    <a:pt x="730" y="313"/>
                    <a:pt x="730" y="313"/>
                    <a:pt x="730" y="313"/>
                  </a:cubicBezTo>
                  <a:cubicBezTo>
                    <a:pt x="736" y="327"/>
                    <a:pt x="736" y="327"/>
                    <a:pt x="736" y="327"/>
                  </a:cubicBezTo>
                  <a:cubicBezTo>
                    <a:pt x="765" y="314"/>
                    <a:pt x="765" y="314"/>
                    <a:pt x="765" y="314"/>
                  </a:cubicBezTo>
                  <a:cubicBezTo>
                    <a:pt x="761" y="305"/>
                    <a:pt x="761" y="305"/>
                    <a:pt x="761" y="305"/>
                  </a:cubicBezTo>
                  <a:cubicBezTo>
                    <a:pt x="758" y="304"/>
                    <a:pt x="755" y="304"/>
                    <a:pt x="752" y="303"/>
                  </a:cubicBezTo>
                  <a:moveTo>
                    <a:pt x="29" y="258"/>
                  </a:moveTo>
                  <a:cubicBezTo>
                    <a:pt x="0" y="270"/>
                    <a:pt x="0" y="270"/>
                    <a:pt x="0" y="270"/>
                  </a:cubicBezTo>
                  <a:cubicBezTo>
                    <a:pt x="2" y="276"/>
                    <a:pt x="2" y="276"/>
                    <a:pt x="2" y="276"/>
                  </a:cubicBezTo>
                  <a:cubicBezTo>
                    <a:pt x="8" y="276"/>
                    <a:pt x="13" y="278"/>
                    <a:pt x="19" y="279"/>
                  </a:cubicBezTo>
                  <a:cubicBezTo>
                    <a:pt x="35" y="272"/>
                    <a:pt x="35" y="272"/>
                    <a:pt x="35" y="272"/>
                  </a:cubicBezTo>
                  <a:cubicBezTo>
                    <a:pt x="29" y="258"/>
                    <a:pt x="29" y="258"/>
                    <a:pt x="29" y="258"/>
                  </a:cubicBezTo>
                  <a:moveTo>
                    <a:pt x="87" y="233"/>
                  </a:moveTo>
                  <a:cubicBezTo>
                    <a:pt x="58" y="246"/>
                    <a:pt x="58" y="246"/>
                    <a:pt x="58" y="246"/>
                  </a:cubicBezTo>
                  <a:cubicBezTo>
                    <a:pt x="64" y="260"/>
                    <a:pt x="64" y="260"/>
                    <a:pt x="64" y="260"/>
                  </a:cubicBezTo>
                  <a:cubicBezTo>
                    <a:pt x="93" y="248"/>
                    <a:pt x="93" y="248"/>
                    <a:pt x="93" y="248"/>
                  </a:cubicBezTo>
                  <a:cubicBezTo>
                    <a:pt x="87" y="233"/>
                    <a:pt x="87" y="233"/>
                    <a:pt x="87" y="233"/>
                  </a:cubicBezTo>
                  <a:moveTo>
                    <a:pt x="146" y="209"/>
                  </a:moveTo>
                  <a:cubicBezTo>
                    <a:pt x="116" y="221"/>
                    <a:pt x="116" y="221"/>
                    <a:pt x="116" y="221"/>
                  </a:cubicBezTo>
                  <a:cubicBezTo>
                    <a:pt x="122" y="236"/>
                    <a:pt x="122" y="236"/>
                    <a:pt x="122" y="236"/>
                  </a:cubicBezTo>
                  <a:cubicBezTo>
                    <a:pt x="152" y="224"/>
                    <a:pt x="152" y="224"/>
                    <a:pt x="152" y="224"/>
                  </a:cubicBezTo>
                  <a:cubicBezTo>
                    <a:pt x="146" y="209"/>
                    <a:pt x="146" y="209"/>
                    <a:pt x="146" y="209"/>
                  </a:cubicBezTo>
                  <a:moveTo>
                    <a:pt x="320" y="137"/>
                  </a:moveTo>
                  <a:cubicBezTo>
                    <a:pt x="318" y="138"/>
                    <a:pt x="318" y="138"/>
                    <a:pt x="318" y="138"/>
                  </a:cubicBezTo>
                  <a:cubicBezTo>
                    <a:pt x="319" y="143"/>
                    <a:pt x="318" y="148"/>
                    <a:pt x="314" y="152"/>
                  </a:cubicBezTo>
                  <a:cubicBezTo>
                    <a:pt x="310" y="158"/>
                    <a:pt x="310" y="158"/>
                    <a:pt x="310" y="158"/>
                  </a:cubicBezTo>
                  <a:cubicBezTo>
                    <a:pt x="326" y="151"/>
                    <a:pt x="326" y="151"/>
                    <a:pt x="326" y="151"/>
                  </a:cubicBezTo>
                  <a:cubicBezTo>
                    <a:pt x="320" y="137"/>
                    <a:pt x="320" y="137"/>
                    <a:pt x="320" y="137"/>
                  </a:cubicBezTo>
                  <a:moveTo>
                    <a:pt x="379" y="113"/>
                  </a:moveTo>
                  <a:cubicBezTo>
                    <a:pt x="350" y="125"/>
                    <a:pt x="350" y="125"/>
                    <a:pt x="350" y="125"/>
                  </a:cubicBezTo>
                  <a:cubicBezTo>
                    <a:pt x="356" y="139"/>
                    <a:pt x="356" y="139"/>
                    <a:pt x="356" y="139"/>
                  </a:cubicBezTo>
                  <a:cubicBezTo>
                    <a:pt x="385" y="127"/>
                    <a:pt x="385" y="127"/>
                    <a:pt x="385" y="127"/>
                  </a:cubicBezTo>
                  <a:cubicBezTo>
                    <a:pt x="379" y="113"/>
                    <a:pt x="379" y="113"/>
                    <a:pt x="379" y="113"/>
                  </a:cubicBezTo>
                  <a:moveTo>
                    <a:pt x="437" y="89"/>
                  </a:moveTo>
                  <a:cubicBezTo>
                    <a:pt x="408" y="101"/>
                    <a:pt x="408" y="101"/>
                    <a:pt x="408" y="101"/>
                  </a:cubicBezTo>
                  <a:cubicBezTo>
                    <a:pt x="414" y="115"/>
                    <a:pt x="414" y="115"/>
                    <a:pt x="414" y="115"/>
                  </a:cubicBezTo>
                  <a:cubicBezTo>
                    <a:pt x="443" y="103"/>
                    <a:pt x="443" y="103"/>
                    <a:pt x="443" y="103"/>
                  </a:cubicBezTo>
                  <a:cubicBezTo>
                    <a:pt x="437" y="89"/>
                    <a:pt x="437" y="89"/>
                    <a:pt x="437" y="89"/>
                  </a:cubicBezTo>
                  <a:moveTo>
                    <a:pt x="477" y="72"/>
                  </a:moveTo>
                  <a:cubicBezTo>
                    <a:pt x="466" y="76"/>
                    <a:pt x="466" y="76"/>
                    <a:pt x="466" y="76"/>
                  </a:cubicBezTo>
                  <a:cubicBezTo>
                    <a:pt x="472" y="91"/>
                    <a:pt x="472" y="91"/>
                    <a:pt x="472" y="91"/>
                  </a:cubicBezTo>
                  <a:cubicBezTo>
                    <a:pt x="493" y="83"/>
                    <a:pt x="493" y="83"/>
                    <a:pt x="493" y="83"/>
                  </a:cubicBezTo>
                  <a:cubicBezTo>
                    <a:pt x="493" y="81"/>
                    <a:pt x="493" y="79"/>
                    <a:pt x="493" y="77"/>
                  </a:cubicBezTo>
                  <a:cubicBezTo>
                    <a:pt x="477" y="72"/>
                    <a:pt x="477" y="72"/>
                    <a:pt x="477" y="72"/>
                  </a:cubicBezTo>
                  <a:moveTo>
                    <a:pt x="554" y="40"/>
                  </a:moveTo>
                  <a:cubicBezTo>
                    <a:pt x="550" y="42"/>
                    <a:pt x="550" y="42"/>
                    <a:pt x="550" y="42"/>
                  </a:cubicBezTo>
                  <a:cubicBezTo>
                    <a:pt x="548" y="48"/>
                    <a:pt x="546" y="55"/>
                    <a:pt x="545" y="61"/>
                  </a:cubicBezTo>
                  <a:cubicBezTo>
                    <a:pt x="560" y="55"/>
                    <a:pt x="560" y="55"/>
                    <a:pt x="560" y="55"/>
                  </a:cubicBezTo>
                  <a:cubicBezTo>
                    <a:pt x="554" y="40"/>
                    <a:pt x="554" y="40"/>
                    <a:pt x="554" y="40"/>
                  </a:cubicBezTo>
                  <a:moveTo>
                    <a:pt x="592" y="24"/>
                  </a:moveTo>
                  <a:cubicBezTo>
                    <a:pt x="583" y="28"/>
                    <a:pt x="583" y="28"/>
                    <a:pt x="583" y="28"/>
                  </a:cubicBezTo>
                  <a:cubicBezTo>
                    <a:pt x="589" y="43"/>
                    <a:pt x="589" y="43"/>
                    <a:pt x="589" y="43"/>
                  </a:cubicBezTo>
                  <a:cubicBezTo>
                    <a:pt x="603" y="37"/>
                    <a:pt x="603" y="37"/>
                    <a:pt x="603" y="37"/>
                  </a:cubicBezTo>
                  <a:cubicBezTo>
                    <a:pt x="599" y="35"/>
                    <a:pt x="599" y="35"/>
                    <a:pt x="599" y="35"/>
                  </a:cubicBezTo>
                  <a:cubicBezTo>
                    <a:pt x="595" y="32"/>
                    <a:pt x="592" y="29"/>
                    <a:pt x="592" y="24"/>
                  </a:cubicBezTo>
                  <a:moveTo>
                    <a:pt x="650" y="0"/>
                  </a:moveTo>
                  <a:cubicBezTo>
                    <a:pt x="641" y="4"/>
                    <a:pt x="641" y="4"/>
                    <a:pt x="641" y="4"/>
                  </a:cubicBezTo>
                  <a:cubicBezTo>
                    <a:pt x="643" y="9"/>
                    <a:pt x="643" y="9"/>
                    <a:pt x="643" y="9"/>
                  </a:cubicBezTo>
                  <a:cubicBezTo>
                    <a:pt x="645" y="6"/>
                    <a:pt x="648" y="3"/>
                    <a:pt x="650"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6" name="Freeform 26"/>
            <p:cNvSpPr>
              <a:spLocks noEditPoints="1"/>
            </p:cNvSpPr>
            <p:nvPr/>
          </p:nvSpPr>
          <p:spPr bwMode="auto">
            <a:xfrm>
              <a:off x="6283614" y="2991428"/>
              <a:ext cx="1263650" cy="977900"/>
            </a:xfrm>
            <a:custGeom>
              <a:avLst/>
              <a:gdLst/>
              <a:ahLst/>
              <a:cxnLst>
                <a:cxn ang="0">
                  <a:pos x="147" y="506"/>
                </a:cxn>
                <a:cxn ang="0">
                  <a:pos x="180" y="504"/>
                </a:cxn>
                <a:cxn ang="0">
                  <a:pos x="148" y="502"/>
                </a:cxn>
                <a:cxn ang="0">
                  <a:pos x="174" y="496"/>
                </a:cxn>
                <a:cxn ang="0">
                  <a:pos x="174" y="492"/>
                </a:cxn>
                <a:cxn ang="0">
                  <a:pos x="212" y="499"/>
                </a:cxn>
                <a:cxn ang="0">
                  <a:pos x="235" y="497"/>
                </a:cxn>
                <a:cxn ang="0">
                  <a:pos x="242" y="489"/>
                </a:cxn>
                <a:cxn ang="0">
                  <a:pos x="115" y="498"/>
                </a:cxn>
                <a:cxn ang="0">
                  <a:pos x="238" y="478"/>
                </a:cxn>
                <a:cxn ang="0">
                  <a:pos x="210" y="492"/>
                </a:cxn>
                <a:cxn ang="0">
                  <a:pos x="272" y="473"/>
                </a:cxn>
                <a:cxn ang="0">
                  <a:pos x="275" y="479"/>
                </a:cxn>
                <a:cxn ang="0">
                  <a:pos x="91" y="473"/>
                </a:cxn>
                <a:cxn ang="0">
                  <a:pos x="93" y="470"/>
                </a:cxn>
                <a:cxn ang="0">
                  <a:pos x="242" y="481"/>
                </a:cxn>
                <a:cxn ang="0">
                  <a:pos x="327" y="440"/>
                </a:cxn>
                <a:cxn ang="0">
                  <a:pos x="333" y="454"/>
                </a:cxn>
                <a:cxn ang="0">
                  <a:pos x="36" y="440"/>
                </a:cxn>
                <a:cxn ang="0">
                  <a:pos x="39" y="438"/>
                </a:cxn>
                <a:cxn ang="0">
                  <a:pos x="66" y="455"/>
                </a:cxn>
                <a:cxn ang="0">
                  <a:pos x="10" y="380"/>
                </a:cxn>
                <a:cxn ang="0">
                  <a:pos x="18" y="412"/>
                </a:cxn>
                <a:cxn ang="0">
                  <a:pos x="22" y="377"/>
                </a:cxn>
                <a:cxn ang="0">
                  <a:pos x="32" y="405"/>
                </a:cxn>
                <a:cxn ang="0">
                  <a:pos x="493" y="367"/>
                </a:cxn>
                <a:cxn ang="0">
                  <a:pos x="500" y="364"/>
                </a:cxn>
                <a:cxn ang="0">
                  <a:pos x="539" y="364"/>
                </a:cxn>
                <a:cxn ang="0">
                  <a:pos x="12" y="317"/>
                </a:cxn>
                <a:cxn ang="0">
                  <a:pos x="16" y="347"/>
                </a:cxn>
                <a:cxn ang="0">
                  <a:pos x="12" y="317"/>
                </a:cxn>
                <a:cxn ang="0">
                  <a:pos x="0" y="333"/>
                </a:cxn>
                <a:cxn ang="0">
                  <a:pos x="4" y="333"/>
                </a:cxn>
                <a:cxn ang="0">
                  <a:pos x="616" y="313"/>
                </a:cxn>
                <a:cxn ang="0">
                  <a:pos x="622" y="328"/>
                </a:cxn>
                <a:cxn ang="0">
                  <a:pos x="645" y="301"/>
                </a:cxn>
                <a:cxn ang="0">
                  <a:pos x="656" y="296"/>
                </a:cxn>
                <a:cxn ang="0">
                  <a:pos x="22" y="288"/>
                </a:cxn>
                <a:cxn ang="0">
                  <a:pos x="19" y="253"/>
                </a:cxn>
                <a:cxn ang="0">
                  <a:pos x="23" y="255"/>
                </a:cxn>
                <a:cxn ang="0">
                  <a:pos x="52" y="227"/>
                </a:cxn>
                <a:cxn ang="0">
                  <a:pos x="55" y="229"/>
                </a:cxn>
                <a:cxn ang="0">
                  <a:pos x="60" y="201"/>
                </a:cxn>
                <a:cxn ang="0">
                  <a:pos x="41" y="228"/>
                </a:cxn>
                <a:cxn ang="0">
                  <a:pos x="60" y="201"/>
                </a:cxn>
                <a:cxn ang="0">
                  <a:pos x="95" y="196"/>
                </a:cxn>
                <a:cxn ang="0">
                  <a:pos x="107" y="189"/>
                </a:cxn>
                <a:cxn ang="0">
                  <a:pos x="116" y="168"/>
                </a:cxn>
                <a:cxn ang="0">
                  <a:pos x="87" y="182"/>
                </a:cxn>
                <a:cxn ang="0">
                  <a:pos x="116" y="168"/>
                </a:cxn>
                <a:cxn ang="0">
                  <a:pos x="149" y="165"/>
                </a:cxn>
                <a:cxn ang="0">
                  <a:pos x="175" y="144"/>
                </a:cxn>
                <a:cxn ang="0">
                  <a:pos x="223" y="141"/>
                </a:cxn>
                <a:cxn ang="0">
                  <a:pos x="379" y="59"/>
                </a:cxn>
                <a:cxn ang="0">
                  <a:pos x="387" y="56"/>
                </a:cxn>
                <a:cxn ang="0">
                  <a:pos x="411" y="55"/>
                </a:cxn>
                <a:cxn ang="0">
                  <a:pos x="437" y="35"/>
                </a:cxn>
                <a:cxn ang="0">
                  <a:pos x="466" y="23"/>
                </a:cxn>
                <a:cxn ang="0">
                  <a:pos x="501" y="26"/>
                </a:cxn>
                <a:cxn ang="0">
                  <a:pos x="522" y="0"/>
                </a:cxn>
              </a:cxnLst>
              <a:rect l="0" t="0" r="r" b="b"/>
              <a:pathLst>
                <a:path w="657" h="508">
                  <a:moveTo>
                    <a:pt x="148" y="502"/>
                  </a:moveTo>
                  <a:cubicBezTo>
                    <a:pt x="147" y="506"/>
                    <a:pt x="147" y="506"/>
                    <a:pt x="147" y="506"/>
                  </a:cubicBezTo>
                  <a:cubicBezTo>
                    <a:pt x="147" y="506"/>
                    <a:pt x="147" y="506"/>
                    <a:pt x="147" y="506"/>
                  </a:cubicBezTo>
                  <a:cubicBezTo>
                    <a:pt x="156" y="507"/>
                    <a:pt x="165" y="508"/>
                    <a:pt x="174" y="508"/>
                  </a:cubicBezTo>
                  <a:cubicBezTo>
                    <a:pt x="176" y="508"/>
                    <a:pt x="178" y="508"/>
                    <a:pt x="180" y="508"/>
                  </a:cubicBezTo>
                  <a:cubicBezTo>
                    <a:pt x="180" y="504"/>
                    <a:pt x="180" y="504"/>
                    <a:pt x="180" y="504"/>
                  </a:cubicBezTo>
                  <a:cubicBezTo>
                    <a:pt x="178" y="504"/>
                    <a:pt x="176" y="504"/>
                    <a:pt x="174" y="504"/>
                  </a:cubicBezTo>
                  <a:cubicBezTo>
                    <a:pt x="174" y="504"/>
                    <a:pt x="174" y="504"/>
                    <a:pt x="174" y="504"/>
                  </a:cubicBezTo>
                  <a:cubicBezTo>
                    <a:pt x="165" y="504"/>
                    <a:pt x="156" y="503"/>
                    <a:pt x="148" y="502"/>
                  </a:cubicBezTo>
                  <a:moveTo>
                    <a:pt x="150" y="490"/>
                  </a:moveTo>
                  <a:cubicBezTo>
                    <a:pt x="149" y="494"/>
                    <a:pt x="149" y="494"/>
                    <a:pt x="149" y="494"/>
                  </a:cubicBezTo>
                  <a:cubicBezTo>
                    <a:pt x="157" y="495"/>
                    <a:pt x="166" y="496"/>
                    <a:pt x="174" y="496"/>
                  </a:cubicBezTo>
                  <a:cubicBezTo>
                    <a:pt x="176" y="496"/>
                    <a:pt x="178" y="496"/>
                    <a:pt x="180" y="496"/>
                  </a:cubicBezTo>
                  <a:cubicBezTo>
                    <a:pt x="179" y="492"/>
                    <a:pt x="179" y="492"/>
                    <a:pt x="179" y="492"/>
                  </a:cubicBezTo>
                  <a:cubicBezTo>
                    <a:pt x="178" y="492"/>
                    <a:pt x="176" y="492"/>
                    <a:pt x="174" y="492"/>
                  </a:cubicBezTo>
                  <a:cubicBezTo>
                    <a:pt x="166" y="492"/>
                    <a:pt x="158" y="491"/>
                    <a:pt x="150" y="490"/>
                  </a:cubicBezTo>
                  <a:moveTo>
                    <a:pt x="242" y="489"/>
                  </a:moveTo>
                  <a:cubicBezTo>
                    <a:pt x="233" y="494"/>
                    <a:pt x="222" y="497"/>
                    <a:pt x="212" y="499"/>
                  </a:cubicBezTo>
                  <a:cubicBezTo>
                    <a:pt x="213" y="503"/>
                    <a:pt x="213" y="503"/>
                    <a:pt x="213" y="503"/>
                  </a:cubicBezTo>
                  <a:cubicBezTo>
                    <a:pt x="213" y="503"/>
                    <a:pt x="213" y="503"/>
                    <a:pt x="213" y="503"/>
                  </a:cubicBezTo>
                  <a:cubicBezTo>
                    <a:pt x="220" y="502"/>
                    <a:pt x="228" y="499"/>
                    <a:pt x="235" y="497"/>
                  </a:cubicBezTo>
                  <a:cubicBezTo>
                    <a:pt x="235" y="497"/>
                    <a:pt x="235" y="497"/>
                    <a:pt x="235" y="497"/>
                  </a:cubicBezTo>
                  <a:cubicBezTo>
                    <a:pt x="244" y="493"/>
                    <a:pt x="244" y="493"/>
                    <a:pt x="244" y="493"/>
                  </a:cubicBezTo>
                  <a:cubicBezTo>
                    <a:pt x="242" y="489"/>
                    <a:pt x="242" y="489"/>
                    <a:pt x="242" y="489"/>
                  </a:cubicBezTo>
                  <a:moveTo>
                    <a:pt x="87" y="480"/>
                  </a:moveTo>
                  <a:cubicBezTo>
                    <a:pt x="85" y="483"/>
                    <a:pt x="85" y="483"/>
                    <a:pt x="85" y="483"/>
                  </a:cubicBezTo>
                  <a:cubicBezTo>
                    <a:pt x="95" y="489"/>
                    <a:pt x="105" y="494"/>
                    <a:pt x="115" y="498"/>
                  </a:cubicBezTo>
                  <a:cubicBezTo>
                    <a:pt x="116" y="494"/>
                    <a:pt x="116" y="494"/>
                    <a:pt x="116" y="494"/>
                  </a:cubicBezTo>
                  <a:cubicBezTo>
                    <a:pt x="106" y="490"/>
                    <a:pt x="97" y="486"/>
                    <a:pt x="87" y="480"/>
                  </a:cubicBezTo>
                  <a:moveTo>
                    <a:pt x="238" y="478"/>
                  </a:moveTo>
                  <a:cubicBezTo>
                    <a:pt x="229" y="482"/>
                    <a:pt x="229" y="482"/>
                    <a:pt x="229" y="482"/>
                  </a:cubicBezTo>
                  <a:cubicBezTo>
                    <a:pt x="223" y="484"/>
                    <a:pt x="216" y="486"/>
                    <a:pt x="209" y="488"/>
                  </a:cubicBezTo>
                  <a:cubicBezTo>
                    <a:pt x="210" y="492"/>
                    <a:pt x="210" y="492"/>
                    <a:pt x="210" y="492"/>
                  </a:cubicBezTo>
                  <a:cubicBezTo>
                    <a:pt x="220" y="490"/>
                    <a:pt x="230" y="486"/>
                    <a:pt x="239" y="482"/>
                  </a:cubicBezTo>
                  <a:cubicBezTo>
                    <a:pt x="238" y="478"/>
                    <a:pt x="238" y="478"/>
                    <a:pt x="238" y="478"/>
                  </a:cubicBezTo>
                  <a:moveTo>
                    <a:pt x="272" y="473"/>
                  </a:moveTo>
                  <a:cubicBezTo>
                    <a:pt x="263" y="479"/>
                    <a:pt x="254" y="484"/>
                    <a:pt x="245" y="488"/>
                  </a:cubicBezTo>
                  <a:cubicBezTo>
                    <a:pt x="246" y="492"/>
                    <a:pt x="246" y="492"/>
                    <a:pt x="246" y="492"/>
                  </a:cubicBezTo>
                  <a:cubicBezTo>
                    <a:pt x="275" y="479"/>
                    <a:pt x="275" y="479"/>
                    <a:pt x="275" y="479"/>
                  </a:cubicBezTo>
                  <a:cubicBezTo>
                    <a:pt x="272" y="473"/>
                    <a:pt x="272" y="473"/>
                    <a:pt x="272" y="473"/>
                  </a:cubicBezTo>
                  <a:moveTo>
                    <a:pt x="93" y="470"/>
                  </a:moveTo>
                  <a:cubicBezTo>
                    <a:pt x="91" y="473"/>
                    <a:pt x="91" y="473"/>
                    <a:pt x="91" y="473"/>
                  </a:cubicBezTo>
                  <a:cubicBezTo>
                    <a:pt x="100" y="479"/>
                    <a:pt x="110" y="483"/>
                    <a:pt x="119" y="486"/>
                  </a:cubicBezTo>
                  <a:cubicBezTo>
                    <a:pt x="120" y="483"/>
                    <a:pt x="120" y="483"/>
                    <a:pt x="120" y="483"/>
                  </a:cubicBezTo>
                  <a:cubicBezTo>
                    <a:pt x="111" y="479"/>
                    <a:pt x="102" y="475"/>
                    <a:pt x="93" y="470"/>
                  </a:cubicBezTo>
                  <a:moveTo>
                    <a:pt x="269" y="465"/>
                  </a:moveTo>
                  <a:cubicBezTo>
                    <a:pt x="240" y="477"/>
                    <a:pt x="240" y="477"/>
                    <a:pt x="240" y="477"/>
                  </a:cubicBezTo>
                  <a:cubicBezTo>
                    <a:pt x="242" y="481"/>
                    <a:pt x="242" y="481"/>
                    <a:pt x="242" y="481"/>
                  </a:cubicBezTo>
                  <a:cubicBezTo>
                    <a:pt x="251" y="477"/>
                    <a:pt x="260" y="471"/>
                    <a:pt x="269" y="465"/>
                  </a:cubicBezTo>
                  <a:cubicBezTo>
                    <a:pt x="269" y="465"/>
                    <a:pt x="269" y="465"/>
                    <a:pt x="269" y="465"/>
                  </a:cubicBezTo>
                  <a:moveTo>
                    <a:pt x="327" y="440"/>
                  </a:moveTo>
                  <a:cubicBezTo>
                    <a:pt x="298" y="452"/>
                    <a:pt x="298" y="452"/>
                    <a:pt x="298" y="452"/>
                  </a:cubicBezTo>
                  <a:cubicBezTo>
                    <a:pt x="304" y="467"/>
                    <a:pt x="304" y="467"/>
                    <a:pt x="304" y="467"/>
                  </a:cubicBezTo>
                  <a:cubicBezTo>
                    <a:pt x="333" y="454"/>
                    <a:pt x="333" y="454"/>
                    <a:pt x="333" y="454"/>
                  </a:cubicBezTo>
                  <a:cubicBezTo>
                    <a:pt x="327" y="440"/>
                    <a:pt x="327" y="440"/>
                    <a:pt x="327" y="440"/>
                  </a:cubicBezTo>
                  <a:moveTo>
                    <a:pt x="39" y="438"/>
                  </a:moveTo>
                  <a:cubicBezTo>
                    <a:pt x="36" y="440"/>
                    <a:pt x="36" y="440"/>
                    <a:pt x="36" y="440"/>
                  </a:cubicBezTo>
                  <a:cubicBezTo>
                    <a:pt x="43" y="449"/>
                    <a:pt x="50" y="457"/>
                    <a:pt x="59" y="464"/>
                  </a:cubicBezTo>
                  <a:cubicBezTo>
                    <a:pt x="61" y="461"/>
                    <a:pt x="61" y="461"/>
                    <a:pt x="61" y="461"/>
                  </a:cubicBezTo>
                  <a:cubicBezTo>
                    <a:pt x="53" y="454"/>
                    <a:pt x="46" y="446"/>
                    <a:pt x="39" y="438"/>
                  </a:cubicBezTo>
                  <a:moveTo>
                    <a:pt x="49" y="430"/>
                  </a:moveTo>
                  <a:cubicBezTo>
                    <a:pt x="45" y="433"/>
                    <a:pt x="45" y="433"/>
                    <a:pt x="45" y="433"/>
                  </a:cubicBezTo>
                  <a:cubicBezTo>
                    <a:pt x="52" y="441"/>
                    <a:pt x="59" y="448"/>
                    <a:pt x="66" y="455"/>
                  </a:cubicBezTo>
                  <a:cubicBezTo>
                    <a:pt x="69" y="452"/>
                    <a:pt x="69" y="452"/>
                    <a:pt x="69" y="452"/>
                  </a:cubicBezTo>
                  <a:cubicBezTo>
                    <a:pt x="61" y="445"/>
                    <a:pt x="55" y="438"/>
                    <a:pt x="49" y="430"/>
                  </a:cubicBezTo>
                  <a:moveTo>
                    <a:pt x="10" y="380"/>
                  </a:moveTo>
                  <a:cubicBezTo>
                    <a:pt x="6" y="381"/>
                    <a:pt x="6" y="381"/>
                    <a:pt x="6" y="381"/>
                  </a:cubicBezTo>
                  <a:cubicBezTo>
                    <a:pt x="6" y="381"/>
                    <a:pt x="6" y="381"/>
                    <a:pt x="6" y="381"/>
                  </a:cubicBezTo>
                  <a:cubicBezTo>
                    <a:pt x="9" y="392"/>
                    <a:pt x="13" y="402"/>
                    <a:pt x="18" y="412"/>
                  </a:cubicBezTo>
                  <a:cubicBezTo>
                    <a:pt x="22" y="410"/>
                    <a:pt x="22" y="410"/>
                    <a:pt x="22" y="410"/>
                  </a:cubicBezTo>
                  <a:cubicBezTo>
                    <a:pt x="17" y="401"/>
                    <a:pt x="13" y="391"/>
                    <a:pt x="10" y="380"/>
                  </a:cubicBezTo>
                  <a:moveTo>
                    <a:pt x="22" y="377"/>
                  </a:moveTo>
                  <a:cubicBezTo>
                    <a:pt x="18" y="378"/>
                    <a:pt x="18" y="378"/>
                    <a:pt x="18" y="378"/>
                  </a:cubicBezTo>
                  <a:cubicBezTo>
                    <a:pt x="21" y="388"/>
                    <a:pt x="24" y="398"/>
                    <a:pt x="29" y="407"/>
                  </a:cubicBezTo>
                  <a:cubicBezTo>
                    <a:pt x="32" y="405"/>
                    <a:pt x="32" y="405"/>
                    <a:pt x="32" y="405"/>
                  </a:cubicBezTo>
                  <a:cubicBezTo>
                    <a:pt x="28" y="396"/>
                    <a:pt x="24" y="387"/>
                    <a:pt x="22" y="377"/>
                  </a:cubicBezTo>
                  <a:moveTo>
                    <a:pt x="500" y="364"/>
                  </a:moveTo>
                  <a:cubicBezTo>
                    <a:pt x="493" y="367"/>
                    <a:pt x="493" y="367"/>
                    <a:pt x="493" y="367"/>
                  </a:cubicBezTo>
                  <a:cubicBezTo>
                    <a:pt x="492" y="373"/>
                    <a:pt x="491" y="379"/>
                    <a:pt x="490" y="385"/>
                  </a:cubicBezTo>
                  <a:cubicBezTo>
                    <a:pt x="506" y="378"/>
                    <a:pt x="506" y="378"/>
                    <a:pt x="506" y="378"/>
                  </a:cubicBezTo>
                  <a:cubicBezTo>
                    <a:pt x="500" y="364"/>
                    <a:pt x="500" y="364"/>
                    <a:pt x="500" y="364"/>
                  </a:cubicBezTo>
                  <a:moveTo>
                    <a:pt x="558" y="339"/>
                  </a:moveTo>
                  <a:cubicBezTo>
                    <a:pt x="540" y="347"/>
                    <a:pt x="540" y="347"/>
                    <a:pt x="540" y="347"/>
                  </a:cubicBezTo>
                  <a:cubicBezTo>
                    <a:pt x="539" y="353"/>
                    <a:pt x="539" y="358"/>
                    <a:pt x="539" y="364"/>
                  </a:cubicBezTo>
                  <a:cubicBezTo>
                    <a:pt x="564" y="353"/>
                    <a:pt x="564" y="353"/>
                    <a:pt x="564" y="353"/>
                  </a:cubicBezTo>
                  <a:cubicBezTo>
                    <a:pt x="558" y="339"/>
                    <a:pt x="558" y="339"/>
                    <a:pt x="558" y="339"/>
                  </a:cubicBezTo>
                  <a:moveTo>
                    <a:pt x="12" y="317"/>
                  </a:moveTo>
                  <a:cubicBezTo>
                    <a:pt x="12" y="323"/>
                    <a:pt x="12" y="328"/>
                    <a:pt x="12" y="333"/>
                  </a:cubicBezTo>
                  <a:cubicBezTo>
                    <a:pt x="12" y="338"/>
                    <a:pt x="12" y="343"/>
                    <a:pt x="12" y="348"/>
                  </a:cubicBezTo>
                  <a:cubicBezTo>
                    <a:pt x="16" y="347"/>
                    <a:pt x="16" y="347"/>
                    <a:pt x="16" y="347"/>
                  </a:cubicBezTo>
                  <a:cubicBezTo>
                    <a:pt x="16" y="343"/>
                    <a:pt x="16" y="338"/>
                    <a:pt x="16" y="333"/>
                  </a:cubicBezTo>
                  <a:cubicBezTo>
                    <a:pt x="16" y="328"/>
                    <a:pt x="16" y="323"/>
                    <a:pt x="16" y="317"/>
                  </a:cubicBezTo>
                  <a:cubicBezTo>
                    <a:pt x="12" y="317"/>
                    <a:pt x="12" y="317"/>
                    <a:pt x="12" y="317"/>
                  </a:cubicBezTo>
                  <a:moveTo>
                    <a:pt x="1" y="316"/>
                  </a:moveTo>
                  <a:cubicBezTo>
                    <a:pt x="1" y="316"/>
                    <a:pt x="1" y="316"/>
                    <a:pt x="1" y="316"/>
                  </a:cubicBezTo>
                  <a:cubicBezTo>
                    <a:pt x="0" y="322"/>
                    <a:pt x="0" y="328"/>
                    <a:pt x="0" y="333"/>
                  </a:cubicBezTo>
                  <a:cubicBezTo>
                    <a:pt x="0" y="339"/>
                    <a:pt x="0" y="344"/>
                    <a:pt x="0" y="349"/>
                  </a:cubicBezTo>
                  <a:cubicBezTo>
                    <a:pt x="4" y="349"/>
                    <a:pt x="4" y="349"/>
                    <a:pt x="4" y="349"/>
                  </a:cubicBezTo>
                  <a:cubicBezTo>
                    <a:pt x="4" y="344"/>
                    <a:pt x="4" y="338"/>
                    <a:pt x="4" y="333"/>
                  </a:cubicBezTo>
                  <a:cubicBezTo>
                    <a:pt x="4" y="328"/>
                    <a:pt x="4" y="322"/>
                    <a:pt x="5" y="316"/>
                  </a:cubicBezTo>
                  <a:cubicBezTo>
                    <a:pt x="1" y="316"/>
                    <a:pt x="1" y="316"/>
                    <a:pt x="1" y="316"/>
                  </a:cubicBezTo>
                  <a:moveTo>
                    <a:pt x="616" y="313"/>
                  </a:moveTo>
                  <a:cubicBezTo>
                    <a:pt x="587" y="326"/>
                    <a:pt x="587" y="326"/>
                    <a:pt x="587" y="326"/>
                  </a:cubicBezTo>
                  <a:cubicBezTo>
                    <a:pt x="593" y="340"/>
                    <a:pt x="593" y="340"/>
                    <a:pt x="593" y="340"/>
                  </a:cubicBezTo>
                  <a:cubicBezTo>
                    <a:pt x="622" y="328"/>
                    <a:pt x="622" y="328"/>
                    <a:pt x="622" y="328"/>
                  </a:cubicBezTo>
                  <a:cubicBezTo>
                    <a:pt x="616" y="313"/>
                    <a:pt x="616" y="313"/>
                    <a:pt x="616" y="313"/>
                  </a:cubicBezTo>
                  <a:moveTo>
                    <a:pt x="656" y="296"/>
                  </a:moveTo>
                  <a:cubicBezTo>
                    <a:pt x="645" y="301"/>
                    <a:pt x="645" y="301"/>
                    <a:pt x="645" y="301"/>
                  </a:cubicBezTo>
                  <a:cubicBezTo>
                    <a:pt x="651" y="315"/>
                    <a:pt x="651" y="315"/>
                    <a:pt x="651" y="315"/>
                  </a:cubicBezTo>
                  <a:cubicBezTo>
                    <a:pt x="657" y="313"/>
                    <a:pt x="657" y="313"/>
                    <a:pt x="657" y="313"/>
                  </a:cubicBezTo>
                  <a:cubicBezTo>
                    <a:pt x="656" y="296"/>
                    <a:pt x="656" y="296"/>
                    <a:pt x="656" y="296"/>
                  </a:cubicBezTo>
                  <a:moveTo>
                    <a:pt x="30" y="258"/>
                  </a:moveTo>
                  <a:cubicBezTo>
                    <a:pt x="25" y="268"/>
                    <a:pt x="21" y="277"/>
                    <a:pt x="18" y="287"/>
                  </a:cubicBezTo>
                  <a:cubicBezTo>
                    <a:pt x="22" y="288"/>
                    <a:pt x="22" y="288"/>
                    <a:pt x="22" y="288"/>
                  </a:cubicBezTo>
                  <a:cubicBezTo>
                    <a:pt x="25" y="279"/>
                    <a:pt x="29" y="269"/>
                    <a:pt x="33" y="260"/>
                  </a:cubicBezTo>
                  <a:cubicBezTo>
                    <a:pt x="30" y="258"/>
                    <a:pt x="30" y="258"/>
                    <a:pt x="30" y="258"/>
                  </a:cubicBezTo>
                  <a:moveTo>
                    <a:pt x="19" y="253"/>
                  </a:moveTo>
                  <a:cubicBezTo>
                    <a:pt x="14" y="263"/>
                    <a:pt x="10" y="273"/>
                    <a:pt x="7" y="284"/>
                  </a:cubicBezTo>
                  <a:cubicBezTo>
                    <a:pt x="11" y="285"/>
                    <a:pt x="11" y="285"/>
                    <a:pt x="11" y="285"/>
                  </a:cubicBezTo>
                  <a:cubicBezTo>
                    <a:pt x="14" y="274"/>
                    <a:pt x="18" y="264"/>
                    <a:pt x="23" y="255"/>
                  </a:cubicBezTo>
                  <a:cubicBezTo>
                    <a:pt x="19" y="253"/>
                    <a:pt x="19" y="253"/>
                    <a:pt x="19" y="253"/>
                  </a:cubicBezTo>
                  <a:moveTo>
                    <a:pt x="68" y="210"/>
                  </a:moveTo>
                  <a:cubicBezTo>
                    <a:pt x="62" y="215"/>
                    <a:pt x="57" y="221"/>
                    <a:pt x="52" y="227"/>
                  </a:cubicBezTo>
                  <a:cubicBezTo>
                    <a:pt x="50" y="229"/>
                    <a:pt x="48" y="231"/>
                    <a:pt x="47" y="233"/>
                  </a:cubicBezTo>
                  <a:cubicBezTo>
                    <a:pt x="50" y="235"/>
                    <a:pt x="50" y="235"/>
                    <a:pt x="50" y="235"/>
                  </a:cubicBezTo>
                  <a:cubicBezTo>
                    <a:pt x="51" y="233"/>
                    <a:pt x="53" y="231"/>
                    <a:pt x="55" y="229"/>
                  </a:cubicBezTo>
                  <a:cubicBezTo>
                    <a:pt x="60" y="224"/>
                    <a:pt x="65" y="218"/>
                    <a:pt x="71" y="213"/>
                  </a:cubicBezTo>
                  <a:cubicBezTo>
                    <a:pt x="68" y="210"/>
                    <a:pt x="68" y="210"/>
                    <a:pt x="68" y="210"/>
                  </a:cubicBezTo>
                  <a:moveTo>
                    <a:pt x="60" y="201"/>
                  </a:moveTo>
                  <a:cubicBezTo>
                    <a:pt x="54" y="207"/>
                    <a:pt x="48" y="213"/>
                    <a:pt x="43" y="219"/>
                  </a:cubicBezTo>
                  <a:cubicBezTo>
                    <a:pt x="41" y="221"/>
                    <a:pt x="39" y="223"/>
                    <a:pt x="37" y="225"/>
                  </a:cubicBezTo>
                  <a:cubicBezTo>
                    <a:pt x="41" y="228"/>
                    <a:pt x="41" y="228"/>
                    <a:pt x="41" y="228"/>
                  </a:cubicBezTo>
                  <a:cubicBezTo>
                    <a:pt x="42" y="226"/>
                    <a:pt x="44" y="224"/>
                    <a:pt x="46" y="221"/>
                  </a:cubicBezTo>
                  <a:cubicBezTo>
                    <a:pt x="51" y="215"/>
                    <a:pt x="57" y="210"/>
                    <a:pt x="63" y="204"/>
                  </a:cubicBezTo>
                  <a:cubicBezTo>
                    <a:pt x="60" y="201"/>
                    <a:pt x="60" y="201"/>
                    <a:pt x="60" y="201"/>
                  </a:cubicBezTo>
                  <a:moveTo>
                    <a:pt x="121" y="180"/>
                  </a:moveTo>
                  <a:cubicBezTo>
                    <a:pt x="112" y="183"/>
                    <a:pt x="102" y="187"/>
                    <a:pt x="93" y="193"/>
                  </a:cubicBezTo>
                  <a:cubicBezTo>
                    <a:pt x="95" y="196"/>
                    <a:pt x="95" y="196"/>
                    <a:pt x="95" y="196"/>
                  </a:cubicBezTo>
                  <a:cubicBezTo>
                    <a:pt x="96" y="196"/>
                    <a:pt x="96" y="196"/>
                    <a:pt x="96" y="196"/>
                  </a:cubicBezTo>
                  <a:cubicBezTo>
                    <a:pt x="96" y="195"/>
                    <a:pt x="96" y="195"/>
                    <a:pt x="96" y="195"/>
                  </a:cubicBezTo>
                  <a:cubicBezTo>
                    <a:pt x="107" y="189"/>
                    <a:pt x="107" y="189"/>
                    <a:pt x="107" y="189"/>
                  </a:cubicBezTo>
                  <a:cubicBezTo>
                    <a:pt x="122" y="183"/>
                    <a:pt x="122" y="183"/>
                    <a:pt x="122" y="183"/>
                  </a:cubicBezTo>
                  <a:cubicBezTo>
                    <a:pt x="121" y="180"/>
                    <a:pt x="121" y="180"/>
                    <a:pt x="121" y="180"/>
                  </a:cubicBezTo>
                  <a:moveTo>
                    <a:pt x="116" y="168"/>
                  </a:moveTo>
                  <a:cubicBezTo>
                    <a:pt x="100" y="175"/>
                    <a:pt x="100" y="175"/>
                    <a:pt x="100" y="175"/>
                  </a:cubicBezTo>
                  <a:cubicBezTo>
                    <a:pt x="88" y="182"/>
                    <a:pt x="88" y="182"/>
                    <a:pt x="88" y="182"/>
                  </a:cubicBezTo>
                  <a:cubicBezTo>
                    <a:pt x="87" y="182"/>
                    <a:pt x="87" y="182"/>
                    <a:pt x="87" y="182"/>
                  </a:cubicBezTo>
                  <a:cubicBezTo>
                    <a:pt x="89" y="186"/>
                    <a:pt x="89" y="186"/>
                    <a:pt x="89" y="186"/>
                  </a:cubicBezTo>
                  <a:cubicBezTo>
                    <a:pt x="99" y="180"/>
                    <a:pt x="108" y="176"/>
                    <a:pt x="118" y="173"/>
                  </a:cubicBezTo>
                  <a:cubicBezTo>
                    <a:pt x="116" y="168"/>
                    <a:pt x="116" y="168"/>
                    <a:pt x="116" y="168"/>
                  </a:cubicBezTo>
                  <a:moveTo>
                    <a:pt x="175" y="144"/>
                  </a:moveTo>
                  <a:cubicBezTo>
                    <a:pt x="145" y="156"/>
                    <a:pt x="145" y="156"/>
                    <a:pt x="145" y="156"/>
                  </a:cubicBezTo>
                  <a:cubicBezTo>
                    <a:pt x="149" y="165"/>
                    <a:pt x="149" y="165"/>
                    <a:pt x="149" y="165"/>
                  </a:cubicBezTo>
                  <a:cubicBezTo>
                    <a:pt x="156" y="164"/>
                    <a:pt x="162" y="164"/>
                    <a:pt x="169" y="163"/>
                  </a:cubicBezTo>
                  <a:cubicBezTo>
                    <a:pt x="181" y="158"/>
                    <a:pt x="181" y="158"/>
                    <a:pt x="181" y="158"/>
                  </a:cubicBezTo>
                  <a:cubicBezTo>
                    <a:pt x="175" y="144"/>
                    <a:pt x="175" y="144"/>
                    <a:pt x="175" y="144"/>
                  </a:cubicBezTo>
                  <a:moveTo>
                    <a:pt x="206" y="138"/>
                  </a:moveTo>
                  <a:cubicBezTo>
                    <a:pt x="210" y="146"/>
                    <a:pt x="210" y="146"/>
                    <a:pt x="210" y="146"/>
                  </a:cubicBezTo>
                  <a:cubicBezTo>
                    <a:pt x="223" y="141"/>
                    <a:pt x="223" y="141"/>
                    <a:pt x="223" y="141"/>
                  </a:cubicBezTo>
                  <a:cubicBezTo>
                    <a:pt x="217" y="140"/>
                    <a:pt x="212" y="138"/>
                    <a:pt x="206" y="138"/>
                  </a:cubicBezTo>
                  <a:moveTo>
                    <a:pt x="387" y="56"/>
                  </a:moveTo>
                  <a:cubicBezTo>
                    <a:pt x="379" y="59"/>
                    <a:pt x="379" y="59"/>
                    <a:pt x="379" y="59"/>
                  </a:cubicBezTo>
                  <a:cubicBezTo>
                    <a:pt x="385" y="74"/>
                    <a:pt x="385" y="74"/>
                    <a:pt x="385" y="74"/>
                  </a:cubicBezTo>
                  <a:cubicBezTo>
                    <a:pt x="401" y="67"/>
                    <a:pt x="401" y="67"/>
                    <a:pt x="401" y="67"/>
                  </a:cubicBezTo>
                  <a:cubicBezTo>
                    <a:pt x="397" y="63"/>
                    <a:pt x="392" y="59"/>
                    <a:pt x="387" y="56"/>
                  </a:cubicBezTo>
                  <a:moveTo>
                    <a:pt x="408" y="47"/>
                  </a:moveTo>
                  <a:cubicBezTo>
                    <a:pt x="404" y="49"/>
                    <a:pt x="404" y="49"/>
                    <a:pt x="404" y="49"/>
                  </a:cubicBezTo>
                  <a:cubicBezTo>
                    <a:pt x="406" y="51"/>
                    <a:pt x="409" y="53"/>
                    <a:pt x="411" y="55"/>
                  </a:cubicBezTo>
                  <a:cubicBezTo>
                    <a:pt x="408" y="47"/>
                    <a:pt x="408" y="47"/>
                    <a:pt x="408" y="47"/>
                  </a:cubicBezTo>
                  <a:moveTo>
                    <a:pt x="466" y="23"/>
                  </a:moveTo>
                  <a:cubicBezTo>
                    <a:pt x="437" y="35"/>
                    <a:pt x="437" y="35"/>
                    <a:pt x="437" y="35"/>
                  </a:cubicBezTo>
                  <a:cubicBezTo>
                    <a:pt x="443" y="50"/>
                    <a:pt x="443" y="50"/>
                    <a:pt x="443" y="50"/>
                  </a:cubicBezTo>
                  <a:cubicBezTo>
                    <a:pt x="472" y="38"/>
                    <a:pt x="472" y="38"/>
                    <a:pt x="472" y="38"/>
                  </a:cubicBezTo>
                  <a:cubicBezTo>
                    <a:pt x="466" y="23"/>
                    <a:pt x="466" y="23"/>
                    <a:pt x="466" y="23"/>
                  </a:cubicBezTo>
                  <a:moveTo>
                    <a:pt x="522" y="0"/>
                  </a:moveTo>
                  <a:cubicBezTo>
                    <a:pt x="495" y="11"/>
                    <a:pt x="495" y="11"/>
                    <a:pt x="495" y="11"/>
                  </a:cubicBezTo>
                  <a:cubicBezTo>
                    <a:pt x="501" y="26"/>
                    <a:pt x="501" y="26"/>
                    <a:pt x="501" y="26"/>
                  </a:cubicBezTo>
                  <a:cubicBezTo>
                    <a:pt x="514" y="20"/>
                    <a:pt x="514" y="20"/>
                    <a:pt x="514" y="20"/>
                  </a:cubicBezTo>
                  <a:cubicBezTo>
                    <a:pt x="518" y="14"/>
                    <a:pt x="518" y="14"/>
                    <a:pt x="518" y="14"/>
                  </a:cubicBezTo>
                  <a:cubicBezTo>
                    <a:pt x="522" y="10"/>
                    <a:pt x="523" y="5"/>
                    <a:pt x="52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7" name="Freeform 27"/>
            <p:cNvSpPr>
              <a:spLocks noEditPoints="1"/>
            </p:cNvSpPr>
            <p:nvPr/>
          </p:nvSpPr>
          <p:spPr bwMode="auto">
            <a:xfrm>
              <a:off x="6291552" y="3305753"/>
              <a:ext cx="515938" cy="657225"/>
            </a:xfrm>
            <a:custGeom>
              <a:avLst/>
              <a:gdLst/>
              <a:ahLst/>
              <a:cxnLst>
                <a:cxn ang="0">
                  <a:pos x="145" y="331"/>
                </a:cxn>
                <a:cxn ang="0">
                  <a:pos x="144" y="339"/>
                </a:cxn>
                <a:cxn ang="0">
                  <a:pos x="170" y="341"/>
                </a:cxn>
                <a:cxn ang="0">
                  <a:pos x="170" y="341"/>
                </a:cxn>
                <a:cxn ang="0">
                  <a:pos x="176" y="341"/>
                </a:cxn>
                <a:cxn ang="0">
                  <a:pos x="176" y="333"/>
                </a:cxn>
                <a:cxn ang="0">
                  <a:pos x="170" y="333"/>
                </a:cxn>
                <a:cxn ang="0">
                  <a:pos x="145" y="331"/>
                </a:cxn>
                <a:cxn ang="0">
                  <a:pos x="235" y="319"/>
                </a:cxn>
                <a:cxn ang="0">
                  <a:pos x="206" y="329"/>
                </a:cxn>
                <a:cxn ang="0">
                  <a:pos x="208" y="336"/>
                </a:cxn>
                <a:cxn ang="0">
                  <a:pos x="238" y="326"/>
                </a:cxn>
                <a:cxn ang="0">
                  <a:pos x="235" y="319"/>
                </a:cxn>
                <a:cxn ang="0">
                  <a:pos x="87" y="310"/>
                </a:cxn>
                <a:cxn ang="0">
                  <a:pos x="83" y="317"/>
                </a:cxn>
                <a:cxn ang="0">
                  <a:pos x="112" y="331"/>
                </a:cxn>
                <a:cxn ang="0">
                  <a:pos x="115" y="323"/>
                </a:cxn>
                <a:cxn ang="0">
                  <a:pos x="87" y="310"/>
                </a:cxn>
                <a:cxn ang="0">
                  <a:pos x="265" y="302"/>
                </a:cxn>
                <a:cxn ang="0">
                  <a:pos x="238" y="318"/>
                </a:cxn>
                <a:cxn ang="0">
                  <a:pos x="241" y="325"/>
                </a:cxn>
                <a:cxn ang="0">
                  <a:pos x="268" y="310"/>
                </a:cxn>
                <a:cxn ang="0">
                  <a:pos x="265" y="302"/>
                </a:cxn>
                <a:cxn ang="0">
                  <a:pos x="41" y="270"/>
                </a:cxn>
                <a:cxn ang="0">
                  <a:pos x="35" y="275"/>
                </a:cxn>
                <a:cxn ang="0">
                  <a:pos x="57" y="298"/>
                </a:cxn>
                <a:cxn ang="0">
                  <a:pos x="62" y="292"/>
                </a:cxn>
                <a:cxn ang="0">
                  <a:pos x="41" y="270"/>
                </a:cxn>
                <a:cxn ang="0">
                  <a:pos x="14" y="215"/>
                </a:cxn>
                <a:cxn ang="0">
                  <a:pos x="6" y="217"/>
                </a:cxn>
                <a:cxn ang="0">
                  <a:pos x="18" y="247"/>
                </a:cxn>
                <a:cxn ang="0">
                  <a:pos x="25" y="244"/>
                </a:cxn>
                <a:cxn ang="0">
                  <a:pos x="14" y="215"/>
                </a:cxn>
                <a:cxn ang="0">
                  <a:pos x="1" y="153"/>
                </a:cxn>
                <a:cxn ang="0">
                  <a:pos x="0" y="170"/>
                </a:cxn>
                <a:cxn ang="0">
                  <a:pos x="0" y="186"/>
                </a:cxn>
                <a:cxn ang="0">
                  <a:pos x="8" y="185"/>
                </a:cxn>
                <a:cxn ang="0">
                  <a:pos x="8" y="170"/>
                </a:cxn>
                <a:cxn ang="0">
                  <a:pos x="8" y="154"/>
                </a:cxn>
                <a:cxn ang="0">
                  <a:pos x="1" y="153"/>
                </a:cxn>
                <a:cxn ang="0">
                  <a:pos x="19" y="92"/>
                </a:cxn>
                <a:cxn ang="0">
                  <a:pos x="7" y="122"/>
                </a:cxn>
                <a:cxn ang="0">
                  <a:pos x="14" y="124"/>
                </a:cxn>
                <a:cxn ang="0">
                  <a:pos x="26" y="95"/>
                </a:cxn>
                <a:cxn ang="0">
                  <a:pos x="19" y="92"/>
                </a:cxn>
                <a:cxn ang="0">
                  <a:pos x="59" y="41"/>
                </a:cxn>
                <a:cxn ang="0">
                  <a:pos x="42" y="58"/>
                </a:cxn>
                <a:cxn ang="0">
                  <a:pos x="37" y="65"/>
                </a:cxn>
                <a:cxn ang="0">
                  <a:pos x="43" y="70"/>
                </a:cxn>
                <a:cxn ang="0">
                  <a:pos x="48" y="64"/>
                </a:cxn>
                <a:cxn ang="0">
                  <a:pos x="64" y="47"/>
                </a:cxn>
                <a:cxn ang="0">
                  <a:pos x="59" y="41"/>
                </a:cxn>
                <a:cxn ang="0">
                  <a:pos x="114" y="10"/>
                </a:cxn>
                <a:cxn ang="0">
                  <a:pos x="85" y="23"/>
                </a:cxn>
                <a:cxn ang="0">
                  <a:pos x="89" y="30"/>
                </a:cxn>
                <a:cxn ang="0">
                  <a:pos x="117" y="17"/>
                </a:cxn>
                <a:cxn ang="0">
                  <a:pos x="114" y="10"/>
                </a:cxn>
                <a:cxn ang="0">
                  <a:pos x="165" y="0"/>
                </a:cxn>
                <a:cxn ang="0">
                  <a:pos x="145" y="2"/>
                </a:cxn>
                <a:cxn ang="0">
                  <a:pos x="148" y="7"/>
                </a:cxn>
                <a:cxn ang="0">
                  <a:pos x="165" y="0"/>
                </a:cxn>
              </a:cxnLst>
              <a:rect l="0" t="0" r="r" b="b"/>
              <a:pathLst>
                <a:path w="268" h="341">
                  <a:moveTo>
                    <a:pt x="145" y="331"/>
                  </a:moveTo>
                  <a:cubicBezTo>
                    <a:pt x="144" y="339"/>
                    <a:pt x="144" y="339"/>
                    <a:pt x="144" y="339"/>
                  </a:cubicBezTo>
                  <a:cubicBezTo>
                    <a:pt x="152" y="340"/>
                    <a:pt x="161" y="341"/>
                    <a:pt x="170" y="341"/>
                  </a:cubicBezTo>
                  <a:cubicBezTo>
                    <a:pt x="170" y="341"/>
                    <a:pt x="170" y="341"/>
                    <a:pt x="170" y="341"/>
                  </a:cubicBezTo>
                  <a:cubicBezTo>
                    <a:pt x="172" y="341"/>
                    <a:pt x="174" y="341"/>
                    <a:pt x="176" y="341"/>
                  </a:cubicBezTo>
                  <a:cubicBezTo>
                    <a:pt x="176" y="333"/>
                    <a:pt x="176" y="333"/>
                    <a:pt x="176" y="333"/>
                  </a:cubicBezTo>
                  <a:cubicBezTo>
                    <a:pt x="174" y="333"/>
                    <a:pt x="172" y="333"/>
                    <a:pt x="170" y="333"/>
                  </a:cubicBezTo>
                  <a:cubicBezTo>
                    <a:pt x="162" y="333"/>
                    <a:pt x="153" y="332"/>
                    <a:pt x="145" y="331"/>
                  </a:cubicBezTo>
                  <a:moveTo>
                    <a:pt x="235" y="319"/>
                  </a:moveTo>
                  <a:cubicBezTo>
                    <a:pt x="226" y="323"/>
                    <a:pt x="216" y="327"/>
                    <a:pt x="206" y="329"/>
                  </a:cubicBezTo>
                  <a:cubicBezTo>
                    <a:pt x="208" y="336"/>
                    <a:pt x="208" y="336"/>
                    <a:pt x="208" y="336"/>
                  </a:cubicBezTo>
                  <a:cubicBezTo>
                    <a:pt x="218" y="334"/>
                    <a:pt x="229" y="331"/>
                    <a:pt x="238" y="326"/>
                  </a:cubicBezTo>
                  <a:cubicBezTo>
                    <a:pt x="235" y="319"/>
                    <a:pt x="235" y="319"/>
                    <a:pt x="235" y="319"/>
                  </a:cubicBezTo>
                  <a:moveTo>
                    <a:pt x="87" y="310"/>
                  </a:moveTo>
                  <a:cubicBezTo>
                    <a:pt x="83" y="317"/>
                    <a:pt x="83" y="317"/>
                    <a:pt x="83" y="317"/>
                  </a:cubicBezTo>
                  <a:cubicBezTo>
                    <a:pt x="93" y="323"/>
                    <a:pt x="102" y="327"/>
                    <a:pt x="112" y="331"/>
                  </a:cubicBezTo>
                  <a:cubicBezTo>
                    <a:pt x="115" y="323"/>
                    <a:pt x="115" y="323"/>
                    <a:pt x="115" y="323"/>
                  </a:cubicBezTo>
                  <a:cubicBezTo>
                    <a:pt x="106" y="320"/>
                    <a:pt x="96" y="316"/>
                    <a:pt x="87" y="310"/>
                  </a:cubicBezTo>
                  <a:moveTo>
                    <a:pt x="265" y="302"/>
                  </a:moveTo>
                  <a:cubicBezTo>
                    <a:pt x="256" y="308"/>
                    <a:pt x="247" y="314"/>
                    <a:pt x="238" y="318"/>
                  </a:cubicBezTo>
                  <a:cubicBezTo>
                    <a:pt x="241" y="325"/>
                    <a:pt x="241" y="325"/>
                    <a:pt x="241" y="325"/>
                  </a:cubicBezTo>
                  <a:cubicBezTo>
                    <a:pt x="250" y="321"/>
                    <a:pt x="259" y="316"/>
                    <a:pt x="268" y="310"/>
                  </a:cubicBezTo>
                  <a:cubicBezTo>
                    <a:pt x="265" y="302"/>
                    <a:pt x="265" y="302"/>
                    <a:pt x="265" y="302"/>
                  </a:cubicBezTo>
                  <a:moveTo>
                    <a:pt x="41" y="270"/>
                  </a:moveTo>
                  <a:cubicBezTo>
                    <a:pt x="35" y="275"/>
                    <a:pt x="35" y="275"/>
                    <a:pt x="35" y="275"/>
                  </a:cubicBezTo>
                  <a:cubicBezTo>
                    <a:pt x="42" y="283"/>
                    <a:pt x="49" y="291"/>
                    <a:pt x="57" y="298"/>
                  </a:cubicBezTo>
                  <a:cubicBezTo>
                    <a:pt x="62" y="292"/>
                    <a:pt x="62" y="292"/>
                    <a:pt x="62" y="292"/>
                  </a:cubicBezTo>
                  <a:cubicBezTo>
                    <a:pt x="55" y="285"/>
                    <a:pt x="48" y="278"/>
                    <a:pt x="41" y="270"/>
                  </a:cubicBezTo>
                  <a:moveTo>
                    <a:pt x="14" y="215"/>
                  </a:moveTo>
                  <a:cubicBezTo>
                    <a:pt x="6" y="217"/>
                    <a:pt x="6" y="217"/>
                    <a:pt x="6" y="217"/>
                  </a:cubicBezTo>
                  <a:cubicBezTo>
                    <a:pt x="9" y="228"/>
                    <a:pt x="13" y="238"/>
                    <a:pt x="18" y="247"/>
                  </a:cubicBezTo>
                  <a:cubicBezTo>
                    <a:pt x="25" y="244"/>
                    <a:pt x="25" y="244"/>
                    <a:pt x="25" y="244"/>
                  </a:cubicBezTo>
                  <a:cubicBezTo>
                    <a:pt x="20" y="235"/>
                    <a:pt x="17" y="225"/>
                    <a:pt x="14" y="215"/>
                  </a:cubicBezTo>
                  <a:moveTo>
                    <a:pt x="1" y="153"/>
                  </a:moveTo>
                  <a:cubicBezTo>
                    <a:pt x="0" y="159"/>
                    <a:pt x="0" y="165"/>
                    <a:pt x="0" y="170"/>
                  </a:cubicBezTo>
                  <a:cubicBezTo>
                    <a:pt x="0" y="175"/>
                    <a:pt x="0" y="181"/>
                    <a:pt x="0" y="186"/>
                  </a:cubicBezTo>
                  <a:cubicBezTo>
                    <a:pt x="8" y="185"/>
                    <a:pt x="8" y="185"/>
                    <a:pt x="8" y="185"/>
                  </a:cubicBezTo>
                  <a:cubicBezTo>
                    <a:pt x="8" y="180"/>
                    <a:pt x="8" y="175"/>
                    <a:pt x="8" y="170"/>
                  </a:cubicBezTo>
                  <a:cubicBezTo>
                    <a:pt x="8" y="165"/>
                    <a:pt x="8" y="160"/>
                    <a:pt x="8" y="154"/>
                  </a:cubicBezTo>
                  <a:cubicBezTo>
                    <a:pt x="1" y="153"/>
                    <a:pt x="1" y="153"/>
                    <a:pt x="1" y="153"/>
                  </a:cubicBezTo>
                  <a:moveTo>
                    <a:pt x="19" y="92"/>
                  </a:moveTo>
                  <a:cubicBezTo>
                    <a:pt x="14" y="101"/>
                    <a:pt x="10" y="111"/>
                    <a:pt x="7" y="122"/>
                  </a:cubicBezTo>
                  <a:cubicBezTo>
                    <a:pt x="14" y="124"/>
                    <a:pt x="14" y="124"/>
                    <a:pt x="14" y="124"/>
                  </a:cubicBezTo>
                  <a:cubicBezTo>
                    <a:pt x="17" y="114"/>
                    <a:pt x="21" y="105"/>
                    <a:pt x="26" y="95"/>
                  </a:cubicBezTo>
                  <a:cubicBezTo>
                    <a:pt x="19" y="92"/>
                    <a:pt x="19" y="92"/>
                    <a:pt x="19" y="92"/>
                  </a:cubicBezTo>
                  <a:moveTo>
                    <a:pt x="59" y="41"/>
                  </a:moveTo>
                  <a:cubicBezTo>
                    <a:pt x="53" y="47"/>
                    <a:pt x="47" y="52"/>
                    <a:pt x="42" y="58"/>
                  </a:cubicBezTo>
                  <a:cubicBezTo>
                    <a:pt x="40" y="61"/>
                    <a:pt x="38" y="63"/>
                    <a:pt x="37" y="65"/>
                  </a:cubicBezTo>
                  <a:cubicBezTo>
                    <a:pt x="43" y="70"/>
                    <a:pt x="43" y="70"/>
                    <a:pt x="43" y="70"/>
                  </a:cubicBezTo>
                  <a:cubicBezTo>
                    <a:pt x="44" y="68"/>
                    <a:pt x="46" y="66"/>
                    <a:pt x="48" y="64"/>
                  </a:cubicBezTo>
                  <a:cubicBezTo>
                    <a:pt x="53" y="58"/>
                    <a:pt x="58" y="52"/>
                    <a:pt x="64" y="47"/>
                  </a:cubicBezTo>
                  <a:cubicBezTo>
                    <a:pt x="59" y="41"/>
                    <a:pt x="59" y="41"/>
                    <a:pt x="59" y="41"/>
                  </a:cubicBezTo>
                  <a:moveTo>
                    <a:pt x="114" y="10"/>
                  </a:moveTo>
                  <a:cubicBezTo>
                    <a:pt x="104" y="13"/>
                    <a:pt x="95" y="17"/>
                    <a:pt x="85" y="23"/>
                  </a:cubicBezTo>
                  <a:cubicBezTo>
                    <a:pt x="89" y="30"/>
                    <a:pt x="89" y="30"/>
                    <a:pt x="89" y="30"/>
                  </a:cubicBezTo>
                  <a:cubicBezTo>
                    <a:pt x="98" y="24"/>
                    <a:pt x="108" y="20"/>
                    <a:pt x="117" y="17"/>
                  </a:cubicBezTo>
                  <a:cubicBezTo>
                    <a:pt x="114" y="10"/>
                    <a:pt x="114" y="10"/>
                    <a:pt x="114" y="10"/>
                  </a:cubicBezTo>
                  <a:moveTo>
                    <a:pt x="165" y="0"/>
                  </a:moveTo>
                  <a:cubicBezTo>
                    <a:pt x="158" y="1"/>
                    <a:pt x="152" y="1"/>
                    <a:pt x="145" y="2"/>
                  </a:cubicBezTo>
                  <a:cubicBezTo>
                    <a:pt x="148" y="7"/>
                    <a:pt x="148" y="7"/>
                    <a:pt x="148" y="7"/>
                  </a:cubicBezTo>
                  <a:cubicBezTo>
                    <a:pt x="165" y="0"/>
                    <a:pt x="165" y="0"/>
                    <a:pt x="165"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8" name="Freeform 28"/>
            <p:cNvSpPr>
              <a:spLocks noEditPoints="1"/>
            </p:cNvSpPr>
            <p:nvPr/>
          </p:nvSpPr>
          <p:spPr bwMode="auto">
            <a:xfrm>
              <a:off x="7028152" y="3085090"/>
              <a:ext cx="293688" cy="611188"/>
            </a:xfrm>
            <a:custGeom>
              <a:avLst/>
              <a:gdLst/>
              <a:ahLst/>
              <a:cxnLst>
                <a:cxn ang="0">
                  <a:pos x="153" y="298"/>
                </a:cxn>
                <a:cxn ang="0">
                  <a:pos x="142" y="302"/>
                </a:cxn>
                <a:cxn ang="0">
                  <a:pos x="148" y="317"/>
                </a:cxn>
                <a:cxn ang="0">
                  <a:pos x="152" y="315"/>
                </a:cxn>
                <a:cxn ang="0">
                  <a:pos x="153" y="298"/>
                </a:cxn>
                <a:cxn ang="0">
                  <a:pos x="17" y="0"/>
                </a:cxn>
                <a:cxn ang="0">
                  <a:pos x="0" y="7"/>
                </a:cxn>
                <a:cxn ang="0">
                  <a:pos x="14" y="18"/>
                </a:cxn>
                <a:cxn ang="0">
                  <a:pos x="27" y="13"/>
                </a:cxn>
                <a:cxn ang="0">
                  <a:pos x="24" y="6"/>
                </a:cxn>
                <a:cxn ang="0">
                  <a:pos x="17" y="0"/>
                </a:cxn>
              </a:cxnLst>
              <a:rect l="0" t="0" r="r" b="b"/>
              <a:pathLst>
                <a:path w="153" h="317">
                  <a:moveTo>
                    <a:pt x="153" y="298"/>
                  </a:moveTo>
                  <a:cubicBezTo>
                    <a:pt x="142" y="302"/>
                    <a:pt x="142" y="302"/>
                    <a:pt x="142" y="302"/>
                  </a:cubicBezTo>
                  <a:cubicBezTo>
                    <a:pt x="148" y="317"/>
                    <a:pt x="148" y="317"/>
                    <a:pt x="148" y="317"/>
                  </a:cubicBezTo>
                  <a:cubicBezTo>
                    <a:pt x="152" y="315"/>
                    <a:pt x="152" y="315"/>
                    <a:pt x="152" y="315"/>
                  </a:cubicBezTo>
                  <a:cubicBezTo>
                    <a:pt x="152" y="309"/>
                    <a:pt x="152" y="304"/>
                    <a:pt x="153" y="298"/>
                  </a:cubicBezTo>
                  <a:moveTo>
                    <a:pt x="17" y="0"/>
                  </a:moveTo>
                  <a:cubicBezTo>
                    <a:pt x="0" y="7"/>
                    <a:pt x="0" y="7"/>
                    <a:pt x="0" y="7"/>
                  </a:cubicBezTo>
                  <a:cubicBezTo>
                    <a:pt x="5" y="10"/>
                    <a:pt x="10" y="14"/>
                    <a:pt x="14" y="18"/>
                  </a:cubicBezTo>
                  <a:cubicBezTo>
                    <a:pt x="27" y="13"/>
                    <a:pt x="27" y="13"/>
                    <a:pt x="27" y="13"/>
                  </a:cubicBezTo>
                  <a:cubicBezTo>
                    <a:pt x="24" y="6"/>
                    <a:pt x="24" y="6"/>
                    <a:pt x="24" y="6"/>
                  </a:cubicBezTo>
                  <a:cubicBezTo>
                    <a:pt x="22" y="4"/>
                    <a:pt x="19" y="2"/>
                    <a:pt x="17"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9" name="Freeform 29"/>
            <p:cNvSpPr>
              <a:spLocks noEditPoints="1"/>
            </p:cNvSpPr>
            <p:nvPr/>
          </p:nvSpPr>
          <p:spPr bwMode="auto">
            <a:xfrm>
              <a:off x="7593302" y="2637415"/>
              <a:ext cx="928688" cy="852488"/>
            </a:xfrm>
            <a:custGeom>
              <a:avLst/>
              <a:gdLst/>
              <a:ahLst/>
              <a:cxnLst>
                <a:cxn ang="0">
                  <a:pos x="98" y="443"/>
                </a:cxn>
                <a:cxn ang="0">
                  <a:pos x="166" y="396"/>
                </a:cxn>
                <a:cxn ang="0">
                  <a:pos x="173" y="411"/>
                </a:cxn>
                <a:cxn ang="0">
                  <a:pos x="201" y="398"/>
                </a:cxn>
                <a:cxn ang="0">
                  <a:pos x="282" y="346"/>
                </a:cxn>
                <a:cxn ang="0">
                  <a:pos x="282" y="346"/>
                </a:cxn>
                <a:cxn ang="0">
                  <a:pos x="311" y="333"/>
                </a:cxn>
                <a:cxn ang="0">
                  <a:pos x="342" y="327"/>
                </a:cxn>
                <a:cxn ang="0">
                  <a:pos x="375" y="323"/>
                </a:cxn>
                <a:cxn ang="0">
                  <a:pos x="402" y="304"/>
                </a:cxn>
                <a:cxn ang="0">
                  <a:pos x="384" y="319"/>
                </a:cxn>
                <a:cxn ang="0">
                  <a:pos x="404" y="308"/>
                </a:cxn>
                <a:cxn ang="0">
                  <a:pos x="377" y="305"/>
                </a:cxn>
                <a:cxn ang="0">
                  <a:pos x="398" y="298"/>
                </a:cxn>
                <a:cxn ang="0">
                  <a:pos x="398" y="298"/>
                </a:cxn>
                <a:cxn ang="0">
                  <a:pos x="428" y="285"/>
                </a:cxn>
                <a:cxn ang="0">
                  <a:pos x="449" y="260"/>
                </a:cxn>
                <a:cxn ang="0">
                  <a:pos x="422" y="279"/>
                </a:cxn>
                <a:cxn ang="0">
                  <a:pos x="475" y="202"/>
                </a:cxn>
                <a:cxn ang="0">
                  <a:pos x="479" y="203"/>
                </a:cxn>
                <a:cxn ang="0">
                  <a:pos x="454" y="228"/>
                </a:cxn>
                <a:cxn ang="0">
                  <a:pos x="463" y="199"/>
                </a:cxn>
                <a:cxn ang="0">
                  <a:pos x="467" y="166"/>
                </a:cxn>
                <a:cxn ang="0">
                  <a:pos x="471" y="166"/>
                </a:cxn>
                <a:cxn ang="0">
                  <a:pos x="476" y="138"/>
                </a:cxn>
                <a:cxn ang="0">
                  <a:pos x="483" y="170"/>
                </a:cxn>
                <a:cxn ang="0">
                  <a:pos x="18" y="110"/>
                </a:cxn>
                <a:cxn ang="0">
                  <a:pos x="16" y="129"/>
                </a:cxn>
                <a:cxn ang="0">
                  <a:pos x="73" y="88"/>
                </a:cxn>
                <a:cxn ang="0">
                  <a:pos x="68" y="107"/>
                </a:cxn>
                <a:cxn ang="0">
                  <a:pos x="442" y="84"/>
                </a:cxn>
                <a:cxn ang="0">
                  <a:pos x="460" y="109"/>
                </a:cxn>
                <a:cxn ang="0">
                  <a:pos x="456" y="76"/>
                </a:cxn>
                <a:cxn ang="0">
                  <a:pos x="467" y="106"/>
                </a:cxn>
                <a:cxn ang="0">
                  <a:pos x="456" y="76"/>
                </a:cxn>
                <a:cxn ang="0">
                  <a:pos x="122" y="81"/>
                </a:cxn>
                <a:cxn ang="0">
                  <a:pos x="135" y="62"/>
                </a:cxn>
                <a:cxn ang="0">
                  <a:pos x="424" y="61"/>
                </a:cxn>
                <a:cxn ang="0">
                  <a:pos x="193" y="38"/>
                </a:cxn>
                <a:cxn ang="0">
                  <a:pos x="170" y="65"/>
                </a:cxn>
                <a:cxn ang="0">
                  <a:pos x="409" y="29"/>
                </a:cxn>
                <a:cxn ang="0">
                  <a:pos x="435" y="50"/>
                </a:cxn>
                <a:cxn ang="0">
                  <a:pos x="256" y="24"/>
                </a:cxn>
                <a:cxn ang="0">
                  <a:pos x="228" y="40"/>
                </a:cxn>
                <a:cxn ang="0">
                  <a:pos x="346" y="15"/>
                </a:cxn>
                <a:cxn ang="0">
                  <a:pos x="376" y="24"/>
                </a:cxn>
                <a:cxn ang="0">
                  <a:pos x="222" y="26"/>
                </a:cxn>
                <a:cxn ang="0">
                  <a:pos x="253" y="17"/>
                </a:cxn>
                <a:cxn ang="0">
                  <a:pos x="285" y="15"/>
                </a:cxn>
                <a:cxn ang="0">
                  <a:pos x="316" y="12"/>
                </a:cxn>
                <a:cxn ang="0">
                  <a:pos x="379" y="17"/>
                </a:cxn>
                <a:cxn ang="0">
                  <a:pos x="349" y="3"/>
                </a:cxn>
                <a:cxn ang="0">
                  <a:pos x="284" y="8"/>
                </a:cxn>
              </a:cxnLst>
              <a:rect l="0" t="0" r="r" b="b"/>
              <a:pathLst>
                <a:path w="483" h="443">
                  <a:moveTo>
                    <a:pt x="109" y="422"/>
                  </a:moveTo>
                  <a:cubicBezTo>
                    <a:pt x="102" y="433"/>
                    <a:pt x="102" y="433"/>
                    <a:pt x="102" y="433"/>
                  </a:cubicBezTo>
                  <a:cubicBezTo>
                    <a:pt x="100" y="436"/>
                    <a:pt x="99" y="440"/>
                    <a:pt x="98" y="443"/>
                  </a:cubicBezTo>
                  <a:cubicBezTo>
                    <a:pt x="115" y="436"/>
                    <a:pt x="115" y="436"/>
                    <a:pt x="115" y="436"/>
                  </a:cubicBezTo>
                  <a:cubicBezTo>
                    <a:pt x="109" y="422"/>
                    <a:pt x="109" y="422"/>
                    <a:pt x="109" y="422"/>
                  </a:cubicBezTo>
                  <a:moveTo>
                    <a:pt x="166" y="396"/>
                  </a:moveTo>
                  <a:cubicBezTo>
                    <a:pt x="137" y="409"/>
                    <a:pt x="137" y="409"/>
                    <a:pt x="137" y="409"/>
                  </a:cubicBezTo>
                  <a:cubicBezTo>
                    <a:pt x="144" y="424"/>
                    <a:pt x="144" y="424"/>
                    <a:pt x="144" y="424"/>
                  </a:cubicBezTo>
                  <a:cubicBezTo>
                    <a:pt x="173" y="411"/>
                    <a:pt x="173" y="411"/>
                    <a:pt x="173" y="411"/>
                  </a:cubicBezTo>
                  <a:cubicBezTo>
                    <a:pt x="166" y="396"/>
                    <a:pt x="166" y="396"/>
                    <a:pt x="166" y="396"/>
                  </a:cubicBezTo>
                  <a:moveTo>
                    <a:pt x="200" y="394"/>
                  </a:moveTo>
                  <a:cubicBezTo>
                    <a:pt x="201" y="398"/>
                    <a:pt x="201" y="398"/>
                    <a:pt x="201" y="398"/>
                  </a:cubicBezTo>
                  <a:cubicBezTo>
                    <a:pt x="205" y="397"/>
                    <a:pt x="205" y="397"/>
                    <a:pt x="205" y="397"/>
                  </a:cubicBezTo>
                  <a:cubicBezTo>
                    <a:pt x="203" y="396"/>
                    <a:pt x="201" y="395"/>
                    <a:pt x="200" y="394"/>
                  </a:cubicBezTo>
                  <a:moveTo>
                    <a:pt x="282" y="346"/>
                  </a:moveTo>
                  <a:cubicBezTo>
                    <a:pt x="275" y="349"/>
                    <a:pt x="275" y="349"/>
                    <a:pt x="275" y="349"/>
                  </a:cubicBezTo>
                  <a:cubicBezTo>
                    <a:pt x="278" y="350"/>
                    <a:pt x="281" y="350"/>
                    <a:pt x="284" y="351"/>
                  </a:cubicBezTo>
                  <a:cubicBezTo>
                    <a:pt x="282" y="346"/>
                    <a:pt x="282" y="346"/>
                    <a:pt x="282" y="346"/>
                  </a:cubicBezTo>
                  <a:moveTo>
                    <a:pt x="342" y="327"/>
                  </a:moveTo>
                  <a:cubicBezTo>
                    <a:pt x="335" y="328"/>
                    <a:pt x="328" y="329"/>
                    <a:pt x="321" y="329"/>
                  </a:cubicBezTo>
                  <a:cubicBezTo>
                    <a:pt x="311" y="333"/>
                    <a:pt x="311" y="333"/>
                    <a:pt x="311" y="333"/>
                  </a:cubicBezTo>
                  <a:cubicBezTo>
                    <a:pt x="317" y="348"/>
                    <a:pt x="317" y="348"/>
                    <a:pt x="317" y="348"/>
                  </a:cubicBezTo>
                  <a:cubicBezTo>
                    <a:pt x="346" y="335"/>
                    <a:pt x="346" y="335"/>
                    <a:pt x="346" y="335"/>
                  </a:cubicBezTo>
                  <a:cubicBezTo>
                    <a:pt x="342" y="327"/>
                    <a:pt x="342" y="327"/>
                    <a:pt x="342" y="327"/>
                  </a:cubicBezTo>
                  <a:moveTo>
                    <a:pt x="375" y="323"/>
                  </a:moveTo>
                  <a:cubicBezTo>
                    <a:pt x="375" y="323"/>
                    <a:pt x="375" y="323"/>
                    <a:pt x="375" y="323"/>
                  </a:cubicBezTo>
                  <a:cubicBezTo>
                    <a:pt x="375" y="323"/>
                    <a:pt x="375" y="323"/>
                    <a:pt x="375" y="323"/>
                  </a:cubicBezTo>
                  <a:moveTo>
                    <a:pt x="402" y="304"/>
                  </a:moveTo>
                  <a:cubicBezTo>
                    <a:pt x="402" y="304"/>
                    <a:pt x="402" y="304"/>
                    <a:pt x="402" y="304"/>
                  </a:cubicBezTo>
                  <a:cubicBezTo>
                    <a:pt x="402" y="304"/>
                    <a:pt x="402" y="304"/>
                    <a:pt x="402" y="304"/>
                  </a:cubicBezTo>
                  <a:cubicBezTo>
                    <a:pt x="393" y="310"/>
                    <a:pt x="383" y="315"/>
                    <a:pt x="373" y="319"/>
                  </a:cubicBezTo>
                  <a:cubicBezTo>
                    <a:pt x="375" y="323"/>
                    <a:pt x="375" y="323"/>
                    <a:pt x="375" y="323"/>
                  </a:cubicBezTo>
                  <a:cubicBezTo>
                    <a:pt x="384" y="319"/>
                    <a:pt x="384" y="319"/>
                    <a:pt x="384" y="319"/>
                  </a:cubicBezTo>
                  <a:cubicBezTo>
                    <a:pt x="404" y="308"/>
                    <a:pt x="404" y="308"/>
                    <a:pt x="404" y="308"/>
                  </a:cubicBezTo>
                  <a:cubicBezTo>
                    <a:pt x="404" y="308"/>
                    <a:pt x="404" y="308"/>
                    <a:pt x="404" y="308"/>
                  </a:cubicBezTo>
                  <a:cubicBezTo>
                    <a:pt x="404" y="308"/>
                    <a:pt x="404" y="308"/>
                    <a:pt x="404" y="308"/>
                  </a:cubicBezTo>
                  <a:cubicBezTo>
                    <a:pt x="402" y="304"/>
                    <a:pt x="402" y="304"/>
                    <a:pt x="402" y="304"/>
                  </a:cubicBezTo>
                  <a:moveTo>
                    <a:pt x="396" y="294"/>
                  </a:moveTo>
                  <a:cubicBezTo>
                    <a:pt x="377" y="305"/>
                    <a:pt x="377" y="305"/>
                    <a:pt x="377" y="305"/>
                  </a:cubicBezTo>
                  <a:cubicBezTo>
                    <a:pt x="369" y="308"/>
                    <a:pt x="369" y="308"/>
                    <a:pt x="369" y="308"/>
                  </a:cubicBezTo>
                  <a:cubicBezTo>
                    <a:pt x="370" y="311"/>
                    <a:pt x="370" y="311"/>
                    <a:pt x="370" y="311"/>
                  </a:cubicBezTo>
                  <a:cubicBezTo>
                    <a:pt x="380" y="308"/>
                    <a:pt x="389" y="303"/>
                    <a:pt x="398" y="298"/>
                  </a:cubicBezTo>
                  <a:cubicBezTo>
                    <a:pt x="400" y="301"/>
                    <a:pt x="400" y="301"/>
                    <a:pt x="400" y="301"/>
                  </a:cubicBezTo>
                  <a:cubicBezTo>
                    <a:pt x="398" y="298"/>
                    <a:pt x="398" y="298"/>
                    <a:pt x="398" y="298"/>
                  </a:cubicBezTo>
                  <a:cubicBezTo>
                    <a:pt x="398" y="298"/>
                    <a:pt x="398" y="298"/>
                    <a:pt x="398" y="298"/>
                  </a:cubicBezTo>
                  <a:cubicBezTo>
                    <a:pt x="396" y="294"/>
                    <a:pt x="396" y="294"/>
                    <a:pt x="396" y="294"/>
                  </a:cubicBezTo>
                  <a:moveTo>
                    <a:pt x="449" y="260"/>
                  </a:moveTo>
                  <a:cubicBezTo>
                    <a:pt x="443" y="269"/>
                    <a:pt x="436" y="277"/>
                    <a:pt x="428" y="285"/>
                  </a:cubicBezTo>
                  <a:cubicBezTo>
                    <a:pt x="430" y="288"/>
                    <a:pt x="430" y="288"/>
                    <a:pt x="430" y="288"/>
                  </a:cubicBezTo>
                  <a:cubicBezTo>
                    <a:pt x="438" y="280"/>
                    <a:pt x="446" y="272"/>
                    <a:pt x="452" y="263"/>
                  </a:cubicBezTo>
                  <a:cubicBezTo>
                    <a:pt x="449" y="260"/>
                    <a:pt x="449" y="260"/>
                    <a:pt x="449" y="260"/>
                  </a:cubicBezTo>
                  <a:moveTo>
                    <a:pt x="439" y="254"/>
                  </a:moveTo>
                  <a:cubicBezTo>
                    <a:pt x="433" y="262"/>
                    <a:pt x="427" y="269"/>
                    <a:pt x="420" y="276"/>
                  </a:cubicBezTo>
                  <a:cubicBezTo>
                    <a:pt x="422" y="279"/>
                    <a:pt x="422" y="279"/>
                    <a:pt x="422" y="279"/>
                  </a:cubicBezTo>
                  <a:cubicBezTo>
                    <a:pt x="430" y="272"/>
                    <a:pt x="437" y="264"/>
                    <a:pt x="442" y="256"/>
                  </a:cubicBezTo>
                  <a:cubicBezTo>
                    <a:pt x="439" y="254"/>
                    <a:pt x="439" y="254"/>
                    <a:pt x="439" y="254"/>
                  </a:cubicBezTo>
                  <a:moveTo>
                    <a:pt x="475" y="202"/>
                  </a:moveTo>
                  <a:cubicBezTo>
                    <a:pt x="473" y="212"/>
                    <a:pt x="469" y="223"/>
                    <a:pt x="465" y="232"/>
                  </a:cubicBezTo>
                  <a:cubicBezTo>
                    <a:pt x="468" y="234"/>
                    <a:pt x="468" y="234"/>
                    <a:pt x="468" y="234"/>
                  </a:cubicBezTo>
                  <a:cubicBezTo>
                    <a:pt x="473" y="224"/>
                    <a:pt x="476" y="213"/>
                    <a:pt x="479" y="203"/>
                  </a:cubicBezTo>
                  <a:cubicBezTo>
                    <a:pt x="475" y="202"/>
                    <a:pt x="475" y="202"/>
                    <a:pt x="475" y="202"/>
                  </a:cubicBezTo>
                  <a:moveTo>
                    <a:pt x="463" y="199"/>
                  </a:moveTo>
                  <a:cubicBezTo>
                    <a:pt x="461" y="209"/>
                    <a:pt x="458" y="218"/>
                    <a:pt x="454" y="228"/>
                  </a:cubicBezTo>
                  <a:cubicBezTo>
                    <a:pt x="458" y="229"/>
                    <a:pt x="458" y="229"/>
                    <a:pt x="458" y="229"/>
                  </a:cubicBezTo>
                  <a:cubicBezTo>
                    <a:pt x="462" y="220"/>
                    <a:pt x="465" y="210"/>
                    <a:pt x="467" y="200"/>
                  </a:cubicBezTo>
                  <a:cubicBezTo>
                    <a:pt x="463" y="199"/>
                    <a:pt x="463" y="199"/>
                    <a:pt x="463" y="199"/>
                  </a:cubicBezTo>
                  <a:moveTo>
                    <a:pt x="468" y="139"/>
                  </a:moveTo>
                  <a:cubicBezTo>
                    <a:pt x="464" y="140"/>
                    <a:pt x="464" y="140"/>
                    <a:pt x="464" y="140"/>
                  </a:cubicBezTo>
                  <a:cubicBezTo>
                    <a:pt x="466" y="149"/>
                    <a:pt x="467" y="158"/>
                    <a:pt x="467" y="166"/>
                  </a:cubicBezTo>
                  <a:cubicBezTo>
                    <a:pt x="467" y="167"/>
                    <a:pt x="467" y="168"/>
                    <a:pt x="467" y="169"/>
                  </a:cubicBezTo>
                  <a:cubicBezTo>
                    <a:pt x="471" y="170"/>
                    <a:pt x="471" y="170"/>
                    <a:pt x="471" y="170"/>
                  </a:cubicBezTo>
                  <a:cubicBezTo>
                    <a:pt x="471" y="169"/>
                    <a:pt x="471" y="167"/>
                    <a:pt x="471" y="166"/>
                  </a:cubicBezTo>
                  <a:cubicBezTo>
                    <a:pt x="471" y="157"/>
                    <a:pt x="470" y="148"/>
                    <a:pt x="468" y="139"/>
                  </a:cubicBezTo>
                  <a:moveTo>
                    <a:pt x="480" y="137"/>
                  </a:moveTo>
                  <a:cubicBezTo>
                    <a:pt x="476" y="138"/>
                    <a:pt x="476" y="138"/>
                    <a:pt x="476" y="138"/>
                  </a:cubicBezTo>
                  <a:cubicBezTo>
                    <a:pt x="478" y="147"/>
                    <a:pt x="479" y="157"/>
                    <a:pt x="479" y="166"/>
                  </a:cubicBezTo>
                  <a:cubicBezTo>
                    <a:pt x="479" y="168"/>
                    <a:pt x="479" y="169"/>
                    <a:pt x="479" y="170"/>
                  </a:cubicBezTo>
                  <a:cubicBezTo>
                    <a:pt x="483" y="170"/>
                    <a:pt x="483" y="170"/>
                    <a:pt x="483" y="170"/>
                  </a:cubicBezTo>
                  <a:cubicBezTo>
                    <a:pt x="483" y="169"/>
                    <a:pt x="483" y="168"/>
                    <a:pt x="483" y="166"/>
                  </a:cubicBezTo>
                  <a:cubicBezTo>
                    <a:pt x="483" y="157"/>
                    <a:pt x="482" y="147"/>
                    <a:pt x="480" y="137"/>
                  </a:cubicBezTo>
                  <a:moveTo>
                    <a:pt x="18" y="110"/>
                  </a:moveTo>
                  <a:cubicBezTo>
                    <a:pt x="0" y="118"/>
                    <a:pt x="0" y="118"/>
                    <a:pt x="0" y="118"/>
                  </a:cubicBezTo>
                  <a:cubicBezTo>
                    <a:pt x="16" y="123"/>
                    <a:pt x="16" y="123"/>
                    <a:pt x="16" y="123"/>
                  </a:cubicBezTo>
                  <a:cubicBezTo>
                    <a:pt x="16" y="125"/>
                    <a:pt x="16" y="127"/>
                    <a:pt x="16" y="129"/>
                  </a:cubicBezTo>
                  <a:cubicBezTo>
                    <a:pt x="24" y="125"/>
                    <a:pt x="24" y="125"/>
                    <a:pt x="24" y="125"/>
                  </a:cubicBezTo>
                  <a:cubicBezTo>
                    <a:pt x="18" y="110"/>
                    <a:pt x="18" y="110"/>
                    <a:pt x="18" y="110"/>
                  </a:cubicBezTo>
                  <a:moveTo>
                    <a:pt x="73" y="88"/>
                  </a:moveTo>
                  <a:cubicBezTo>
                    <a:pt x="47" y="98"/>
                    <a:pt x="47" y="98"/>
                    <a:pt x="47" y="98"/>
                  </a:cubicBezTo>
                  <a:cubicBezTo>
                    <a:pt x="53" y="113"/>
                    <a:pt x="53" y="113"/>
                    <a:pt x="53" y="113"/>
                  </a:cubicBezTo>
                  <a:cubicBezTo>
                    <a:pt x="68" y="107"/>
                    <a:pt x="68" y="107"/>
                    <a:pt x="68" y="107"/>
                  </a:cubicBezTo>
                  <a:cubicBezTo>
                    <a:pt x="69" y="101"/>
                    <a:pt x="71" y="94"/>
                    <a:pt x="73" y="88"/>
                  </a:cubicBezTo>
                  <a:moveTo>
                    <a:pt x="446" y="82"/>
                  </a:moveTo>
                  <a:cubicBezTo>
                    <a:pt x="442" y="84"/>
                    <a:pt x="442" y="84"/>
                    <a:pt x="442" y="84"/>
                  </a:cubicBezTo>
                  <a:cubicBezTo>
                    <a:pt x="443" y="85"/>
                    <a:pt x="444" y="86"/>
                    <a:pt x="444" y="87"/>
                  </a:cubicBezTo>
                  <a:cubicBezTo>
                    <a:pt x="449" y="95"/>
                    <a:pt x="453" y="103"/>
                    <a:pt x="456" y="111"/>
                  </a:cubicBezTo>
                  <a:cubicBezTo>
                    <a:pt x="460" y="109"/>
                    <a:pt x="460" y="109"/>
                    <a:pt x="460" y="109"/>
                  </a:cubicBezTo>
                  <a:cubicBezTo>
                    <a:pt x="457" y="101"/>
                    <a:pt x="452" y="93"/>
                    <a:pt x="448" y="85"/>
                  </a:cubicBezTo>
                  <a:cubicBezTo>
                    <a:pt x="447" y="84"/>
                    <a:pt x="446" y="83"/>
                    <a:pt x="446" y="82"/>
                  </a:cubicBezTo>
                  <a:moveTo>
                    <a:pt x="456" y="76"/>
                  </a:moveTo>
                  <a:cubicBezTo>
                    <a:pt x="452" y="78"/>
                    <a:pt x="452" y="78"/>
                    <a:pt x="452" y="78"/>
                  </a:cubicBezTo>
                  <a:cubicBezTo>
                    <a:pt x="453" y="79"/>
                    <a:pt x="454" y="80"/>
                    <a:pt x="454" y="81"/>
                  </a:cubicBezTo>
                  <a:cubicBezTo>
                    <a:pt x="459" y="89"/>
                    <a:pt x="464" y="98"/>
                    <a:pt x="467" y="106"/>
                  </a:cubicBezTo>
                  <a:cubicBezTo>
                    <a:pt x="471" y="105"/>
                    <a:pt x="471" y="105"/>
                    <a:pt x="471" y="105"/>
                  </a:cubicBezTo>
                  <a:cubicBezTo>
                    <a:pt x="467" y="96"/>
                    <a:pt x="463" y="87"/>
                    <a:pt x="458" y="79"/>
                  </a:cubicBezTo>
                  <a:cubicBezTo>
                    <a:pt x="457" y="78"/>
                    <a:pt x="456" y="77"/>
                    <a:pt x="456" y="76"/>
                  </a:cubicBezTo>
                  <a:moveTo>
                    <a:pt x="135" y="62"/>
                  </a:moveTo>
                  <a:cubicBezTo>
                    <a:pt x="115" y="70"/>
                    <a:pt x="115" y="70"/>
                    <a:pt x="115" y="70"/>
                  </a:cubicBezTo>
                  <a:cubicBezTo>
                    <a:pt x="115" y="75"/>
                    <a:pt x="118" y="78"/>
                    <a:pt x="122" y="81"/>
                  </a:cubicBezTo>
                  <a:cubicBezTo>
                    <a:pt x="126" y="83"/>
                    <a:pt x="126" y="83"/>
                    <a:pt x="126" y="83"/>
                  </a:cubicBezTo>
                  <a:cubicBezTo>
                    <a:pt x="141" y="77"/>
                    <a:pt x="141" y="77"/>
                    <a:pt x="141" y="77"/>
                  </a:cubicBezTo>
                  <a:cubicBezTo>
                    <a:pt x="135" y="62"/>
                    <a:pt x="135" y="62"/>
                    <a:pt x="135" y="62"/>
                  </a:cubicBezTo>
                  <a:moveTo>
                    <a:pt x="403" y="39"/>
                  </a:moveTo>
                  <a:cubicBezTo>
                    <a:pt x="401" y="42"/>
                    <a:pt x="401" y="42"/>
                    <a:pt x="401" y="42"/>
                  </a:cubicBezTo>
                  <a:cubicBezTo>
                    <a:pt x="409" y="47"/>
                    <a:pt x="417" y="54"/>
                    <a:pt x="424" y="61"/>
                  </a:cubicBezTo>
                  <a:cubicBezTo>
                    <a:pt x="426" y="58"/>
                    <a:pt x="426" y="58"/>
                    <a:pt x="426" y="58"/>
                  </a:cubicBezTo>
                  <a:cubicBezTo>
                    <a:pt x="419" y="51"/>
                    <a:pt x="411" y="44"/>
                    <a:pt x="403" y="39"/>
                  </a:cubicBezTo>
                  <a:moveTo>
                    <a:pt x="193" y="38"/>
                  </a:moveTo>
                  <a:cubicBezTo>
                    <a:pt x="173" y="46"/>
                    <a:pt x="173" y="46"/>
                    <a:pt x="173" y="46"/>
                  </a:cubicBezTo>
                  <a:cubicBezTo>
                    <a:pt x="171" y="49"/>
                    <a:pt x="168" y="52"/>
                    <a:pt x="166" y="55"/>
                  </a:cubicBezTo>
                  <a:cubicBezTo>
                    <a:pt x="170" y="65"/>
                    <a:pt x="170" y="65"/>
                    <a:pt x="170" y="65"/>
                  </a:cubicBezTo>
                  <a:cubicBezTo>
                    <a:pt x="199" y="53"/>
                    <a:pt x="199" y="53"/>
                    <a:pt x="199" y="53"/>
                  </a:cubicBezTo>
                  <a:cubicBezTo>
                    <a:pt x="193" y="38"/>
                    <a:pt x="193" y="38"/>
                    <a:pt x="193" y="38"/>
                  </a:cubicBezTo>
                  <a:moveTo>
                    <a:pt x="409" y="29"/>
                  </a:moveTo>
                  <a:cubicBezTo>
                    <a:pt x="407" y="32"/>
                    <a:pt x="407" y="32"/>
                    <a:pt x="407" y="32"/>
                  </a:cubicBezTo>
                  <a:cubicBezTo>
                    <a:pt x="416" y="38"/>
                    <a:pt x="424" y="45"/>
                    <a:pt x="432" y="53"/>
                  </a:cubicBezTo>
                  <a:cubicBezTo>
                    <a:pt x="435" y="50"/>
                    <a:pt x="435" y="50"/>
                    <a:pt x="435" y="50"/>
                  </a:cubicBezTo>
                  <a:cubicBezTo>
                    <a:pt x="435" y="50"/>
                    <a:pt x="435" y="50"/>
                    <a:pt x="435" y="50"/>
                  </a:cubicBezTo>
                  <a:cubicBezTo>
                    <a:pt x="427" y="42"/>
                    <a:pt x="419" y="35"/>
                    <a:pt x="409" y="29"/>
                  </a:cubicBezTo>
                  <a:moveTo>
                    <a:pt x="256" y="24"/>
                  </a:moveTo>
                  <a:cubicBezTo>
                    <a:pt x="249" y="28"/>
                    <a:pt x="242" y="31"/>
                    <a:pt x="235" y="35"/>
                  </a:cubicBezTo>
                  <a:cubicBezTo>
                    <a:pt x="233" y="37"/>
                    <a:pt x="230" y="38"/>
                    <a:pt x="228" y="40"/>
                  </a:cubicBezTo>
                  <a:cubicBezTo>
                    <a:pt x="228" y="40"/>
                    <a:pt x="228" y="40"/>
                    <a:pt x="228" y="40"/>
                  </a:cubicBezTo>
                  <a:cubicBezTo>
                    <a:pt x="258" y="28"/>
                    <a:pt x="258" y="28"/>
                    <a:pt x="258" y="28"/>
                  </a:cubicBezTo>
                  <a:cubicBezTo>
                    <a:pt x="256" y="24"/>
                    <a:pt x="256" y="24"/>
                    <a:pt x="256" y="24"/>
                  </a:cubicBezTo>
                  <a:moveTo>
                    <a:pt x="346" y="15"/>
                  </a:moveTo>
                  <a:cubicBezTo>
                    <a:pt x="346" y="19"/>
                    <a:pt x="346" y="19"/>
                    <a:pt x="346" y="19"/>
                  </a:cubicBezTo>
                  <a:cubicBezTo>
                    <a:pt x="355" y="21"/>
                    <a:pt x="365" y="24"/>
                    <a:pt x="374" y="28"/>
                  </a:cubicBezTo>
                  <a:cubicBezTo>
                    <a:pt x="376" y="24"/>
                    <a:pt x="376" y="24"/>
                    <a:pt x="376" y="24"/>
                  </a:cubicBezTo>
                  <a:cubicBezTo>
                    <a:pt x="366" y="20"/>
                    <a:pt x="356" y="17"/>
                    <a:pt x="346" y="15"/>
                  </a:cubicBezTo>
                  <a:moveTo>
                    <a:pt x="252" y="14"/>
                  </a:moveTo>
                  <a:cubicBezTo>
                    <a:pt x="222" y="26"/>
                    <a:pt x="222" y="26"/>
                    <a:pt x="222" y="26"/>
                  </a:cubicBezTo>
                  <a:cubicBezTo>
                    <a:pt x="225" y="32"/>
                    <a:pt x="225" y="32"/>
                    <a:pt x="225" y="32"/>
                  </a:cubicBezTo>
                  <a:cubicBezTo>
                    <a:pt x="227" y="31"/>
                    <a:pt x="229" y="30"/>
                    <a:pt x="231" y="29"/>
                  </a:cubicBezTo>
                  <a:cubicBezTo>
                    <a:pt x="238" y="24"/>
                    <a:pt x="245" y="20"/>
                    <a:pt x="253" y="17"/>
                  </a:cubicBezTo>
                  <a:cubicBezTo>
                    <a:pt x="252" y="14"/>
                    <a:pt x="252" y="14"/>
                    <a:pt x="252" y="14"/>
                  </a:cubicBezTo>
                  <a:moveTo>
                    <a:pt x="316" y="12"/>
                  </a:moveTo>
                  <a:cubicBezTo>
                    <a:pt x="306" y="12"/>
                    <a:pt x="295" y="13"/>
                    <a:pt x="285" y="15"/>
                  </a:cubicBezTo>
                  <a:cubicBezTo>
                    <a:pt x="286" y="19"/>
                    <a:pt x="286" y="19"/>
                    <a:pt x="286" y="19"/>
                  </a:cubicBezTo>
                  <a:cubicBezTo>
                    <a:pt x="296" y="17"/>
                    <a:pt x="306" y="16"/>
                    <a:pt x="316" y="16"/>
                  </a:cubicBezTo>
                  <a:cubicBezTo>
                    <a:pt x="316" y="12"/>
                    <a:pt x="316" y="12"/>
                    <a:pt x="316" y="12"/>
                  </a:cubicBezTo>
                  <a:moveTo>
                    <a:pt x="349" y="3"/>
                  </a:moveTo>
                  <a:cubicBezTo>
                    <a:pt x="348" y="7"/>
                    <a:pt x="348" y="7"/>
                    <a:pt x="348" y="7"/>
                  </a:cubicBezTo>
                  <a:cubicBezTo>
                    <a:pt x="359" y="9"/>
                    <a:pt x="369" y="13"/>
                    <a:pt x="379" y="17"/>
                  </a:cubicBezTo>
                  <a:cubicBezTo>
                    <a:pt x="380" y="13"/>
                    <a:pt x="380" y="13"/>
                    <a:pt x="380" y="13"/>
                  </a:cubicBezTo>
                  <a:cubicBezTo>
                    <a:pt x="380" y="13"/>
                    <a:pt x="380" y="13"/>
                    <a:pt x="380" y="13"/>
                  </a:cubicBezTo>
                  <a:cubicBezTo>
                    <a:pt x="370" y="9"/>
                    <a:pt x="360" y="6"/>
                    <a:pt x="349" y="3"/>
                  </a:cubicBezTo>
                  <a:moveTo>
                    <a:pt x="316" y="0"/>
                  </a:moveTo>
                  <a:cubicBezTo>
                    <a:pt x="305" y="0"/>
                    <a:pt x="294" y="1"/>
                    <a:pt x="283" y="4"/>
                  </a:cubicBezTo>
                  <a:cubicBezTo>
                    <a:pt x="284" y="8"/>
                    <a:pt x="284" y="8"/>
                    <a:pt x="284" y="8"/>
                  </a:cubicBezTo>
                  <a:cubicBezTo>
                    <a:pt x="294" y="5"/>
                    <a:pt x="305" y="4"/>
                    <a:pt x="316" y="4"/>
                  </a:cubicBezTo>
                  <a:cubicBezTo>
                    <a:pt x="316" y="0"/>
                    <a:pt x="316" y="0"/>
                    <a:pt x="316"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0" name="Freeform 30"/>
            <p:cNvSpPr>
              <a:spLocks noEditPoints="1"/>
            </p:cNvSpPr>
            <p:nvPr/>
          </p:nvSpPr>
          <p:spPr bwMode="auto">
            <a:xfrm>
              <a:off x="8026689" y="2645353"/>
              <a:ext cx="487363" cy="625475"/>
            </a:xfrm>
            <a:custGeom>
              <a:avLst/>
              <a:gdLst/>
              <a:ahLst/>
              <a:cxnLst>
                <a:cxn ang="0">
                  <a:pos x="115" y="317"/>
                </a:cxn>
                <a:cxn ang="0">
                  <a:pos x="96" y="325"/>
                </a:cxn>
                <a:cxn ang="0">
                  <a:pos x="117" y="323"/>
                </a:cxn>
                <a:cxn ang="0">
                  <a:pos x="115" y="317"/>
                </a:cxn>
                <a:cxn ang="0">
                  <a:pos x="173" y="294"/>
                </a:cxn>
                <a:cxn ang="0">
                  <a:pos x="173" y="294"/>
                </a:cxn>
                <a:cxn ang="0">
                  <a:pos x="175" y="297"/>
                </a:cxn>
                <a:cxn ang="0">
                  <a:pos x="173" y="294"/>
                </a:cxn>
                <a:cxn ang="0">
                  <a:pos x="145" y="307"/>
                </a:cxn>
                <a:cxn ang="0">
                  <a:pos x="148" y="315"/>
                </a:cxn>
                <a:cxn ang="0">
                  <a:pos x="177" y="300"/>
                </a:cxn>
                <a:cxn ang="0">
                  <a:pos x="177" y="300"/>
                </a:cxn>
                <a:cxn ang="0">
                  <a:pos x="177" y="300"/>
                </a:cxn>
                <a:cxn ang="0">
                  <a:pos x="175" y="297"/>
                </a:cxn>
                <a:cxn ang="0">
                  <a:pos x="173" y="294"/>
                </a:cxn>
                <a:cxn ang="0">
                  <a:pos x="217" y="252"/>
                </a:cxn>
                <a:cxn ang="0">
                  <a:pos x="197" y="275"/>
                </a:cxn>
                <a:cxn ang="0">
                  <a:pos x="203" y="281"/>
                </a:cxn>
                <a:cxn ang="0">
                  <a:pos x="224" y="256"/>
                </a:cxn>
                <a:cxn ang="0">
                  <a:pos x="217" y="252"/>
                </a:cxn>
                <a:cxn ang="0">
                  <a:pos x="242" y="196"/>
                </a:cxn>
                <a:cxn ang="0">
                  <a:pos x="233" y="225"/>
                </a:cxn>
                <a:cxn ang="0">
                  <a:pos x="240" y="228"/>
                </a:cxn>
                <a:cxn ang="0">
                  <a:pos x="250" y="198"/>
                </a:cxn>
                <a:cxn ang="0">
                  <a:pos x="242" y="196"/>
                </a:cxn>
                <a:cxn ang="0">
                  <a:pos x="251" y="134"/>
                </a:cxn>
                <a:cxn ang="0">
                  <a:pos x="243" y="135"/>
                </a:cxn>
                <a:cxn ang="0">
                  <a:pos x="246" y="162"/>
                </a:cxn>
                <a:cxn ang="0">
                  <a:pos x="246" y="166"/>
                </a:cxn>
                <a:cxn ang="0">
                  <a:pos x="254" y="166"/>
                </a:cxn>
                <a:cxn ang="0">
                  <a:pos x="254" y="162"/>
                </a:cxn>
                <a:cxn ang="0">
                  <a:pos x="251" y="134"/>
                </a:cxn>
                <a:cxn ang="0">
                  <a:pos x="227" y="74"/>
                </a:cxn>
                <a:cxn ang="0">
                  <a:pos x="221" y="78"/>
                </a:cxn>
                <a:cxn ang="0">
                  <a:pos x="223" y="81"/>
                </a:cxn>
                <a:cxn ang="0">
                  <a:pos x="235" y="105"/>
                </a:cxn>
                <a:cxn ang="0">
                  <a:pos x="242" y="102"/>
                </a:cxn>
                <a:cxn ang="0">
                  <a:pos x="229" y="77"/>
                </a:cxn>
                <a:cxn ang="0">
                  <a:pos x="227" y="74"/>
                </a:cxn>
                <a:cxn ang="0">
                  <a:pos x="182" y="28"/>
                </a:cxn>
                <a:cxn ang="0">
                  <a:pos x="178" y="35"/>
                </a:cxn>
                <a:cxn ang="0">
                  <a:pos x="201" y="54"/>
                </a:cxn>
                <a:cxn ang="0">
                  <a:pos x="207" y="49"/>
                </a:cxn>
                <a:cxn ang="0">
                  <a:pos x="182" y="28"/>
                </a:cxn>
                <a:cxn ang="0">
                  <a:pos x="28" y="13"/>
                </a:cxn>
                <a:cxn ang="0">
                  <a:pos x="6" y="25"/>
                </a:cxn>
                <a:cxn ang="0">
                  <a:pos x="0" y="28"/>
                </a:cxn>
                <a:cxn ang="0">
                  <a:pos x="3" y="36"/>
                </a:cxn>
                <a:cxn ang="0">
                  <a:pos x="10" y="31"/>
                </a:cxn>
                <a:cxn ang="0">
                  <a:pos x="31" y="20"/>
                </a:cxn>
                <a:cxn ang="0">
                  <a:pos x="28" y="13"/>
                </a:cxn>
                <a:cxn ang="0">
                  <a:pos x="123" y="3"/>
                </a:cxn>
                <a:cxn ang="0">
                  <a:pos x="121" y="11"/>
                </a:cxn>
                <a:cxn ang="0">
                  <a:pos x="151" y="20"/>
                </a:cxn>
                <a:cxn ang="0">
                  <a:pos x="154" y="13"/>
                </a:cxn>
                <a:cxn ang="0">
                  <a:pos x="123" y="3"/>
                </a:cxn>
                <a:cxn ang="0">
                  <a:pos x="91" y="0"/>
                </a:cxn>
                <a:cxn ang="0">
                  <a:pos x="59" y="4"/>
                </a:cxn>
                <a:cxn ang="0">
                  <a:pos x="60" y="11"/>
                </a:cxn>
                <a:cxn ang="0">
                  <a:pos x="91" y="8"/>
                </a:cxn>
                <a:cxn ang="0">
                  <a:pos x="91" y="0"/>
                </a:cxn>
              </a:cxnLst>
              <a:rect l="0" t="0" r="r" b="b"/>
              <a:pathLst>
                <a:path w="254" h="325">
                  <a:moveTo>
                    <a:pt x="115" y="317"/>
                  </a:moveTo>
                  <a:cubicBezTo>
                    <a:pt x="96" y="325"/>
                    <a:pt x="96" y="325"/>
                    <a:pt x="96" y="325"/>
                  </a:cubicBezTo>
                  <a:cubicBezTo>
                    <a:pt x="103" y="325"/>
                    <a:pt x="110" y="324"/>
                    <a:pt x="117" y="323"/>
                  </a:cubicBezTo>
                  <a:cubicBezTo>
                    <a:pt x="115" y="317"/>
                    <a:pt x="115" y="317"/>
                    <a:pt x="115" y="317"/>
                  </a:cubicBezTo>
                  <a:moveTo>
                    <a:pt x="173" y="294"/>
                  </a:moveTo>
                  <a:cubicBezTo>
                    <a:pt x="173" y="294"/>
                    <a:pt x="173" y="294"/>
                    <a:pt x="173" y="294"/>
                  </a:cubicBezTo>
                  <a:cubicBezTo>
                    <a:pt x="175" y="297"/>
                    <a:pt x="175" y="297"/>
                    <a:pt x="175" y="297"/>
                  </a:cubicBezTo>
                  <a:cubicBezTo>
                    <a:pt x="173" y="294"/>
                    <a:pt x="173" y="294"/>
                    <a:pt x="173" y="294"/>
                  </a:cubicBezTo>
                  <a:cubicBezTo>
                    <a:pt x="164" y="299"/>
                    <a:pt x="155" y="304"/>
                    <a:pt x="145" y="307"/>
                  </a:cubicBezTo>
                  <a:cubicBezTo>
                    <a:pt x="148" y="315"/>
                    <a:pt x="148" y="315"/>
                    <a:pt x="148" y="315"/>
                  </a:cubicBezTo>
                  <a:cubicBezTo>
                    <a:pt x="158" y="311"/>
                    <a:pt x="168" y="306"/>
                    <a:pt x="177" y="300"/>
                  </a:cubicBezTo>
                  <a:cubicBezTo>
                    <a:pt x="177" y="300"/>
                    <a:pt x="177" y="300"/>
                    <a:pt x="177" y="300"/>
                  </a:cubicBezTo>
                  <a:cubicBezTo>
                    <a:pt x="177" y="300"/>
                    <a:pt x="177" y="300"/>
                    <a:pt x="177" y="300"/>
                  </a:cubicBezTo>
                  <a:cubicBezTo>
                    <a:pt x="175" y="297"/>
                    <a:pt x="175" y="297"/>
                    <a:pt x="175" y="297"/>
                  </a:cubicBezTo>
                  <a:cubicBezTo>
                    <a:pt x="173" y="294"/>
                    <a:pt x="173" y="294"/>
                    <a:pt x="173" y="294"/>
                  </a:cubicBezTo>
                  <a:moveTo>
                    <a:pt x="217" y="252"/>
                  </a:moveTo>
                  <a:cubicBezTo>
                    <a:pt x="212" y="260"/>
                    <a:pt x="205" y="268"/>
                    <a:pt x="197" y="275"/>
                  </a:cubicBezTo>
                  <a:cubicBezTo>
                    <a:pt x="203" y="281"/>
                    <a:pt x="203" y="281"/>
                    <a:pt x="203" y="281"/>
                  </a:cubicBezTo>
                  <a:cubicBezTo>
                    <a:pt x="211" y="273"/>
                    <a:pt x="218" y="265"/>
                    <a:pt x="224" y="256"/>
                  </a:cubicBezTo>
                  <a:cubicBezTo>
                    <a:pt x="217" y="252"/>
                    <a:pt x="217" y="252"/>
                    <a:pt x="217" y="252"/>
                  </a:cubicBezTo>
                  <a:moveTo>
                    <a:pt x="242" y="196"/>
                  </a:moveTo>
                  <a:cubicBezTo>
                    <a:pt x="240" y="206"/>
                    <a:pt x="237" y="216"/>
                    <a:pt x="233" y="225"/>
                  </a:cubicBezTo>
                  <a:cubicBezTo>
                    <a:pt x="240" y="228"/>
                    <a:pt x="240" y="228"/>
                    <a:pt x="240" y="228"/>
                  </a:cubicBezTo>
                  <a:cubicBezTo>
                    <a:pt x="244" y="219"/>
                    <a:pt x="248" y="208"/>
                    <a:pt x="250" y="198"/>
                  </a:cubicBezTo>
                  <a:cubicBezTo>
                    <a:pt x="242" y="196"/>
                    <a:pt x="242" y="196"/>
                    <a:pt x="242" y="196"/>
                  </a:cubicBezTo>
                  <a:moveTo>
                    <a:pt x="251" y="134"/>
                  </a:moveTo>
                  <a:cubicBezTo>
                    <a:pt x="243" y="135"/>
                    <a:pt x="243" y="135"/>
                    <a:pt x="243" y="135"/>
                  </a:cubicBezTo>
                  <a:cubicBezTo>
                    <a:pt x="245" y="144"/>
                    <a:pt x="246" y="153"/>
                    <a:pt x="246" y="162"/>
                  </a:cubicBezTo>
                  <a:cubicBezTo>
                    <a:pt x="246" y="163"/>
                    <a:pt x="246" y="165"/>
                    <a:pt x="246" y="166"/>
                  </a:cubicBezTo>
                  <a:cubicBezTo>
                    <a:pt x="254" y="166"/>
                    <a:pt x="254" y="166"/>
                    <a:pt x="254" y="166"/>
                  </a:cubicBezTo>
                  <a:cubicBezTo>
                    <a:pt x="254" y="165"/>
                    <a:pt x="254" y="164"/>
                    <a:pt x="254" y="162"/>
                  </a:cubicBezTo>
                  <a:cubicBezTo>
                    <a:pt x="254" y="153"/>
                    <a:pt x="253" y="143"/>
                    <a:pt x="251" y="134"/>
                  </a:cubicBezTo>
                  <a:moveTo>
                    <a:pt x="227" y="74"/>
                  </a:moveTo>
                  <a:cubicBezTo>
                    <a:pt x="221" y="78"/>
                    <a:pt x="221" y="78"/>
                    <a:pt x="221" y="78"/>
                  </a:cubicBezTo>
                  <a:cubicBezTo>
                    <a:pt x="221" y="79"/>
                    <a:pt x="222" y="80"/>
                    <a:pt x="223" y="81"/>
                  </a:cubicBezTo>
                  <a:cubicBezTo>
                    <a:pt x="227" y="89"/>
                    <a:pt x="232" y="97"/>
                    <a:pt x="235" y="105"/>
                  </a:cubicBezTo>
                  <a:cubicBezTo>
                    <a:pt x="242" y="102"/>
                    <a:pt x="242" y="102"/>
                    <a:pt x="242" y="102"/>
                  </a:cubicBezTo>
                  <a:cubicBezTo>
                    <a:pt x="239" y="94"/>
                    <a:pt x="234" y="85"/>
                    <a:pt x="229" y="77"/>
                  </a:cubicBezTo>
                  <a:cubicBezTo>
                    <a:pt x="229" y="76"/>
                    <a:pt x="228" y="75"/>
                    <a:pt x="227" y="74"/>
                  </a:cubicBezTo>
                  <a:moveTo>
                    <a:pt x="182" y="28"/>
                  </a:moveTo>
                  <a:cubicBezTo>
                    <a:pt x="178" y="35"/>
                    <a:pt x="178" y="35"/>
                    <a:pt x="178" y="35"/>
                  </a:cubicBezTo>
                  <a:cubicBezTo>
                    <a:pt x="186" y="40"/>
                    <a:pt x="194" y="47"/>
                    <a:pt x="201" y="54"/>
                  </a:cubicBezTo>
                  <a:cubicBezTo>
                    <a:pt x="207" y="49"/>
                    <a:pt x="207" y="49"/>
                    <a:pt x="207" y="49"/>
                  </a:cubicBezTo>
                  <a:cubicBezTo>
                    <a:pt x="199" y="41"/>
                    <a:pt x="191" y="34"/>
                    <a:pt x="182" y="28"/>
                  </a:cubicBezTo>
                  <a:moveTo>
                    <a:pt x="28" y="13"/>
                  </a:moveTo>
                  <a:cubicBezTo>
                    <a:pt x="20" y="16"/>
                    <a:pt x="13" y="20"/>
                    <a:pt x="6" y="25"/>
                  </a:cubicBezTo>
                  <a:cubicBezTo>
                    <a:pt x="4" y="26"/>
                    <a:pt x="2" y="27"/>
                    <a:pt x="0" y="28"/>
                  </a:cubicBezTo>
                  <a:cubicBezTo>
                    <a:pt x="3" y="36"/>
                    <a:pt x="3" y="36"/>
                    <a:pt x="3" y="36"/>
                  </a:cubicBezTo>
                  <a:cubicBezTo>
                    <a:pt x="5" y="34"/>
                    <a:pt x="8" y="33"/>
                    <a:pt x="10" y="31"/>
                  </a:cubicBezTo>
                  <a:cubicBezTo>
                    <a:pt x="17" y="27"/>
                    <a:pt x="24" y="24"/>
                    <a:pt x="31" y="20"/>
                  </a:cubicBezTo>
                  <a:cubicBezTo>
                    <a:pt x="28" y="13"/>
                    <a:pt x="28" y="13"/>
                    <a:pt x="28" y="13"/>
                  </a:cubicBezTo>
                  <a:moveTo>
                    <a:pt x="123" y="3"/>
                  </a:moveTo>
                  <a:cubicBezTo>
                    <a:pt x="121" y="11"/>
                    <a:pt x="121" y="11"/>
                    <a:pt x="121" y="11"/>
                  </a:cubicBezTo>
                  <a:cubicBezTo>
                    <a:pt x="131" y="13"/>
                    <a:pt x="141" y="16"/>
                    <a:pt x="151" y="20"/>
                  </a:cubicBezTo>
                  <a:cubicBezTo>
                    <a:pt x="154" y="13"/>
                    <a:pt x="154" y="13"/>
                    <a:pt x="154" y="13"/>
                  </a:cubicBezTo>
                  <a:cubicBezTo>
                    <a:pt x="144" y="9"/>
                    <a:pt x="134" y="5"/>
                    <a:pt x="123" y="3"/>
                  </a:cubicBezTo>
                  <a:moveTo>
                    <a:pt x="91" y="0"/>
                  </a:moveTo>
                  <a:cubicBezTo>
                    <a:pt x="80" y="0"/>
                    <a:pt x="69" y="1"/>
                    <a:pt x="59" y="4"/>
                  </a:cubicBezTo>
                  <a:cubicBezTo>
                    <a:pt x="60" y="11"/>
                    <a:pt x="60" y="11"/>
                    <a:pt x="60" y="11"/>
                  </a:cubicBezTo>
                  <a:cubicBezTo>
                    <a:pt x="70" y="9"/>
                    <a:pt x="81" y="8"/>
                    <a:pt x="91" y="8"/>
                  </a:cubicBezTo>
                  <a:cubicBezTo>
                    <a:pt x="91" y="0"/>
                    <a:pt x="91" y="0"/>
                    <a:pt x="9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1" name="Freeform 31"/>
            <p:cNvSpPr>
              <a:spLocks/>
            </p:cNvSpPr>
            <p:nvPr/>
          </p:nvSpPr>
          <p:spPr bwMode="auto">
            <a:xfrm>
              <a:off x="7582189" y="3562928"/>
              <a:ext cx="9525" cy="15875"/>
            </a:xfrm>
            <a:custGeom>
              <a:avLst/>
              <a:gdLst/>
              <a:ahLst/>
              <a:cxnLst>
                <a:cxn ang="0">
                  <a:pos x="2" y="0"/>
                </a:cxn>
                <a:cxn ang="0">
                  <a:pos x="0" y="0"/>
                </a:cxn>
                <a:cxn ang="0">
                  <a:pos x="0" y="8"/>
                </a:cxn>
                <a:cxn ang="0">
                  <a:pos x="5" y="6"/>
                </a:cxn>
                <a:cxn ang="0">
                  <a:pos x="2" y="0"/>
                </a:cxn>
              </a:cxnLst>
              <a:rect l="0" t="0" r="r" b="b"/>
              <a:pathLst>
                <a:path w="5" h="8">
                  <a:moveTo>
                    <a:pt x="2" y="0"/>
                  </a:moveTo>
                  <a:cubicBezTo>
                    <a:pt x="0" y="0"/>
                    <a:pt x="0" y="0"/>
                    <a:pt x="0" y="0"/>
                  </a:cubicBezTo>
                  <a:cubicBezTo>
                    <a:pt x="0" y="2"/>
                    <a:pt x="0" y="5"/>
                    <a:pt x="0" y="8"/>
                  </a:cubicBezTo>
                  <a:cubicBezTo>
                    <a:pt x="5" y="6"/>
                    <a:pt x="5" y="6"/>
                    <a:pt x="5" y="6"/>
                  </a:cubicBezTo>
                  <a:cubicBezTo>
                    <a:pt x="2" y="0"/>
                    <a:pt x="2" y="0"/>
                    <a:pt x="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7" name="TextBox 28"/>
          <p:cNvSpPr txBox="1">
            <a:spLocks noChangeArrowheads="1"/>
          </p:cNvSpPr>
          <p:nvPr/>
        </p:nvSpPr>
        <p:spPr bwMode="auto">
          <a:xfrm>
            <a:off x="3567651" y="2323139"/>
            <a:ext cx="2320822"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a:solidFill>
                  <a:srgbClr val="000000"/>
                </a:solidFill>
              </a:rPr>
              <a:t>Pre-Processing / Cleansing</a:t>
            </a:r>
          </a:p>
        </p:txBody>
      </p:sp>
      <p:pic>
        <p:nvPicPr>
          <p:cNvPr id="43012" name="Picture 4" descr="Image result for unisim honeywell unisim desig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54879" y="3609376"/>
            <a:ext cx="1562528" cy="87501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1" name="TextBox 28"/>
          <p:cNvSpPr txBox="1">
            <a:spLocks noChangeArrowheads="1"/>
          </p:cNvSpPr>
          <p:nvPr/>
        </p:nvSpPr>
        <p:spPr bwMode="auto">
          <a:xfrm>
            <a:off x="3587753" y="4487508"/>
            <a:ext cx="2425466"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err="1">
                <a:solidFill>
                  <a:srgbClr val="000000"/>
                </a:solidFill>
              </a:rPr>
              <a:t>UniSim</a:t>
            </a:r>
            <a:r>
              <a:rPr lang="en-US" sz="1200" b="1" dirty="0">
                <a:solidFill>
                  <a:srgbClr val="000000"/>
                </a:solidFill>
              </a:rPr>
              <a:t>® - Estimate/ Predicted</a:t>
            </a:r>
          </a:p>
        </p:txBody>
      </p:sp>
      <p:pic>
        <p:nvPicPr>
          <p:cNvPr id="7" name="Picture 6"/>
          <p:cNvPicPr>
            <a:picLocks noChangeAspect="1"/>
          </p:cNvPicPr>
          <p:nvPr/>
        </p:nvPicPr>
        <p:blipFill>
          <a:blip r:embed="rId6"/>
          <a:stretch>
            <a:fillRect/>
          </a:stretch>
        </p:blipFill>
        <p:spPr>
          <a:xfrm>
            <a:off x="6487823" y="2938366"/>
            <a:ext cx="1904945" cy="772807"/>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7"/>
          <a:stretch>
            <a:fillRect/>
          </a:stretch>
        </p:blipFill>
        <p:spPr>
          <a:xfrm>
            <a:off x="6736306" y="4426998"/>
            <a:ext cx="1424849" cy="1118946"/>
          </a:xfrm>
          <a:prstGeom prst="rect">
            <a:avLst/>
          </a:prstGeom>
          <a:ln>
            <a:noFill/>
          </a:ln>
          <a:effectLst>
            <a:outerShdw blurRad="292100" dist="139700" dir="2700000" algn="tl" rotWithShape="0">
              <a:srgbClr val="333333">
                <a:alpha val="65000"/>
              </a:srgbClr>
            </a:outerShdw>
          </a:effectLst>
        </p:spPr>
      </p:pic>
      <p:sp>
        <p:nvSpPr>
          <p:cNvPr id="153" name="TextBox 28"/>
          <p:cNvSpPr txBox="1">
            <a:spLocks noChangeArrowheads="1"/>
          </p:cNvSpPr>
          <p:nvPr/>
        </p:nvSpPr>
        <p:spPr bwMode="auto">
          <a:xfrm>
            <a:off x="6396945" y="5523266"/>
            <a:ext cx="2043845" cy="615553"/>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a:solidFill>
                  <a:srgbClr val="000000"/>
                </a:solidFill>
              </a:rPr>
              <a:t>Fault Prioritization</a:t>
            </a:r>
          </a:p>
          <a:p>
            <a:pPr algn="ctr">
              <a:defRPr/>
            </a:pPr>
            <a:r>
              <a:rPr lang="en-US" sz="1100" b="1" dirty="0">
                <a:solidFill>
                  <a:srgbClr val="000000"/>
                </a:solidFill>
              </a:rPr>
              <a:t>(Fault Severity * Asset Criticality)</a:t>
            </a:r>
            <a:endParaRPr lang="en-US" sz="1200" b="1" dirty="0">
              <a:solidFill>
                <a:srgbClr val="000000"/>
              </a:solidFill>
            </a:endParaRPr>
          </a:p>
        </p:txBody>
      </p:sp>
      <p:pic>
        <p:nvPicPr>
          <p:cNvPr id="5" name="Picture 4"/>
          <p:cNvPicPr>
            <a:picLocks noChangeAspect="1"/>
          </p:cNvPicPr>
          <p:nvPr/>
        </p:nvPicPr>
        <p:blipFill rotWithShape="1">
          <a:blip r:embed="rId8"/>
          <a:srcRect l="3230" t="2064" r="3880" b="4011"/>
          <a:stretch/>
        </p:blipFill>
        <p:spPr>
          <a:xfrm>
            <a:off x="7131469" y="1733634"/>
            <a:ext cx="634756" cy="619179"/>
          </a:xfrm>
          <a:prstGeom prst="rect">
            <a:avLst/>
          </a:prstGeom>
          <a:ln>
            <a:noFill/>
          </a:ln>
          <a:effectLst>
            <a:outerShdw blurRad="292100" dist="139700" dir="2700000" algn="tl" rotWithShape="0">
              <a:srgbClr val="333333">
                <a:alpha val="65000"/>
              </a:srgbClr>
            </a:outerShdw>
          </a:effectLst>
        </p:spPr>
      </p:pic>
      <p:sp>
        <p:nvSpPr>
          <p:cNvPr id="154" name="Rounded Rectangle 153"/>
          <p:cNvSpPr/>
          <p:nvPr/>
        </p:nvSpPr>
        <p:spPr>
          <a:xfrm>
            <a:off x="209897" y="1110142"/>
            <a:ext cx="1792724" cy="5057310"/>
          </a:xfrm>
          <a:prstGeom prst="roundRect">
            <a:avLst>
              <a:gd name="adj" fmla="val 10291"/>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600" b="1" dirty="0">
                <a:solidFill>
                  <a:schemeClr val="tx2"/>
                </a:solidFill>
              </a:rPr>
              <a:t>Standard Connectors</a:t>
            </a:r>
            <a:endParaRPr lang="en-US" b="1" dirty="0">
              <a:solidFill>
                <a:schemeClr val="tx2"/>
              </a:solidFill>
            </a:endParaRPr>
          </a:p>
        </p:txBody>
      </p:sp>
      <p:pic>
        <p:nvPicPr>
          <p:cNvPr id="155" name="Picture 154"/>
          <p:cNvPicPr>
            <a:picLocks noChangeAspect="1"/>
          </p:cNvPicPr>
          <p:nvPr/>
        </p:nvPicPr>
        <p:blipFill>
          <a:blip r:embed="rId9"/>
          <a:stretch>
            <a:fillRect/>
          </a:stretch>
        </p:blipFill>
        <p:spPr>
          <a:xfrm>
            <a:off x="328608" y="3560497"/>
            <a:ext cx="1581150" cy="638175"/>
          </a:xfrm>
          <a:prstGeom prst="rect">
            <a:avLst/>
          </a:prstGeom>
        </p:spPr>
      </p:pic>
      <p:grpSp>
        <p:nvGrpSpPr>
          <p:cNvPr id="156" name="Group 155"/>
          <p:cNvGrpSpPr/>
          <p:nvPr/>
        </p:nvGrpSpPr>
        <p:grpSpPr>
          <a:xfrm>
            <a:off x="270161" y="1665827"/>
            <a:ext cx="1698045" cy="426857"/>
            <a:chOff x="2888054" y="1866900"/>
            <a:chExt cx="1698045" cy="426857"/>
          </a:xfrm>
        </p:grpSpPr>
        <p:pic>
          <p:nvPicPr>
            <p:cNvPr id="157" name="Picture 14" descr="http://www.iconsdb.com/icons/preview/black/temperature-2-xxl.png"/>
            <p:cNvPicPr>
              <a:picLocks noChangeAspect="1" noChangeArrowheads="1"/>
            </p:cNvPicPr>
            <p:nvPr/>
          </p:nvPicPr>
          <p:blipFill>
            <a:blip r:embed="rId10" cstate="screen">
              <a:duotone>
                <a:srgbClr val="FFFFFF">
                  <a:shade val="45000"/>
                  <a:satMod val="135000"/>
                </a:srgbClr>
                <a:prstClr val="white"/>
              </a:duotone>
              <a:lum bright="-39000"/>
              <a:extLst>
                <a:ext uri="{28A0092B-C50C-407E-A947-70E740481C1C}">
                  <a14:useLocalDpi xmlns:a14="http://schemas.microsoft.com/office/drawing/2010/main"/>
                </a:ext>
              </a:extLst>
            </a:blip>
            <a:srcRect/>
            <a:stretch>
              <a:fillRect/>
            </a:stretch>
          </p:blipFill>
          <p:spPr bwMode="auto">
            <a:xfrm>
              <a:off x="2888054" y="1937049"/>
              <a:ext cx="308379" cy="286556"/>
            </a:xfrm>
            <a:prstGeom prst="rect">
              <a:avLst/>
            </a:prstGeom>
            <a:noFill/>
          </p:spPr>
        </p:pic>
        <p:pic>
          <p:nvPicPr>
            <p:cNvPr id="158" name="Picture 16" descr="https://cdn2.iconfinder.com/data/icons/windows-8-metro-style/512/pressure.png"/>
            <p:cNvPicPr>
              <a:picLocks noChangeAspect="1" noChangeArrowheads="1"/>
            </p:cNvPicPr>
            <p:nvPr/>
          </p:nvPicPr>
          <p:blipFill>
            <a:blip r:embed="rId11" cstate="screen">
              <a:duotone>
                <a:srgbClr val="FFFFFF">
                  <a:shade val="45000"/>
                  <a:satMod val="135000"/>
                </a:srgbClr>
                <a:prstClr val="white"/>
              </a:duotone>
              <a:lum bright="-39000" contrast="-40000"/>
              <a:extLst>
                <a:ext uri="{28A0092B-C50C-407E-A947-70E740481C1C}">
                  <a14:useLocalDpi xmlns:a14="http://schemas.microsoft.com/office/drawing/2010/main"/>
                </a:ext>
              </a:extLst>
            </a:blip>
            <a:srcRect/>
            <a:stretch>
              <a:fillRect/>
            </a:stretch>
          </p:blipFill>
          <p:spPr bwMode="auto">
            <a:xfrm flipH="1">
              <a:off x="3329105" y="1951654"/>
              <a:ext cx="269191" cy="257346"/>
            </a:xfrm>
            <a:prstGeom prst="rect">
              <a:avLst/>
            </a:prstGeom>
            <a:noFill/>
          </p:spPr>
        </p:pic>
        <p:pic>
          <p:nvPicPr>
            <p:cNvPr id="159" name="Picture 158" descr="https://www.stiko.nl/_image/showimage/f0d8c8a4-7d4c-4839-8926-a22800f23c64"/>
            <p:cNvPicPr>
              <a:picLocks noChangeAspect="1" noChangeArrowheads="1"/>
            </p:cNvPicPr>
            <p:nvPr/>
          </p:nvPicPr>
          <p:blipFill>
            <a:blip r:embed="rId12" cstate="screen">
              <a:duotone>
                <a:srgbClr val="FFFFFF">
                  <a:shade val="45000"/>
                  <a:satMod val="135000"/>
                </a:srgbClr>
                <a:prstClr val="white"/>
              </a:duotone>
              <a:lum bright="-39000"/>
              <a:extLst>
                <a:ext uri="{28A0092B-C50C-407E-A947-70E740481C1C}">
                  <a14:useLocalDpi xmlns:a14="http://schemas.microsoft.com/office/drawing/2010/main"/>
                </a:ext>
              </a:extLst>
            </a:blip>
            <a:srcRect/>
            <a:stretch>
              <a:fillRect/>
            </a:stretch>
          </p:blipFill>
          <p:spPr bwMode="auto">
            <a:xfrm>
              <a:off x="3730968" y="1962031"/>
              <a:ext cx="295601" cy="236595"/>
            </a:xfrm>
            <a:prstGeom prst="rect">
              <a:avLst/>
            </a:prstGeom>
            <a:noFill/>
          </p:spPr>
        </p:pic>
        <p:pic>
          <p:nvPicPr>
            <p:cNvPr id="160" name="Picture 32" descr="http://cdn.mysitemyway.com/etc-mysitemyway/icons/legacy-previews/icons-256/glossy-black-icons-signs/092019-glossy-black-icon-signs-fan.png"/>
            <p:cNvPicPr>
              <a:picLocks noChangeArrowheads="1"/>
            </p:cNvPicPr>
            <p:nvPr/>
          </p:nvPicPr>
          <p:blipFill>
            <a:blip r:embed="rId13" cstate="screen">
              <a:duotone>
                <a:srgbClr val="FFFFFF">
                  <a:shade val="45000"/>
                  <a:satMod val="135000"/>
                </a:srgbClr>
                <a:prstClr val="white"/>
              </a:duotone>
              <a:lum bright="-39000"/>
              <a:extLst>
                <a:ext uri="{28A0092B-C50C-407E-A947-70E740481C1C}">
                  <a14:useLocalDpi xmlns:a14="http://schemas.microsoft.com/office/drawing/2010/main"/>
                </a:ext>
              </a:extLst>
            </a:blip>
            <a:srcRect/>
            <a:stretch>
              <a:fillRect/>
            </a:stretch>
          </p:blipFill>
          <p:spPr bwMode="auto">
            <a:xfrm>
              <a:off x="4159242" y="1866900"/>
              <a:ext cx="426857" cy="426857"/>
            </a:xfrm>
            <a:prstGeom prst="rect">
              <a:avLst/>
            </a:prstGeom>
            <a:noFill/>
          </p:spPr>
        </p:pic>
      </p:grpSp>
      <p:sp>
        <p:nvSpPr>
          <p:cNvPr id="161" name="TextBox 28"/>
          <p:cNvSpPr txBox="1">
            <a:spLocks noChangeArrowheads="1"/>
          </p:cNvSpPr>
          <p:nvPr/>
        </p:nvSpPr>
        <p:spPr bwMode="auto">
          <a:xfrm>
            <a:off x="354037" y="2048660"/>
            <a:ext cx="1530292" cy="2616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050" b="1" dirty="0">
                <a:solidFill>
                  <a:srgbClr val="000000"/>
                </a:solidFill>
              </a:rPr>
              <a:t>Sensor (tag) Data</a:t>
            </a:r>
          </a:p>
        </p:txBody>
      </p:sp>
      <p:sp>
        <p:nvSpPr>
          <p:cNvPr id="162" name="TextBox 28"/>
          <p:cNvSpPr txBox="1">
            <a:spLocks noChangeArrowheads="1"/>
          </p:cNvSpPr>
          <p:nvPr/>
        </p:nvSpPr>
        <p:spPr bwMode="auto">
          <a:xfrm>
            <a:off x="325315" y="3182517"/>
            <a:ext cx="1530292" cy="2616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050" b="1" dirty="0">
                <a:solidFill>
                  <a:srgbClr val="000000"/>
                </a:solidFill>
              </a:rPr>
              <a:t>Historian Data</a:t>
            </a:r>
          </a:p>
        </p:txBody>
      </p:sp>
      <p:sp>
        <p:nvSpPr>
          <p:cNvPr id="163" name="TextBox 28"/>
          <p:cNvSpPr txBox="1">
            <a:spLocks noChangeArrowheads="1"/>
          </p:cNvSpPr>
          <p:nvPr/>
        </p:nvSpPr>
        <p:spPr bwMode="auto">
          <a:xfrm>
            <a:off x="354037" y="4165259"/>
            <a:ext cx="1530292" cy="2616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050" b="1" dirty="0">
                <a:solidFill>
                  <a:srgbClr val="000000"/>
                </a:solidFill>
              </a:rPr>
              <a:t>Alarms/Events</a:t>
            </a:r>
          </a:p>
        </p:txBody>
      </p:sp>
      <p:sp>
        <p:nvSpPr>
          <p:cNvPr id="164" name="TextBox 28"/>
          <p:cNvSpPr txBox="1">
            <a:spLocks noChangeArrowheads="1"/>
          </p:cNvSpPr>
          <p:nvPr/>
        </p:nvSpPr>
        <p:spPr bwMode="auto">
          <a:xfrm>
            <a:off x="354037" y="5363438"/>
            <a:ext cx="1530292" cy="2616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050" b="1" dirty="0">
                <a:solidFill>
                  <a:srgbClr val="000000"/>
                </a:solidFill>
              </a:rPr>
              <a:t>Other…</a:t>
            </a:r>
          </a:p>
        </p:txBody>
      </p:sp>
      <p:pic>
        <p:nvPicPr>
          <p:cNvPr id="165" name="Picture 12"/>
          <p:cNvPicPr>
            <a:picLocks noChangeAspect="1" noChangeArrowheads="1"/>
          </p:cNvPicPr>
          <p:nvPr/>
        </p:nvPicPr>
        <p:blipFill>
          <a:blip r:embed="rId14" cstate="email"/>
          <a:srcRect/>
          <a:stretch>
            <a:fillRect/>
          </a:stretch>
        </p:blipFill>
        <p:spPr bwMode="auto">
          <a:xfrm>
            <a:off x="711212" y="2411351"/>
            <a:ext cx="977883" cy="827763"/>
          </a:xfrm>
          <a:prstGeom prst="rect">
            <a:avLst/>
          </a:prstGeom>
          <a:noFill/>
          <a:ln w="9525">
            <a:noFill/>
            <a:miter lim="800000"/>
            <a:headEnd/>
            <a:tailEnd/>
          </a:ln>
          <a:effectLst/>
        </p:spPr>
      </p:pic>
      <p:pic>
        <p:nvPicPr>
          <p:cNvPr id="166" name="Picture 4" descr="Image result for SQL table"/>
          <p:cNvPicPr>
            <a:picLocks noChangeAspect="1" noChangeArrowheads="1"/>
          </p:cNvPicPr>
          <p:nvPr/>
        </p:nvPicPr>
        <p:blipFill rotWithShape="1">
          <a:blip r:embed="rId15" cstate="print">
            <a:extLst>
              <a:ext uri="{28A0092B-C50C-407E-A947-70E740481C1C}">
                <a14:useLocalDpi xmlns:a14="http://schemas.microsoft.com/office/drawing/2010/main" val="0"/>
              </a:ext>
            </a:extLst>
          </a:blip>
          <a:srcRect/>
          <a:stretch/>
        </p:blipFill>
        <p:spPr bwMode="auto">
          <a:xfrm>
            <a:off x="688263" y="4541867"/>
            <a:ext cx="861841" cy="88920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2346306" y="2146208"/>
            <a:ext cx="907081" cy="3961539"/>
          </a:xfrm>
          <a:prstGeom prst="rect">
            <a:avLst/>
          </a:prstGeom>
          <a:noFill/>
          <a:ln w="9525" cmpd="sng">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 name="TextBox 28"/>
          <p:cNvSpPr txBox="1">
            <a:spLocks noChangeArrowheads="1"/>
          </p:cNvSpPr>
          <p:nvPr/>
        </p:nvSpPr>
        <p:spPr bwMode="auto">
          <a:xfrm>
            <a:off x="6736306" y="2325056"/>
            <a:ext cx="1424849" cy="461665"/>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a:solidFill>
                  <a:srgbClr val="000000"/>
                </a:solidFill>
              </a:rPr>
              <a:t>Actual vs. Predicted</a:t>
            </a:r>
          </a:p>
        </p:txBody>
      </p:sp>
      <p:pic>
        <p:nvPicPr>
          <p:cNvPr id="168" name="Picture 167"/>
          <p:cNvPicPr>
            <a:picLocks noChangeAspect="1"/>
          </p:cNvPicPr>
          <p:nvPr/>
        </p:nvPicPr>
        <p:blipFill rotWithShape="1">
          <a:blip r:embed="rId16"/>
          <a:srcRect l="18811" t="12713" r="15832" b="2341"/>
          <a:stretch/>
        </p:blipFill>
        <p:spPr>
          <a:xfrm>
            <a:off x="8653100" y="1677089"/>
            <a:ext cx="2210663" cy="1001127"/>
          </a:xfrm>
          <a:prstGeom prst="rect">
            <a:avLst/>
          </a:prstGeom>
        </p:spPr>
      </p:pic>
      <p:pic>
        <p:nvPicPr>
          <p:cNvPr id="170" name="Picture 169"/>
          <p:cNvPicPr>
            <a:picLocks noChangeAspect="1"/>
          </p:cNvPicPr>
          <p:nvPr/>
        </p:nvPicPr>
        <p:blipFill rotWithShape="1">
          <a:blip r:embed="rId17"/>
          <a:srcRect l="26933" t="45099" r="6102" b="2492"/>
          <a:stretch/>
        </p:blipFill>
        <p:spPr>
          <a:xfrm>
            <a:off x="8780151" y="4888852"/>
            <a:ext cx="2102113" cy="1036826"/>
          </a:xfrm>
          <a:prstGeom prst="rect">
            <a:avLst/>
          </a:prstGeom>
        </p:spPr>
      </p:pic>
      <p:pic>
        <p:nvPicPr>
          <p:cNvPr id="171" name="Picture 170"/>
          <p:cNvPicPr>
            <a:picLocks noChangeAspect="1"/>
          </p:cNvPicPr>
          <p:nvPr/>
        </p:nvPicPr>
        <p:blipFill rotWithShape="1">
          <a:blip r:embed="rId18"/>
          <a:srcRect l="17200" t="11104" r="7919"/>
          <a:stretch/>
        </p:blipFill>
        <p:spPr>
          <a:xfrm>
            <a:off x="8669596" y="3099082"/>
            <a:ext cx="2142300" cy="1389296"/>
          </a:xfrm>
          <a:prstGeom prst="rect">
            <a:avLst/>
          </a:prstGeom>
          <a:ln>
            <a:noFill/>
          </a:ln>
          <a:effectLst>
            <a:outerShdw blurRad="292100" dist="139700" dir="2700000" algn="tl" rotWithShape="0">
              <a:srgbClr val="333333">
                <a:alpha val="65000"/>
              </a:srgbClr>
            </a:outerShdw>
          </a:effectLst>
        </p:spPr>
      </p:pic>
      <p:sp>
        <p:nvSpPr>
          <p:cNvPr id="172" name="TextBox 28"/>
          <p:cNvSpPr txBox="1">
            <a:spLocks noChangeArrowheads="1"/>
          </p:cNvSpPr>
          <p:nvPr/>
        </p:nvSpPr>
        <p:spPr bwMode="auto">
          <a:xfrm>
            <a:off x="8459515" y="4487508"/>
            <a:ext cx="2562462"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dirty="0">
                <a:solidFill>
                  <a:schemeClr val="tx1"/>
                </a:solidFill>
              </a:rPr>
              <a:t>Event Monitor &amp; Investigate</a:t>
            </a:r>
          </a:p>
        </p:txBody>
      </p:sp>
    </p:spTree>
    <p:extLst>
      <p:ext uri="{BB962C8B-B14F-4D97-AF65-F5344CB8AC3E}">
        <p14:creationId xmlns:p14="http://schemas.microsoft.com/office/powerpoint/2010/main" val="373641878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0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6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7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211" grpId="0" animBg="1"/>
      <p:bldP spid="44" grpId="0" animBg="1"/>
      <p:bldP spid="99" grpId="0"/>
      <p:bldP spid="100" grpId="0"/>
      <p:bldP spid="96" grpId="0"/>
      <p:bldP spid="97" grpId="0"/>
      <p:bldP spid="101" grpId="0"/>
      <p:bldP spid="153" grpId="0"/>
      <p:bldP spid="11" grpId="0" animBg="1"/>
      <p:bldP spid="167" grpId="0"/>
      <p:bldP spid="172" grpId="0"/>
    </p:bld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7" name="Object 126" hidden="1"/>
          <p:cNvGraphicFramePr>
            <a:graphicFrameLocks noChangeAspect="1"/>
          </p:cNvGraphicFramePr>
          <p:nvPr>
            <p:custDataLst>
              <p:tags r:id="rId1"/>
            </p:custDataLst>
          </p:nvPr>
        </p:nvGraphicFramePr>
        <p:xfrm>
          <a:off x="1525588" y="1589"/>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
                  <p:embed/>
                </p:oleObj>
              </mc:Choice>
              <mc:Fallback>
                <p:oleObj name="think-cell Slide" r:id="rId4" imgW="270" imgH="270" progId="">
                  <p:embed/>
                  <p:pic>
                    <p:nvPicPr>
                      <p:cNvPr id="127" name="Object 12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 name="Title 1">
            <a:extLst>
              <a:ext uri="{FF2B5EF4-FFF2-40B4-BE49-F238E27FC236}">
                <a16:creationId xmlns:a16="http://schemas.microsoft.com/office/drawing/2014/main" id="{651026BF-AF86-449B-92E9-2911C16FC156}"/>
              </a:ext>
            </a:extLst>
          </p:cNvPr>
          <p:cNvSpPr txBox="1">
            <a:spLocks/>
          </p:cNvSpPr>
          <p:nvPr/>
        </p:nvSpPr>
        <p:spPr>
          <a:xfrm>
            <a:off x="495299" y="70431"/>
            <a:ext cx="11201401" cy="419100"/>
          </a:xfrm>
          <a:prstGeom prst="rect">
            <a:avLst/>
          </a:prstGeom>
        </p:spPr>
        <p:txBody>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sz="2800" b="1" dirty="0"/>
              <a:t>interfaces</a:t>
            </a:r>
          </a:p>
        </p:txBody>
      </p:sp>
      <p:pic>
        <p:nvPicPr>
          <p:cNvPr id="3" name="Picture 2">
            <a:extLst>
              <a:ext uri="{FF2B5EF4-FFF2-40B4-BE49-F238E27FC236}">
                <a16:creationId xmlns:a16="http://schemas.microsoft.com/office/drawing/2014/main" id="{9017272A-921C-4EB8-83AD-A1A035F975C2}"/>
              </a:ext>
            </a:extLst>
          </p:cNvPr>
          <p:cNvPicPr>
            <a:picLocks noChangeAspect="1"/>
          </p:cNvPicPr>
          <p:nvPr/>
        </p:nvPicPr>
        <p:blipFill>
          <a:blip r:embed="rId6"/>
          <a:stretch>
            <a:fillRect/>
          </a:stretch>
        </p:blipFill>
        <p:spPr>
          <a:xfrm>
            <a:off x="1038225" y="544815"/>
            <a:ext cx="9944099" cy="5768370"/>
          </a:xfrm>
          <a:prstGeom prst="rect">
            <a:avLst/>
          </a:prstGeom>
        </p:spPr>
      </p:pic>
    </p:spTree>
    <p:extLst>
      <p:ext uri="{BB962C8B-B14F-4D97-AF65-F5344CB8AC3E}">
        <p14:creationId xmlns:p14="http://schemas.microsoft.com/office/powerpoint/2010/main" val="105636286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ed Rectangle 20"/>
          <p:cNvSpPr/>
          <p:nvPr/>
        </p:nvSpPr>
        <p:spPr>
          <a:xfrm>
            <a:off x="361950" y="753030"/>
            <a:ext cx="11154834" cy="5642149"/>
          </a:xfrm>
          <a:prstGeom prst="roundRect">
            <a:avLst>
              <a:gd name="adj" fmla="val 9398"/>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1261C"/>
                </a:solidFill>
                <a:effectLst/>
                <a:uLnTx/>
                <a:uFillTx/>
                <a:latin typeface="Arial"/>
                <a:ea typeface="+mn-ea"/>
                <a:cs typeface="+mn-cs"/>
              </a:rPr>
              <a:t>Detect</a:t>
            </a:r>
            <a:endParaRPr kumimoji="0" lang="en-US" sz="1600" b="1" i="0" u="none" strike="noStrike" kern="1200" cap="none" spc="0" normalizeH="0" baseline="0" noProof="0" dirty="0">
              <a:ln>
                <a:noFill/>
              </a:ln>
              <a:solidFill>
                <a:srgbClr val="E1261C"/>
              </a:solidFill>
              <a:effectLst/>
              <a:uLnTx/>
              <a:uFillTx/>
              <a:latin typeface="Arial"/>
              <a:ea typeface="+mn-ea"/>
              <a:cs typeface="+mn-cs"/>
            </a:endParaRPr>
          </a:p>
        </p:txBody>
      </p:sp>
      <p:sp>
        <p:nvSpPr>
          <p:cNvPr id="36868" name="Title 1"/>
          <p:cNvSpPr>
            <a:spLocks noGrp="1"/>
          </p:cNvSpPr>
          <p:nvPr>
            <p:ph type="title"/>
          </p:nvPr>
        </p:nvSpPr>
        <p:spPr>
          <a:xfrm>
            <a:off x="495299" y="315596"/>
            <a:ext cx="11201401" cy="419100"/>
          </a:xfrm>
        </p:spPr>
        <p:txBody>
          <a:bodyPr/>
          <a:lstStyle/>
          <a:p>
            <a:r>
              <a:rPr lang="en-AU" altLang="en-US" dirty="0"/>
              <a:t>Integrated Workflow – Detect &amp; Decide</a:t>
            </a:r>
          </a:p>
        </p:txBody>
      </p:sp>
      <p:sp>
        <p:nvSpPr>
          <p:cNvPr id="11" name="TextBox 10"/>
          <p:cNvSpPr txBox="1"/>
          <p:nvPr/>
        </p:nvSpPr>
        <p:spPr bwMode="auto">
          <a:xfrm>
            <a:off x="4551892" y="1424408"/>
            <a:ext cx="2774950" cy="285750"/>
          </a:xfrm>
          <a:prstGeom prst="rect">
            <a:avLst/>
          </a:prstGeom>
          <a:solidFill>
            <a:schemeClr val="tx2"/>
          </a:solidFill>
          <a:ln/>
          <a:extLst>
            <a:ext uri="{FAA26D3D-D897-4be2-8F04-BA451C77F1D7}"/>
          </a:extLst>
        </p:spPr>
        <p:style>
          <a:lnRef idx="1">
            <a:schemeClr val="accent6"/>
          </a:lnRef>
          <a:fillRef idx="3">
            <a:schemeClr val="accent6"/>
          </a:fillRef>
          <a:effectRef idx="2">
            <a:schemeClr val="accent6"/>
          </a:effectRef>
          <a:fontRef idx="minor">
            <a:schemeClr val="lt1"/>
          </a:fontRef>
        </p:style>
        <p:txBody>
          <a:bodyPr lIns="90488" tIns="44450" rIns="90488" bIns="4445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Arial"/>
                <a:ea typeface="ＭＳ Ｐゴシック" charset="0"/>
                <a:cs typeface="ＭＳ Ｐゴシック" charset="0"/>
              </a:rPr>
              <a:t>Asset Overview</a:t>
            </a:r>
          </a:p>
        </p:txBody>
      </p:sp>
      <p:pic>
        <p:nvPicPr>
          <p:cNvPr id="4" name="Picture 3">
            <a:extLst>
              <a:ext uri="{FF2B5EF4-FFF2-40B4-BE49-F238E27FC236}">
                <a16:creationId xmlns:a16="http://schemas.microsoft.com/office/drawing/2014/main" id="{9876D0B3-F8DB-4879-DC24-75BC125DB8EB}"/>
              </a:ext>
            </a:extLst>
          </p:cNvPr>
          <p:cNvPicPr>
            <a:picLocks noChangeAspect="1"/>
          </p:cNvPicPr>
          <p:nvPr/>
        </p:nvPicPr>
        <p:blipFill>
          <a:blip r:embed="rId3"/>
          <a:stretch>
            <a:fillRect/>
          </a:stretch>
        </p:blipFill>
        <p:spPr>
          <a:xfrm>
            <a:off x="809625" y="1710158"/>
            <a:ext cx="10201275" cy="4309641"/>
          </a:xfrm>
          <a:prstGeom prst="rect">
            <a:avLst/>
          </a:prstGeom>
        </p:spPr>
      </p:pic>
      <p:pic>
        <p:nvPicPr>
          <p:cNvPr id="11264" name="Picture 11263"/>
          <p:cNvPicPr>
            <a:picLocks noChangeAspect="1"/>
          </p:cNvPicPr>
          <p:nvPr/>
        </p:nvPicPr>
        <p:blipFill>
          <a:blip r:embed="rId4">
            <a:clrChange>
              <a:clrFrom>
                <a:srgbClr val="FFFFFF"/>
              </a:clrFrom>
              <a:clrTo>
                <a:srgbClr val="FFFFFF">
                  <a:alpha val="0"/>
                </a:srgbClr>
              </a:clrTo>
            </a:clrChange>
          </a:blip>
          <a:stretch>
            <a:fillRect/>
          </a:stretch>
        </p:blipFill>
        <p:spPr>
          <a:xfrm>
            <a:off x="4544456" y="3792176"/>
            <a:ext cx="532926" cy="451632"/>
          </a:xfrm>
          <a:prstGeom prst="rect">
            <a:avLst/>
          </a:prstGeom>
        </p:spPr>
      </p:pic>
      <p:pic>
        <p:nvPicPr>
          <p:cNvPr id="36" name="Picture 35"/>
          <p:cNvPicPr>
            <a:picLocks noChangeAspect="1"/>
          </p:cNvPicPr>
          <p:nvPr/>
        </p:nvPicPr>
        <p:blipFill>
          <a:blip r:embed="rId4">
            <a:clrChange>
              <a:clrFrom>
                <a:srgbClr val="FFFFFF"/>
              </a:clrFrom>
              <a:clrTo>
                <a:srgbClr val="FFFFFF">
                  <a:alpha val="0"/>
                </a:srgbClr>
              </a:clrTo>
            </a:clrChange>
          </a:blip>
          <a:stretch>
            <a:fillRect/>
          </a:stretch>
        </p:blipFill>
        <p:spPr>
          <a:xfrm>
            <a:off x="6231426" y="3732242"/>
            <a:ext cx="532926" cy="451632"/>
          </a:xfrm>
          <a:prstGeom prst="rect">
            <a:avLst/>
          </a:prstGeom>
        </p:spPr>
      </p:pic>
    </p:spTree>
    <p:extLst>
      <p:ext uri="{BB962C8B-B14F-4D97-AF65-F5344CB8AC3E}">
        <p14:creationId xmlns:p14="http://schemas.microsoft.com/office/powerpoint/2010/main" val="2214357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4"/>
                                        </p:tgtEl>
                                        <p:attrNameLst>
                                          <p:attrName>style.visibility</p:attrName>
                                        </p:attrNameLst>
                                      </p:cBhvr>
                                      <p:to>
                                        <p:strVal val="visible"/>
                                      </p:to>
                                    </p:set>
                                  </p:childTnLst>
                                  <p:subTnLst>
                                    <p:set>
                                      <p:cBhvr override="childStyle">
                                        <p:cTn dur="1" fill="hold" display="0" masterRel="nextClick" afterEffect="1"/>
                                        <p:tgtEl>
                                          <p:spTgt spid="11264"/>
                                        </p:tgtEl>
                                        <p:attrNameLst>
                                          <p:attrName>style.visibility</p:attrName>
                                        </p:attrNameLst>
                                      </p:cBhvr>
                                      <p:to>
                                        <p:strVal val="hidden"/>
                                      </p:to>
                                    </p:set>
                                  </p:subTnLst>
                                </p:cTn>
                              </p:par>
                              <p:par>
                                <p:cTn id="7" presetID="1" presetClass="entr" presetSubtype="0" fill="hold" nodeType="withEffect">
                                  <p:stCondLst>
                                    <p:cond delay="100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ed Rectangle 20"/>
          <p:cNvSpPr/>
          <p:nvPr/>
        </p:nvSpPr>
        <p:spPr>
          <a:xfrm>
            <a:off x="361950" y="723050"/>
            <a:ext cx="11154834" cy="5642149"/>
          </a:xfrm>
          <a:prstGeom prst="roundRect">
            <a:avLst>
              <a:gd name="adj" fmla="val 9398"/>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1261C"/>
                </a:solidFill>
                <a:effectLst/>
                <a:uLnTx/>
                <a:uFillTx/>
                <a:latin typeface="Arial"/>
                <a:ea typeface="+mn-ea"/>
                <a:cs typeface="+mn-cs"/>
              </a:rPr>
              <a:t>Detect</a:t>
            </a:r>
            <a:endParaRPr kumimoji="0" lang="en-US" sz="1600" b="1" i="0" u="none" strike="noStrike" kern="1200" cap="none" spc="0" normalizeH="0" baseline="0" noProof="0" dirty="0">
              <a:ln>
                <a:noFill/>
              </a:ln>
              <a:solidFill>
                <a:srgbClr val="E1261C"/>
              </a:solidFill>
              <a:effectLst/>
              <a:uLnTx/>
              <a:uFillTx/>
              <a:latin typeface="Arial"/>
              <a:ea typeface="+mn-ea"/>
              <a:cs typeface="+mn-cs"/>
            </a:endParaRPr>
          </a:p>
        </p:txBody>
      </p:sp>
      <p:sp>
        <p:nvSpPr>
          <p:cNvPr id="36868" name="Title 1"/>
          <p:cNvSpPr>
            <a:spLocks noGrp="1"/>
          </p:cNvSpPr>
          <p:nvPr>
            <p:ph type="title"/>
          </p:nvPr>
        </p:nvSpPr>
        <p:spPr>
          <a:xfrm>
            <a:off x="495299" y="345400"/>
            <a:ext cx="11201401" cy="419100"/>
          </a:xfrm>
        </p:spPr>
        <p:txBody>
          <a:bodyPr/>
          <a:lstStyle/>
          <a:p>
            <a:r>
              <a:rPr lang="en-AU" altLang="en-US" dirty="0"/>
              <a:t>Integrated Workflow – Detect &amp; Decide</a:t>
            </a:r>
          </a:p>
        </p:txBody>
      </p:sp>
      <p:sp>
        <p:nvSpPr>
          <p:cNvPr id="11" name="TextBox 10"/>
          <p:cNvSpPr txBox="1"/>
          <p:nvPr/>
        </p:nvSpPr>
        <p:spPr bwMode="auto">
          <a:xfrm>
            <a:off x="4588433" y="1327206"/>
            <a:ext cx="2774950" cy="285750"/>
          </a:xfrm>
          <a:prstGeom prst="rect">
            <a:avLst/>
          </a:prstGeom>
          <a:solidFill>
            <a:schemeClr val="tx2"/>
          </a:solidFill>
          <a:ln/>
          <a:extLst>
            <a:ext uri="{FAA26D3D-D897-4be2-8F04-BA451C77F1D7}"/>
          </a:extLst>
        </p:spPr>
        <p:style>
          <a:lnRef idx="1">
            <a:schemeClr val="accent6"/>
          </a:lnRef>
          <a:fillRef idx="3">
            <a:schemeClr val="accent6"/>
          </a:fillRef>
          <a:effectRef idx="2">
            <a:schemeClr val="accent6"/>
          </a:effectRef>
          <a:fontRef idx="minor">
            <a:schemeClr val="lt1"/>
          </a:fontRef>
        </p:style>
        <p:txBody>
          <a:bodyPr lIns="90488" tIns="44450" rIns="90488" bIns="4445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Arial"/>
                <a:ea typeface="ＭＳ Ｐゴシック" charset="0"/>
                <a:cs typeface="ＭＳ Ｐゴシック" charset="0"/>
              </a:rPr>
              <a:t>Attribute Overview</a:t>
            </a:r>
          </a:p>
        </p:txBody>
      </p:sp>
      <p:pic>
        <p:nvPicPr>
          <p:cNvPr id="4" name="Picture 3">
            <a:extLst>
              <a:ext uri="{FF2B5EF4-FFF2-40B4-BE49-F238E27FC236}">
                <a16:creationId xmlns:a16="http://schemas.microsoft.com/office/drawing/2014/main" id="{0EE29F82-D3FC-AE68-21C0-1E3894FB2578}"/>
              </a:ext>
            </a:extLst>
          </p:cNvPr>
          <p:cNvPicPr>
            <a:picLocks noChangeAspect="1"/>
          </p:cNvPicPr>
          <p:nvPr/>
        </p:nvPicPr>
        <p:blipFill>
          <a:blip r:embed="rId3"/>
          <a:stretch>
            <a:fillRect/>
          </a:stretch>
        </p:blipFill>
        <p:spPr>
          <a:xfrm>
            <a:off x="675216" y="1612956"/>
            <a:ext cx="10696575" cy="4597344"/>
          </a:xfrm>
          <a:prstGeom prst="rect">
            <a:avLst/>
          </a:prstGeom>
        </p:spPr>
      </p:pic>
    </p:spTree>
    <p:extLst>
      <p:ext uri="{BB962C8B-B14F-4D97-AF65-F5344CB8AC3E}">
        <p14:creationId xmlns:p14="http://schemas.microsoft.com/office/powerpoint/2010/main" val="94038318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ed Rectangle 20"/>
          <p:cNvSpPr/>
          <p:nvPr/>
        </p:nvSpPr>
        <p:spPr>
          <a:xfrm>
            <a:off x="361950" y="648100"/>
            <a:ext cx="11257964" cy="5746335"/>
          </a:xfrm>
          <a:prstGeom prst="roundRect">
            <a:avLst>
              <a:gd name="adj" fmla="val 9398"/>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1261C"/>
                </a:solidFill>
                <a:effectLst/>
                <a:uLnTx/>
                <a:uFillTx/>
                <a:latin typeface="Arial"/>
                <a:ea typeface="+mn-ea"/>
                <a:cs typeface="+mn-cs"/>
              </a:rPr>
              <a:t>Decide</a:t>
            </a:r>
            <a:endParaRPr kumimoji="0" lang="en-US" sz="1600" b="1" i="0" u="none" strike="noStrike" kern="1200" cap="none" spc="0" normalizeH="0" baseline="0" noProof="0" dirty="0">
              <a:ln>
                <a:noFill/>
              </a:ln>
              <a:solidFill>
                <a:srgbClr val="E1261C"/>
              </a:solidFill>
              <a:effectLst/>
              <a:uLnTx/>
              <a:uFillTx/>
              <a:latin typeface="Arial"/>
              <a:ea typeface="+mn-ea"/>
              <a:cs typeface="+mn-cs"/>
            </a:endParaRPr>
          </a:p>
        </p:txBody>
      </p:sp>
      <p:sp>
        <p:nvSpPr>
          <p:cNvPr id="36868" name="Title 1"/>
          <p:cNvSpPr>
            <a:spLocks noGrp="1"/>
          </p:cNvSpPr>
          <p:nvPr>
            <p:ph type="title"/>
          </p:nvPr>
        </p:nvSpPr>
        <p:spPr>
          <a:xfrm>
            <a:off x="495299" y="227722"/>
            <a:ext cx="11201401" cy="419100"/>
          </a:xfrm>
        </p:spPr>
        <p:txBody>
          <a:bodyPr/>
          <a:lstStyle/>
          <a:p>
            <a:r>
              <a:rPr lang="en-AU" altLang="en-US" dirty="0"/>
              <a:t>Integrated Workflow – Decide</a:t>
            </a:r>
          </a:p>
        </p:txBody>
      </p:sp>
      <p:sp>
        <p:nvSpPr>
          <p:cNvPr id="11" name="TextBox 10"/>
          <p:cNvSpPr txBox="1"/>
          <p:nvPr/>
        </p:nvSpPr>
        <p:spPr bwMode="auto">
          <a:xfrm>
            <a:off x="4551891" y="987078"/>
            <a:ext cx="2774950" cy="285750"/>
          </a:xfrm>
          <a:prstGeom prst="rect">
            <a:avLst/>
          </a:prstGeom>
          <a:solidFill>
            <a:schemeClr val="tx2"/>
          </a:solidFill>
          <a:ln/>
          <a:extLst>
            <a:ext uri="{FAA26D3D-D897-4be2-8F04-BA451C77F1D7}"/>
          </a:extLst>
        </p:spPr>
        <p:style>
          <a:lnRef idx="1">
            <a:schemeClr val="accent6"/>
          </a:lnRef>
          <a:fillRef idx="3">
            <a:schemeClr val="accent6"/>
          </a:fillRef>
          <a:effectRef idx="2">
            <a:schemeClr val="accent6"/>
          </a:effectRef>
          <a:fontRef idx="minor">
            <a:schemeClr val="lt1"/>
          </a:fontRef>
        </p:style>
        <p:txBody>
          <a:bodyPr lIns="90488" tIns="44450" rIns="90488" bIns="4445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Arial"/>
                <a:ea typeface="ＭＳ Ｐゴシック" charset="0"/>
                <a:cs typeface="ＭＳ Ｐゴシック" charset="0"/>
              </a:rPr>
              <a:t>Event Monitor</a:t>
            </a:r>
          </a:p>
        </p:txBody>
      </p:sp>
      <p:grpSp>
        <p:nvGrpSpPr>
          <p:cNvPr id="6" name="Group 5">
            <a:extLst>
              <a:ext uri="{FF2B5EF4-FFF2-40B4-BE49-F238E27FC236}">
                <a16:creationId xmlns:a16="http://schemas.microsoft.com/office/drawing/2014/main" id="{8EF1A963-969C-3B23-CAF0-378BC054D2A3}"/>
              </a:ext>
            </a:extLst>
          </p:cNvPr>
          <p:cNvGrpSpPr/>
          <p:nvPr/>
        </p:nvGrpSpPr>
        <p:grpSpPr>
          <a:xfrm>
            <a:off x="787097" y="1364456"/>
            <a:ext cx="10617803" cy="4938350"/>
            <a:chOff x="742950" y="1272828"/>
            <a:chExt cx="10617803" cy="4938350"/>
          </a:xfrm>
        </p:grpSpPr>
        <p:pic>
          <p:nvPicPr>
            <p:cNvPr id="4" name="Picture 3">
              <a:extLst>
                <a:ext uri="{FF2B5EF4-FFF2-40B4-BE49-F238E27FC236}">
                  <a16:creationId xmlns:a16="http://schemas.microsoft.com/office/drawing/2014/main" id="{0F8174C6-E235-F77A-EFE6-882647F5B7E7}"/>
                </a:ext>
              </a:extLst>
            </p:cNvPr>
            <p:cNvPicPr>
              <a:picLocks noChangeAspect="1"/>
            </p:cNvPicPr>
            <p:nvPr/>
          </p:nvPicPr>
          <p:blipFill>
            <a:blip r:embed="rId3"/>
            <a:stretch>
              <a:fillRect/>
            </a:stretch>
          </p:blipFill>
          <p:spPr>
            <a:xfrm>
              <a:off x="742950" y="1272828"/>
              <a:ext cx="10617803" cy="4938350"/>
            </a:xfrm>
            <a:prstGeom prst="rect">
              <a:avLst/>
            </a:prstGeom>
          </p:spPr>
        </p:pic>
        <p:pic>
          <p:nvPicPr>
            <p:cNvPr id="5" name="Picture 4">
              <a:extLst>
                <a:ext uri="{FF2B5EF4-FFF2-40B4-BE49-F238E27FC236}">
                  <a16:creationId xmlns:a16="http://schemas.microsoft.com/office/drawing/2014/main" id="{99BF0FD0-829E-DB9B-01C7-4AE16B61C40E}"/>
                </a:ext>
              </a:extLst>
            </p:cNvPr>
            <p:cNvPicPr>
              <a:picLocks noChangeAspect="1"/>
            </p:cNvPicPr>
            <p:nvPr/>
          </p:nvPicPr>
          <p:blipFill>
            <a:blip r:embed="rId4"/>
            <a:stretch>
              <a:fillRect/>
            </a:stretch>
          </p:blipFill>
          <p:spPr>
            <a:xfrm>
              <a:off x="2675849" y="3004736"/>
              <a:ext cx="7167034" cy="2009895"/>
            </a:xfrm>
            <a:prstGeom prst="rect">
              <a:avLst/>
            </a:prstGeom>
          </p:spPr>
        </p:pic>
      </p:grpSp>
    </p:spTree>
    <p:extLst>
      <p:ext uri="{BB962C8B-B14F-4D97-AF65-F5344CB8AC3E}">
        <p14:creationId xmlns:p14="http://schemas.microsoft.com/office/powerpoint/2010/main" val="358144098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21"/>
          <p:cNvSpPr/>
          <p:nvPr/>
        </p:nvSpPr>
        <p:spPr>
          <a:xfrm>
            <a:off x="361950" y="670503"/>
            <a:ext cx="11154834" cy="5642149"/>
          </a:xfrm>
          <a:prstGeom prst="roundRect">
            <a:avLst>
              <a:gd name="adj" fmla="val 9398"/>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1261C"/>
                </a:solidFill>
                <a:effectLst/>
                <a:uLnTx/>
                <a:uFillTx/>
                <a:latin typeface="Arial"/>
                <a:ea typeface="+mn-ea"/>
                <a:cs typeface="+mn-cs"/>
              </a:rPr>
              <a:t>Decide</a:t>
            </a:r>
            <a:endParaRPr kumimoji="0" lang="en-US" sz="1600" b="1" i="0" u="none" strike="noStrike" kern="1200" cap="none" spc="0" normalizeH="0" baseline="0" noProof="0" dirty="0">
              <a:ln>
                <a:noFill/>
              </a:ln>
              <a:solidFill>
                <a:srgbClr val="E1261C"/>
              </a:solidFill>
              <a:effectLst/>
              <a:uLnTx/>
              <a:uFillTx/>
              <a:latin typeface="Arial"/>
              <a:ea typeface="+mn-ea"/>
              <a:cs typeface="+mn-cs"/>
            </a:endParaRPr>
          </a:p>
        </p:txBody>
      </p:sp>
      <p:sp>
        <p:nvSpPr>
          <p:cNvPr id="2" name="Title 1"/>
          <p:cNvSpPr>
            <a:spLocks noGrp="1"/>
          </p:cNvSpPr>
          <p:nvPr>
            <p:ph type="title"/>
          </p:nvPr>
        </p:nvSpPr>
        <p:spPr>
          <a:xfrm>
            <a:off x="495299" y="300430"/>
            <a:ext cx="11201401" cy="419100"/>
          </a:xfrm>
        </p:spPr>
        <p:txBody>
          <a:bodyPr/>
          <a:lstStyle/>
          <a:p>
            <a:r>
              <a:rPr lang="en-US" dirty="0"/>
              <a:t>Event Investigation – Trends &amp; Graphics</a:t>
            </a:r>
          </a:p>
        </p:txBody>
      </p:sp>
      <p:pic>
        <p:nvPicPr>
          <p:cNvPr id="4" name="Picture 3">
            <a:extLst>
              <a:ext uri="{FF2B5EF4-FFF2-40B4-BE49-F238E27FC236}">
                <a16:creationId xmlns:a16="http://schemas.microsoft.com/office/drawing/2014/main" id="{88935E7E-DC3C-AC9E-B141-A9B42EEFF5D2}"/>
              </a:ext>
            </a:extLst>
          </p:cNvPr>
          <p:cNvPicPr>
            <a:picLocks noChangeAspect="1"/>
          </p:cNvPicPr>
          <p:nvPr/>
        </p:nvPicPr>
        <p:blipFill>
          <a:blip r:embed="rId3"/>
          <a:stretch>
            <a:fillRect/>
          </a:stretch>
        </p:blipFill>
        <p:spPr>
          <a:xfrm>
            <a:off x="675216" y="1209814"/>
            <a:ext cx="10430933" cy="4977683"/>
          </a:xfrm>
          <a:prstGeom prst="rect">
            <a:avLst/>
          </a:prstGeom>
        </p:spPr>
      </p:pic>
    </p:spTree>
    <p:extLst>
      <p:ext uri="{BB962C8B-B14F-4D97-AF65-F5344CB8AC3E}">
        <p14:creationId xmlns:p14="http://schemas.microsoft.com/office/powerpoint/2010/main" val="3921536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361950" y="708060"/>
            <a:ext cx="11154834" cy="5642149"/>
          </a:xfrm>
          <a:prstGeom prst="roundRect">
            <a:avLst>
              <a:gd name="adj" fmla="val 9398"/>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1261C"/>
                </a:solidFill>
                <a:effectLst/>
                <a:uLnTx/>
                <a:uFillTx/>
                <a:latin typeface="Arial"/>
                <a:ea typeface="+mn-ea"/>
                <a:cs typeface="+mn-cs"/>
              </a:rPr>
              <a:t>Act</a:t>
            </a:r>
            <a:endParaRPr kumimoji="0" lang="en-US" sz="1600" b="1" i="0" u="none" strike="noStrike" kern="1200" cap="none" spc="0" normalizeH="0" baseline="0" noProof="0" dirty="0">
              <a:ln>
                <a:noFill/>
              </a:ln>
              <a:solidFill>
                <a:srgbClr val="E1261C"/>
              </a:solidFill>
              <a:effectLst/>
              <a:uLnTx/>
              <a:uFillTx/>
              <a:latin typeface="Arial"/>
              <a:ea typeface="+mn-ea"/>
              <a:cs typeface="+mn-cs"/>
            </a:endParaRPr>
          </a:p>
        </p:txBody>
      </p:sp>
      <p:sp>
        <p:nvSpPr>
          <p:cNvPr id="2" name="Title 1"/>
          <p:cNvSpPr>
            <a:spLocks noGrp="1"/>
          </p:cNvSpPr>
          <p:nvPr>
            <p:ph type="title"/>
          </p:nvPr>
        </p:nvSpPr>
        <p:spPr>
          <a:xfrm>
            <a:off x="495299" y="330410"/>
            <a:ext cx="11201401" cy="419100"/>
          </a:xfrm>
        </p:spPr>
        <p:txBody>
          <a:bodyPr/>
          <a:lstStyle/>
          <a:p>
            <a:r>
              <a:rPr lang="en-US" dirty="0"/>
              <a:t>Event Resolution / Close-out</a:t>
            </a:r>
          </a:p>
        </p:txBody>
      </p:sp>
      <p:pic>
        <p:nvPicPr>
          <p:cNvPr id="4" name="Picture 3">
            <a:extLst>
              <a:ext uri="{FF2B5EF4-FFF2-40B4-BE49-F238E27FC236}">
                <a16:creationId xmlns:a16="http://schemas.microsoft.com/office/drawing/2014/main" id="{78C78EDE-830F-CB70-DDD1-6413A7E6F92C}"/>
              </a:ext>
            </a:extLst>
          </p:cNvPr>
          <p:cNvPicPr>
            <a:picLocks noChangeAspect="1"/>
          </p:cNvPicPr>
          <p:nvPr/>
        </p:nvPicPr>
        <p:blipFill>
          <a:blip r:embed="rId3"/>
          <a:stretch>
            <a:fillRect/>
          </a:stretch>
        </p:blipFill>
        <p:spPr>
          <a:xfrm>
            <a:off x="576072" y="1268251"/>
            <a:ext cx="10780776" cy="4881690"/>
          </a:xfrm>
          <a:prstGeom prst="rect">
            <a:avLst/>
          </a:prstGeom>
        </p:spPr>
      </p:pic>
    </p:spTree>
    <p:extLst>
      <p:ext uri="{BB962C8B-B14F-4D97-AF65-F5344CB8AC3E}">
        <p14:creationId xmlns:p14="http://schemas.microsoft.com/office/powerpoint/2010/main" val="994770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6F66A5-B986-730E-9746-37B3B02AFF24}"/>
              </a:ext>
            </a:extLst>
          </p:cNvPr>
          <p:cNvSpPr txBox="1"/>
          <p:nvPr/>
        </p:nvSpPr>
        <p:spPr>
          <a:xfrm>
            <a:off x="2605177" y="2432973"/>
            <a:ext cx="6159260" cy="1446550"/>
          </a:xfrm>
          <a:prstGeom prst="rect">
            <a:avLst/>
          </a:prstGeom>
          <a:noFill/>
        </p:spPr>
        <p:txBody>
          <a:bodyPr wrap="square">
            <a:spAutoFit/>
          </a:bodyPr>
          <a:lstStyle/>
          <a:p>
            <a:pPr lvl="0"/>
            <a:r>
              <a:rPr lang="en-US" sz="2800" b="1" dirty="0"/>
              <a:t>		</a:t>
            </a:r>
            <a:r>
              <a:rPr lang="en-US" sz="4400" b="1" dirty="0"/>
              <a:t>MODULE 1</a:t>
            </a:r>
          </a:p>
          <a:p>
            <a:pPr lvl="0"/>
            <a:r>
              <a:rPr lang="en-US" sz="4400" b="1" dirty="0"/>
              <a:t>	   APM Concepts</a:t>
            </a:r>
          </a:p>
        </p:txBody>
      </p:sp>
    </p:spTree>
    <p:extLst>
      <p:ext uri="{BB962C8B-B14F-4D97-AF65-F5344CB8AC3E}">
        <p14:creationId xmlns:p14="http://schemas.microsoft.com/office/powerpoint/2010/main" val="2669001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class &amp; Types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0" y="977767"/>
            <a:ext cx="6067425" cy="5375407"/>
          </a:xfrm>
        </p:spPr>
        <p:txBody>
          <a:bodyPr/>
          <a:lstStyle/>
          <a:p>
            <a:r>
              <a:rPr lang="en-US" sz="1200" b="0" dirty="0"/>
              <a:t>Asset Sentinel categorizes assets by “Type” and “Class”. All assets below the site level have class and type definitions, which allow you to create tasks for similar assets. Hierarchical structure of Asset Sentinel is:</a:t>
            </a:r>
          </a:p>
          <a:p>
            <a:pPr marL="171450" lvl="0" indent="-171450">
              <a:buFont typeface="Arial" panose="020B0604020202020204" pitchFamily="34" charset="0"/>
              <a:buChar char="•"/>
            </a:pPr>
            <a:r>
              <a:rPr lang="en-US" sz="1200" b="0" dirty="0"/>
              <a:t>Asset class</a:t>
            </a:r>
          </a:p>
          <a:p>
            <a:pPr marL="171450" lvl="0" indent="-171450">
              <a:buFont typeface="Arial" panose="020B0604020202020204" pitchFamily="34" charset="0"/>
              <a:buChar char="•"/>
            </a:pPr>
            <a:r>
              <a:rPr lang="en-US" sz="1200" b="0" dirty="0"/>
              <a:t>Asset type</a:t>
            </a:r>
          </a:p>
          <a:p>
            <a:pPr marL="171450" lvl="0" indent="-171450">
              <a:buFont typeface="Arial" panose="020B0604020202020204" pitchFamily="34" charset="0"/>
              <a:buChar char="•"/>
            </a:pPr>
            <a:r>
              <a:rPr lang="en-US" sz="1200" b="0" dirty="0"/>
              <a:t>Assets</a:t>
            </a:r>
          </a:p>
          <a:p>
            <a:pPr marL="171450" lvl="0" indent="-171450">
              <a:buFont typeface="Arial" panose="020B0604020202020204" pitchFamily="34" charset="0"/>
              <a:buChar char="•"/>
            </a:pPr>
            <a:endParaRPr lang="en-US" sz="1200" b="0" dirty="0"/>
          </a:p>
          <a:p>
            <a:pPr marL="171450" lvl="3" indent="-171450">
              <a:buFont typeface="Wingdings" panose="05000000000000000000" pitchFamily="2" charset="2"/>
              <a:buChar char="v"/>
            </a:pPr>
            <a:r>
              <a:rPr lang="en-US" b="1" dirty="0"/>
              <a:t>Asset Class</a:t>
            </a:r>
          </a:p>
          <a:p>
            <a:pPr marL="171450" indent="-171450">
              <a:buFont typeface="Arial" panose="020B0604020202020204" pitchFamily="34" charset="0"/>
              <a:buChar char="•"/>
            </a:pPr>
            <a:r>
              <a:rPr lang="en-US" sz="1200" b="0" dirty="0"/>
              <a:t>Asset Classes occupy the highest level in the hierarchy, which are made up of similar asset types. </a:t>
            </a:r>
          </a:p>
          <a:p>
            <a:pPr marL="171450" indent="-171450">
              <a:buFont typeface="Arial" panose="020B0604020202020204" pitchFamily="34" charset="0"/>
              <a:buChar char="•"/>
            </a:pPr>
            <a:r>
              <a:rPr lang="en-US" sz="1200" b="0" dirty="0"/>
              <a:t>An example of an asset class is a Pump. Different types of pumps like the centrifugal pump, reciprocating pump, rotary pump and so on are grouped under pump class. </a:t>
            </a:r>
          </a:p>
          <a:p>
            <a:pPr marL="0" lvl="3"/>
            <a:endParaRPr lang="en-US" sz="1200" dirty="0"/>
          </a:p>
          <a:p>
            <a:pPr marL="171450" lvl="3" indent="-171450">
              <a:buFont typeface="Wingdings" panose="05000000000000000000" pitchFamily="2" charset="2"/>
              <a:buChar char="v"/>
            </a:pPr>
            <a:r>
              <a:rPr lang="en-US" b="1" dirty="0"/>
              <a:t>Asset Types</a:t>
            </a:r>
          </a:p>
          <a:p>
            <a:pPr marL="171450" indent="-171450">
              <a:buFont typeface="Arial" panose="020B0604020202020204" pitchFamily="34" charset="0"/>
              <a:buChar char="•"/>
            </a:pPr>
            <a:r>
              <a:rPr lang="en-US" sz="1200" b="0" dirty="0"/>
              <a:t>Asset Type occupies the next level immediately after the asset classes in the hierarchy. These types are grouped based on their similarities.</a:t>
            </a:r>
          </a:p>
          <a:p>
            <a:pPr marL="171450" indent="-171450">
              <a:buFont typeface="Arial" panose="020B0604020202020204" pitchFamily="34" charset="0"/>
              <a:buChar char="•"/>
            </a:pPr>
            <a:r>
              <a:rPr lang="en-US" sz="1200" b="0" dirty="0"/>
              <a:t>They represent the primary purpose of the asset, model and the revision of the device. Asset Sentinel displays the common asset types and provides the ability to create the custom asset types.</a:t>
            </a:r>
          </a:p>
          <a:p>
            <a:pPr marL="171450" indent="-171450">
              <a:buFont typeface="Arial" panose="020B0604020202020204" pitchFamily="34" charset="0"/>
              <a:buChar char="•"/>
            </a:pPr>
            <a:r>
              <a:rPr lang="en-US" sz="1200" b="0" dirty="0"/>
              <a:t>When you consider an example of a Turbine class, Wind turbine, steam turbine, hydroelectric turbine, gas turbine and so on are similar sets of asset types grouped or associated to turbine class.</a:t>
            </a:r>
          </a:p>
          <a:p>
            <a:endParaRPr lang="en-US" dirty="0"/>
          </a:p>
        </p:txBody>
      </p:sp>
      <p:pic>
        <p:nvPicPr>
          <p:cNvPr id="4" name="Picture 3">
            <a:extLst>
              <a:ext uri="{FF2B5EF4-FFF2-40B4-BE49-F238E27FC236}">
                <a16:creationId xmlns:a16="http://schemas.microsoft.com/office/drawing/2014/main" id="{B5703994-06CC-1693-B225-84AD7C1AA860}"/>
              </a:ext>
            </a:extLst>
          </p:cNvPr>
          <p:cNvPicPr>
            <a:picLocks noChangeAspect="1"/>
          </p:cNvPicPr>
          <p:nvPr/>
        </p:nvPicPr>
        <p:blipFill>
          <a:blip r:embed="rId3"/>
          <a:stretch>
            <a:fillRect/>
          </a:stretch>
        </p:blipFill>
        <p:spPr>
          <a:xfrm>
            <a:off x="6664094" y="1098225"/>
            <a:ext cx="5527906" cy="5064449"/>
          </a:xfrm>
          <a:prstGeom prst="rect">
            <a:avLst/>
          </a:prstGeom>
        </p:spPr>
      </p:pic>
    </p:spTree>
    <p:extLst>
      <p:ext uri="{BB962C8B-B14F-4D97-AF65-F5344CB8AC3E}">
        <p14:creationId xmlns:p14="http://schemas.microsoft.com/office/powerpoint/2010/main" val="2827794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Assets &amp; asset hierarchy</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0" y="977767"/>
            <a:ext cx="6224477" cy="5167851"/>
          </a:xfrm>
        </p:spPr>
        <p:txBody>
          <a:bodyPr/>
          <a:lstStyle/>
          <a:p>
            <a:pPr marL="171450" lvl="3" indent="-171450">
              <a:buClrTx/>
              <a:buFont typeface="Wingdings" panose="05000000000000000000" pitchFamily="2" charset="2"/>
              <a:buChar char="v"/>
            </a:pPr>
            <a:r>
              <a:rPr lang="en-US" b="1" dirty="0"/>
              <a:t>Assets</a:t>
            </a:r>
          </a:p>
          <a:p>
            <a:pPr marL="171450" lvl="2" indent="-171450">
              <a:buClrTx/>
              <a:buFont typeface="Arial" panose="020B0604020202020204" pitchFamily="34" charset="0"/>
              <a:buChar char="•"/>
            </a:pPr>
            <a:r>
              <a:rPr lang="en-US" sz="1200" dirty="0"/>
              <a:t>Asset is the last level in the hierarchy, where you specify a unique asset name that identifies the asset/instrument in a plant. For example, the asset name “1071P0130AB” identifies a particular equipment in a plant.</a:t>
            </a:r>
          </a:p>
          <a:p>
            <a:r>
              <a:rPr lang="en-US" sz="1400" dirty="0"/>
              <a:t> </a:t>
            </a:r>
          </a:p>
          <a:p>
            <a:pPr marL="171450" lvl="3" indent="-171450">
              <a:buFont typeface="Wingdings" panose="05000000000000000000" pitchFamily="2" charset="2"/>
              <a:buChar char="v"/>
            </a:pPr>
            <a:r>
              <a:rPr lang="en-US" b="1" dirty="0">
                <a:solidFill>
                  <a:prstClr val="black"/>
                </a:solidFill>
              </a:rPr>
              <a:t>Asset Hierarchy</a:t>
            </a:r>
          </a:p>
          <a:p>
            <a:pPr marL="171450" lvl="2" indent="-171450">
              <a:buClrTx/>
              <a:buFont typeface="Arial" panose="020B0604020202020204" pitchFamily="34" charset="0"/>
              <a:buChar char="•"/>
            </a:pPr>
            <a:r>
              <a:rPr lang="en-US" sz="1200" dirty="0"/>
              <a:t>In the Asset Sentinel application, an asset hierarchy is a framework, which classifies an asset into several segments and represents it in the tree view. Each segment in the hierarchy will consists of the asset class, asset types and the asset.</a:t>
            </a:r>
          </a:p>
          <a:p>
            <a:pPr marL="171450" lvl="2" indent="-171450">
              <a:buClrTx/>
              <a:buFont typeface="Arial" panose="020B0604020202020204" pitchFamily="34" charset="0"/>
              <a:buChar char="•"/>
            </a:pPr>
            <a:r>
              <a:rPr lang="en-US" sz="1200" dirty="0"/>
              <a:t>The hierarchy is a graphical representation of your database hierarchy. The purpose of a hierarchy is to enable you to view the whole structure of the plant in a graphical tree structure.</a:t>
            </a:r>
          </a:p>
          <a:p>
            <a:pPr marL="171450" lvl="2" indent="-171450">
              <a:buClrTx/>
              <a:buFont typeface="Arial" panose="020B0604020202020204" pitchFamily="34" charset="0"/>
              <a:buChar char="•"/>
            </a:pPr>
            <a:r>
              <a:rPr lang="en-US" sz="1200" dirty="0"/>
              <a:t>You can create, modify, and delete nodes in the hierarchy. By default you can view only the root node when you create the hierarchy for the first time. You will have to build the hierarchy by assigning different segments.</a:t>
            </a:r>
          </a:p>
          <a:p>
            <a:pPr marL="171450" lvl="2" indent="-171450">
              <a:buClrTx/>
              <a:buFont typeface="Arial" panose="020B0604020202020204" pitchFamily="34" charset="0"/>
              <a:buChar char="•"/>
            </a:pPr>
            <a:r>
              <a:rPr lang="en-US" sz="1200" dirty="0"/>
              <a:t>You can specify any number of levels in the hierarchy. </a:t>
            </a:r>
          </a:p>
          <a:p>
            <a:pPr marL="171450" lvl="2" indent="-171450">
              <a:buClrTx/>
              <a:buFont typeface="Arial" panose="020B0604020202020204" pitchFamily="34" charset="0"/>
              <a:buChar char="•"/>
            </a:pPr>
            <a:r>
              <a:rPr lang="en-US" sz="1200" dirty="0"/>
              <a:t>Here we have specified four levels:</a:t>
            </a:r>
          </a:p>
          <a:p>
            <a:pPr lvl="3">
              <a:buFont typeface="Wingdings" panose="05000000000000000000" pitchFamily="2" charset="2"/>
              <a:buChar char="§"/>
            </a:pPr>
            <a:r>
              <a:rPr lang="en-US" sz="1200" dirty="0"/>
              <a:t>Site</a:t>
            </a:r>
          </a:p>
          <a:p>
            <a:pPr lvl="3">
              <a:buFont typeface="Wingdings" panose="05000000000000000000" pitchFamily="2" charset="2"/>
              <a:buChar char="§"/>
            </a:pPr>
            <a:r>
              <a:rPr lang="en-US" sz="1200" dirty="0"/>
              <a:t>Plant</a:t>
            </a:r>
          </a:p>
          <a:p>
            <a:pPr lvl="3">
              <a:buFont typeface="Wingdings" panose="05000000000000000000" pitchFamily="2" charset="2"/>
              <a:buChar char="§"/>
            </a:pPr>
            <a:r>
              <a:rPr lang="en-US" sz="1200" dirty="0"/>
              <a:t>Unit</a:t>
            </a:r>
          </a:p>
          <a:p>
            <a:pPr lvl="3">
              <a:buFont typeface="Wingdings" panose="05000000000000000000" pitchFamily="2" charset="2"/>
              <a:buChar char="§"/>
            </a:pPr>
            <a:r>
              <a:rPr lang="en-US" sz="1200" dirty="0"/>
              <a:t>Equipments</a:t>
            </a:r>
          </a:p>
          <a:p>
            <a:pPr marL="0" lvl="3" indent="0">
              <a:buNone/>
            </a:pPr>
            <a:endParaRPr lang="en-US" b="1" dirty="0">
              <a:solidFill>
                <a:prstClr val="black"/>
              </a:solidFill>
            </a:endParaRPr>
          </a:p>
          <a:p>
            <a:endParaRPr lang="en-US" sz="1400" dirty="0"/>
          </a:p>
          <a:p>
            <a:endParaRPr lang="en-US" dirty="0"/>
          </a:p>
        </p:txBody>
      </p:sp>
      <p:pic>
        <p:nvPicPr>
          <p:cNvPr id="6" name="Picture 5">
            <a:extLst>
              <a:ext uri="{FF2B5EF4-FFF2-40B4-BE49-F238E27FC236}">
                <a16:creationId xmlns:a16="http://schemas.microsoft.com/office/drawing/2014/main" id="{161D9DA4-765E-91BD-A0D9-5B28D5FBEA38}"/>
              </a:ext>
            </a:extLst>
          </p:cNvPr>
          <p:cNvPicPr>
            <a:picLocks noChangeAspect="1"/>
          </p:cNvPicPr>
          <p:nvPr/>
        </p:nvPicPr>
        <p:blipFill>
          <a:blip r:embed="rId3"/>
          <a:stretch>
            <a:fillRect/>
          </a:stretch>
        </p:blipFill>
        <p:spPr>
          <a:xfrm>
            <a:off x="6719777" y="1129656"/>
            <a:ext cx="5472223" cy="5015961"/>
          </a:xfrm>
          <a:prstGeom prst="rect">
            <a:avLst/>
          </a:prstGeom>
        </p:spPr>
      </p:pic>
    </p:spTree>
    <p:extLst>
      <p:ext uri="{BB962C8B-B14F-4D97-AF65-F5344CB8AC3E}">
        <p14:creationId xmlns:p14="http://schemas.microsoft.com/office/powerpoint/2010/main" val="913967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attributes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7"/>
            <a:ext cx="5448299" cy="5210382"/>
          </a:xfrm>
        </p:spPr>
        <p:txBody>
          <a:bodyPr/>
          <a:lstStyle/>
          <a:p>
            <a:pPr marL="171450" lvl="3" indent="-171450">
              <a:buFont typeface="Wingdings" panose="05000000000000000000" pitchFamily="2" charset="2"/>
              <a:buChar char="v"/>
            </a:pPr>
            <a:r>
              <a:rPr lang="en-US" b="1" dirty="0">
                <a:solidFill>
                  <a:prstClr val="black"/>
                </a:solidFill>
              </a:rPr>
              <a:t>Attributes</a:t>
            </a:r>
          </a:p>
          <a:p>
            <a:pPr marL="171450" lvl="2" indent="-171450">
              <a:buClrTx/>
              <a:buFont typeface="Arial" panose="020B0604020202020204" pitchFamily="34" charset="0"/>
              <a:buChar char="•"/>
            </a:pPr>
            <a:r>
              <a:rPr lang="en-US" sz="1200" dirty="0"/>
              <a:t>An attribute refers to a parameter that is associated with an asset. In the context of Asset Sentinel, an asset attribute can either be an input parameter that is measured for the asset in the field or it can be a design parameter or it can be an output KPI (Key Performance Indicator) that defines the performance of the asset.</a:t>
            </a:r>
          </a:p>
          <a:p>
            <a:pPr marL="171450" lvl="2" indent="-171450">
              <a:buClrTx/>
              <a:buFont typeface="Arial" panose="020B0604020202020204" pitchFamily="34" charset="0"/>
              <a:buChar char="•"/>
            </a:pPr>
            <a:r>
              <a:rPr lang="en-US" sz="1200" dirty="0"/>
              <a:t>Attributes are defined at asset type level. They are classified into 2 categories:</a:t>
            </a:r>
          </a:p>
          <a:p>
            <a:pPr lvl="3">
              <a:buFont typeface="Wingdings" panose="05000000000000000000" pitchFamily="2" charset="2"/>
              <a:buChar char="§"/>
            </a:pPr>
            <a:r>
              <a:rPr lang="en-US" sz="1200" dirty="0"/>
              <a:t>Static</a:t>
            </a:r>
          </a:p>
          <a:p>
            <a:pPr lvl="3">
              <a:buFont typeface="Wingdings" panose="05000000000000000000" pitchFamily="2" charset="2"/>
              <a:buChar char="§"/>
            </a:pPr>
            <a:r>
              <a:rPr lang="en-US" sz="1200" dirty="0"/>
              <a:t>Dynamic</a:t>
            </a:r>
          </a:p>
          <a:p>
            <a:pPr marL="171450" lvl="2" indent="-171450">
              <a:buClrTx/>
              <a:buFont typeface="Arial" panose="020B0604020202020204" pitchFamily="34" charset="0"/>
              <a:buChar char="•"/>
            </a:pPr>
            <a:r>
              <a:rPr lang="en-US" sz="1200" dirty="0"/>
              <a:t>Static attributes refer to attributes whose value is either constant or is changed manually by a user (e.g. field values). Dynamic attributes refer to attributes whose value is read from a tag or written to a tag.</a:t>
            </a:r>
          </a:p>
          <a:p>
            <a:pPr marL="171450" lvl="2" indent="-171450">
              <a:buClrTx/>
              <a:buFont typeface="Arial" panose="020B0604020202020204" pitchFamily="34" charset="0"/>
              <a:buChar char="•"/>
            </a:pPr>
            <a:r>
              <a:rPr lang="en-US" sz="1200" dirty="0"/>
              <a:t>The data type of attributes can be either of the below:</a:t>
            </a:r>
          </a:p>
          <a:p>
            <a:pPr lvl="3">
              <a:buFont typeface="Wingdings" panose="05000000000000000000" pitchFamily="2" charset="2"/>
              <a:buChar char="§"/>
            </a:pPr>
            <a:r>
              <a:rPr lang="en-US" sz="1200" dirty="0"/>
              <a:t>Float</a:t>
            </a:r>
          </a:p>
          <a:p>
            <a:pPr lvl="3">
              <a:buFont typeface="Wingdings" panose="05000000000000000000" pitchFamily="2" charset="2"/>
              <a:buChar char="§"/>
            </a:pPr>
            <a:r>
              <a:rPr lang="en-US" sz="1200" dirty="0"/>
              <a:t>Integer</a:t>
            </a:r>
          </a:p>
          <a:p>
            <a:pPr lvl="3">
              <a:buFont typeface="Wingdings" panose="05000000000000000000" pitchFamily="2" charset="2"/>
              <a:buChar char="§"/>
            </a:pPr>
            <a:r>
              <a:rPr lang="en-US" sz="1200" dirty="0"/>
              <a:t>String</a:t>
            </a:r>
          </a:p>
          <a:p>
            <a:pPr lvl="3">
              <a:buFont typeface="Wingdings" panose="05000000000000000000" pitchFamily="2" charset="2"/>
              <a:buChar char="§"/>
            </a:pPr>
            <a:r>
              <a:rPr lang="en-US" sz="1200" dirty="0"/>
              <a:t>Double</a:t>
            </a:r>
          </a:p>
          <a:p>
            <a:pPr lvl="3">
              <a:buFont typeface="Wingdings" panose="05000000000000000000" pitchFamily="2" charset="2"/>
              <a:buChar char="§"/>
            </a:pPr>
            <a:r>
              <a:rPr lang="en-US" sz="1200" dirty="0"/>
              <a:t>Array</a:t>
            </a:r>
          </a:p>
          <a:p>
            <a:pPr lvl="3">
              <a:buFont typeface="Wingdings" panose="05000000000000000000" pitchFamily="2" charset="2"/>
              <a:buChar char="§"/>
            </a:pPr>
            <a:r>
              <a:rPr lang="en-US" sz="1200" dirty="0"/>
              <a:t>Tabular Array</a:t>
            </a:r>
          </a:p>
          <a:p>
            <a:pPr lvl="3">
              <a:buFont typeface="Wingdings" panose="05000000000000000000" pitchFamily="2" charset="2"/>
              <a:buChar char="§"/>
            </a:pPr>
            <a:r>
              <a:rPr lang="en-US" sz="1200" dirty="0"/>
              <a:t>Double Array</a:t>
            </a:r>
          </a:p>
          <a:p>
            <a:pPr marL="171450" lvl="2" indent="-171450">
              <a:buClrTx/>
              <a:buFont typeface="Arial" panose="020B0604020202020204" pitchFamily="34" charset="0"/>
              <a:buChar char="•"/>
            </a:pPr>
            <a:r>
              <a:rPr lang="en-US" sz="1200" dirty="0"/>
              <a:t>Attributes are associated with a filter category. Filter categories allow users to easily filter the required attributes while analyzing the performance of an asset.</a:t>
            </a:r>
            <a:endParaRPr lang="en-US" b="1" dirty="0">
              <a:solidFill>
                <a:prstClr val="black"/>
              </a:solidFill>
            </a:endParaRPr>
          </a:p>
          <a:p>
            <a:pPr marL="0" lvl="3" indent="0">
              <a:buNone/>
            </a:pPr>
            <a:endParaRPr lang="en-US" b="1" dirty="0">
              <a:solidFill>
                <a:prstClr val="black"/>
              </a:solidFill>
            </a:endParaRPr>
          </a:p>
          <a:p>
            <a:endParaRPr lang="en-US" sz="1400" dirty="0"/>
          </a:p>
          <a:p>
            <a:endParaRPr lang="en-US" dirty="0"/>
          </a:p>
        </p:txBody>
      </p:sp>
      <p:pic>
        <p:nvPicPr>
          <p:cNvPr id="4" name="Picture 3">
            <a:extLst>
              <a:ext uri="{FF2B5EF4-FFF2-40B4-BE49-F238E27FC236}">
                <a16:creationId xmlns:a16="http://schemas.microsoft.com/office/drawing/2014/main" id="{15E86E57-1EAE-E938-ABCC-55CA99445175}"/>
              </a:ext>
            </a:extLst>
          </p:cNvPr>
          <p:cNvPicPr>
            <a:picLocks noChangeAspect="1"/>
          </p:cNvPicPr>
          <p:nvPr/>
        </p:nvPicPr>
        <p:blipFill>
          <a:blip r:embed="rId3"/>
          <a:stretch>
            <a:fillRect/>
          </a:stretch>
        </p:blipFill>
        <p:spPr>
          <a:xfrm>
            <a:off x="6054199" y="977766"/>
            <a:ext cx="6137801" cy="4848875"/>
          </a:xfrm>
          <a:prstGeom prst="rect">
            <a:avLst/>
          </a:prstGeom>
        </p:spPr>
      </p:pic>
    </p:spTree>
    <p:extLst>
      <p:ext uri="{BB962C8B-B14F-4D97-AF65-F5344CB8AC3E}">
        <p14:creationId xmlns:p14="http://schemas.microsoft.com/office/powerpoint/2010/main" val="2160165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Attribute PROPERTY</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10887074" cy="4908682"/>
          </a:xfrm>
        </p:spPr>
        <p:txBody>
          <a:bodyPr/>
          <a:lstStyle/>
          <a:p>
            <a:pPr marL="171450" lvl="3" indent="-171450">
              <a:buFont typeface="Wingdings" panose="05000000000000000000" pitchFamily="2" charset="2"/>
              <a:buChar char="v"/>
            </a:pPr>
            <a:r>
              <a:rPr lang="en-US" b="1" dirty="0">
                <a:solidFill>
                  <a:prstClr val="black"/>
                </a:solidFill>
              </a:rPr>
              <a:t>Attribute Property</a:t>
            </a:r>
          </a:p>
          <a:p>
            <a:pPr marL="171450" lvl="2" indent="-171450">
              <a:buClrTx/>
              <a:buFont typeface="Arial" panose="020B0604020202020204" pitchFamily="34" charset="0"/>
              <a:buChar char="•"/>
            </a:pPr>
            <a:r>
              <a:rPr lang="en-US" sz="1200" dirty="0"/>
              <a:t>Properties are additional information of attribute to support improved visualization and managing attribute. Custom Properties can be used in calculation or fault model by specifying "</a:t>
            </a:r>
            <a:r>
              <a:rPr lang="en-US" sz="1200" dirty="0" err="1"/>
              <a:t>Attribute.Property</a:t>
            </a:r>
            <a:r>
              <a:rPr lang="en-US" sz="1200" dirty="0"/>
              <a:t>". For example: </a:t>
            </a:r>
            <a:r>
              <a:rPr lang="en-US" sz="1200" dirty="0" err="1"/>
              <a:t>FlowRate.Cleansed</a:t>
            </a:r>
            <a:r>
              <a:rPr lang="en-US" sz="1200" dirty="0"/>
              <a:t> &gt; </a:t>
            </a:r>
            <a:r>
              <a:rPr lang="en-US" sz="1200" dirty="0" err="1"/>
              <a:t>FlowRate.HighLimit</a:t>
            </a:r>
            <a:r>
              <a:rPr lang="en-US" sz="1200" dirty="0"/>
              <a:t>.</a:t>
            </a:r>
          </a:p>
          <a:p>
            <a:pPr marL="171450" lvl="3" indent="-171450">
              <a:buFont typeface="Wingdings" panose="05000000000000000000" pitchFamily="2" charset="2"/>
              <a:buChar char="v"/>
            </a:pPr>
            <a:endParaRPr lang="en-US" b="1" dirty="0">
              <a:solidFill>
                <a:prstClr val="black"/>
              </a:solidFill>
            </a:endParaRPr>
          </a:p>
          <a:p>
            <a:pPr marL="0" lvl="3" indent="0">
              <a:buNone/>
            </a:pPr>
            <a:endParaRPr lang="en-US" b="1" dirty="0">
              <a:solidFill>
                <a:prstClr val="black"/>
              </a:solidFill>
            </a:endParaRPr>
          </a:p>
          <a:p>
            <a:endParaRPr lang="en-US" sz="1400" dirty="0"/>
          </a:p>
          <a:p>
            <a:endParaRPr lang="en-US" dirty="0"/>
          </a:p>
        </p:txBody>
      </p:sp>
      <p:pic>
        <p:nvPicPr>
          <p:cNvPr id="2" name="Picture 1">
            <a:extLst>
              <a:ext uri="{FF2B5EF4-FFF2-40B4-BE49-F238E27FC236}">
                <a16:creationId xmlns:a16="http://schemas.microsoft.com/office/drawing/2014/main" id="{D7FE3846-ED73-4EFF-A8E6-EF35D4759C7B}"/>
              </a:ext>
            </a:extLst>
          </p:cNvPr>
          <p:cNvPicPr>
            <a:picLocks noChangeAspect="1"/>
          </p:cNvPicPr>
          <p:nvPr/>
        </p:nvPicPr>
        <p:blipFill>
          <a:blip r:embed="rId3"/>
          <a:stretch>
            <a:fillRect/>
          </a:stretch>
        </p:blipFill>
        <p:spPr>
          <a:xfrm>
            <a:off x="1831105" y="2146435"/>
            <a:ext cx="7341469" cy="3514039"/>
          </a:xfrm>
          <a:prstGeom prst="rect">
            <a:avLst/>
          </a:prstGeom>
        </p:spPr>
      </p:pic>
    </p:spTree>
    <p:extLst>
      <p:ext uri="{BB962C8B-B14F-4D97-AF65-F5344CB8AC3E}">
        <p14:creationId xmlns:p14="http://schemas.microsoft.com/office/powerpoint/2010/main" val="3614153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models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0" y="977768"/>
            <a:ext cx="6261635" cy="4889634"/>
          </a:xfrm>
        </p:spPr>
        <p:txBody>
          <a:bodyPr/>
          <a:lstStyle/>
          <a:p>
            <a:pPr marL="171450" lvl="2" indent="-171450">
              <a:buClrTx/>
              <a:buFont typeface="Arial" panose="020B0604020202020204" pitchFamily="34" charset="0"/>
              <a:buChar char="•"/>
            </a:pPr>
            <a:r>
              <a:rPr lang="en-US" sz="1200" dirty="0"/>
              <a:t>A model-based approach is widely used across many manufacturing plants to reduce the amount of energy and time spent on the low performing equipments. A fault model is a model that discovers how the system handles some common failures, which contribute to the unsafe situations. Fault models are more abstract than the models of normal behavior. They are easy to construct, comprehend and customize. They can easily capture interactions between the root cause (faults) and their effects (symptoms) without requiring a detail model to simulate the normal behavior.</a:t>
            </a:r>
          </a:p>
          <a:p>
            <a:pPr marL="171450" lvl="2" indent="-171450">
              <a:buClrTx/>
              <a:buFont typeface="Arial" panose="020B0604020202020204" pitchFamily="34" charset="0"/>
              <a:buChar char="•"/>
            </a:pPr>
            <a:r>
              <a:rPr lang="en-US" sz="1200" dirty="0"/>
              <a:t>The two models available in Asset Sentinel are:</a:t>
            </a:r>
          </a:p>
          <a:p>
            <a:pPr lvl="3">
              <a:buFont typeface="Wingdings" panose="05000000000000000000" pitchFamily="2" charset="2"/>
              <a:buChar char="§"/>
            </a:pPr>
            <a:r>
              <a:rPr lang="en-US" sz="1200" dirty="0"/>
              <a:t>Fault-Symptom Model</a:t>
            </a:r>
          </a:p>
          <a:p>
            <a:pPr lvl="3">
              <a:buFont typeface="Wingdings" panose="05000000000000000000" pitchFamily="2" charset="2"/>
              <a:buChar char="§"/>
            </a:pPr>
            <a:r>
              <a:rPr lang="en-US" sz="1200" dirty="0"/>
              <a:t>Calculation Model</a:t>
            </a:r>
          </a:p>
          <a:p>
            <a:r>
              <a:rPr lang="en-US" sz="1400" dirty="0"/>
              <a:t> </a:t>
            </a:r>
          </a:p>
          <a:p>
            <a:pPr marL="171450" lvl="3" indent="-171450">
              <a:buFont typeface="Wingdings" panose="05000000000000000000" pitchFamily="2" charset="2"/>
              <a:buChar char="v"/>
            </a:pPr>
            <a:r>
              <a:rPr lang="en-US" b="1" dirty="0">
                <a:solidFill>
                  <a:prstClr val="black"/>
                </a:solidFill>
              </a:rPr>
              <a:t>Fault-Symptom Model</a:t>
            </a:r>
          </a:p>
          <a:p>
            <a:pPr marL="171450" lvl="2" indent="-171450">
              <a:buClrTx/>
              <a:buFont typeface="Arial" panose="020B0604020202020204" pitchFamily="34" charset="0"/>
              <a:buChar char="•"/>
            </a:pPr>
            <a:r>
              <a:rPr lang="en-US" sz="1200" dirty="0"/>
              <a:t>A Fault-Symptom model is a model used to identify the faults (failure) and the symptoms in an asset. They are generally defined at the type level. The Asset Sentinel application is a decision-support system, where the problems are identified and repaired by tracking the asset failures and symptoms.</a:t>
            </a:r>
          </a:p>
          <a:p>
            <a:pPr marL="171450" lvl="2" indent="-171450">
              <a:buClrTx/>
              <a:buFont typeface="Arial" panose="020B0604020202020204" pitchFamily="34" charset="0"/>
              <a:buChar char="•"/>
            </a:pPr>
            <a:r>
              <a:rPr lang="en-US" sz="1200" dirty="0"/>
              <a:t>A Fault-Symptom model generally consists of faults and symptoms. While building a fault model, it is mandatory to have at least one fault whereas the number of symptoms can be optional. </a:t>
            </a:r>
          </a:p>
          <a:p>
            <a:pPr marL="171450" lvl="2" indent="-171450">
              <a:buClrTx/>
              <a:buFont typeface="Arial" panose="020B0604020202020204" pitchFamily="34" charset="0"/>
              <a:buChar char="•"/>
            </a:pPr>
            <a:r>
              <a:rPr lang="en-US" sz="1200" dirty="0"/>
              <a:t>Asset type attributes are used to configure expressions for symptoms and both asset type attributes and symptoms are used to configure expressions for faults. </a:t>
            </a:r>
          </a:p>
          <a:p>
            <a:pPr marL="171450" lvl="2" indent="-171450">
              <a:buClrTx/>
              <a:buFont typeface="Arial" panose="020B0604020202020204" pitchFamily="34" charset="0"/>
              <a:buChar char="•"/>
            </a:pPr>
            <a:r>
              <a:rPr lang="en-US" sz="1200" dirty="0"/>
              <a:t>During evaluation, the symptoms are executed first and the faults afterwards.</a:t>
            </a:r>
          </a:p>
          <a:p>
            <a:pPr marL="0" lvl="3" indent="0">
              <a:buNone/>
            </a:pPr>
            <a:endParaRPr lang="en-US" b="1" dirty="0">
              <a:solidFill>
                <a:prstClr val="black"/>
              </a:solidFill>
            </a:endParaRPr>
          </a:p>
          <a:p>
            <a:endParaRPr lang="en-US" sz="1400" dirty="0"/>
          </a:p>
          <a:p>
            <a:endParaRPr lang="en-US" dirty="0"/>
          </a:p>
        </p:txBody>
      </p:sp>
      <p:pic>
        <p:nvPicPr>
          <p:cNvPr id="4" name="Picture 3">
            <a:extLst>
              <a:ext uri="{FF2B5EF4-FFF2-40B4-BE49-F238E27FC236}">
                <a16:creationId xmlns:a16="http://schemas.microsoft.com/office/drawing/2014/main" id="{6F8AEFE0-2414-A00B-B2AD-175F348E3FDB}"/>
              </a:ext>
            </a:extLst>
          </p:cNvPr>
          <p:cNvPicPr>
            <a:picLocks noChangeAspect="1"/>
          </p:cNvPicPr>
          <p:nvPr/>
        </p:nvPicPr>
        <p:blipFill>
          <a:blip r:embed="rId3"/>
          <a:stretch>
            <a:fillRect/>
          </a:stretch>
        </p:blipFill>
        <p:spPr>
          <a:xfrm>
            <a:off x="6597930" y="1056953"/>
            <a:ext cx="5539858" cy="4420303"/>
          </a:xfrm>
          <a:prstGeom prst="rect">
            <a:avLst/>
          </a:prstGeom>
        </p:spPr>
      </p:pic>
    </p:spTree>
    <p:extLst>
      <p:ext uri="{BB962C8B-B14F-4D97-AF65-F5344CB8AC3E}">
        <p14:creationId xmlns:p14="http://schemas.microsoft.com/office/powerpoint/2010/main" val="3128892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models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0" y="977768"/>
            <a:ext cx="11201400" cy="4889634"/>
          </a:xfrm>
        </p:spPr>
        <p:txBody>
          <a:bodyPr/>
          <a:lstStyle/>
          <a:p>
            <a:pPr marL="171450" lvl="3" indent="-171450">
              <a:buFont typeface="Wingdings" panose="05000000000000000000" pitchFamily="2" charset="2"/>
              <a:buChar char="v"/>
            </a:pPr>
            <a:r>
              <a:rPr lang="en-US" b="1" dirty="0">
                <a:solidFill>
                  <a:prstClr val="black"/>
                </a:solidFill>
              </a:rPr>
              <a:t>Fault-Symptom Model</a:t>
            </a:r>
          </a:p>
          <a:p>
            <a:pPr marL="171450" lvl="2" indent="-171450">
              <a:buClrTx/>
              <a:buFont typeface="Arial" panose="020B0604020202020204" pitchFamily="34" charset="0"/>
              <a:buChar char="•"/>
            </a:pPr>
            <a:r>
              <a:rPr lang="en-US" sz="1200" dirty="0"/>
              <a:t>A Symptom is a state or condition at which a symptom of a fault is identified. These are defined with a condition expression on the asset attributes. Whenever there is a fault activated in the system, and one symptom is active, the state of the fault gradually changes its state to a potential fault. This fault moves to a confirmed state only when the condition of the fault is satisfied. The repair actions associated to these faults are activated and the respective groups are notified.</a:t>
            </a:r>
          </a:p>
          <a:p>
            <a:pPr marL="171450" lvl="2" indent="-171450">
              <a:buClrTx/>
              <a:buFont typeface="Arial" panose="020B0604020202020204" pitchFamily="34" charset="0"/>
              <a:buChar char="•"/>
            </a:pPr>
            <a:r>
              <a:rPr lang="en-US" sz="1200" dirty="0"/>
              <a:t>A Fault is a state or condition at which a functional failure is identified. These are defined with a conditional expression on the asset attribute.</a:t>
            </a:r>
          </a:p>
          <a:p>
            <a:pPr marL="171450" lvl="2" indent="-171450">
              <a:buClrTx/>
              <a:buFont typeface="Arial" panose="020B0604020202020204" pitchFamily="34" charset="0"/>
              <a:buChar char="•"/>
            </a:pPr>
            <a:r>
              <a:rPr lang="en-US" sz="1200" dirty="0"/>
              <a:t>A Fault or symptom occurrence is called as an event. The event can move to the following states:</a:t>
            </a:r>
          </a:p>
          <a:p>
            <a:pPr lvl="3">
              <a:buFont typeface="Wingdings" panose="05000000000000000000" pitchFamily="2" charset="2"/>
              <a:buChar char="§"/>
            </a:pPr>
            <a:r>
              <a:rPr lang="en-US" sz="1200" dirty="0"/>
              <a:t>Potential		: one or more symptoms is active, but the fault conditions have not been reached.</a:t>
            </a:r>
          </a:p>
          <a:p>
            <a:pPr lvl="3">
              <a:buFont typeface="Wingdings" panose="05000000000000000000" pitchFamily="2" charset="2"/>
              <a:buChar char="§"/>
            </a:pPr>
            <a:r>
              <a:rPr lang="en-US" sz="1200" dirty="0"/>
              <a:t>Active			: the expression associated with the event (for example, a fault or symptom) returns value of !=0.</a:t>
            </a:r>
          </a:p>
          <a:p>
            <a:pPr lvl="3">
              <a:buFont typeface="Wingdings" panose="05000000000000000000" pitchFamily="2" charset="2"/>
              <a:buChar char="§"/>
            </a:pPr>
            <a:r>
              <a:rPr lang="en-US" sz="1200" dirty="0"/>
              <a:t>Inactive (Deactivated)	: the expression associated with the event (for example, a fault or symptom) returns value of 0.</a:t>
            </a:r>
          </a:p>
          <a:p>
            <a:pPr lvl="3">
              <a:buFont typeface="Wingdings" panose="05000000000000000000" pitchFamily="2" charset="2"/>
              <a:buChar char="§"/>
            </a:pPr>
            <a:r>
              <a:rPr lang="en-US" sz="1200" dirty="0"/>
              <a:t>Accepted		: the event haves been accepted by a user to address.</a:t>
            </a:r>
          </a:p>
          <a:p>
            <a:pPr lvl="3">
              <a:buFont typeface="Wingdings" panose="05000000000000000000" pitchFamily="2" charset="2"/>
              <a:buChar char="§"/>
            </a:pPr>
            <a:r>
              <a:rPr lang="en-US" sz="1200" dirty="0"/>
              <a:t>Locked		: event is locked by the user so the state does not change irrespective of the fault or the symptom condition. This is typically used to avoid duplicate events when the event is being addressed in field.</a:t>
            </a:r>
          </a:p>
          <a:p>
            <a:pPr lvl="3">
              <a:buFont typeface="Wingdings" panose="05000000000000000000" pitchFamily="2" charset="2"/>
              <a:buChar char="§"/>
            </a:pPr>
            <a:r>
              <a:rPr lang="en-US" sz="1200" dirty="0"/>
              <a:t>Closed		: event has been closed by the user (includes a record of the reason code, comments).</a:t>
            </a:r>
          </a:p>
          <a:p>
            <a:pPr lvl="3">
              <a:buFont typeface="Wingdings" panose="05000000000000000000" pitchFamily="2" charset="2"/>
              <a:buChar char="§"/>
            </a:pPr>
            <a:r>
              <a:rPr lang="en-US" sz="1200" dirty="0"/>
              <a:t>Rejected		: event has been falsely identified by the system and rejected by a user (possibly marked as a false positive). </a:t>
            </a:r>
          </a:p>
          <a:p>
            <a:pPr marL="171450" lvl="2" indent="-171450">
              <a:buClrTx/>
              <a:buFont typeface="Arial" panose="020B0604020202020204" pitchFamily="34" charset="0"/>
              <a:buChar char="•"/>
            </a:pPr>
            <a:r>
              <a:rPr lang="en-GB" sz="1200" dirty="0"/>
              <a:t>Limits are values used for identifying the fault/symptom conditions of an asset. They can be:</a:t>
            </a:r>
            <a:endParaRPr lang="en-US" sz="1200" dirty="0"/>
          </a:p>
          <a:p>
            <a:pPr lvl="3">
              <a:buFont typeface="Wingdings" panose="05000000000000000000" pitchFamily="2" charset="2"/>
              <a:buChar char="§"/>
            </a:pPr>
            <a:r>
              <a:rPr lang="en-GB" sz="1200" dirty="0"/>
              <a:t>Constant values based on engineering/design limits</a:t>
            </a:r>
            <a:endParaRPr lang="en-US" sz="1200" dirty="0"/>
          </a:p>
          <a:p>
            <a:pPr lvl="3">
              <a:buFont typeface="Wingdings" panose="05000000000000000000" pitchFamily="2" charset="2"/>
              <a:buChar char="§"/>
            </a:pPr>
            <a:r>
              <a:rPr lang="en-GB" sz="1200" dirty="0"/>
              <a:t>Alarm limits from historian</a:t>
            </a:r>
            <a:endParaRPr lang="en-US" sz="1200" dirty="0"/>
          </a:p>
          <a:p>
            <a:pPr lvl="3">
              <a:buFont typeface="Wingdings" panose="05000000000000000000" pitchFamily="2" charset="2"/>
              <a:buChar char="§"/>
            </a:pPr>
            <a:r>
              <a:rPr lang="en-GB" sz="1200" dirty="0"/>
              <a:t>Calculated limits based on other parameters like gas production</a:t>
            </a:r>
            <a:endParaRPr lang="en-US" b="1" dirty="0">
              <a:solidFill>
                <a:prstClr val="black"/>
              </a:solidFill>
            </a:endParaRPr>
          </a:p>
          <a:p>
            <a:endParaRPr lang="en-US" sz="1400" dirty="0"/>
          </a:p>
          <a:p>
            <a:endParaRPr lang="en-US" dirty="0"/>
          </a:p>
        </p:txBody>
      </p:sp>
    </p:spTree>
    <p:extLst>
      <p:ext uri="{BB962C8B-B14F-4D97-AF65-F5344CB8AC3E}">
        <p14:creationId xmlns:p14="http://schemas.microsoft.com/office/powerpoint/2010/main" val="1999681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models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0" y="977768"/>
            <a:ext cx="11314898" cy="4889634"/>
          </a:xfrm>
        </p:spPr>
        <p:txBody>
          <a:bodyPr/>
          <a:lstStyle/>
          <a:p>
            <a:pPr marL="171450" lvl="3" indent="-171450">
              <a:buFont typeface="Wingdings" panose="05000000000000000000" pitchFamily="2" charset="2"/>
              <a:buChar char="v"/>
            </a:pPr>
            <a:r>
              <a:rPr lang="en-US" b="1" dirty="0">
                <a:solidFill>
                  <a:prstClr val="black"/>
                </a:solidFill>
              </a:rPr>
              <a:t>Calculation Model</a:t>
            </a:r>
          </a:p>
          <a:p>
            <a:pPr marL="171450" lvl="2" indent="-171450">
              <a:buClrTx/>
              <a:buFont typeface="Arial" panose="020B0604020202020204" pitchFamily="34" charset="0"/>
              <a:buChar char="•"/>
            </a:pPr>
            <a:r>
              <a:rPr lang="en-US" sz="1200" dirty="0"/>
              <a:t>A calculation model in Asset Sentinel is a model that defines calculations or logics on the asset attribute values. The attribute values are updated based on the calculation or logic defined in the application. Asset Sentinel supports various operators to define the calculation model.</a:t>
            </a:r>
          </a:p>
          <a:p>
            <a:pPr marL="171450" lvl="2" indent="-171450">
              <a:buClrTx/>
              <a:buFont typeface="Arial" panose="020B0604020202020204" pitchFamily="34" charset="0"/>
              <a:buChar char="•"/>
            </a:pPr>
            <a:r>
              <a:rPr lang="en-US" sz="1200" dirty="0"/>
              <a:t>A calculation model in Asset Sentinel is a model that defines calculations or logics on the asset attribute values. The attribute values are updated based on the calculation or logic defined in the application. Asset Sentinel supports various operators to define the calculation model. This is not limited to physical entity but is extended to logical entities such as Plant, Area, Unit and Sections. </a:t>
            </a:r>
          </a:p>
          <a:p>
            <a:pPr marL="171450" lvl="2" indent="-171450">
              <a:buClrTx/>
              <a:buFont typeface="Arial" panose="020B0604020202020204" pitchFamily="34" charset="0"/>
              <a:buChar char="•"/>
            </a:pPr>
            <a:endParaRPr lang="en-US" sz="1200" dirty="0"/>
          </a:p>
          <a:p>
            <a:pPr marL="0" lvl="3" indent="0">
              <a:buNone/>
            </a:pPr>
            <a:endParaRPr lang="en-US" b="1" dirty="0">
              <a:solidFill>
                <a:prstClr val="black"/>
              </a:solidFill>
            </a:endParaRPr>
          </a:p>
          <a:p>
            <a:endParaRPr lang="en-US" sz="1400" dirty="0"/>
          </a:p>
          <a:p>
            <a:endParaRPr lang="en-US" dirty="0"/>
          </a:p>
        </p:txBody>
      </p:sp>
      <p:pic>
        <p:nvPicPr>
          <p:cNvPr id="4" name="Picture 3">
            <a:extLst>
              <a:ext uri="{FF2B5EF4-FFF2-40B4-BE49-F238E27FC236}">
                <a16:creationId xmlns:a16="http://schemas.microsoft.com/office/drawing/2014/main" id="{C0031CAD-2932-C8DE-C1A3-16C440F40326}"/>
              </a:ext>
            </a:extLst>
          </p:cNvPr>
          <p:cNvPicPr>
            <a:picLocks noChangeAspect="1"/>
          </p:cNvPicPr>
          <p:nvPr/>
        </p:nvPicPr>
        <p:blipFill>
          <a:blip r:embed="rId3"/>
          <a:stretch>
            <a:fillRect/>
          </a:stretch>
        </p:blipFill>
        <p:spPr>
          <a:xfrm>
            <a:off x="785651" y="2337336"/>
            <a:ext cx="9285674" cy="4429224"/>
          </a:xfrm>
          <a:prstGeom prst="rect">
            <a:avLst/>
          </a:prstGeom>
        </p:spPr>
      </p:pic>
    </p:spTree>
    <p:extLst>
      <p:ext uri="{BB962C8B-B14F-4D97-AF65-F5344CB8AC3E}">
        <p14:creationId xmlns:p14="http://schemas.microsoft.com/office/powerpoint/2010/main" val="4190921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In-built calculation models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0" y="1130568"/>
            <a:ext cx="5372100" cy="4457700"/>
          </a:xfrm>
        </p:spPr>
        <p:txBody>
          <a:bodyPr/>
          <a:lstStyle/>
          <a:p>
            <a:pPr marL="171450" lvl="2" indent="-171450">
              <a:buClrTx/>
              <a:buFont typeface="Arial" panose="020B0604020202020204" pitchFamily="34" charset="0"/>
              <a:buChar char="•"/>
            </a:pPr>
            <a:r>
              <a:rPr lang="en-US" sz="1200" dirty="0"/>
              <a:t>The calculation models within Asset Sentinel can be classified as:</a:t>
            </a:r>
          </a:p>
          <a:p>
            <a:pPr lvl="3">
              <a:buFont typeface="Wingdings" panose="05000000000000000000" pitchFamily="2" charset="2"/>
              <a:buChar char="§"/>
            </a:pPr>
            <a:r>
              <a:rPr lang="en-US" sz="1200" dirty="0"/>
              <a:t>In-built models</a:t>
            </a:r>
          </a:p>
          <a:p>
            <a:pPr lvl="3">
              <a:buFont typeface="Wingdings" panose="05000000000000000000" pitchFamily="2" charset="2"/>
              <a:buChar char="§"/>
            </a:pPr>
            <a:r>
              <a:rPr lang="en-US" sz="1200" dirty="0"/>
              <a:t>Custom models</a:t>
            </a:r>
          </a:p>
          <a:p>
            <a:pPr marL="171450" lvl="2" indent="-171450">
              <a:buClrTx/>
              <a:buFont typeface="Arial" panose="020B0604020202020204" pitchFamily="34" charset="0"/>
              <a:buChar char="•"/>
            </a:pPr>
            <a:r>
              <a:rPr lang="en-US" sz="1200" dirty="0"/>
              <a:t>The in-built models can be further classified as:</a:t>
            </a:r>
          </a:p>
          <a:p>
            <a:pPr lvl="3">
              <a:buFont typeface="Wingdings" panose="05000000000000000000" pitchFamily="2" charset="2"/>
              <a:buChar char="§"/>
            </a:pPr>
            <a:r>
              <a:rPr lang="en-US" sz="1200" dirty="0"/>
              <a:t>Advanced models or 1st principle-based models</a:t>
            </a:r>
          </a:p>
          <a:p>
            <a:pPr lvl="3">
              <a:buFont typeface="Wingdings" panose="05000000000000000000" pitchFamily="2" charset="2"/>
              <a:buChar char="§"/>
            </a:pPr>
            <a:r>
              <a:rPr lang="en-US" sz="1200" dirty="0"/>
              <a:t>Thermo stream models</a:t>
            </a:r>
          </a:p>
          <a:p>
            <a:pPr lvl="3">
              <a:buFont typeface="Wingdings" panose="05000000000000000000" pitchFamily="2" charset="2"/>
              <a:buChar char="§"/>
            </a:pPr>
            <a:endParaRPr lang="en-US" sz="1200" dirty="0"/>
          </a:p>
          <a:p>
            <a:pPr marL="171450" lvl="3" indent="-171450">
              <a:buFont typeface="Wingdings" panose="05000000000000000000" pitchFamily="2" charset="2"/>
              <a:buChar char="v"/>
            </a:pPr>
            <a:r>
              <a:rPr lang="en-US" b="1" dirty="0">
                <a:solidFill>
                  <a:prstClr val="black"/>
                </a:solidFill>
              </a:rPr>
              <a:t>Advanced Models</a:t>
            </a:r>
          </a:p>
          <a:p>
            <a:pPr marL="171450" lvl="2" indent="-171450">
              <a:buClrTx/>
              <a:buFont typeface="Arial" panose="020B0604020202020204" pitchFamily="34" charset="0"/>
              <a:buChar char="•"/>
            </a:pPr>
            <a:r>
              <a:rPr lang="en-US" sz="1200" dirty="0">
                <a:solidFill>
                  <a:prstClr val="black"/>
                </a:solidFill>
              </a:rPr>
              <a:t>The advanced models are available within Asset Sentinel for the following asset types:</a:t>
            </a:r>
          </a:p>
          <a:p>
            <a:pPr lvl="3">
              <a:buFont typeface="Wingdings" panose="05000000000000000000" pitchFamily="2" charset="2"/>
              <a:buChar char="§"/>
            </a:pPr>
            <a:r>
              <a:rPr lang="en-US" sz="1200" dirty="0">
                <a:solidFill>
                  <a:prstClr val="black"/>
                </a:solidFill>
              </a:rPr>
              <a:t>Centrifugal Compressor (Constant Speed, Variable Speed, Variable Guide Vane)</a:t>
            </a:r>
          </a:p>
          <a:p>
            <a:pPr lvl="3">
              <a:buFont typeface="Wingdings" panose="05000000000000000000" pitchFamily="2" charset="2"/>
              <a:buChar char="§"/>
            </a:pPr>
            <a:r>
              <a:rPr lang="en-US" sz="1200" dirty="0">
                <a:solidFill>
                  <a:prstClr val="black"/>
                </a:solidFill>
              </a:rPr>
              <a:t>Centrifugal Pump</a:t>
            </a:r>
          </a:p>
          <a:p>
            <a:pPr lvl="3">
              <a:buFont typeface="Wingdings" panose="05000000000000000000" pitchFamily="2" charset="2"/>
              <a:buChar char="§"/>
            </a:pPr>
            <a:r>
              <a:rPr lang="en-US" sz="1200" dirty="0">
                <a:solidFill>
                  <a:prstClr val="black"/>
                </a:solidFill>
              </a:rPr>
              <a:t>Furnace/Heater</a:t>
            </a:r>
          </a:p>
          <a:p>
            <a:pPr lvl="3">
              <a:buFont typeface="Wingdings" panose="05000000000000000000" pitchFamily="2" charset="2"/>
              <a:buChar char="§"/>
            </a:pPr>
            <a:r>
              <a:rPr lang="en-US" sz="1200" dirty="0">
                <a:solidFill>
                  <a:prstClr val="black"/>
                </a:solidFill>
              </a:rPr>
              <a:t>Steam Turbine (Constant Speed, Variable Speed; Condensing, Back pressure)</a:t>
            </a:r>
          </a:p>
          <a:p>
            <a:pPr lvl="3">
              <a:buFont typeface="Wingdings" panose="05000000000000000000" pitchFamily="2" charset="2"/>
              <a:buChar char="§"/>
            </a:pPr>
            <a:r>
              <a:rPr lang="en-US" sz="1200" dirty="0">
                <a:solidFill>
                  <a:prstClr val="black"/>
                </a:solidFill>
              </a:rPr>
              <a:t>Gas Turbine</a:t>
            </a:r>
          </a:p>
          <a:p>
            <a:pPr lvl="3">
              <a:buFont typeface="Wingdings" panose="05000000000000000000" pitchFamily="2" charset="2"/>
              <a:buChar char="§"/>
            </a:pPr>
            <a:r>
              <a:rPr lang="en-US" sz="1200" dirty="0">
                <a:solidFill>
                  <a:prstClr val="black"/>
                </a:solidFill>
              </a:rPr>
              <a:t>Shell and Tube Heat Exchanger</a:t>
            </a:r>
          </a:p>
          <a:p>
            <a:pPr marL="171450" lvl="3" indent="-171450">
              <a:buFont typeface="Wingdings" panose="05000000000000000000" pitchFamily="2" charset="2"/>
              <a:buChar char="v"/>
            </a:pPr>
            <a:endParaRPr lang="en-US" b="1" dirty="0">
              <a:solidFill>
                <a:prstClr val="black"/>
              </a:solidFill>
            </a:endParaRPr>
          </a:p>
          <a:p>
            <a:pPr lvl="2">
              <a:buFont typeface="Wingdings" panose="05000000000000000000" pitchFamily="2" charset="2"/>
              <a:buChar char="§"/>
            </a:pPr>
            <a:endParaRPr lang="en-US" sz="1600" dirty="0"/>
          </a:p>
        </p:txBody>
      </p:sp>
      <p:sp>
        <p:nvSpPr>
          <p:cNvPr id="2" name="Content Placeholder 1">
            <a:extLst>
              <a:ext uri="{FF2B5EF4-FFF2-40B4-BE49-F238E27FC236}">
                <a16:creationId xmlns:a16="http://schemas.microsoft.com/office/drawing/2014/main" id="{A5BCCA3E-52A2-4CCA-A7CB-5B10984F92D5}"/>
              </a:ext>
            </a:extLst>
          </p:cNvPr>
          <p:cNvSpPr>
            <a:spLocks noGrp="1"/>
          </p:cNvSpPr>
          <p:nvPr>
            <p:ph idx="13"/>
          </p:nvPr>
        </p:nvSpPr>
        <p:spPr>
          <a:xfrm>
            <a:off x="6324602" y="1130568"/>
            <a:ext cx="5372100" cy="4457700"/>
          </a:xfrm>
        </p:spPr>
        <p:txBody>
          <a:bodyPr/>
          <a:lstStyle/>
          <a:p>
            <a:pPr marL="171450" lvl="3" indent="-171450">
              <a:buFont typeface="Wingdings" panose="05000000000000000000" pitchFamily="2" charset="2"/>
              <a:buChar char="v"/>
            </a:pPr>
            <a:r>
              <a:rPr lang="en-US" b="1" dirty="0">
                <a:solidFill>
                  <a:prstClr val="black"/>
                </a:solidFill>
              </a:rPr>
              <a:t>Thermo Stream Models</a:t>
            </a:r>
          </a:p>
          <a:p>
            <a:pPr marL="171450" lvl="2" indent="-171450">
              <a:buClrTx/>
              <a:buFont typeface="Arial" panose="020B0604020202020204" pitchFamily="34" charset="0"/>
              <a:buChar char="•"/>
            </a:pPr>
            <a:r>
              <a:rPr lang="en-US" sz="1200" dirty="0"/>
              <a:t>Most advanced models need stream property data like enthalpy, entropy, molecular weight, Cp, Cv, etc., for computation of the final KPIs.</a:t>
            </a:r>
          </a:p>
          <a:p>
            <a:pPr marL="171450" lvl="2" indent="-171450">
              <a:buClrTx/>
              <a:buFont typeface="Arial" panose="020B0604020202020204" pitchFamily="34" charset="0"/>
              <a:buChar char="•"/>
            </a:pPr>
            <a:r>
              <a:rPr lang="en-US" sz="1200" dirty="0"/>
              <a:t>This is facilitated by utilizing the thermo stream models. There are some models already available within the APM standard library.</a:t>
            </a:r>
          </a:p>
          <a:p>
            <a:pPr marL="171450" lvl="2" indent="-171450">
              <a:buClrTx/>
              <a:buFont typeface="Arial" panose="020B0604020202020204" pitchFamily="34" charset="0"/>
              <a:buChar char="•"/>
            </a:pPr>
            <a:r>
              <a:rPr lang="en-US" sz="1200" dirty="0"/>
              <a:t>Any additional models can be exported from Unisim. Not all thermo property packages of Unisim can be exported.</a:t>
            </a:r>
          </a:p>
          <a:p>
            <a:pPr marL="171450" lvl="2" indent="-171450">
              <a:buClrTx/>
              <a:buFont typeface="Arial" panose="020B0604020202020204" pitchFamily="34" charset="0"/>
              <a:buChar char="•"/>
            </a:pPr>
            <a:r>
              <a:rPr lang="en-US" sz="1200" dirty="0"/>
              <a:t>The default advanced models use BWR thermo package. This is most suitable for steam service.</a:t>
            </a:r>
          </a:p>
          <a:p>
            <a:pPr marL="171450" lvl="2" indent="-171450">
              <a:buClrTx/>
              <a:buFont typeface="Arial" panose="020B0604020202020204" pitchFamily="34" charset="0"/>
              <a:buChar char="•"/>
            </a:pPr>
            <a:r>
              <a:rPr lang="en-US" sz="1200" dirty="0"/>
              <a:t>The most frequently used package for hydrocarbon service is Peng-Robinson (PR).</a:t>
            </a:r>
          </a:p>
          <a:p>
            <a:pPr marL="0" lvl="2" indent="0">
              <a:buClrTx/>
              <a:buNone/>
            </a:pPr>
            <a:endParaRPr lang="en-US" sz="1200" dirty="0"/>
          </a:p>
        </p:txBody>
      </p:sp>
    </p:spTree>
    <p:extLst>
      <p:ext uri="{BB962C8B-B14F-4D97-AF65-F5344CB8AC3E}">
        <p14:creationId xmlns:p14="http://schemas.microsoft.com/office/powerpoint/2010/main" val="1339553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indices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11584404" cy="5018771"/>
          </a:xfrm>
        </p:spPr>
        <p:txBody>
          <a:bodyPr/>
          <a:lstStyle/>
          <a:p>
            <a:pPr marL="171450" lvl="3" indent="-171450">
              <a:buFont typeface="Wingdings" panose="05000000000000000000" pitchFamily="2" charset="2"/>
              <a:buChar char="v"/>
            </a:pPr>
            <a:r>
              <a:rPr lang="en-US" b="1" dirty="0">
                <a:solidFill>
                  <a:prstClr val="black"/>
                </a:solidFill>
              </a:rPr>
              <a:t>Health Index</a:t>
            </a:r>
          </a:p>
          <a:p>
            <a:pPr marL="171450" lvl="2" indent="-171450">
              <a:buClrTx/>
              <a:buFont typeface="Arial" panose="020B0604020202020204" pitchFamily="34" charset="0"/>
              <a:buChar char="•"/>
            </a:pPr>
            <a:r>
              <a:rPr lang="en-US" sz="1200" dirty="0"/>
              <a:t>Health Index refers to the physical health of an equipment. In Uniformance Asset Sentinel, for all the rotating equipment, the health indices are computed by custom calculations based on the limit differences between current value and expected operating values for various mechanical/electrical condition parameters. The value of the health index is 0 to 1 where 0 is healthy and 1 is unhealthy.</a:t>
            </a:r>
          </a:p>
          <a:p>
            <a:pPr marL="171450" lvl="3" indent="-171450">
              <a:buFont typeface="Wingdings" panose="05000000000000000000" pitchFamily="2" charset="2"/>
              <a:buChar char="v"/>
            </a:pPr>
            <a:endParaRPr lang="en-US" b="1" dirty="0">
              <a:solidFill>
                <a:prstClr val="black"/>
              </a:solidFill>
            </a:endParaRPr>
          </a:p>
          <a:p>
            <a:pPr marL="171450" lvl="3" indent="-171450">
              <a:buFont typeface="Wingdings" panose="05000000000000000000" pitchFamily="2" charset="2"/>
              <a:buChar char="v"/>
            </a:pPr>
            <a:r>
              <a:rPr lang="en-US" b="1" dirty="0">
                <a:solidFill>
                  <a:prstClr val="black"/>
                </a:solidFill>
              </a:rPr>
              <a:t>Performance Index</a:t>
            </a:r>
          </a:p>
          <a:p>
            <a:pPr marL="171450" lvl="2" indent="-171450">
              <a:buClrTx/>
              <a:buFont typeface="Arial" panose="020B0604020202020204" pitchFamily="34" charset="0"/>
              <a:buChar char="•"/>
            </a:pPr>
            <a:r>
              <a:rPr lang="en-US" sz="1200" dirty="0"/>
              <a:t>Performance Index refers to the process performance of an equipment. In Uniformance Asset Sentinel, the advanced equipment models for assets such as turbine, compressor and pumps calculates actual and expected performance at current operating conditions. The same can also be configured for other asset type to compare performance of various assets across the fleet. The value of the performance index is calculated based the deviation of actual and expected between 0 to 1, where 0 is bad performance and 1 is good performance.</a:t>
            </a:r>
          </a:p>
          <a:p>
            <a:pPr marL="171450" lvl="2" indent="-171450">
              <a:buClrTx/>
              <a:buFont typeface="Arial" panose="020B0604020202020204" pitchFamily="34" charset="0"/>
              <a:buChar char="•"/>
            </a:pPr>
            <a:r>
              <a:rPr lang="en-US" sz="1200" dirty="0"/>
              <a:t>Example </a:t>
            </a:r>
            <a:r>
              <a:rPr lang="en-US" sz="1200" dirty="0" err="1"/>
              <a:t>PerformanceIndex</a:t>
            </a:r>
            <a:r>
              <a:rPr lang="en-US" sz="1200" dirty="0"/>
              <a:t> = ((</a:t>
            </a:r>
            <a:r>
              <a:rPr lang="en-US" sz="1200" dirty="0" err="1"/>
              <a:t>ExpectedHead</a:t>
            </a:r>
            <a:r>
              <a:rPr lang="en-US" sz="1200" dirty="0"/>
              <a:t> - </a:t>
            </a:r>
            <a:r>
              <a:rPr lang="en-US" sz="1200" dirty="0" err="1"/>
              <a:t>OperatingPolyHead</a:t>
            </a:r>
            <a:r>
              <a:rPr lang="en-US" sz="1200" dirty="0"/>
              <a:t>) / </a:t>
            </a:r>
            <a:r>
              <a:rPr lang="en-US" sz="1200" dirty="0" err="1"/>
              <a:t>ExpectedHead</a:t>
            </a:r>
            <a:r>
              <a:rPr lang="en-US" sz="1200" dirty="0"/>
              <a:t>)</a:t>
            </a:r>
          </a:p>
          <a:p>
            <a:pPr marL="0" lvl="3" indent="0">
              <a:buNone/>
            </a:pPr>
            <a:endParaRPr lang="en-US" b="1" dirty="0">
              <a:solidFill>
                <a:prstClr val="black"/>
              </a:solidFill>
            </a:endParaRPr>
          </a:p>
          <a:p>
            <a:pPr marL="171450" lvl="3" indent="-171450">
              <a:buFont typeface="Wingdings" panose="05000000000000000000" pitchFamily="2" charset="2"/>
              <a:buChar char="v"/>
            </a:pPr>
            <a:r>
              <a:rPr lang="en-US" b="1" dirty="0">
                <a:solidFill>
                  <a:prstClr val="black"/>
                </a:solidFill>
              </a:rPr>
              <a:t>Energy Index</a:t>
            </a:r>
          </a:p>
          <a:p>
            <a:pPr marL="171450" lvl="2" indent="-171450">
              <a:buClrTx/>
              <a:buFont typeface="Arial" panose="020B0604020202020204" pitchFamily="34" charset="0"/>
              <a:buChar char="•"/>
            </a:pPr>
            <a:r>
              <a:rPr lang="en-US" sz="1200" dirty="0"/>
              <a:t>Energy Index refers to the energy efficiency of an equipment. The energy term can be shaft power or heat duty and so on which is calculated by advanced models for asset type such as turbine, compressor and pumps calculates actual and expected energy consumption at current operating conditions. The same can also be configured for other asset type to compare performance of various assets across the fleet. The value of the energy index is calculated based the deviation of actual and expected between 0 to 1, where 0 is bad performance and 1 is good performance. Note: Thermo dynamic property packages are available to compute energy consumption through engineering scripting calculations.</a:t>
            </a:r>
          </a:p>
          <a:p>
            <a:pPr marL="171450" lvl="2" indent="-171450">
              <a:buClrTx/>
              <a:buFont typeface="Arial" panose="020B0604020202020204" pitchFamily="34" charset="0"/>
              <a:buChar char="•"/>
            </a:pPr>
            <a:r>
              <a:rPr lang="en-US" sz="1200" dirty="0"/>
              <a:t>Example </a:t>
            </a:r>
            <a:r>
              <a:rPr lang="en-US" sz="1200" dirty="0" err="1"/>
              <a:t>OperatingShaftPower</a:t>
            </a:r>
            <a:r>
              <a:rPr lang="en-US" sz="1200" dirty="0"/>
              <a:t>= abs((</a:t>
            </a:r>
            <a:r>
              <a:rPr lang="en-US" sz="1200" dirty="0" err="1"/>
              <a:t>ExpectedShaftPower</a:t>
            </a:r>
            <a:r>
              <a:rPr lang="en-US" sz="1200" dirty="0"/>
              <a:t> - </a:t>
            </a:r>
            <a:r>
              <a:rPr lang="en-US" sz="1200" dirty="0" err="1"/>
              <a:t>OperatingShaftPower</a:t>
            </a:r>
            <a:r>
              <a:rPr lang="en-US" sz="1200" dirty="0"/>
              <a:t>) / </a:t>
            </a:r>
            <a:r>
              <a:rPr lang="en-US" sz="1200" dirty="0" err="1"/>
              <a:t>OperatingShaftPower</a:t>
            </a:r>
            <a:r>
              <a:rPr lang="en-US" sz="1200" dirty="0"/>
              <a:t>)</a:t>
            </a:r>
          </a:p>
          <a:p>
            <a:pPr marL="171450" lvl="2" indent="-171450">
              <a:buClrTx/>
              <a:buFont typeface="Arial" panose="020B0604020202020204" pitchFamily="34" charset="0"/>
              <a:buChar char="•"/>
            </a:pPr>
            <a:r>
              <a:rPr lang="en-US" sz="1200" dirty="0"/>
              <a:t>Duty= E101Feed.Flow * E101Feed.Cp *( </a:t>
            </a:r>
            <a:r>
              <a:rPr lang="en-US" sz="1200" dirty="0" err="1"/>
              <a:t>OutletT-inletT</a:t>
            </a:r>
            <a:r>
              <a:rPr lang="en-US" sz="1200" dirty="0"/>
              <a:t>)</a:t>
            </a:r>
          </a:p>
          <a:p>
            <a:pPr marL="0" lvl="3" indent="0">
              <a:buNone/>
            </a:pPr>
            <a:endParaRPr lang="en-US" b="1" dirty="0">
              <a:solidFill>
                <a:prstClr val="black"/>
              </a:solidFill>
            </a:endParaRPr>
          </a:p>
          <a:p>
            <a:endParaRPr lang="en-US" sz="1400" dirty="0"/>
          </a:p>
          <a:p>
            <a:endParaRPr lang="en-US" dirty="0"/>
          </a:p>
        </p:txBody>
      </p:sp>
    </p:spTree>
    <p:extLst>
      <p:ext uri="{BB962C8B-B14F-4D97-AF65-F5344CB8AC3E}">
        <p14:creationId xmlns:p14="http://schemas.microsoft.com/office/powerpoint/2010/main" val="3309897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status &amp; rating</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7888304" cy="4604885"/>
          </a:xfrm>
        </p:spPr>
        <p:txBody>
          <a:bodyPr/>
          <a:lstStyle/>
          <a:p>
            <a:pPr marL="171450" lvl="3" indent="-171450">
              <a:buFont typeface="Wingdings" panose="05000000000000000000" pitchFamily="2" charset="2"/>
              <a:buChar char="v"/>
            </a:pPr>
            <a:r>
              <a:rPr lang="en-US" b="1" dirty="0">
                <a:solidFill>
                  <a:prstClr val="black"/>
                </a:solidFill>
              </a:rPr>
              <a:t>Asset Status</a:t>
            </a:r>
          </a:p>
          <a:p>
            <a:pPr marL="171450" lvl="2" indent="-171450">
              <a:buClrTx/>
              <a:buFont typeface="Arial" panose="020B0604020202020204" pitchFamily="34" charset="0"/>
              <a:buChar char="•"/>
            </a:pPr>
            <a:r>
              <a:rPr lang="en-GB" sz="1200" dirty="0"/>
              <a:t>Asset status changes in field due to planned maintenance, unexpected event and trip unit or put in service. In Uniformance Asset Sentinel, the asset is in one of the following modes or states:</a:t>
            </a:r>
            <a:endParaRPr lang="en-US" sz="1200" dirty="0"/>
          </a:p>
          <a:p>
            <a:pPr lvl="3">
              <a:buFont typeface="Wingdings" panose="05000000000000000000" pitchFamily="2" charset="2"/>
              <a:buChar char="§"/>
            </a:pPr>
            <a:r>
              <a:rPr lang="en-GB" sz="1200" dirty="0"/>
              <a:t>Monitor: Asset calculations and rules are configured to execute. The asset is available for operation when required.</a:t>
            </a:r>
            <a:endParaRPr lang="en-US" sz="1200" dirty="0"/>
          </a:p>
          <a:p>
            <a:pPr lvl="3">
              <a:buFont typeface="Wingdings" panose="05000000000000000000" pitchFamily="2" charset="2"/>
              <a:buChar char="§"/>
            </a:pPr>
            <a:r>
              <a:rPr lang="en-GB" sz="1200" dirty="0"/>
              <a:t>UnMonitor: Asset calculations and rules are disabled. The asset is available for operation when required.</a:t>
            </a:r>
            <a:endParaRPr lang="en-US" sz="1200" dirty="0"/>
          </a:p>
          <a:p>
            <a:pPr lvl="3">
              <a:buFont typeface="Wingdings" panose="05000000000000000000" pitchFamily="2" charset="2"/>
              <a:buChar char="§"/>
            </a:pPr>
            <a:r>
              <a:rPr lang="en-GB" sz="1200" dirty="0"/>
              <a:t>OutofService: Asset calculations and rules are disabled. The asset is NOT available for operation.</a:t>
            </a:r>
            <a:endParaRPr lang="en-US" sz="1200" dirty="0"/>
          </a:p>
          <a:p>
            <a:pPr marL="171450" lvl="2" indent="-171450">
              <a:buClrTx/>
              <a:buFont typeface="Arial" panose="020B0604020202020204" pitchFamily="34" charset="0"/>
              <a:buChar char="•"/>
            </a:pPr>
            <a:r>
              <a:rPr lang="en-GB" sz="1200" dirty="0"/>
              <a:t>Each asset status is mapped to an icon image, which is displayed in the asset hierarchy.</a:t>
            </a:r>
            <a:endParaRPr lang="en-US" sz="1200" dirty="0"/>
          </a:p>
          <a:p>
            <a:pPr marL="171450" lvl="2" indent="-171450">
              <a:buClrTx/>
              <a:buFont typeface="Arial" panose="020B0604020202020204" pitchFamily="34" charset="0"/>
              <a:buChar char="•"/>
            </a:pPr>
            <a:endParaRPr lang="en-US" sz="1200" dirty="0"/>
          </a:p>
          <a:p>
            <a:pPr marL="171450" lvl="3" indent="-171450">
              <a:buFont typeface="Wingdings" panose="05000000000000000000" pitchFamily="2" charset="2"/>
              <a:buChar char="v"/>
            </a:pPr>
            <a:r>
              <a:rPr lang="en-US" b="1" dirty="0">
                <a:solidFill>
                  <a:prstClr val="black"/>
                </a:solidFill>
              </a:rPr>
              <a:t>Asset Rating</a:t>
            </a:r>
          </a:p>
          <a:p>
            <a:pPr marL="171450" lvl="2" indent="-171450">
              <a:buClrTx/>
              <a:buFont typeface="Arial" panose="020B0604020202020204" pitchFamily="34" charset="0"/>
              <a:buChar char="•"/>
            </a:pPr>
            <a:r>
              <a:rPr lang="en-GB" sz="1200" dirty="0"/>
              <a:t>The Uniformance Asset Sentinel application uses the following 3 asset concepts to determine the relative importance of an asset and an event.</a:t>
            </a:r>
            <a:endParaRPr lang="en-US" sz="1200" dirty="0"/>
          </a:p>
          <a:p>
            <a:pPr lvl="3">
              <a:buFont typeface="Wingdings" panose="05000000000000000000" pitchFamily="2" charset="2"/>
              <a:buChar char="§"/>
            </a:pPr>
            <a:r>
              <a:rPr lang="en-GB" sz="1200" dirty="0"/>
              <a:t>Criticality</a:t>
            </a:r>
            <a:endParaRPr lang="en-US" sz="1200" dirty="0"/>
          </a:p>
          <a:p>
            <a:pPr lvl="3">
              <a:buFont typeface="Wingdings" panose="05000000000000000000" pitchFamily="2" charset="2"/>
              <a:buChar char="§"/>
            </a:pPr>
            <a:r>
              <a:rPr lang="en-GB" sz="1200" dirty="0"/>
              <a:t>Severity</a:t>
            </a:r>
            <a:endParaRPr lang="en-US" sz="1200" dirty="0"/>
          </a:p>
          <a:p>
            <a:pPr lvl="3">
              <a:buFont typeface="Wingdings" panose="05000000000000000000" pitchFamily="2" charset="2"/>
              <a:buChar char="§"/>
            </a:pPr>
            <a:r>
              <a:rPr lang="en-GB" sz="1200" dirty="0"/>
              <a:t>Priority</a:t>
            </a:r>
            <a:endParaRPr lang="en-US" sz="1200" dirty="0"/>
          </a:p>
          <a:p>
            <a:pPr marL="171450" lvl="2" indent="-171450">
              <a:buClrTx/>
              <a:buFont typeface="Arial" panose="020B0604020202020204" pitchFamily="34" charset="0"/>
              <a:buChar char="•"/>
            </a:pPr>
            <a:r>
              <a:rPr lang="en-GB" sz="1200" dirty="0"/>
              <a:t>Criticality is an attribute (numeric value) associated to an asset. It denotes the relative importance of an asset based on financial and safety considerations.</a:t>
            </a:r>
            <a:endParaRPr lang="en-US" sz="1200" dirty="0"/>
          </a:p>
          <a:p>
            <a:pPr marL="171450" lvl="2" indent="-171450">
              <a:buClrTx/>
              <a:buFont typeface="Arial" panose="020B0604020202020204" pitchFamily="34" charset="0"/>
              <a:buChar char="•"/>
            </a:pPr>
            <a:r>
              <a:rPr lang="en-GB" sz="1200" dirty="0"/>
              <a:t>Severity is an attribute (numeric value) associated with faults and symptoms. It indicates the relative performance impact (severity) of the fault and symptom on an asset. </a:t>
            </a:r>
          </a:p>
          <a:p>
            <a:pPr marL="171450" lvl="2" indent="-171450">
              <a:buClrTx/>
              <a:buFont typeface="Arial" panose="020B0604020202020204" pitchFamily="34" charset="0"/>
              <a:buChar char="•"/>
            </a:pPr>
            <a:r>
              <a:rPr lang="en-GB" sz="1200" dirty="0"/>
              <a:t>Priority is a parameter of an asset which indicates the health of the asset. The priority value is calculated by multiplying the numeric values of severity and criticality. The priority value determines the asset’s icon colour which indicates a fault. It enhances sorting capabilities within the asset’s view.</a:t>
            </a:r>
            <a:endParaRPr lang="en-US" sz="1200" dirty="0"/>
          </a:p>
          <a:p>
            <a:pPr marL="171450" lvl="2" indent="-171450">
              <a:buClrTx/>
              <a:buFont typeface="Arial" panose="020B0604020202020204" pitchFamily="34" charset="0"/>
              <a:buChar char="•"/>
            </a:pPr>
            <a:endParaRPr lang="en-US" sz="1200" dirty="0"/>
          </a:p>
          <a:p>
            <a:pPr marL="171450" lvl="3" indent="-171450">
              <a:buFont typeface="Wingdings" panose="05000000000000000000" pitchFamily="2" charset="2"/>
              <a:buChar char="v"/>
            </a:pPr>
            <a:endParaRPr lang="en-US" b="1" dirty="0">
              <a:solidFill>
                <a:prstClr val="black"/>
              </a:solidFill>
            </a:endParaRPr>
          </a:p>
          <a:p>
            <a:pPr marL="0" lvl="3" indent="0">
              <a:buNone/>
            </a:pPr>
            <a:endParaRPr lang="en-US" b="1" dirty="0">
              <a:solidFill>
                <a:prstClr val="black"/>
              </a:solidFill>
            </a:endParaRPr>
          </a:p>
          <a:p>
            <a:endParaRPr lang="en-US" sz="1400" dirty="0"/>
          </a:p>
          <a:p>
            <a:endParaRPr lang="en-US" dirty="0"/>
          </a:p>
        </p:txBody>
      </p:sp>
      <p:graphicFrame>
        <p:nvGraphicFramePr>
          <p:cNvPr id="4" name="Table 3">
            <a:extLst>
              <a:ext uri="{FF2B5EF4-FFF2-40B4-BE49-F238E27FC236}">
                <a16:creationId xmlns:a16="http://schemas.microsoft.com/office/drawing/2014/main" id="{72F8E4BD-AF6D-4794-99E9-5E43A4C41410}"/>
              </a:ext>
            </a:extLst>
          </p:cNvPr>
          <p:cNvGraphicFramePr>
            <a:graphicFrameLocks noGrp="1"/>
          </p:cNvGraphicFramePr>
          <p:nvPr/>
        </p:nvGraphicFramePr>
        <p:xfrm>
          <a:off x="8919787" y="1703904"/>
          <a:ext cx="2511425" cy="1203325"/>
        </p:xfrm>
        <a:graphic>
          <a:graphicData uri="http://schemas.openxmlformats.org/drawingml/2006/table">
            <a:tbl>
              <a:tblPr firstRow="1" firstCol="1" bandRow="1">
                <a:tableStyleId>{5C22544A-7EE6-4342-B048-85BDC9FD1C3A}</a:tableStyleId>
              </a:tblPr>
              <a:tblGrid>
                <a:gridCol w="609600">
                  <a:extLst>
                    <a:ext uri="{9D8B030D-6E8A-4147-A177-3AD203B41FA5}">
                      <a16:colId xmlns:a16="http://schemas.microsoft.com/office/drawing/2014/main" val="3760641545"/>
                    </a:ext>
                  </a:extLst>
                </a:gridCol>
                <a:gridCol w="1901825">
                  <a:extLst>
                    <a:ext uri="{9D8B030D-6E8A-4147-A177-3AD203B41FA5}">
                      <a16:colId xmlns:a16="http://schemas.microsoft.com/office/drawing/2014/main" val="1225895359"/>
                    </a:ext>
                  </a:extLst>
                </a:gridCol>
              </a:tblGrid>
              <a:tr h="250825">
                <a:tc>
                  <a:txBody>
                    <a:bodyPr/>
                    <a:lstStyle/>
                    <a:p>
                      <a:pPr marL="0" marR="0">
                        <a:spcBef>
                          <a:spcPts val="0"/>
                        </a:spcBef>
                        <a:spcAft>
                          <a:spcPts val="0"/>
                        </a:spcAft>
                      </a:pPr>
                      <a:r>
                        <a:rPr lang="en-GB" sz="1100">
                          <a:effectLst/>
                        </a:rPr>
                        <a:t>Value</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GB" sz="1100" dirty="0">
                          <a:effectLst/>
                        </a:rPr>
                        <a:t>Criticality</a:t>
                      </a:r>
                      <a:endParaRPr lang="en-US"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9755803"/>
                  </a:ext>
                </a:extLst>
              </a:tr>
              <a:tr h="190500">
                <a:tc>
                  <a:txBody>
                    <a:bodyPr/>
                    <a:lstStyle/>
                    <a:p>
                      <a:pPr marL="0" marR="0" lvl="0" indent="0" algn="ctr">
                        <a:spcBef>
                          <a:spcPts val="0"/>
                        </a:spcBef>
                        <a:spcAft>
                          <a:spcPts val="0"/>
                        </a:spcAft>
                        <a:buFont typeface="+mj-lt"/>
                        <a:buNone/>
                      </a:pPr>
                      <a:r>
                        <a:rPr lang="en-US" sz="10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1</a:t>
                      </a:r>
                    </a:p>
                  </a:txBody>
                  <a:tcPr marL="68580" marR="68580" marT="0" marB="0"/>
                </a:tc>
                <a:tc>
                  <a:txBody>
                    <a:bodyPr/>
                    <a:lstStyle/>
                    <a:p>
                      <a:pPr marL="0" marR="0">
                        <a:spcBef>
                          <a:spcPts val="0"/>
                        </a:spcBef>
                        <a:spcAft>
                          <a:spcPts val="0"/>
                        </a:spcAft>
                      </a:pPr>
                      <a:r>
                        <a:rPr lang="en-GB" sz="1100">
                          <a:effectLst/>
                        </a:rPr>
                        <a:t>None</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13555779"/>
                  </a:ext>
                </a:extLst>
              </a:tr>
              <a:tr h="190500">
                <a:tc>
                  <a:txBody>
                    <a:bodyPr/>
                    <a:lstStyle/>
                    <a:p>
                      <a:pPr marL="0" marR="0" lvl="0" indent="0" algn="ctr">
                        <a:spcBef>
                          <a:spcPts val="0"/>
                        </a:spcBef>
                        <a:spcAft>
                          <a:spcPts val="0"/>
                        </a:spcAft>
                        <a:buFont typeface="+mj-lt"/>
                        <a:buNone/>
                      </a:pPr>
                      <a:r>
                        <a:rPr lang="en-US" sz="10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2</a:t>
                      </a:r>
                    </a:p>
                  </a:txBody>
                  <a:tcPr marL="68580" marR="68580" marT="0" marB="0"/>
                </a:tc>
                <a:tc>
                  <a:txBody>
                    <a:bodyPr/>
                    <a:lstStyle/>
                    <a:p>
                      <a:pPr marL="0" marR="0">
                        <a:spcBef>
                          <a:spcPts val="0"/>
                        </a:spcBef>
                        <a:spcAft>
                          <a:spcPts val="0"/>
                        </a:spcAft>
                      </a:pPr>
                      <a:r>
                        <a:rPr lang="en-GB" sz="1100">
                          <a:effectLst/>
                        </a:rPr>
                        <a:t>Negligible</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71684624"/>
                  </a:ext>
                </a:extLst>
              </a:tr>
              <a:tr h="190500">
                <a:tc>
                  <a:txBody>
                    <a:bodyPr/>
                    <a:lstStyle/>
                    <a:p>
                      <a:pPr marL="0" marR="0" lvl="0" indent="0" algn="ctr">
                        <a:spcBef>
                          <a:spcPts val="0"/>
                        </a:spcBef>
                        <a:spcAft>
                          <a:spcPts val="0"/>
                        </a:spcAft>
                        <a:buFont typeface="+mj-lt"/>
                        <a:buNone/>
                      </a:pPr>
                      <a:r>
                        <a:rPr lang="en-US" sz="10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3</a:t>
                      </a:r>
                    </a:p>
                  </a:txBody>
                  <a:tcPr marL="68580" marR="68580" marT="0" marB="0"/>
                </a:tc>
                <a:tc>
                  <a:txBody>
                    <a:bodyPr/>
                    <a:lstStyle/>
                    <a:p>
                      <a:pPr marL="0" marR="0">
                        <a:spcBef>
                          <a:spcPts val="0"/>
                        </a:spcBef>
                        <a:spcAft>
                          <a:spcPts val="0"/>
                        </a:spcAft>
                      </a:pPr>
                      <a:r>
                        <a:rPr lang="en-GB" sz="1100">
                          <a:effectLst/>
                        </a:rPr>
                        <a:t>Minor Process</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25229571"/>
                  </a:ext>
                </a:extLst>
              </a:tr>
              <a:tr h="190500">
                <a:tc>
                  <a:txBody>
                    <a:bodyPr/>
                    <a:lstStyle/>
                    <a:p>
                      <a:pPr marL="0" marR="0" lvl="0" indent="0" algn="ctr">
                        <a:spcBef>
                          <a:spcPts val="0"/>
                        </a:spcBef>
                        <a:spcAft>
                          <a:spcPts val="0"/>
                        </a:spcAft>
                        <a:buFont typeface="+mj-lt"/>
                        <a:buNone/>
                      </a:pPr>
                      <a:r>
                        <a:rPr lang="en-US" sz="10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4</a:t>
                      </a:r>
                    </a:p>
                  </a:txBody>
                  <a:tcPr marL="68580" marR="68580" marT="0" marB="0"/>
                </a:tc>
                <a:tc>
                  <a:txBody>
                    <a:bodyPr/>
                    <a:lstStyle/>
                    <a:p>
                      <a:pPr marL="0" marR="0">
                        <a:spcBef>
                          <a:spcPts val="0"/>
                        </a:spcBef>
                        <a:spcAft>
                          <a:spcPts val="0"/>
                        </a:spcAft>
                      </a:pPr>
                      <a:r>
                        <a:rPr lang="en-GB" sz="1100" dirty="0">
                          <a:effectLst/>
                        </a:rPr>
                        <a:t>Major Process</a:t>
                      </a:r>
                      <a:endParaRPr lang="en-US"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92279421"/>
                  </a:ext>
                </a:extLst>
              </a:tr>
              <a:tr h="190500">
                <a:tc>
                  <a:txBody>
                    <a:bodyPr/>
                    <a:lstStyle/>
                    <a:p>
                      <a:pPr marL="0" marR="0" lvl="0" indent="0" algn="ctr">
                        <a:spcBef>
                          <a:spcPts val="0"/>
                        </a:spcBef>
                        <a:spcAft>
                          <a:spcPts val="0"/>
                        </a:spcAft>
                        <a:buFont typeface="+mj-lt"/>
                        <a:buNone/>
                      </a:pPr>
                      <a:r>
                        <a:rPr lang="en-US" sz="10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5</a:t>
                      </a:r>
                    </a:p>
                  </a:txBody>
                  <a:tcPr marL="68580" marR="68580" marT="0" marB="0"/>
                </a:tc>
                <a:tc>
                  <a:txBody>
                    <a:bodyPr/>
                    <a:lstStyle/>
                    <a:p>
                      <a:pPr marL="0" marR="0">
                        <a:spcBef>
                          <a:spcPts val="0"/>
                        </a:spcBef>
                        <a:spcAft>
                          <a:spcPts val="0"/>
                        </a:spcAft>
                      </a:pPr>
                      <a:r>
                        <a:rPr lang="en-GB" sz="1100" dirty="0">
                          <a:effectLst/>
                        </a:rPr>
                        <a:t>Safety</a:t>
                      </a:r>
                      <a:endParaRPr lang="en-US"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55869065"/>
                  </a:ext>
                </a:extLst>
              </a:tr>
            </a:tbl>
          </a:graphicData>
        </a:graphic>
      </p:graphicFrame>
      <p:graphicFrame>
        <p:nvGraphicFramePr>
          <p:cNvPr id="5" name="Table 4">
            <a:extLst>
              <a:ext uri="{FF2B5EF4-FFF2-40B4-BE49-F238E27FC236}">
                <a16:creationId xmlns:a16="http://schemas.microsoft.com/office/drawing/2014/main" id="{B467C3DF-D2E8-4FFA-945B-3F53BBF97EB4}"/>
              </a:ext>
            </a:extLst>
          </p:cNvPr>
          <p:cNvGraphicFramePr>
            <a:graphicFrameLocks noGrp="1"/>
          </p:cNvGraphicFramePr>
          <p:nvPr/>
        </p:nvGraphicFramePr>
        <p:xfrm>
          <a:off x="8919787" y="3441148"/>
          <a:ext cx="2511425" cy="1333500"/>
        </p:xfrm>
        <a:graphic>
          <a:graphicData uri="http://schemas.openxmlformats.org/drawingml/2006/table">
            <a:tbl>
              <a:tblPr firstRow="1" firstCol="1" bandRow="1">
                <a:tableStyleId>{5C22544A-7EE6-4342-B048-85BDC9FD1C3A}</a:tableStyleId>
              </a:tblPr>
              <a:tblGrid>
                <a:gridCol w="609600">
                  <a:extLst>
                    <a:ext uri="{9D8B030D-6E8A-4147-A177-3AD203B41FA5}">
                      <a16:colId xmlns:a16="http://schemas.microsoft.com/office/drawing/2014/main" val="1333831212"/>
                    </a:ext>
                  </a:extLst>
                </a:gridCol>
                <a:gridCol w="1901825">
                  <a:extLst>
                    <a:ext uri="{9D8B030D-6E8A-4147-A177-3AD203B41FA5}">
                      <a16:colId xmlns:a16="http://schemas.microsoft.com/office/drawing/2014/main" val="1649001124"/>
                    </a:ext>
                  </a:extLst>
                </a:gridCol>
              </a:tblGrid>
              <a:tr h="190500">
                <a:tc>
                  <a:txBody>
                    <a:bodyPr/>
                    <a:lstStyle/>
                    <a:p>
                      <a:pPr marL="0" marR="0">
                        <a:spcBef>
                          <a:spcPts val="0"/>
                        </a:spcBef>
                        <a:spcAft>
                          <a:spcPts val="0"/>
                        </a:spcAft>
                      </a:pPr>
                      <a:r>
                        <a:rPr lang="en-GB" sz="1100">
                          <a:effectLst/>
                        </a:rPr>
                        <a:t>Value</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GB" sz="1100" dirty="0">
                          <a:effectLst/>
                        </a:rPr>
                        <a:t>Severity</a:t>
                      </a:r>
                      <a:endParaRPr lang="en-US"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89954362"/>
                  </a:ext>
                </a:extLst>
              </a:tr>
              <a:tr h="190500">
                <a:tc>
                  <a:txBody>
                    <a:bodyPr/>
                    <a:lstStyle/>
                    <a:p>
                      <a:pPr marL="0" marR="0" lvl="0" indent="0" algn="ctr">
                        <a:spcBef>
                          <a:spcPts val="200"/>
                        </a:spcBef>
                        <a:spcAft>
                          <a:spcPts val="200"/>
                        </a:spcAft>
                        <a:buFont typeface="+mj-lt"/>
                        <a:buNone/>
                      </a:pPr>
                      <a:r>
                        <a:rPr lang="en-US" sz="800" dirty="0">
                          <a:effectLst/>
                          <a:latin typeface="Arial" panose="020B0604020202020204" pitchFamily="34" charset="0"/>
                          <a:ea typeface="Calibri" panose="020F0502020204030204" pitchFamily="34" charset="0"/>
                          <a:cs typeface="Arial" panose="020B0604020202020204" pitchFamily="34" charset="0"/>
                        </a:rPr>
                        <a:t>1</a:t>
                      </a:r>
                    </a:p>
                  </a:txBody>
                  <a:tcPr marL="68580" marR="68580" marT="0" marB="0"/>
                </a:tc>
                <a:tc>
                  <a:txBody>
                    <a:bodyPr/>
                    <a:lstStyle/>
                    <a:p>
                      <a:pPr marL="0" marR="0" algn="just">
                        <a:spcBef>
                          <a:spcPts val="200"/>
                        </a:spcBef>
                        <a:spcAft>
                          <a:spcPts val="200"/>
                        </a:spcAft>
                      </a:pPr>
                      <a:r>
                        <a:rPr lang="en-US" sz="1100">
                          <a:effectLst/>
                        </a:rPr>
                        <a:t>None</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91834"/>
                  </a:ext>
                </a:extLst>
              </a:tr>
              <a:tr h="190500">
                <a:tc>
                  <a:txBody>
                    <a:bodyPr/>
                    <a:lstStyle/>
                    <a:p>
                      <a:pPr marL="0" marR="0" lvl="0" indent="0" algn="ctr">
                        <a:spcBef>
                          <a:spcPts val="200"/>
                        </a:spcBef>
                        <a:spcAft>
                          <a:spcPts val="200"/>
                        </a:spcAft>
                        <a:buFont typeface="+mj-lt"/>
                        <a:buNone/>
                      </a:pPr>
                      <a:r>
                        <a:rPr lang="en-US" sz="800" dirty="0">
                          <a:effectLst/>
                          <a:latin typeface="Arial" panose="020B0604020202020204" pitchFamily="34" charset="0"/>
                          <a:ea typeface="Calibri" panose="020F0502020204030204" pitchFamily="34" charset="0"/>
                          <a:cs typeface="Arial" panose="020B0604020202020204" pitchFamily="34" charset="0"/>
                        </a:rPr>
                        <a:t>2</a:t>
                      </a:r>
                    </a:p>
                  </a:txBody>
                  <a:tcPr marL="68580" marR="68580" marT="0" marB="0"/>
                </a:tc>
                <a:tc>
                  <a:txBody>
                    <a:bodyPr/>
                    <a:lstStyle/>
                    <a:p>
                      <a:pPr marL="0" marR="0" algn="just">
                        <a:spcBef>
                          <a:spcPts val="200"/>
                        </a:spcBef>
                        <a:spcAft>
                          <a:spcPts val="200"/>
                        </a:spcAft>
                      </a:pPr>
                      <a:r>
                        <a:rPr lang="en-US" sz="1100" dirty="0">
                          <a:effectLst/>
                        </a:rPr>
                        <a:t>Minor</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32100716"/>
                  </a:ext>
                </a:extLst>
              </a:tr>
              <a:tr h="190500">
                <a:tc>
                  <a:txBody>
                    <a:bodyPr/>
                    <a:lstStyle/>
                    <a:p>
                      <a:pPr marL="0" marR="0" lvl="0" indent="0" algn="ctr">
                        <a:spcBef>
                          <a:spcPts val="200"/>
                        </a:spcBef>
                        <a:spcAft>
                          <a:spcPts val="200"/>
                        </a:spcAft>
                        <a:buFont typeface="+mj-lt"/>
                        <a:buNone/>
                      </a:pPr>
                      <a:r>
                        <a:rPr lang="en-US" sz="800" dirty="0">
                          <a:effectLst/>
                          <a:latin typeface="Arial" panose="020B0604020202020204" pitchFamily="34" charset="0"/>
                          <a:ea typeface="Calibri" panose="020F0502020204030204" pitchFamily="34" charset="0"/>
                          <a:cs typeface="Arial" panose="020B0604020202020204" pitchFamily="34" charset="0"/>
                        </a:rPr>
                        <a:t>3</a:t>
                      </a:r>
                    </a:p>
                  </a:txBody>
                  <a:tcPr marL="68580" marR="68580" marT="0" marB="0"/>
                </a:tc>
                <a:tc>
                  <a:txBody>
                    <a:bodyPr/>
                    <a:lstStyle/>
                    <a:p>
                      <a:pPr marL="0" marR="0" algn="just">
                        <a:spcBef>
                          <a:spcPts val="200"/>
                        </a:spcBef>
                        <a:spcAft>
                          <a:spcPts val="200"/>
                        </a:spcAft>
                      </a:pPr>
                      <a:r>
                        <a:rPr lang="en-US" sz="1100">
                          <a:effectLst/>
                        </a:rPr>
                        <a:t>Required</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00620100"/>
                  </a:ext>
                </a:extLst>
              </a:tr>
              <a:tr h="190500">
                <a:tc>
                  <a:txBody>
                    <a:bodyPr/>
                    <a:lstStyle/>
                    <a:p>
                      <a:pPr marL="0" marR="0" lvl="0" indent="0" algn="ctr">
                        <a:spcBef>
                          <a:spcPts val="200"/>
                        </a:spcBef>
                        <a:spcAft>
                          <a:spcPts val="200"/>
                        </a:spcAft>
                        <a:buFont typeface="+mj-lt"/>
                        <a:buNone/>
                      </a:pPr>
                      <a:r>
                        <a:rPr lang="en-US" sz="800" dirty="0">
                          <a:effectLst/>
                          <a:latin typeface="Arial" panose="020B0604020202020204" pitchFamily="34" charset="0"/>
                          <a:ea typeface="Calibri" panose="020F0502020204030204" pitchFamily="34" charset="0"/>
                          <a:cs typeface="Arial" panose="020B0604020202020204" pitchFamily="34" charset="0"/>
                        </a:rPr>
                        <a:t>4</a:t>
                      </a:r>
                    </a:p>
                  </a:txBody>
                  <a:tcPr marL="68580" marR="68580" marT="0" marB="0"/>
                </a:tc>
                <a:tc>
                  <a:txBody>
                    <a:bodyPr/>
                    <a:lstStyle/>
                    <a:p>
                      <a:pPr marL="0" marR="0" algn="just">
                        <a:spcBef>
                          <a:spcPts val="200"/>
                        </a:spcBef>
                        <a:spcAft>
                          <a:spcPts val="200"/>
                        </a:spcAft>
                      </a:pPr>
                      <a:r>
                        <a:rPr lang="en-US" sz="1100">
                          <a:effectLst/>
                        </a:rPr>
                        <a:t>Important</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27745695"/>
                  </a:ext>
                </a:extLst>
              </a:tr>
              <a:tr h="190500">
                <a:tc>
                  <a:txBody>
                    <a:bodyPr/>
                    <a:lstStyle/>
                    <a:p>
                      <a:pPr marL="0" marR="0" lvl="0" indent="0" algn="ctr">
                        <a:spcBef>
                          <a:spcPts val="200"/>
                        </a:spcBef>
                        <a:spcAft>
                          <a:spcPts val="200"/>
                        </a:spcAft>
                        <a:buFont typeface="+mj-lt"/>
                        <a:buNone/>
                      </a:pPr>
                      <a:r>
                        <a:rPr lang="en-US" sz="800" dirty="0">
                          <a:effectLst/>
                          <a:latin typeface="Arial" panose="020B0604020202020204" pitchFamily="34" charset="0"/>
                          <a:ea typeface="Calibri" panose="020F0502020204030204" pitchFamily="34" charset="0"/>
                          <a:cs typeface="Arial" panose="020B0604020202020204" pitchFamily="34" charset="0"/>
                        </a:rPr>
                        <a:t>5</a:t>
                      </a:r>
                    </a:p>
                  </a:txBody>
                  <a:tcPr marL="68580" marR="68580" marT="0" marB="0"/>
                </a:tc>
                <a:tc>
                  <a:txBody>
                    <a:bodyPr/>
                    <a:lstStyle/>
                    <a:p>
                      <a:pPr marL="0" marR="0" algn="just">
                        <a:spcBef>
                          <a:spcPts val="200"/>
                        </a:spcBef>
                        <a:spcAft>
                          <a:spcPts val="200"/>
                        </a:spcAft>
                      </a:pPr>
                      <a:r>
                        <a:rPr lang="en-US" sz="1100">
                          <a:effectLst/>
                        </a:rPr>
                        <a:t>Serious</a:t>
                      </a:r>
                      <a:endParaRPr lang="en-US" sz="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39850789"/>
                  </a:ext>
                </a:extLst>
              </a:tr>
              <a:tr h="190500">
                <a:tc>
                  <a:txBody>
                    <a:bodyPr/>
                    <a:lstStyle/>
                    <a:p>
                      <a:pPr marL="0" marR="0" lvl="0" indent="0" algn="ctr">
                        <a:spcBef>
                          <a:spcPts val="200"/>
                        </a:spcBef>
                        <a:spcAft>
                          <a:spcPts val="200"/>
                        </a:spcAft>
                        <a:buFont typeface="+mj-lt"/>
                        <a:buNone/>
                      </a:pPr>
                      <a:r>
                        <a:rPr lang="en-US" sz="800" dirty="0">
                          <a:effectLst/>
                          <a:latin typeface="Arial" panose="020B0604020202020204" pitchFamily="34" charset="0"/>
                          <a:ea typeface="Calibri" panose="020F0502020204030204" pitchFamily="34" charset="0"/>
                          <a:cs typeface="Arial" panose="020B0604020202020204" pitchFamily="34" charset="0"/>
                        </a:rPr>
                        <a:t>6</a:t>
                      </a:r>
                    </a:p>
                  </a:txBody>
                  <a:tcPr marL="68580" marR="68580" marT="0" marB="0"/>
                </a:tc>
                <a:tc>
                  <a:txBody>
                    <a:bodyPr/>
                    <a:lstStyle/>
                    <a:p>
                      <a:pPr marL="0" marR="0" algn="just">
                        <a:spcBef>
                          <a:spcPts val="200"/>
                        </a:spcBef>
                        <a:spcAft>
                          <a:spcPts val="200"/>
                        </a:spcAft>
                      </a:pPr>
                      <a:r>
                        <a:rPr lang="en-US" sz="1100" dirty="0">
                          <a:effectLst/>
                        </a:rPr>
                        <a:t>Critical</a:t>
                      </a:r>
                      <a:endParaRPr lang="en-US" sz="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551234267"/>
                  </a:ext>
                </a:extLst>
              </a:tr>
            </a:tbl>
          </a:graphicData>
        </a:graphic>
      </p:graphicFrame>
    </p:spTree>
    <p:extLst>
      <p:ext uri="{BB962C8B-B14F-4D97-AF65-F5344CB8AC3E}">
        <p14:creationId xmlns:p14="http://schemas.microsoft.com/office/powerpoint/2010/main" val="1096471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links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11584404" cy="4604885"/>
          </a:xfrm>
        </p:spPr>
        <p:txBody>
          <a:bodyPr/>
          <a:lstStyle/>
          <a:p>
            <a:pPr marL="171450" lvl="3" indent="-171450">
              <a:buFont typeface="Wingdings" panose="05000000000000000000" pitchFamily="2" charset="2"/>
              <a:buChar char="v"/>
            </a:pPr>
            <a:r>
              <a:rPr lang="en-US" b="1" dirty="0">
                <a:solidFill>
                  <a:prstClr val="black"/>
                </a:solidFill>
              </a:rPr>
              <a:t>Asset Status</a:t>
            </a:r>
          </a:p>
          <a:p>
            <a:pPr marL="171450" lvl="2" indent="-171450">
              <a:buClrTx/>
              <a:buFont typeface="Arial" panose="020B0604020202020204" pitchFamily="34" charset="0"/>
              <a:buChar char="•"/>
            </a:pPr>
            <a:r>
              <a:rPr lang="en-US" sz="1200" dirty="0"/>
              <a:t>Assets can be configured with a link to additional information in a document (pdf or word format) or a URL. For example, an asset can be a link to a saved Performance Curve to allow quick access to information about asset performance.</a:t>
            </a:r>
          </a:p>
          <a:p>
            <a:pPr marL="171450" lvl="2" indent="-171450">
              <a:buClrTx/>
              <a:buFont typeface="Arial" panose="020B0604020202020204" pitchFamily="34" charset="0"/>
              <a:buChar char="•"/>
            </a:pPr>
            <a:r>
              <a:rPr lang="en-US" sz="1200" dirty="0"/>
              <a:t>Asset Link Templates are URL defined with or without a standard parameter, such as asset name or display name. Asset Link Templates are associated to the asset type.</a:t>
            </a:r>
          </a:p>
          <a:p>
            <a:pPr marL="171450" lvl="2" indent="-171450">
              <a:buClrTx/>
              <a:buFont typeface="Arial" panose="020B0604020202020204" pitchFamily="34" charset="0"/>
              <a:buChar char="•"/>
            </a:pPr>
            <a:r>
              <a:rPr lang="en-US" sz="1200" dirty="0"/>
              <a:t>Go to configuration studio and search for Asset links, as shown in screenshot below.</a:t>
            </a:r>
          </a:p>
          <a:p>
            <a:pPr marL="171450" lvl="2" indent="-171450">
              <a:buClrTx/>
              <a:buFont typeface="Arial" panose="020B0604020202020204" pitchFamily="34" charset="0"/>
              <a:buChar char="•"/>
            </a:pPr>
            <a:r>
              <a:rPr lang="en-US" sz="1200" dirty="0"/>
              <a:t>Asset Links or link instances are configured on an individual asset manually or created from the links associated to their respective asset template.</a:t>
            </a:r>
          </a:p>
          <a:p>
            <a:pPr marL="171450" lvl="3" indent="-171450">
              <a:buFont typeface="Wingdings" panose="05000000000000000000" pitchFamily="2" charset="2"/>
              <a:buChar char="v"/>
            </a:pPr>
            <a:endParaRPr lang="en-US" b="1" dirty="0">
              <a:solidFill>
                <a:prstClr val="black"/>
              </a:solidFill>
            </a:endParaRPr>
          </a:p>
          <a:p>
            <a:pPr marL="0" lvl="3" indent="0">
              <a:buNone/>
            </a:pPr>
            <a:endParaRPr lang="en-US" b="1" dirty="0">
              <a:solidFill>
                <a:prstClr val="black"/>
              </a:solidFill>
            </a:endParaRPr>
          </a:p>
          <a:p>
            <a:endParaRPr lang="en-US" sz="1400" dirty="0"/>
          </a:p>
          <a:p>
            <a:endParaRPr lang="en-US" dirty="0"/>
          </a:p>
        </p:txBody>
      </p:sp>
      <p:pic>
        <p:nvPicPr>
          <p:cNvPr id="4" name="Picture 3">
            <a:extLst>
              <a:ext uri="{FF2B5EF4-FFF2-40B4-BE49-F238E27FC236}">
                <a16:creationId xmlns:a16="http://schemas.microsoft.com/office/drawing/2014/main" id="{D5C5CE24-49B4-12A6-8367-32E49FFFEF0A}"/>
              </a:ext>
            </a:extLst>
          </p:cNvPr>
          <p:cNvPicPr>
            <a:picLocks noChangeAspect="1"/>
          </p:cNvPicPr>
          <p:nvPr/>
        </p:nvPicPr>
        <p:blipFill>
          <a:blip r:embed="rId3"/>
          <a:stretch>
            <a:fillRect/>
          </a:stretch>
        </p:blipFill>
        <p:spPr>
          <a:xfrm>
            <a:off x="713232" y="2712876"/>
            <a:ext cx="10204483" cy="3787936"/>
          </a:xfrm>
          <a:prstGeom prst="rect">
            <a:avLst/>
          </a:prstGeom>
        </p:spPr>
      </p:pic>
    </p:spTree>
    <p:extLst>
      <p:ext uri="{BB962C8B-B14F-4D97-AF65-F5344CB8AC3E}">
        <p14:creationId xmlns:p14="http://schemas.microsoft.com/office/powerpoint/2010/main" val="2637107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metrics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11584404" cy="4604885"/>
          </a:xfrm>
        </p:spPr>
        <p:txBody>
          <a:bodyPr/>
          <a:lstStyle/>
          <a:p>
            <a:pPr marL="171450" lvl="2" indent="-171450">
              <a:buClrTx/>
              <a:buFont typeface="Arial" panose="020B0604020202020204" pitchFamily="34" charset="0"/>
              <a:buChar char="•"/>
            </a:pPr>
            <a:r>
              <a:rPr lang="en-GB" sz="1200" dirty="0"/>
              <a:t>Uniformance Asset Sentinel provides pre-configured asset metrics template for assets in the Equipment category. Once imported, these metrics can be applied to all assets in an asset category and the calculation can be used as an example for adding additional asset metrics to the assets.</a:t>
            </a:r>
            <a:endParaRPr lang="en-US" sz="1200" dirty="0"/>
          </a:p>
          <a:p>
            <a:pPr marL="0" lvl="3" indent="0">
              <a:buNone/>
            </a:pPr>
            <a:endParaRPr lang="en-US" b="1" dirty="0">
              <a:solidFill>
                <a:prstClr val="black"/>
              </a:solidFill>
            </a:endParaRPr>
          </a:p>
          <a:p>
            <a:pPr marL="0" lvl="3" indent="0">
              <a:buNone/>
            </a:pPr>
            <a:endParaRPr lang="en-US" b="1" dirty="0">
              <a:solidFill>
                <a:prstClr val="black"/>
              </a:solidFill>
            </a:endParaRPr>
          </a:p>
          <a:p>
            <a:endParaRPr lang="en-US" sz="1400" dirty="0"/>
          </a:p>
          <a:p>
            <a:endParaRPr lang="en-US" dirty="0"/>
          </a:p>
        </p:txBody>
      </p:sp>
      <p:graphicFrame>
        <p:nvGraphicFramePr>
          <p:cNvPr id="2" name="Table 1">
            <a:extLst>
              <a:ext uri="{FF2B5EF4-FFF2-40B4-BE49-F238E27FC236}">
                <a16:creationId xmlns:a16="http://schemas.microsoft.com/office/drawing/2014/main" id="{FDC88337-5168-4B6B-A3DF-1D32831D1E81}"/>
              </a:ext>
            </a:extLst>
          </p:cNvPr>
          <p:cNvGraphicFramePr>
            <a:graphicFrameLocks noGrp="1"/>
          </p:cNvGraphicFramePr>
          <p:nvPr/>
        </p:nvGraphicFramePr>
        <p:xfrm>
          <a:off x="770021" y="1496761"/>
          <a:ext cx="10732168" cy="4383471"/>
        </p:xfrm>
        <a:graphic>
          <a:graphicData uri="http://schemas.openxmlformats.org/drawingml/2006/table">
            <a:tbl>
              <a:tblPr firstRow="1" firstCol="1" bandRow="1">
                <a:tableStyleId>{5C22544A-7EE6-4342-B048-85BDC9FD1C3A}</a:tableStyleId>
              </a:tblPr>
              <a:tblGrid>
                <a:gridCol w="946399">
                  <a:extLst>
                    <a:ext uri="{9D8B030D-6E8A-4147-A177-3AD203B41FA5}">
                      <a16:colId xmlns:a16="http://schemas.microsoft.com/office/drawing/2014/main" val="166540855"/>
                    </a:ext>
                  </a:extLst>
                </a:gridCol>
                <a:gridCol w="2555279">
                  <a:extLst>
                    <a:ext uri="{9D8B030D-6E8A-4147-A177-3AD203B41FA5}">
                      <a16:colId xmlns:a16="http://schemas.microsoft.com/office/drawing/2014/main" val="2070287568"/>
                    </a:ext>
                  </a:extLst>
                </a:gridCol>
                <a:gridCol w="7230490">
                  <a:extLst>
                    <a:ext uri="{9D8B030D-6E8A-4147-A177-3AD203B41FA5}">
                      <a16:colId xmlns:a16="http://schemas.microsoft.com/office/drawing/2014/main" val="145081514"/>
                    </a:ext>
                  </a:extLst>
                </a:gridCol>
              </a:tblGrid>
              <a:tr h="161991">
                <a:tc>
                  <a:txBody>
                    <a:bodyPr/>
                    <a:lstStyle/>
                    <a:p>
                      <a:pPr marL="0" marR="0">
                        <a:spcBef>
                          <a:spcPts val="0"/>
                        </a:spcBef>
                        <a:spcAft>
                          <a:spcPts val="0"/>
                        </a:spcAft>
                      </a:pPr>
                      <a:r>
                        <a:rPr lang="en-GB" sz="1000">
                          <a:effectLst/>
                        </a:rPr>
                        <a:t>S.No.</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0"/>
                        </a:spcAft>
                      </a:pPr>
                      <a:r>
                        <a:rPr lang="en-GB" sz="1000">
                          <a:effectLst/>
                        </a:rPr>
                        <a:t>Metric Name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0"/>
                        </a:spcAft>
                      </a:pPr>
                      <a:r>
                        <a:rPr lang="en-GB" sz="1000">
                          <a:effectLst/>
                        </a:rPr>
                        <a:t>Description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3576497472"/>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1</a:t>
                      </a:r>
                    </a:p>
                  </a:txBody>
                  <a:tcPr marL="64088" marR="64088" marT="0" marB="0"/>
                </a:tc>
                <a:tc>
                  <a:txBody>
                    <a:bodyPr/>
                    <a:lstStyle/>
                    <a:p>
                      <a:pPr marL="0" marR="0">
                        <a:spcBef>
                          <a:spcPts val="0"/>
                        </a:spcBef>
                        <a:spcAft>
                          <a:spcPts val="600"/>
                        </a:spcAft>
                      </a:pPr>
                      <a:r>
                        <a:rPr lang="en-GB" sz="1000" dirty="0">
                          <a:effectLst/>
                        </a:rPr>
                        <a:t>Asset Index</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“index” of the asset (Availability * Performance / 100).</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3354707065"/>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2</a:t>
                      </a:r>
                    </a:p>
                  </a:txBody>
                  <a:tcPr marL="64088" marR="64088" marT="0" marB="0"/>
                </a:tc>
                <a:tc>
                  <a:txBody>
                    <a:bodyPr/>
                    <a:lstStyle/>
                    <a:p>
                      <a:pPr marL="0" marR="0">
                        <a:spcBef>
                          <a:spcPts val="0"/>
                        </a:spcBef>
                        <a:spcAft>
                          <a:spcPts val="600"/>
                        </a:spcAft>
                      </a:pPr>
                      <a:r>
                        <a:rPr lang="en-GB" sz="1000" dirty="0">
                          <a:effectLst/>
                        </a:rPr>
                        <a:t>Availability</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a:effectLst/>
                        </a:rPr>
                        <a:t>The availability of the asset (the percentage of time asset is available).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3453210169"/>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3</a:t>
                      </a:r>
                    </a:p>
                  </a:txBody>
                  <a:tcPr marL="64088" marR="64088" marT="0" marB="0"/>
                </a:tc>
                <a:tc>
                  <a:txBody>
                    <a:bodyPr/>
                    <a:lstStyle/>
                    <a:p>
                      <a:pPr marL="0" marR="0">
                        <a:spcBef>
                          <a:spcPts val="0"/>
                        </a:spcBef>
                        <a:spcAft>
                          <a:spcPts val="600"/>
                        </a:spcAft>
                      </a:pPr>
                      <a:r>
                        <a:rPr lang="en-GB" sz="1000">
                          <a:effectLst/>
                        </a:rPr>
                        <a:t>Metrics Start Date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a:effectLst/>
                        </a:rPr>
                        <a:t>The time-stamp of when an asset started recording metrics.</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4266896155"/>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4</a:t>
                      </a:r>
                    </a:p>
                  </a:txBody>
                  <a:tcPr marL="64088" marR="64088" marT="0" marB="0"/>
                </a:tc>
                <a:tc>
                  <a:txBody>
                    <a:bodyPr/>
                    <a:lstStyle/>
                    <a:p>
                      <a:pPr marL="0" marR="0">
                        <a:spcBef>
                          <a:spcPts val="0"/>
                        </a:spcBef>
                        <a:spcAft>
                          <a:spcPts val="600"/>
                        </a:spcAft>
                      </a:pPr>
                      <a:r>
                        <a:rPr lang="en-GB" sz="1000" dirty="0">
                          <a:effectLst/>
                        </a:rPr>
                        <a:t>Performance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performance of the asset (the percentage of time asset is not faulty).</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1658277856"/>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5</a:t>
                      </a:r>
                    </a:p>
                  </a:txBody>
                  <a:tcPr marL="64088" marR="64088" marT="0" marB="0"/>
                </a:tc>
                <a:tc>
                  <a:txBody>
                    <a:bodyPr/>
                    <a:lstStyle/>
                    <a:p>
                      <a:pPr marL="0" marR="0">
                        <a:spcBef>
                          <a:spcPts val="0"/>
                        </a:spcBef>
                        <a:spcAft>
                          <a:spcPts val="600"/>
                        </a:spcAft>
                      </a:pPr>
                      <a:r>
                        <a:rPr lang="en-GB" sz="1000" dirty="0">
                          <a:effectLst/>
                        </a:rPr>
                        <a:t>Running Cycles</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number of times the asset has been started since the last maintenance cycle. Reset at the end of each maintenance cycle.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4232038121"/>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6</a:t>
                      </a:r>
                    </a:p>
                  </a:txBody>
                  <a:tcPr marL="64088" marR="64088" marT="0" marB="0"/>
                </a:tc>
                <a:tc>
                  <a:txBody>
                    <a:bodyPr/>
                    <a:lstStyle/>
                    <a:p>
                      <a:pPr marL="0" marR="0">
                        <a:spcBef>
                          <a:spcPts val="0"/>
                        </a:spcBef>
                        <a:spcAft>
                          <a:spcPts val="600"/>
                        </a:spcAft>
                      </a:pPr>
                      <a:r>
                        <a:rPr lang="en-GB" sz="1000" dirty="0">
                          <a:effectLst/>
                        </a:rPr>
                        <a:t>Status (Faulted)</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faulty status of the asset: Not faulting, Faulting or Potentially faulting.</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3827901088"/>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7</a:t>
                      </a:r>
                    </a:p>
                  </a:txBody>
                  <a:tcPr marL="64088" marR="64088" marT="0" marB="0"/>
                </a:tc>
                <a:tc>
                  <a:txBody>
                    <a:bodyPr/>
                    <a:lstStyle/>
                    <a:p>
                      <a:pPr marL="0" marR="0">
                        <a:spcBef>
                          <a:spcPts val="0"/>
                        </a:spcBef>
                        <a:spcAft>
                          <a:spcPts val="600"/>
                        </a:spcAft>
                      </a:pPr>
                      <a:r>
                        <a:rPr lang="en-GB" sz="1000" dirty="0">
                          <a:effectLst/>
                        </a:rPr>
                        <a:t>Status (Maintenance)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a:effectLst/>
                        </a:rPr>
                        <a:t>The maintenance status of the asset: Not in maintenance, Planned maintenance or Unplanned maintenance.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2238674626"/>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8</a:t>
                      </a:r>
                    </a:p>
                  </a:txBody>
                  <a:tcPr marL="64088" marR="64088" marT="0" marB="0"/>
                </a:tc>
                <a:tc>
                  <a:txBody>
                    <a:bodyPr/>
                    <a:lstStyle/>
                    <a:p>
                      <a:pPr marL="0" marR="0">
                        <a:spcBef>
                          <a:spcPts val="0"/>
                        </a:spcBef>
                        <a:spcAft>
                          <a:spcPts val="600"/>
                        </a:spcAft>
                      </a:pPr>
                      <a:r>
                        <a:rPr lang="en-GB" sz="1000" dirty="0">
                          <a:effectLst/>
                        </a:rPr>
                        <a:t>Status (Running)</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running status of the asset: Not running or Running.</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1437327175"/>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9</a:t>
                      </a:r>
                    </a:p>
                  </a:txBody>
                  <a:tcPr marL="64088" marR="64088" marT="0" marB="0"/>
                </a:tc>
                <a:tc>
                  <a:txBody>
                    <a:bodyPr/>
                    <a:lstStyle/>
                    <a:p>
                      <a:pPr marL="0" marR="0">
                        <a:spcBef>
                          <a:spcPts val="0"/>
                        </a:spcBef>
                        <a:spcAft>
                          <a:spcPts val="600"/>
                        </a:spcAft>
                      </a:pPr>
                      <a:r>
                        <a:rPr lang="en-GB" sz="1000" dirty="0">
                          <a:effectLst/>
                        </a:rPr>
                        <a:t>Status (Uptime)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uptime status of the asset: In Service/Monitored, Unavailable/Unmonitored, Unknown, Out of Service or Unlicensed.</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3069376847"/>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10</a:t>
                      </a:r>
                    </a:p>
                  </a:txBody>
                  <a:tcPr marL="64088" marR="64088" marT="0" marB="0"/>
                </a:tc>
                <a:tc>
                  <a:txBody>
                    <a:bodyPr/>
                    <a:lstStyle/>
                    <a:p>
                      <a:pPr marL="0" marR="0">
                        <a:spcBef>
                          <a:spcPts val="0"/>
                        </a:spcBef>
                        <a:spcAft>
                          <a:spcPts val="600"/>
                        </a:spcAft>
                      </a:pPr>
                      <a:r>
                        <a:rPr lang="en-GB" sz="1000">
                          <a:effectLst/>
                        </a:rPr>
                        <a:t>Time (Downtime)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amount of time the asset has been unmonitored. Reset at the end of each maintenance cycle.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3291942149"/>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11</a:t>
                      </a:r>
                    </a:p>
                  </a:txBody>
                  <a:tcPr marL="64088" marR="64088" marT="0" marB="0"/>
                </a:tc>
                <a:tc>
                  <a:txBody>
                    <a:bodyPr/>
                    <a:lstStyle/>
                    <a:p>
                      <a:pPr marL="0" marR="0">
                        <a:spcBef>
                          <a:spcPts val="0"/>
                        </a:spcBef>
                        <a:spcAft>
                          <a:spcPts val="600"/>
                        </a:spcAft>
                      </a:pPr>
                      <a:r>
                        <a:rPr lang="en-GB" sz="1000">
                          <a:effectLst/>
                        </a:rPr>
                        <a:t>Time (Faulted)</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amount of time the asset has been faulty since the last maintenance cycle. Reset at the end of each maintenance cycle.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2612327315"/>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12</a:t>
                      </a:r>
                    </a:p>
                  </a:txBody>
                  <a:tcPr marL="64088" marR="64088" marT="0" marB="0"/>
                </a:tc>
                <a:tc>
                  <a:txBody>
                    <a:bodyPr/>
                    <a:lstStyle/>
                    <a:p>
                      <a:pPr marL="0" marR="0">
                        <a:spcBef>
                          <a:spcPts val="0"/>
                        </a:spcBef>
                        <a:spcAft>
                          <a:spcPts val="600"/>
                        </a:spcAft>
                      </a:pPr>
                      <a:r>
                        <a:rPr lang="en-GB" sz="1000">
                          <a:effectLst/>
                        </a:rPr>
                        <a:t>Time (Maintenance)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amount of time the asset has been in maintenance. Reset at the end of each maintenance cycle.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1799851348"/>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13</a:t>
                      </a:r>
                    </a:p>
                  </a:txBody>
                  <a:tcPr marL="64088" marR="64088" marT="0" marB="0"/>
                </a:tc>
                <a:tc>
                  <a:txBody>
                    <a:bodyPr/>
                    <a:lstStyle/>
                    <a:p>
                      <a:pPr marL="0" marR="0">
                        <a:spcBef>
                          <a:spcPts val="0"/>
                        </a:spcBef>
                        <a:spcAft>
                          <a:spcPts val="600"/>
                        </a:spcAft>
                      </a:pPr>
                      <a:r>
                        <a:rPr lang="en-GB" sz="1000">
                          <a:effectLst/>
                        </a:rPr>
                        <a:t>Time (Running Cumulative)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cumulative amount of time the asset has been running.</a:t>
                      </a:r>
                      <a:endParaRPr lang="en-US" sz="1000" dirty="0">
                        <a:effectLst/>
                      </a:endParaRPr>
                    </a:p>
                    <a:p>
                      <a:pPr marL="0" marR="0">
                        <a:spcBef>
                          <a:spcPts val="0"/>
                        </a:spcBef>
                        <a:spcAft>
                          <a:spcPts val="600"/>
                        </a:spcAft>
                      </a:pPr>
                      <a:r>
                        <a:rPr lang="en-GB" sz="1000" dirty="0">
                          <a:effectLst/>
                        </a:rPr>
                        <a:t> </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1154272375"/>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14</a:t>
                      </a:r>
                    </a:p>
                  </a:txBody>
                  <a:tcPr marL="64088" marR="64088" marT="0" marB="0"/>
                </a:tc>
                <a:tc>
                  <a:txBody>
                    <a:bodyPr/>
                    <a:lstStyle/>
                    <a:p>
                      <a:pPr marL="0" marR="0">
                        <a:spcBef>
                          <a:spcPts val="0"/>
                        </a:spcBef>
                        <a:spcAft>
                          <a:spcPts val="600"/>
                        </a:spcAft>
                      </a:pPr>
                      <a:r>
                        <a:rPr lang="en-GB" sz="1000">
                          <a:effectLst/>
                        </a:rPr>
                        <a:t>Time (Running)</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amount of time the asset has been running since the last maintenance cycle. Reset at the end of each maintenance cycle.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1408280407"/>
                  </a:ext>
                </a:extLst>
              </a:tr>
              <a:tr h="274320">
                <a:tc>
                  <a:txBody>
                    <a:bodyPr/>
                    <a:lstStyle/>
                    <a:p>
                      <a:pPr marL="0" marR="0" lvl="0" indent="0" algn="ctr">
                        <a:spcBef>
                          <a:spcPts val="0"/>
                        </a:spcBef>
                        <a:spcAft>
                          <a:spcPts val="600"/>
                        </a:spcAft>
                        <a:buFont typeface="+mj-lt"/>
                        <a:buNone/>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15</a:t>
                      </a:r>
                    </a:p>
                  </a:txBody>
                  <a:tcPr marL="64088" marR="64088" marT="0" marB="0"/>
                </a:tc>
                <a:tc>
                  <a:txBody>
                    <a:bodyPr/>
                    <a:lstStyle/>
                    <a:p>
                      <a:pPr marL="0" marR="0">
                        <a:spcBef>
                          <a:spcPts val="0"/>
                        </a:spcBef>
                        <a:spcAft>
                          <a:spcPts val="600"/>
                        </a:spcAft>
                      </a:pPr>
                      <a:r>
                        <a:rPr lang="en-GB" sz="1000">
                          <a:effectLst/>
                        </a:rPr>
                        <a:t>Time (Uptime)</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tc>
                  <a:txBody>
                    <a:bodyPr/>
                    <a:lstStyle/>
                    <a:p>
                      <a:pPr marL="0" marR="0">
                        <a:spcBef>
                          <a:spcPts val="0"/>
                        </a:spcBef>
                        <a:spcAft>
                          <a:spcPts val="600"/>
                        </a:spcAft>
                      </a:pPr>
                      <a:r>
                        <a:rPr lang="en-GB" sz="1000" dirty="0">
                          <a:effectLst/>
                        </a:rPr>
                        <a:t>The amount of time the asset has been monitored. Reset at the end of each maintenance cycle.</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4088" marR="64088" marT="0" marB="0"/>
                </a:tc>
                <a:extLst>
                  <a:ext uri="{0D108BD9-81ED-4DB2-BD59-A6C34878D82A}">
                    <a16:rowId xmlns:a16="http://schemas.microsoft.com/office/drawing/2014/main" val="78615722"/>
                  </a:ext>
                </a:extLst>
              </a:tr>
            </a:tbl>
          </a:graphicData>
        </a:graphic>
      </p:graphicFrame>
    </p:spTree>
    <p:extLst>
      <p:ext uri="{BB962C8B-B14F-4D97-AF65-F5344CB8AC3E}">
        <p14:creationId xmlns:p14="http://schemas.microsoft.com/office/powerpoint/2010/main" val="884652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95301" y="123325"/>
            <a:ext cx="11201401" cy="419100"/>
          </a:xfrm>
        </p:spPr>
        <p:txBody>
          <a:bodyPr/>
          <a:lstStyle/>
          <a:p>
            <a:r>
              <a:rPr lang="en-US" dirty="0"/>
              <a:t>Data cleansing</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619126"/>
            <a:ext cx="7426292" cy="5972174"/>
          </a:xfrm>
        </p:spPr>
        <p:txBody>
          <a:bodyPr/>
          <a:lstStyle/>
          <a:p>
            <a:pPr marL="171450" lvl="2" indent="-171450">
              <a:buClrTx/>
              <a:buFont typeface="Arial" panose="020B0604020202020204" pitchFamily="34" charset="0"/>
              <a:buChar char="•"/>
            </a:pPr>
            <a:r>
              <a:rPr lang="en-GB" sz="1200" dirty="0"/>
              <a:t>Industrial data is often not suitable to use in its raw form for model execution due to:</a:t>
            </a:r>
            <a:endParaRPr lang="en-US" sz="1200" dirty="0"/>
          </a:p>
          <a:p>
            <a:pPr lvl="3">
              <a:buFont typeface="Wingdings" panose="05000000000000000000" pitchFamily="2" charset="2"/>
              <a:buChar char="§"/>
            </a:pPr>
            <a:r>
              <a:rPr lang="en-GB" sz="1200" dirty="0"/>
              <a:t>Noise</a:t>
            </a:r>
            <a:endParaRPr lang="en-US" sz="1200" dirty="0"/>
          </a:p>
          <a:p>
            <a:pPr lvl="3">
              <a:buFont typeface="Wingdings" panose="05000000000000000000" pitchFamily="2" charset="2"/>
              <a:buChar char="§"/>
            </a:pPr>
            <a:r>
              <a:rPr lang="en-GB" sz="1200" dirty="0"/>
              <a:t>Uncertainties</a:t>
            </a:r>
            <a:endParaRPr lang="en-US" sz="1200" dirty="0"/>
          </a:p>
          <a:p>
            <a:pPr lvl="3">
              <a:buFont typeface="Wingdings" panose="05000000000000000000" pitchFamily="2" charset="2"/>
              <a:buChar char="§"/>
            </a:pPr>
            <a:r>
              <a:rPr lang="en-GB" sz="1200" dirty="0"/>
              <a:t>Disturbances</a:t>
            </a:r>
            <a:endParaRPr lang="en-US" sz="1200" dirty="0"/>
          </a:p>
          <a:p>
            <a:pPr marL="171450" lvl="2" indent="-171450">
              <a:buClrTx/>
              <a:buFont typeface="Arial" panose="020B0604020202020204" pitchFamily="34" charset="0"/>
              <a:buChar char="•"/>
            </a:pPr>
            <a:r>
              <a:rPr lang="en-GB" sz="1200" dirty="0"/>
              <a:t>Pre-processing of available measured data is a very important step in the plant data-based process modelling. The quality of model output relies heavily on the quality of input data. When calculations are made with bad data, false information is generated and poor or incorrect decisions are made. Hence Asset Sentinel has in-built data pre-processing model which can be used to cleanse the incoming tag data and generate good quality data which can then be used in the asset models.</a:t>
            </a:r>
            <a:endParaRPr lang="en-US" sz="1200" dirty="0"/>
          </a:p>
          <a:p>
            <a:pPr marL="171450" lvl="2" indent="-171450">
              <a:buClrTx/>
              <a:buFont typeface="Arial" panose="020B0604020202020204" pitchFamily="34" charset="0"/>
              <a:buChar char="•"/>
            </a:pPr>
            <a:r>
              <a:rPr lang="en-GB" sz="1200" dirty="0"/>
              <a:t>Asset Sentinel performs the following functions as part of the tag data pre-processing:</a:t>
            </a:r>
            <a:endParaRPr lang="en-US" sz="1200" dirty="0"/>
          </a:p>
          <a:p>
            <a:pPr lvl="3">
              <a:buFont typeface="Wingdings" panose="05000000000000000000" pitchFamily="2" charset="2"/>
              <a:buChar char="§"/>
            </a:pPr>
            <a:r>
              <a:rPr lang="en-GB" sz="1200" dirty="0"/>
              <a:t>Range Validation</a:t>
            </a:r>
            <a:endParaRPr lang="en-US" sz="1200" dirty="0"/>
          </a:p>
          <a:p>
            <a:pPr marL="914400" lvl="5">
              <a:spcBef>
                <a:spcPts val="0"/>
              </a:spcBef>
              <a:spcAft>
                <a:spcPts val="600"/>
              </a:spcAft>
              <a:buFont typeface="Wingdings" panose="05000000000000000000" pitchFamily="2" charset="2"/>
              <a:buChar char="Ø"/>
            </a:pPr>
            <a:r>
              <a:rPr lang="en-GB" sz="1200" dirty="0">
                <a:solidFill>
                  <a:schemeClr val="tx1"/>
                </a:solidFill>
              </a:rPr>
              <a:t>Range Low-Values which are below this threshold are marked as bad quality. Changing Range Low sets the Engineering Min for the attribute.</a:t>
            </a:r>
            <a:endParaRPr lang="en-US" sz="1200" dirty="0">
              <a:solidFill>
                <a:schemeClr val="tx1"/>
              </a:solidFill>
            </a:endParaRPr>
          </a:p>
          <a:p>
            <a:pPr marL="914400" lvl="5">
              <a:spcBef>
                <a:spcPts val="0"/>
              </a:spcBef>
              <a:spcAft>
                <a:spcPts val="600"/>
              </a:spcAft>
              <a:buFont typeface="Wingdings" panose="05000000000000000000" pitchFamily="2" charset="2"/>
              <a:buChar char="Ø"/>
            </a:pPr>
            <a:r>
              <a:rPr lang="en-GB" sz="1200" dirty="0">
                <a:solidFill>
                  <a:schemeClr val="tx1"/>
                </a:solidFill>
              </a:rPr>
              <a:t>Range High-Values which are above this threshold is marked as bad quality. Changing Range High sets the Engineering Max for the attribute.</a:t>
            </a:r>
            <a:endParaRPr lang="en-US" sz="1200" dirty="0">
              <a:solidFill>
                <a:schemeClr val="tx1"/>
              </a:solidFill>
            </a:endParaRPr>
          </a:p>
          <a:p>
            <a:pPr lvl="3">
              <a:buFont typeface="Wingdings" panose="05000000000000000000" pitchFamily="2" charset="2"/>
              <a:buChar char="§"/>
            </a:pPr>
            <a:r>
              <a:rPr lang="en-GB" sz="1200" dirty="0"/>
              <a:t>Freeze Check-Sentinel can generate events if the tag data is frozen for more than the minimum number of minutes configured.</a:t>
            </a:r>
            <a:endParaRPr lang="en-US" sz="1200" dirty="0"/>
          </a:p>
          <a:p>
            <a:pPr lvl="3">
              <a:buFont typeface="Wingdings" panose="05000000000000000000" pitchFamily="2" charset="2"/>
              <a:buChar char="§"/>
            </a:pPr>
            <a:r>
              <a:rPr lang="en-GB" sz="1200" dirty="0"/>
              <a:t>Replacement-Sentinel replaces bad data by either replacing such data by interpolation, average, last good value or next good value.</a:t>
            </a:r>
            <a:endParaRPr lang="en-US" sz="1200" dirty="0"/>
          </a:p>
          <a:p>
            <a:pPr lvl="3">
              <a:buFont typeface="Wingdings" panose="05000000000000000000" pitchFamily="2" charset="2"/>
              <a:buChar char="§"/>
            </a:pPr>
            <a:r>
              <a:rPr lang="en-GB" sz="1200" dirty="0"/>
              <a:t>Filtering-Sentinel uses following methods to generate the cleansed values:</a:t>
            </a:r>
            <a:endParaRPr lang="en-US" sz="1200" dirty="0"/>
          </a:p>
          <a:p>
            <a:pPr marL="914400" lvl="5">
              <a:spcBef>
                <a:spcPts val="0"/>
              </a:spcBef>
              <a:spcAft>
                <a:spcPts val="600"/>
              </a:spcAft>
              <a:buFont typeface="Wingdings" panose="05000000000000000000" pitchFamily="2" charset="2"/>
              <a:buChar char="Ø"/>
            </a:pPr>
            <a:r>
              <a:rPr lang="en-GB" sz="1200" dirty="0"/>
              <a:t>EWMA</a:t>
            </a:r>
            <a:endParaRPr lang="en-US" sz="1200" dirty="0"/>
          </a:p>
          <a:p>
            <a:pPr marL="914400" lvl="5">
              <a:spcBef>
                <a:spcPts val="0"/>
              </a:spcBef>
              <a:spcAft>
                <a:spcPts val="600"/>
              </a:spcAft>
              <a:buFont typeface="Wingdings" panose="05000000000000000000" pitchFamily="2" charset="2"/>
              <a:buChar char="Ø"/>
            </a:pPr>
            <a:r>
              <a:rPr lang="en-GB" sz="1200" dirty="0"/>
              <a:t>Loess</a:t>
            </a:r>
            <a:endParaRPr lang="en-US" sz="1200" dirty="0"/>
          </a:p>
          <a:p>
            <a:pPr marL="914400" lvl="5">
              <a:spcBef>
                <a:spcPts val="0"/>
              </a:spcBef>
              <a:spcAft>
                <a:spcPts val="600"/>
              </a:spcAft>
              <a:buFont typeface="Wingdings" panose="05000000000000000000" pitchFamily="2" charset="2"/>
              <a:buChar char="Ø"/>
            </a:pPr>
            <a:r>
              <a:rPr lang="en-GB" sz="1200" dirty="0"/>
              <a:t>Average</a:t>
            </a:r>
            <a:endParaRPr lang="en-US" sz="1200" dirty="0"/>
          </a:p>
          <a:p>
            <a:pPr marL="171450" lvl="2" indent="-171450">
              <a:buClrTx/>
              <a:buFont typeface="Arial" panose="020B0604020202020204" pitchFamily="34" charset="0"/>
              <a:buChar char="•"/>
            </a:pPr>
            <a:r>
              <a:rPr lang="en-GB" sz="1200" dirty="0"/>
              <a:t>Sentinel can generate events based on the data pre-processing settings configured.</a:t>
            </a:r>
            <a:endParaRPr lang="en-US" sz="1200" dirty="0"/>
          </a:p>
          <a:p>
            <a:pPr marL="171450" lvl="2" indent="-171450">
              <a:buClrTx/>
              <a:buFont typeface="Arial" panose="020B0604020202020204" pitchFamily="34" charset="0"/>
              <a:buChar char="•"/>
            </a:pPr>
            <a:r>
              <a:rPr lang="en-GB" sz="1200" dirty="0"/>
              <a:t>Sentinel stores the cleansed process tag data in the embedded PHD tags. The cleansed value shall then be used in all performance calculations.</a:t>
            </a:r>
            <a:endParaRPr lang="en-US" sz="1200" dirty="0"/>
          </a:p>
          <a:p>
            <a:pPr marL="0" lvl="3" indent="0">
              <a:buNone/>
            </a:pPr>
            <a:endParaRPr lang="en-US" b="1" dirty="0">
              <a:solidFill>
                <a:prstClr val="black"/>
              </a:solidFill>
            </a:endParaRPr>
          </a:p>
          <a:p>
            <a:pPr marL="0" lvl="3" indent="0">
              <a:buNone/>
            </a:pPr>
            <a:endParaRPr lang="en-US" b="1" dirty="0">
              <a:solidFill>
                <a:prstClr val="black"/>
              </a:solidFill>
            </a:endParaRPr>
          </a:p>
          <a:p>
            <a:endParaRPr lang="en-US" sz="1400" dirty="0"/>
          </a:p>
          <a:p>
            <a:endParaRPr lang="en-US" dirty="0"/>
          </a:p>
        </p:txBody>
      </p:sp>
      <p:pic>
        <p:nvPicPr>
          <p:cNvPr id="5" name="Picture 4">
            <a:extLst>
              <a:ext uri="{FF2B5EF4-FFF2-40B4-BE49-F238E27FC236}">
                <a16:creationId xmlns:a16="http://schemas.microsoft.com/office/drawing/2014/main" id="{EA2956A7-EA4E-439F-A20D-FDE36617FBC1}"/>
              </a:ext>
            </a:extLst>
          </p:cNvPr>
          <p:cNvPicPr/>
          <p:nvPr/>
        </p:nvPicPr>
        <p:blipFill>
          <a:blip r:embed="rId3"/>
          <a:stretch>
            <a:fillRect/>
          </a:stretch>
        </p:blipFill>
        <p:spPr>
          <a:xfrm>
            <a:off x="7921593" y="2512194"/>
            <a:ext cx="4270408" cy="2425566"/>
          </a:xfrm>
          <a:prstGeom prst="rect">
            <a:avLst/>
          </a:prstGeom>
          <a:ln>
            <a:solidFill>
              <a:schemeClr val="accent1"/>
            </a:solidFill>
          </a:ln>
        </p:spPr>
      </p:pic>
    </p:spTree>
    <p:extLst>
      <p:ext uri="{BB962C8B-B14F-4D97-AF65-F5344CB8AC3E}">
        <p14:creationId xmlns:p14="http://schemas.microsoft.com/office/powerpoint/2010/main" val="955355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5743A8DD-B0D7-55B2-6223-4744DB9A43E1}"/>
              </a:ext>
            </a:extLst>
          </p:cNvPr>
          <p:cNvSpPr txBox="1">
            <a:spLocks/>
          </p:cNvSpPr>
          <p:nvPr/>
        </p:nvSpPr>
        <p:spPr>
          <a:xfrm>
            <a:off x="546563" y="437560"/>
            <a:ext cx="5372100" cy="598288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mj-lt"/>
              <a:buNone/>
            </a:pPr>
            <a:r>
              <a:rPr lang="en-US" dirty="0"/>
              <a:t>Module 2:</a:t>
            </a:r>
          </a:p>
          <a:p>
            <a:pPr>
              <a:buFont typeface="Arial" panose="020B0604020202020204" pitchFamily="34" charset="0"/>
              <a:buChar char="•"/>
            </a:pPr>
            <a:r>
              <a:rPr lang="en-US" sz="1600" dirty="0"/>
              <a:t>APM screens</a:t>
            </a:r>
          </a:p>
          <a:p>
            <a:pPr lvl="1">
              <a:buFont typeface="Arial" panose="020B0604020202020204" pitchFamily="34" charset="0"/>
              <a:buChar char="•"/>
            </a:pPr>
            <a:r>
              <a:rPr lang="en-US" sz="1600" dirty="0"/>
              <a:t>System Access</a:t>
            </a:r>
          </a:p>
          <a:p>
            <a:pPr lvl="1">
              <a:buFont typeface="Arial" panose="020B0604020202020204" pitchFamily="34" charset="0"/>
              <a:buChar char="•"/>
            </a:pPr>
            <a:r>
              <a:rPr lang="en-US" sz="1600" dirty="0"/>
              <a:t>Asset Sentinel</a:t>
            </a:r>
          </a:p>
          <a:p>
            <a:pPr lvl="1">
              <a:buFont typeface="Arial" panose="020B0604020202020204" pitchFamily="34" charset="0"/>
              <a:buChar char="•"/>
            </a:pPr>
            <a:r>
              <a:rPr lang="en-US" sz="1600" dirty="0"/>
              <a:t>Asset Hierarchy</a:t>
            </a:r>
          </a:p>
          <a:p>
            <a:pPr lvl="1">
              <a:buFont typeface="Arial" panose="020B0604020202020204" pitchFamily="34" charset="0"/>
              <a:buChar char="•"/>
            </a:pPr>
            <a:r>
              <a:rPr lang="en-US" sz="1600" dirty="0"/>
              <a:t>Contents Tab</a:t>
            </a:r>
          </a:p>
          <a:p>
            <a:pPr lvl="1">
              <a:buFont typeface="Arial" panose="020B0604020202020204" pitchFamily="34" charset="0"/>
              <a:buChar char="•"/>
            </a:pPr>
            <a:r>
              <a:rPr lang="en-US" sz="1600" dirty="0"/>
              <a:t>Asset Status-Dashboard , Heat Map</a:t>
            </a:r>
          </a:p>
          <a:p>
            <a:pPr lvl="1">
              <a:buFont typeface="Arial" panose="020B0604020202020204" pitchFamily="34" charset="0"/>
              <a:buChar char="•"/>
            </a:pPr>
            <a:r>
              <a:rPr lang="en-US" sz="1600" dirty="0"/>
              <a:t>Performance Overview</a:t>
            </a:r>
          </a:p>
          <a:p>
            <a:pPr lvl="1">
              <a:buFont typeface="Arial" panose="020B0604020202020204" pitchFamily="34" charset="0"/>
              <a:buChar char="•"/>
            </a:pPr>
            <a:r>
              <a:rPr lang="en-US" sz="1600" dirty="0"/>
              <a:t>Event Workflow</a:t>
            </a:r>
          </a:p>
          <a:p>
            <a:pPr lvl="1">
              <a:buFont typeface="Arial" panose="020B0604020202020204" pitchFamily="34" charset="0"/>
              <a:buChar char="•"/>
            </a:pPr>
            <a:r>
              <a:rPr lang="en-US" sz="1600" dirty="0"/>
              <a:t>Event management</a:t>
            </a:r>
          </a:p>
          <a:p>
            <a:pPr lvl="1">
              <a:buFont typeface="Arial" panose="020B0604020202020204" pitchFamily="34" charset="0"/>
              <a:buChar char="•"/>
            </a:pPr>
            <a:r>
              <a:rPr lang="en-US" sz="1600" dirty="0"/>
              <a:t>Event Monitor</a:t>
            </a:r>
          </a:p>
          <a:p>
            <a:pPr lvl="1">
              <a:buFont typeface="Arial" panose="020B0604020202020204" pitchFamily="34" charset="0"/>
              <a:buChar char="•"/>
            </a:pPr>
            <a:r>
              <a:rPr lang="en-US" sz="1600" dirty="0"/>
              <a:t>Details View and Asset Details</a:t>
            </a:r>
          </a:p>
          <a:p>
            <a:pPr lvl="1">
              <a:buFont typeface="Arial" panose="020B0604020202020204" pitchFamily="34" charset="0"/>
              <a:buChar char="•"/>
            </a:pPr>
            <a:r>
              <a:rPr lang="en-US" sz="1600" dirty="0"/>
              <a:t>Fault Tree</a:t>
            </a:r>
          </a:p>
          <a:p>
            <a:pPr lvl="1">
              <a:buFont typeface="Arial" panose="020B0604020202020204" pitchFamily="34" charset="0"/>
              <a:buChar char="•"/>
            </a:pPr>
            <a:r>
              <a:rPr lang="en-US" sz="1600" dirty="0"/>
              <a:t>Asset Trends</a:t>
            </a:r>
          </a:p>
          <a:p>
            <a:pPr lvl="1">
              <a:buFont typeface="Arial" panose="020B0604020202020204" pitchFamily="34" charset="0"/>
              <a:buChar char="•"/>
            </a:pPr>
            <a:r>
              <a:rPr lang="en-US" sz="1600" dirty="0"/>
              <a:t>External </a:t>
            </a:r>
            <a:r>
              <a:rPr lang="en-US" sz="1600" dirty="0" err="1"/>
              <a:t>Datasources</a:t>
            </a:r>
            <a:endParaRPr lang="en-US" sz="1600" dirty="0"/>
          </a:p>
          <a:p>
            <a:pPr lvl="1">
              <a:buFont typeface="Arial" panose="020B0604020202020204" pitchFamily="34" charset="0"/>
              <a:buChar char="•"/>
            </a:pPr>
            <a:r>
              <a:rPr lang="en-US" sz="1600" dirty="0"/>
              <a:t>Calculation Status Viewer</a:t>
            </a:r>
          </a:p>
          <a:p>
            <a:pPr lvl="1">
              <a:buFont typeface="Arial" panose="020B0604020202020204" pitchFamily="34" charset="0"/>
              <a:buChar char="•"/>
            </a:pPr>
            <a:r>
              <a:rPr lang="en-US" sz="1600" dirty="0"/>
              <a:t>Reports</a:t>
            </a:r>
          </a:p>
          <a:p>
            <a:pPr>
              <a:buFont typeface="Arial" panose="020B0604020202020204" pitchFamily="34" charset="0"/>
              <a:buChar char="•"/>
            </a:pPr>
            <a:r>
              <a:rPr lang="en-US" sz="1600" dirty="0"/>
              <a:t>APM DCT</a:t>
            </a:r>
          </a:p>
          <a:p>
            <a:pPr marL="0" indent="0">
              <a:buFont typeface="+mj-lt"/>
              <a:buNone/>
            </a:pPr>
            <a:endParaRPr lang="en-US" dirty="0"/>
          </a:p>
          <a:p>
            <a:pPr marL="0" indent="0">
              <a:buFont typeface="+mj-lt"/>
              <a:buNone/>
            </a:pPr>
            <a:endParaRPr lang="en-US" dirty="0"/>
          </a:p>
          <a:p>
            <a:pPr marL="0" indent="0">
              <a:buFont typeface="+mj-lt"/>
              <a:buNone/>
            </a:pPr>
            <a:endParaRPr lang="en-US" dirty="0"/>
          </a:p>
          <a:p>
            <a:pPr marL="0" indent="0">
              <a:buFont typeface="+mj-lt"/>
              <a:buNone/>
            </a:pPr>
            <a:endParaRPr lang="en-US" dirty="0"/>
          </a:p>
        </p:txBody>
      </p:sp>
    </p:spTree>
    <p:extLst>
      <p:ext uri="{BB962C8B-B14F-4D97-AF65-F5344CB8AC3E}">
        <p14:creationId xmlns:p14="http://schemas.microsoft.com/office/powerpoint/2010/main" val="3895135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6F66A5-B986-730E-9746-37B3B02AFF24}"/>
              </a:ext>
            </a:extLst>
          </p:cNvPr>
          <p:cNvSpPr txBox="1"/>
          <p:nvPr/>
        </p:nvSpPr>
        <p:spPr>
          <a:xfrm>
            <a:off x="2605177" y="2432973"/>
            <a:ext cx="6159260" cy="1446550"/>
          </a:xfrm>
          <a:prstGeom prst="rect">
            <a:avLst/>
          </a:prstGeom>
          <a:noFill/>
        </p:spPr>
        <p:txBody>
          <a:bodyPr wrap="square">
            <a:spAutoFit/>
          </a:bodyPr>
          <a:lstStyle/>
          <a:p>
            <a:pPr lvl="0"/>
            <a:r>
              <a:rPr lang="en-US" sz="2800" b="1" dirty="0"/>
              <a:t>		</a:t>
            </a:r>
            <a:r>
              <a:rPr lang="en-US" sz="4400" b="1" dirty="0"/>
              <a:t>MODULE 2</a:t>
            </a:r>
          </a:p>
          <a:p>
            <a:pPr lvl="0"/>
            <a:r>
              <a:rPr lang="en-US" sz="4400" b="1" dirty="0"/>
              <a:t>	   APM Screens</a:t>
            </a:r>
          </a:p>
        </p:txBody>
      </p:sp>
    </p:spTree>
    <p:extLst>
      <p:ext uri="{BB962C8B-B14F-4D97-AF65-F5344CB8AC3E}">
        <p14:creationId xmlns:p14="http://schemas.microsoft.com/office/powerpoint/2010/main" val="4223142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11213" y="181714"/>
            <a:ext cx="10681934" cy="498475"/>
          </a:xfrm>
        </p:spPr>
        <p:txBody>
          <a:bodyPr/>
          <a:lstStyle/>
          <a:p>
            <a:r>
              <a:rPr lang="en-US" dirty="0"/>
              <a:t>System access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263430" y="680189"/>
            <a:ext cx="7426292" cy="5709978"/>
          </a:xfrm>
        </p:spPr>
        <p:txBody>
          <a:bodyPr/>
          <a:lstStyle/>
          <a:p>
            <a:pPr marL="171450" lvl="2" indent="-171450">
              <a:buClrTx/>
              <a:buFont typeface="Arial" panose="020B0604020202020204" pitchFamily="34" charset="0"/>
              <a:buChar char="•"/>
            </a:pPr>
            <a:r>
              <a:rPr lang="en-GB" dirty="0"/>
              <a:t>The home page of APM can be accessed using the URL: http://&lt;Server name&gt;/MES/LandingPage.aspx</a:t>
            </a:r>
          </a:p>
          <a:p>
            <a:pPr marL="171450" lvl="2" indent="-171450">
              <a:buClrTx/>
              <a:buFont typeface="Arial" panose="020B0604020202020204" pitchFamily="34" charset="0"/>
              <a:buChar char="•"/>
            </a:pPr>
            <a:r>
              <a:rPr lang="en-GB" dirty="0"/>
              <a:t>It has the following workspaces icon available:</a:t>
            </a:r>
          </a:p>
          <a:p>
            <a:pPr marL="171450" lvl="2" indent="-171450">
              <a:buClrTx/>
              <a:buFont typeface="Courier New" panose="02070309020205020404" pitchFamily="49" charset="0"/>
              <a:buChar char="o"/>
            </a:pPr>
            <a:r>
              <a:rPr lang="en-GB" dirty="0"/>
              <a:t>Asset Performance Management</a:t>
            </a:r>
          </a:p>
          <a:p>
            <a:pPr marL="914400" lvl="5">
              <a:spcBef>
                <a:spcPts val="0"/>
              </a:spcBef>
              <a:spcAft>
                <a:spcPts val="600"/>
              </a:spcAft>
              <a:buFont typeface="Wingdings" panose="05000000000000000000" pitchFamily="2" charset="2"/>
              <a:buChar char="Ø"/>
            </a:pPr>
            <a:r>
              <a:rPr lang="en-GB" sz="1600" dirty="0"/>
              <a:t>Asset Performance</a:t>
            </a:r>
            <a:br>
              <a:rPr lang="en-GB" sz="1600" dirty="0"/>
            </a:br>
            <a:r>
              <a:rPr lang="en-GB" sz="1600" dirty="0"/>
              <a:t>Management</a:t>
            </a:r>
          </a:p>
          <a:p>
            <a:pPr marL="914400" lvl="5">
              <a:spcBef>
                <a:spcPts val="0"/>
              </a:spcBef>
              <a:spcAft>
                <a:spcPts val="600"/>
              </a:spcAft>
              <a:buFont typeface="Wingdings" panose="05000000000000000000" pitchFamily="2" charset="2"/>
              <a:buChar char="Ø"/>
            </a:pPr>
            <a:r>
              <a:rPr lang="en-GB" sz="1600" dirty="0"/>
              <a:t>Configuration Studio</a:t>
            </a:r>
          </a:p>
          <a:p>
            <a:pPr marL="171450" lvl="2" indent="-171450">
              <a:buClrTx/>
              <a:buFont typeface="Courier New" panose="02070309020205020404" pitchFamily="49" charset="0"/>
              <a:buChar char="o"/>
            </a:pPr>
            <a:r>
              <a:rPr lang="en-US" dirty="0"/>
              <a:t>Insight</a:t>
            </a:r>
          </a:p>
          <a:p>
            <a:pPr marL="914400" lvl="5">
              <a:spcBef>
                <a:spcPts val="0"/>
              </a:spcBef>
              <a:spcAft>
                <a:spcPts val="600"/>
              </a:spcAft>
              <a:buFont typeface="Wingdings" panose="05000000000000000000" pitchFamily="2" charset="2"/>
              <a:buChar char="Ø"/>
            </a:pPr>
            <a:r>
              <a:rPr lang="en-US" sz="1600" dirty="0"/>
              <a:t>Uniformance Insight(Legacy)</a:t>
            </a:r>
          </a:p>
          <a:p>
            <a:pPr marL="171450" lvl="2" indent="-171450">
              <a:buClrTx/>
              <a:buFont typeface="Courier New" panose="02070309020205020404" pitchFamily="49" charset="0"/>
              <a:buChar char="o"/>
            </a:pPr>
            <a:r>
              <a:rPr lang="en-US" dirty="0"/>
              <a:t>System</a:t>
            </a:r>
          </a:p>
          <a:p>
            <a:pPr marL="914400" lvl="5">
              <a:spcBef>
                <a:spcPts val="0"/>
              </a:spcBef>
              <a:spcAft>
                <a:spcPts val="600"/>
              </a:spcAft>
              <a:buClrTx/>
              <a:buFont typeface="Wingdings" panose="05000000000000000000" pitchFamily="2" charset="2"/>
              <a:buChar char="Ø"/>
            </a:pPr>
            <a:r>
              <a:rPr lang="en-US" sz="1600" dirty="0"/>
              <a:t>SQL Query Configuration</a:t>
            </a:r>
          </a:p>
          <a:p>
            <a:pPr marL="914400" lvl="5">
              <a:spcBef>
                <a:spcPts val="0"/>
              </a:spcBef>
              <a:spcAft>
                <a:spcPts val="600"/>
              </a:spcAft>
              <a:buClrTx/>
              <a:buFont typeface="Wingdings" panose="05000000000000000000" pitchFamily="2" charset="2"/>
              <a:buChar char="Ø"/>
            </a:pPr>
            <a:r>
              <a:rPr lang="en-US" sz="1600" dirty="0"/>
              <a:t>Diagnostic</a:t>
            </a:r>
          </a:p>
          <a:p>
            <a:pPr marL="914400" lvl="5">
              <a:spcBef>
                <a:spcPts val="0"/>
              </a:spcBef>
              <a:spcAft>
                <a:spcPts val="600"/>
              </a:spcAft>
              <a:buClrTx/>
              <a:buFont typeface="Wingdings" panose="05000000000000000000" pitchFamily="2" charset="2"/>
              <a:buChar char="Ø"/>
            </a:pPr>
            <a:r>
              <a:rPr lang="en-US" sz="1600" dirty="0"/>
              <a:t>Assets</a:t>
            </a:r>
          </a:p>
          <a:p>
            <a:pPr marL="914400" lvl="5">
              <a:spcBef>
                <a:spcPts val="0"/>
              </a:spcBef>
              <a:spcAft>
                <a:spcPts val="600"/>
              </a:spcAft>
              <a:buClrTx/>
              <a:buFont typeface="Wingdings" panose="05000000000000000000" pitchFamily="2" charset="2"/>
              <a:buChar char="Ø"/>
            </a:pPr>
            <a:r>
              <a:rPr lang="en-US" sz="1600" dirty="0"/>
              <a:t>Audit Trail</a:t>
            </a:r>
          </a:p>
          <a:p>
            <a:pPr marL="914400" lvl="5">
              <a:spcBef>
                <a:spcPts val="0"/>
              </a:spcBef>
              <a:spcAft>
                <a:spcPts val="600"/>
              </a:spcAft>
              <a:buClrTx/>
              <a:buFont typeface="Wingdings" panose="05000000000000000000" pitchFamily="2" charset="2"/>
              <a:buChar char="Ø"/>
            </a:pPr>
            <a:r>
              <a:rPr lang="en-US" sz="1600" dirty="0"/>
              <a:t>Notification</a:t>
            </a:r>
          </a:p>
          <a:p>
            <a:pPr marL="914400" lvl="5">
              <a:spcBef>
                <a:spcPts val="0"/>
              </a:spcBef>
              <a:spcAft>
                <a:spcPts val="600"/>
              </a:spcAft>
              <a:buClrTx/>
              <a:buFont typeface="Wingdings" panose="05000000000000000000" pitchFamily="2" charset="2"/>
              <a:buChar char="Ø"/>
            </a:pPr>
            <a:r>
              <a:rPr lang="en-US" sz="1600" dirty="0"/>
              <a:t>System Configuration</a:t>
            </a:r>
          </a:p>
          <a:p>
            <a:pPr marL="171450" lvl="2" indent="-171450">
              <a:buClrTx/>
              <a:buFont typeface="Courier New" panose="02070309020205020404" pitchFamily="49" charset="0"/>
              <a:buChar char="o"/>
            </a:pPr>
            <a:r>
              <a:rPr lang="en-US" dirty="0"/>
              <a:t>Uniformance Executive</a:t>
            </a:r>
          </a:p>
          <a:p>
            <a:pPr marL="914400" lvl="5">
              <a:spcBef>
                <a:spcPts val="0"/>
              </a:spcBef>
              <a:spcAft>
                <a:spcPts val="600"/>
              </a:spcAft>
              <a:buFont typeface="Wingdings" panose="05000000000000000000" pitchFamily="2" charset="2"/>
              <a:buChar char="Ø"/>
            </a:pPr>
            <a:r>
              <a:rPr lang="en-US" sz="1600" dirty="0"/>
              <a:t>Explore Data</a:t>
            </a:r>
          </a:p>
          <a:p>
            <a:pPr marL="914400" lvl="5">
              <a:spcBef>
                <a:spcPts val="0"/>
              </a:spcBef>
              <a:spcAft>
                <a:spcPts val="600"/>
              </a:spcAft>
              <a:buFont typeface="Wingdings" panose="05000000000000000000" pitchFamily="2" charset="2"/>
              <a:buChar char="Ø"/>
            </a:pPr>
            <a:r>
              <a:rPr lang="en-US" sz="1600" dirty="0"/>
              <a:t>View Dashboards</a:t>
            </a:r>
          </a:p>
          <a:p>
            <a:pPr marL="685800" lvl="5" indent="0">
              <a:spcBef>
                <a:spcPts val="0"/>
              </a:spcBef>
              <a:spcAft>
                <a:spcPts val="600"/>
              </a:spcAft>
              <a:buNone/>
            </a:pPr>
            <a:endParaRPr lang="en-US" sz="1600" dirty="0"/>
          </a:p>
        </p:txBody>
      </p:sp>
      <p:pic>
        <p:nvPicPr>
          <p:cNvPr id="4" name="Picture 3">
            <a:extLst>
              <a:ext uri="{FF2B5EF4-FFF2-40B4-BE49-F238E27FC236}">
                <a16:creationId xmlns:a16="http://schemas.microsoft.com/office/drawing/2014/main" id="{6A61E47A-E975-C28A-CADF-AD6743305FCA}"/>
              </a:ext>
            </a:extLst>
          </p:cNvPr>
          <p:cNvPicPr>
            <a:picLocks noChangeAspect="1"/>
          </p:cNvPicPr>
          <p:nvPr/>
        </p:nvPicPr>
        <p:blipFill>
          <a:blip r:embed="rId3"/>
          <a:stretch>
            <a:fillRect/>
          </a:stretch>
        </p:blipFill>
        <p:spPr>
          <a:xfrm>
            <a:off x="3976576" y="1902366"/>
            <a:ext cx="8059480" cy="3977866"/>
          </a:xfrm>
          <a:prstGeom prst="rect">
            <a:avLst/>
          </a:prstGeom>
        </p:spPr>
      </p:pic>
      <p:sp>
        <p:nvSpPr>
          <p:cNvPr id="9" name="Rectangle: Rounded Corners 8">
            <a:extLst>
              <a:ext uri="{FF2B5EF4-FFF2-40B4-BE49-F238E27FC236}">
                <a16:creationId xmlns:a16="http://schemas.microsoft.com/office/drawing/2014/main" id="{871EC0C8-3063-6852-7E5F-DCA2E839B66D}"/>
              </a:ext>
            </a:extLst>
          </p:cNvPr>
          <p:cNvSpPr/>
          <p:nvPr/>
        </p:nvSpPr>
        <p:spPr>
          <a:xfrm>
            <a:off x="4341465" y="2897438"/>
            <a:ext cx="705615" cy="765544"/>
          </a:xfrm>
          <a:prstGeom prst="roundRect">
            <a:avLst/>
          </a:prstGeom>
          <a:noFill/>
          <a:ln w="19050"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3314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Asset sentinel</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43364" y="855664"/>
            <a:ext cx="11305272" cy="4604885"/>
          </a:xfrm>
        </p:spPr>
        <p:txBody>
          <a:bodyPr/>
          <a:lstStyle/>
          <a:p>
            <a:pPr marL="171450" lvl="2" indent="-171450">
              <a:buClrTx/>
              <a:buFont typeface="Arial" panose="020B0604020202020204" pitchFamily="34" charset="0"/>
              <a:buChar char="•"/>
            </a:pPr>
            <a:r>
              <a:rPr lang="en-GB" dirty="0"/>
              <a:t>Asset Sentinel is the default page for use of the end users.</a:t>
            </a:r>
          </a:p>
          <a:p>
            <a:pPr marL="171450" lvl="2" indent="-171450">
              <a:buClrTx/>
              <a:buFont typeface="Arial" panose="020B0604020202020204" pitchFamily="34" charset="0"/>
              <a:buChar char="•"/>
            </a:pPr>
            <a:r>
              <a:rPr lang="en-GB" dirty="0"/>
              <a:t>It has 3 parts:</a:t>
            </a:r>
          </a:p>
          <a:p>
            <a:pPr lvl="3">
              <a:buFont typeface="Wingdings" panose="05000000000000000000" pitchFamily="2" charset="2"/>
              <a:buChar char="§"/>
            </a:pPr>
            <a:r>
              <a:rPr lang="en-GB" sz="1600" dirty="0"/>
              <a:t>Contents		: Contains list of in-built screens and asset links.</a:t>
            </a:r>
          </a:p>
          <a:p>
            <a:pPr lvl="3">
              <a:buFont typeface="Wingdings" panose="05000000000000000000" pitchFamily="2" charset="2"/>
              <a:buChar char="§"/>
            </a:pPr>
            <a:r>
              <a:rPr lang="en-GB" sz="1600" dirty="0"/>
              <a:t>Assets		        : Contains the asset hierarchy.</a:t>
            </a:r>
          </a:p>
          <a:p>
            <a:pPr lvl="3">
              <a:buFont typeface="Wingdings" panose="05000000000000000000" pitchFamily="2" charset="2"/>
              <a:buChar char="§"/>
            </a:pPr>
            <a:r>
              <a:rPr lang="en-GB" sz="1600" dirty="0"/>
              <a:t>Workspace		: Displays the selected screen for the selected asset.</a:t>
            </a:r>
          </a:p>
          <a:p>
            <a:pPr marL="171450" lvl="2" indent="-171450">
              <a:buClrTx/>
              <a:buFont typeface="Arial" panose="020B0604020202020204" pitchFamily="34" charset="0"/>
              <a:buChar char="•"/>
            </a:pPr>
            <a:r>
              <a:rPr lang="en-GB" dirty="0"/>
              <a:t>The page opens by default at the “Asset Status” screen. It is a heat map showing the status of the assets. Each box in the heat map denotes an asset. The default size of the box is based on “Criticality” of the asset and the default colour is based on the “Priority” of the asset. The health of the green coloured assets is normal, yellow coloured assets is warning and red coloured assets is urgent.</a:t>
            </a:r>
          </a:p>
        </p:txBody>
      </p:sp>
      <p:pic>
        <p:nvPicPr>
          <p:cNvPr id="5" name="Picture 4">
            <a:extLst>
              <a:ext uri="{FF2B5EF4-FFF2-40B4-BE49-F238E27FC236}">
                <a16:creationId xmlns:a16="http://schemas.microsoft.com/office/drawing/2014/main" id="{785E6F4C-9CD9-2CC1-294D-FD9510C93160}"/>
              </a:ext>
            </a:extLst>
          </p:cNvPr>
          <p:cNvPicPr>
            <a:picLocks noChangeAspect="1"/>
          </p:cNvPicPr>
          <p:nvPr/>
        </p:nvPicPr>
        <p:blipFill>
          <a:blip r:embed="rId3"/>
          <a:stretch>
            <a:fillRect/>
          </a:stretch>
        </p:blipFill>
        <p:spPr>
          <a:xfrm>
            <a:off x="1350335" y="3384258"/>
            <a:ext cx="8917385" cy="3313998"/>
          </a:xfrm>
          <a:prstGeom prst="rect">
            <a:avLst/>
          </a:prstGeom>
        </p:spPr>
      </p:pic>
    </p:spTree>
    <p:extLst>
      <p:ext uri="{BB962C8B-B14F-4D97-AF65-F5344CB8AC3E}">
        <p14:creationId xmlns:p14="http://schemas.microsoft.com/office/powerpoint/2010/main" val="2355549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D07D03-E955-E50B-11CA-B3E579540DF3}"/>
              </a:ext>
            </a:extLst>
          </p:cNvPr>
          <p:cNvPicPr>
            <a:picLocks noChangeAspect="1"/>
          </p:cNvPicPr>
          <p:nvPr/>
        </p:nvPicPr>
        <p:blipFill>
          <a:blip r:embed="rId3"/>
          <a:stretch>
            <a:fillRect/>
          </a:stretch>
        </p:blipFill>
        <p:spPr>
          <a:xfrm>
            <a:off x="9067976" y="866332"/>
            <a:ext cx="2796691" cy="5261847"/>
          </a:xfrm>
          <a:prstGeom prst="rect">
            <a:avLst/>
          </a:prstGeom>
        </p:spPr>
      </p:pic>
      <p:sp>
        <p:nvSpPr>
          <p:cNvPr id="9" name="Title 1">
            <a:extLst>
              <a:ext uri="{FF2B5EF4-FFF2-40B4-BE49-F238E27FC236}">
                <a16:creationId xmlns:a16="http://schemas.microsoft.com/office/drawing/2014/main" id="{CB091D03-F6ED-4FCD-B82B-3B5040D56B00}"/>
              </a:ext>
            </a:extLst>
          </p:cNvPr>
          <p:cNvSpPr>
            <a:spLocks noGrp="1"/>
          </p:cNvSpPr>
          <p:nvPr>
            <p:ph type="title"/>
          </p:nvPr>
        </p:nvSpPr>
        <p:spPr>
          <a:xfrm>
            <a:off x="594370" y="182880"/>
            <a:ext cx="11017663" cy="683452"/>
          </a:xfrm>
        </p:spPr>
        <p:txBody>
          <a:bodyPr vert="horz" lIns="0" tIns="45720" rIns="0" bIns="45720" rtlCol="0" anchor="ctr">
            <a:noAutofit/>
          </a:bodyPr>
          <a:lstStyle/>
          <a:p>
            <a:r>
              <a:rPr lang="en-AU" b="1" dirty="0"/>
              <a:t>Contents Tab</a:t>
            </a:r>
            <a:endParaRPr lang="en-US" b="1" dirty="0"/>
          </a:p>
        </p:txBody>
      </p:sp>
      <p:sp>
        <p:nvSpPr>
          <p:cNvPr id="10" name="Rectangle 16">
            <a:extLst>
              <a:ext uri="{FF2B5EF4-FFF2-40B4-BE49-F238E27FC236}">
                <a16:creationId xmlns:a16="http://schemas.microsoft.com/office/drawing/2014/main" id="{B49045C4-284C-4546-A075-C3C9771014CF}"/>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DD6B5548-1812-471E-B138-8C89B19DB086}"/>
              </a:ext>
            </a:extLst>
          </p:cNvPr>
          <p:cNvSpPr txBox="1"/>
          <p:nvPr/>
        </p:nvSpPr>
        <p:spPr>
          <a:xfrm>
            <a:off x="594370" y="1001792"/>
            <a:ext cx="7953282" cy="4524315"/>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marL="342900" lvl="0" indent="-342900" algn="just" fontAlgn="base">
              <a:spcAft>
                <a:spcPct val="0"/>
              </a:spcAft>
              <a:buFont typeface="+mj-lt"/>
              <a:buAutoNum type="arabicParenR"/>
            </a:pPr>
            <a:r>
              <a:rPr lang="en-AU" altLang="en-US" dirty="0">
                <a:latin typeface="+mn-lt"/>
              </a:rPr>
              <a:t>The content tab is a list of all displays configured on the system. Selecting an item on the content tab opens the related display. The tab consist of 7 sections:</a:t>
            </a:r>
          </a:p>
          <a:p>
            <a:pPr marL="1028700" lvl="1" indent="-342900" algn="just" fontAlgn="base">
              <a:spcAft>
                <a:spcPct val="0"/>
              </a:spcAft>
              <a:buFont typeface="+mj-lt"/>
              <a:buAutoNum type="alphaLcPeriod"/>
            </a:pPr>
            <a:r>
              <a:rPr lang="en-AU" altLang="en-US" dirty="0"/>
              <a:t>Dashboards</a:t>
            </a:r>
          </a:p>
          <a:p>
            <a:pPr marL="1028700" lvl="1" indent="-342900" algn="just" fontAlgn="base">
              <a:spcAft>
                <a:spcPct val="0"/>
              </a:spcAft>
              <a:buFont typeface="+mj-lt"/>
              <a:buAutoNum type="alphaLcPeriod"/>
            </a:pPr>
            <a:r>
              <a:rPr lang="en-AU" altLang="en-US" dirty="0">
                <a:latin typeface="+mn-lt"/>
              </a:rPr>
              <a:t>Turbomachinery Advisor</a:t>
            </a:r>
          </a:p>
          <a:p>
            <a:pPr marL="1028700" lvl="1" indent="-342900" algn="just" fontAlgn="base">
              <a:spcAft>
                <a:spcPct val="0"/>
              </a:spcAft>
              <a:buFont typeface="+mj-lt"/>
              <a:buAutoNum type="alphaLcPeriod"/>
            </a:pPr>
            <a:r>
              <a:rPr lang="en-AU" altLang="en-US" dirty="0"/>
              <a:t>Event Management</a:t>
            </a:r>
          </a:p>
          <a:p>
            <a:pPr marL="1028700" lvl="1" indent="-342900" algn="just" fontAlgn="base">
              <a:spcAft>
                <a:spcPct val="0"/>
              </a:spcAft>
              <a:buFont typeface="+mj-lt"/>
              <a:buAutoNum type="alphaLcPeriod"/>
            </a:pPr>
            <a:r>
              <a:rPr lang="en-AU" altLang="en-US" dirty="0"/>
              <a:t>Asset Analytics</a:t>
            </a:r>
          </a:p>
          <a:p>
            <a:pPr marL="1028700" lvl="1" indent="-342900" algn="just" fontAlgn="base">
              <a:spcAft>
                <a:spcPct val="0"/>
              </a:spcAft>
              <a:buFont typeface="+mj-lt"/>
              <a:buAutoNum type="alphaLcPeriod"/>
            </a:pPr>
            <a:r>
              <a:rPr lang="en-AU" altLang="en-US" dirty="0"/>
              <a:t>Detail Views</a:t>
            </a:r>
          </a:p>
          <a:p>
            <a:pPr marL="1028700" lvl="1" indent="-342900" algn="just" fontAlgn="base">
              <a:spcAft>
                <a:spcPct val="0"/>
              </a:spcAft>
              <a:buFont typeface="+mj-lt"/>
              <a:buAutoNum type="alphaLcPeriod"/>
            </a:pPr>
            <a:r>
              <a:rPr lang="en-AU" altLang="en-US" dirty="0"/>
              <a:t>Configuration</a:t>
            </a:r>
          </a:p>
          <a:p>
            <a:pPr marL="1028700" lvl="1" indent="-342900" algn="just" fontAlgn="base">
              <a:spcAft>
                <a:spcPct val="0"/>
              </a:spcAft>
              <a:buFont typeface="+mj-lt"/>
              <a:buAutoNum type="alphaLcPeriod"/>
            </a:pPr>
            <a:r>
              <a:rPr lang="en-AU" altLang="en-US" dirty="0"/>
              <a:t>Information</a:t>
            </a:r>
          </a:p>
          <a:p>
            <a:pPr marL="342900" indent="-342900" algn="just" fontAlgn="base">
              <a:spcAft>
                <a:spcPct val="0"/>
              </a:spcAft>
              <a:buFont typeface="+mj-lt"/>
              <a:buAutoNum type="arabicParenR"/>
            </a:pPr>
            <a:r>
              <a:rPr lang="en-AU" altLang="en-US" dirty="0">
                <a:latin typeface="+mn-lt"/>
              </a:rPr>
              <a:t>The user can click on the arrow next to the asset to expand the hierarchy.</a:t>
            </a:r>
          </a:p>
          <a:p>
            <a:pPr marL="342900" indent="-342900" algn="just" fontAlgn="base">
              <a:spcAft>
                <a:spcPct val="0"/>
              </a:spcAft>
              <a:buFont typeface="+mj-lt"/>
              <a:buAutoNum type="arabicParenR"/>
            </a:pPr>
            <a:r>
              <a:rPr lang="en-US" dirty="0"/>
              <a:t>Some of the views in the contents tree can be opened either in the current tab, or in a new tab. If the option exists, the Open in New Tab icon appears when you hover the mouse over the selection in the tree.</a:t>
            </a:r>
            <a:r>
              <a:rPr lang="en-AU" altLang="en-US" dirty="0">
                <a:latin typeface="+mn-lt"/>
              </a:rPr>
              <a:t>Alternately assets can be searched by their names or key words.</a:t>
            </a:r>
          </a:p>
          <a:p>
            <a:pPr marL="342900" lvl="0" indent="-342900" fontAlgn="base">
              <a:spcAft>
                <a:spcPct val="0"/>
              </a:spcAft>
              <a:buFont typeface="+mj-lt"/>
              <a:buAutoNum type="arabicParenR"/>
            </a:pPr>
            <a:endParaRPr lang="en-AU" altLang="en-US" dirty="0"/>
          </a:p>
          <a:p>
            <a:pPr lvl="0" fontAlgn="base">
              <a:spcAft>
                <a:spcPct val="0"/>
              </a:spcAft>
            </a:pPr>
            <a:endParaRPr lang="en-AU" altLang="en-US" dirty="0"/>
          </a:p>
          <a:p>
            <a:endParaRPr lang="en-AU" dirty="0"/>
          </a:p>
          <a:p>
            <a:r>
              <a:rPr lang="en-AU" dirty="0"/>
              <a:t> </a:t>
            </a:r>
            <a:endParaRPr lang="en-US" dirty="0"/>
          </a:p>
        </p:txBody>
      </p:sp>
      <p:sp>
        <p:nvSpPr>
          <p:cNvPr id="13" name="Rectangle 12">
            <a:extLst>
              <a:ext uri="{FF2B5EF4-FFF2-40B4-BE49-F238E27FC236}">
                <a16:creationId xmlns:a16="http://schemas.microsoft.com/office/drawing/2014/main" id="{DF2AB937-5E02-450F-97BC-D1E2735B7B7A}"/>
              </a:ext>
            </a:extLst>
          </p:cNvPr>
          <p:cNvSpPr/>
          <p:nvPr/>
        </p:nvSpPr>
        <p:spPr>
          <a:xfrm>
            <a:off x="9387392" y="1250792"/>
            <a:ext cx="1086679" cy="18553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2920332-CE50-4D8C-A58A-3D2E5B50B4BE}"/>
              </a:ext>
            </a:extLst>
          </p:cNvPr>
          <p:cNvSpPr/>
          <p:nvPr/>
        </p:nvSpPr>
        <p:spPr>
          <a:xfrm>
            <a:off x="9386386" y="2541839"/>
            <a:ext cx="2211243" cy="22275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1DCFE23-AC8E-43A0-B8AC-5973FE44E0A7}"/>
              </a:ext>
            </a:extLst>
          </p:cNvPr>
          <p:cNvSpPr/>
          <p:nvPr/>
        </p:nvSpPr>
        <p:spPr>
          <a:xfrm>
            <a:off x="9414973" y="2821262"/>
            <a:ext cx="1749616" cy="22275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E965487-9A4A-4C4D-9E60-AAED0BD8DB08}"/>
              </a:ext>
            </a:extLst>
          </p:cNvPr>
          <p:cNvSpPr/>
          <p:nvPr/>
        </p:nvSpPr>
        <p:spPr>
          <a:xfrm>
            <a:off x="9421509" y="3890901"/>
            <a:ext cx="1355493" cy="17935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6BC94D5-DE1C-445E-AA04-2E4A40578F9F}"/>
              </a:ext>
            </a:extLst>
          </p:cNvPr>
          <p:cNvSpPr/>
          <p:nvPr/>
        </p:nvSpPr>
        <p:spPr>
          <a:xfrm>
            <a:off x="9412707" y="4696634"/>
            <a:ext cx="1239080" cy="20501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2C310FAD-2386-4A23-B40A-17EAAF6A4ACE}"/>
              </a:ext>
            </a:extLst>
          </p:cNvPr>
          <p:cNvCxnSpPr>
            <a:stCxn id="13" idx="3"/>
          </p:cNvCxnSpPr>
          <p:nvPr/>
        </p:nvCxnSpPr>
        <p:spPr>
          <a:xfrm>
            <a:off x="10474071" y="1343557"/>
            <a:ext cx="34455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F6DEC87-0067-4A3D-852B-2A6752C1CDAD}"/>
              </a:ext>
            </a:extLst>
          </p:cNvPr>
          <p:cNvCxnSpPr/>
          <p:nvPr/>
        </p:nvCxnSpPr>
        <p:spPr>
          <a:xfrm>
            <a:off x="10807994" y="3984363"/>
            <a:ext cx="34455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D287E8D-B09A-4D94-AEC1-775BC0681111}"/>
              </a:ext>
            </a:extLst>
          </p:cNvPr>
          <p:cNvCxnSpPr/>
          <p:nvPr/>
        </p:nvCxnSpPr>
        <p:spPr>
          <a:xfrm>
            <a:off x="11187121" y="2934768"/>
            <a:ext cx="34455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F97A121-8217-47A5-9968-C36E6ACD6809}"/>
              </a:ext>
            </a:extLst>
          </p:cNvPr>
          <p:cNvCxnSpPr>
            <a:cxnSpLocks/>
          </p:cNvCxnSpPr>
          <p:nvPr/>
        </p:nvCxnSpPr>
        <p:spPr>
          <a:xfrm rot="5400000" flipH="1" flipV="1">
            <a:off x="11215922" y="2197865"/>
            <a:ext cx="349370" cy="282144"/>
          </a:xfrm>
          <a:prstGeom prst="bentConnector3">
            <a:avLst>
              <a:gd name="adj1" fmla="val 50000"/>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21ADFC9-A84C-4CDF-9866-A03D11591858}"/>
              </a:ext>
            </a:extLst>
          </p:cNvPr>
          <p:cNvCxnSpPr/>
          <p:nvPr/>
        </p:nvCxnSpPr>
        <p:spPr>
          <a:xfrm>
            <a:off x="10630782" y="4811008"/>
            <a:ext cx="34455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5102969E-6DDA-4A02-82A1-B02F7495211D}"/>
              </a:ext>
            </a:extLst>
          </p:cNvPr>
          <p:cNvSpPr/>
          <p:nvPr/>
        </p:nvSpPr>
        <p:spPr>
          <a:xfrm>
            <a:off x="6003635" y="2967335"/>
            <a:ext cx="184731" cy="369332"/>
          </a:xfrm>
          <a:prstGeom prst="rect">
            <a:avLst/>
          </a:prstGeom>
          <a:noFill/>
        </p:spPr>
        <p:txBody>
          <a:bodyPr wrap="none" lIns="91440" tIns="45720" rIns="91440" bIns="45720">
            <a:spAutoFit/>
          </a:bodyPr>
          <a:lstStyle/>
          <a:p>
            <a:pPr algn="ct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24" name="Rectangle 23">
            <a:extLst>
              <a:ext uri="{FF2B5EF4-FFF2-40B4-BE49-F238E27FC236}">
                <a16:creationId xmlns:a16="http://schemas.microsoft.com/office/drawing/2014/main" id="{D50E9843-3038-4516-956D-00566245DA4E}"/>
              </a:ext>
            </a:extLst>
          </p:cNvPr>
          <p:cNvSpPr/>
          <p:nvPr/>
        </p:nvSpPr>
        <p:spPr>
          <a:xfrm>
            <a:off x="10777002" y="1166884"/>
            <a:ext cx="513282"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a:t>
            </a:r>
          </a:p>
        </p:txBody>
      </p:sp>
      <p:sp>
        <p:nvSpPr>
          <p:cNvPr id="25" name="Rectangle 24">
            <a:extLst>
              <a:ext uri="{FF2B5EF4-FFF2-40B4-BE49-F238E27FC236}">
                <a16:creationId xmlns:a16="http://schemas.microsoft.com/office/drawing/2014/main" id="{CF566E6D-F0A9-46D5-BAC6-C0C2FE6C6A1A}"/>
              </a:ext>
            </a:extLst>
          </p:cNvPr>
          <p:cNvSpPr/>
          <p:nvPr/>
        </p:nvSpPr>
        <p:spPr>
          <a:xfrm>
            <a:off x="11271830" y="1852816"/>
            <a:ext cx="519694"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1.b</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26" name="Rectangle 25">
            <a:extLst>
              <a:ext uri="{FF2B5EF4-FFF2-40B4-BE49-F238E27FC236}">
                <a16:creationId xmlns:a16="http://schemas.microsoft.com/office/drawing/2014/main" id="{CB346F0B-12E4-40BB-A941-FEB21D6AC364}"/>
              </a:ext>
            </a:extLst>
          </p:cNvPr>
          <p:cNvSpPr/>
          <p:nvPr/>
        </p:nvSpPr>
        <p:spPr>
          <a:xfrm>
            <a:off x="11359399" y="2755823"/>
            <a:ext cx="505268"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1.c</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27" name="Rectangle 26">
            <a:extLst>
              <a:ext uri="{FF2B5EF4-FFF2-40B4-BE49-F238E27FC236}">
                <a16:creationId xmlns:a16="http://schemas.microsoft.com/office/drawing/2014/main" id="{F5DB6BAB-C468-4132-92CF-2372C5EF5203}"/>
              </a:ext>
            </a:extLst>
          </p:cNvPr>
          <p:cNvSpPr/>
          <p:nvPr/>
        </p:nvSpPr>
        <p:spPr>
          <a:xfrm>
            <a:off x="11049718" y="3781423"/>
            <a:ext cx="519694"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1.d</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28" name="Rectangle 27">
            <a:extLst>
              <a:ext uri="{FF2B5EF4-FFF2-40B4-BE49-F238E27FC236}">
                <a16:creationId xmlns:a16="http://schemas.microsoft.com/office/drawing/2014/main" id="{602A91DB-616C-4F65-B0AB-787F6BBDBAD3}"/>
              </a:ext>
            </a:extLst>
          </p:cNvPr>
          <p:cNvSpPr/>
          <p:nvPr/>
        </p:nvSpPr>
        <p:spPr>
          <a:xfrm>
            <a:off x="10862492" y="4601294"/>
            <a:ext cx="518092"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1.e</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FE03F8F2-A43D-43D7-86F9-DFCE601A96FE}"/>
              </a:ext>
            </a:extLst>
          </p:cNvPr>
          <p:cNvSpPr/>
          <p:nvPr/>
        </p:nvSpPr>
        <p:spPr>
          <a:xfrm>
            <a:off x="9176404" y="1212930"/>
            <a:ext cx="224508" cy="1891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C78714E7-E337-42F9-A733-8ECDE3E75CA5}"/>
              </a:ext>
            </a:extLst>
          </p:cNvPr>
          <p:cNvCxnSpPr>
            <a:cxnSpLocks/>
          </p:cNvCxnSpPr>
          <p:nvPr/>
        </p:nvCxnSpPr>
        <p:spPr>
          <a:xfrm>
            <a:off x="9284629" y="1399098"/>
            <a:ext cx="0" cy="1871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064E7AE1-B7E9-48EB-A916-C4D92DB45A2D}"/>
              </a:ext>
            </a:extLst>
          </p:cNvPr>
          <p:cNvSpPr/>
          <p:nvPr/>
        </p:nvSpPr>
        <p:spPr>
          <a:xfrm>
            <a:off x="9110714" y="1531789"/>
            <a:ext cx="232063"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2</a:t>
            </a:r>
          </a:p>
        </p:txBody>
      </p:sp>
      <p:sp>
        <p:nvSpPr>
          <p:cNvPr id="32" name="Rectangle 31">
            <a:extLst>
              <a:ext uri="{FF2B5EF4-FFF2-40B4-BE49-F238E27FC236}">
                <a16:creationId xmlns:a16="http://schemas.microsoft.com/office/drawing/2014/main" id="{69FBD96F-79B5-4893-AC3D-CAF87F97B111}"/>
              </a:ext>
            </a:extLst>
          </p:cNvPr>
          <p:cNvSpPr/>
          <p:nvPr/>
        </p:nvSpPr>
        <p:spPr>
          <a:xfrm>
            <a:off x="11254496" y="4417493"/>
            <a:ext cx="248562" cy="18380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9101ED24-634F-4F78-B848-BD38254D57BC}"/>
              </a:ext>
            </a:extLst>
          </p:cNvPr>
          <p:cNvCxnSpPr/>
          <p:nvPr/>
        </p:nvCxnSpPr>
        <p:spPr>
          <a:xfrm flipV="1">
            <a:off x="11394560" y="4173641"/>
            <a:ext cx="0" cy="17704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EA0CC45-ECDB-4B0F-B89E-64D0EA780DCF}"/>
              </a:ext>
            </a:extLst>
          </p:cNvPr>
          <p:cNvSpPr/>
          <p:nvPr/>
        </p:nvSpPr>
        <p:spPr>
          <a:xfrm>
            <a:off x="11370955" y="4048161"/>
            <a:ext cx="312907"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3</a:t>
            </a:r>
          </a:p>
        </p:txBody>
      </p:sp>
      <p:sp>
        <p:nvSpPr>
          <p:cNvPr id="36" name="Rectangle 35">
            <a:extLst>
              <a:ext uri="{FF2B5EF4-FFF2-40B4-BE49-F238E27FC236}">
                <a16:creationId xmlns:a16="http://schemas.microsoft.com/office/drawing/2014/main" id="{E564D817-4288-B050-AAEB-868DFA599D2E}"/>
              </a:ext>
            </a:extLst>
          </p:cNvPr>
          <p:cNvSpPr/>
          <p:nvPr/>
        </p:nvSpPr>
        <p:spPr>
          <a:xfrm>
            <a:off x="9426878" y="5518891"/>
            <a:ext cx="1239080" cy="20501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776CF6CF-F35A-F12A-FB53-7C68E80052FB}"/>
              </a:ext>
            </a:extLst>
          </p:cNvPr>
          <p:cNvCxnSpPr/>
          <p:nvPr/>
        </p:nvCxnSpPr>
        <p:spPr>
          <a:xfrm>
            <a:off x="10676852" y="5622627"/>
            <a:ext cx="34455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8BA87D9B-E503-9D57-FBF4-D834A6E6C3A6}"/>
              </a:ext>
            </a:extLst>
          </p:cNvPr>
          <p:cNvSpPr/>
          <p:nvPr/>
        </p:nvSpPr>
        <p:spPr>
          <a:xfrm>
            <a:off x="11053365" y="5391663"/>
            <a:ext cx="441147"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1.f</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40" name="Rectangle 39">
            <a:extLst>
              <a:ext uri="{FF2B5EF4-FFF2-40B4-BE49-F238E27FC236}">
                <a16:creationId xmlns:a16="http://schemas.microsoft.com/office/drawing/2014/main" id="{6E9EEDD2-6086-8B5F-CE77-41E6B7FC2CB8}"/>
              </a:ext>
            </a:extLst>
          </p:cNvPr>
          <p:cNvSpPr/>
          <p:nvPr/>
        </p:nvSpPr>
        <p:spPr>
          <a:xfrm>
            <a:off x="9419783" y="5852052"/>
            <a:ext cx="1054288" cy="20501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7F0A1E8D-94E4-3D42-04A6-F70E6CC63BF7}"/>
              </a:ext>
            </a:extLst>
          </p:cNvPr>
          <p:cNvCxnSpPr/>
          <p:nvPr/>
        </p:nvCxnSpPr>
        <p:spPr>
          <a:xfrm>
            <a:off x="10467737" y="5966421"/>
            <a:ext cx="34455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9F3B17FB-E465-3A5C-E7A5-5BA4C2D76EFF}"/>
              </a:ext>
            </a:extLst>
          </p:cNvPr>
          <p:cNvSpPr/>
          <p:nvPr/>
        </p:nvSpPr>
        <p:spPr>
          <a:xfrm>
            <a:off x="10684604" y="5629127"/>
            <a:ext cx="505268"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1.g</a:t>
            </a:r>
            <a:endParaRPr lang="en-US"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06148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69E0EAA-2E7D-4894-88DC-3FF189D0E1C6}"/>
              </a:ext>
            </a:extLst>
          </p:cNvPr>
          <p:cNvSpPr>
            <a:spLocks noGrp="1"/>
          </p:cNvSpPr>
          <p:nvPr>
            <p:ph type="title"/>
          </p:nvPr>
        </p:nvSpPr>
        <p:spPr>
          <a:xfrm>
            <a:off x="594370" y="182880"/>
            <a:ext cx="11017663" cy="683452"/>
          </a:xfrm>
        </p:spPr>
        <p:txBody>
          <a:bodyPr vert="horz" lIns="0" tIns="45720" rIns="0" bIns="45720" rtlCol="0" anchor="ctr">
            <a:noAutofit/>
          </a:bodyPr>
          <a:lstStyle/>
          <a:p>
            <a:r>
              <a:rPr lang="en-AU" b="1" dirty="0"/>
              <a:t>Asset Hierarchy</a:t>
            </a:r>
            <a:endParaRPr lang="en-US" b="1" dirty="0"/>
          </a:p>
        </p:txBody>
      </p:sp>
      <p:sp>
        <p:nvSpPr>
          <p:cNvPr id="10" name="Rectangle 16">
            <a:extLst>
              <a:ext uri="{FF2B5EF4-FFF2-40B4-BE49-F238E27FC236}">
                <a16:creationId xmlns:a16="http://schemas.microsoft.com/office/drawing/2014/main" id="{02B2590C-BDBC-43E8-BAB6-59CBABACBE65}"/>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824EACC-E4B9-4274-8C15-87C48BC01369}"/>
              </a:ext>
            </a:extLst>
          </p:cNvPr>
          <p:cNvSpPr txBox="1"/>
          <p:nvPr/>
        </p:nvSpPr>
        <p:spPr>
          <a:xfrm>
            <a:off x="594370" y="1001792"/>
            <a:ext cx="6629315" cy="5509200"/>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marL="342900" lvl="0" indent="-342900" algn="just" fontAlgn="base">
              <a:spcAft>
                <a:spcPct val="0"/>
              </a:spcAft>
              <a:buFont typeface="+mj-lt"/>
              <a:buAutoNum type="arabicParenR"/>
            </a:pPr>
            <a:r>
              <a:rPr lang="en-AU" altLang="en-US" dirty="0">
                <a:latin typeface="+mn-lt"/>
              </a:rPr>
              <a:t>The plant hierarchy facilitates browsing Sentinel Content based on assets. The asset hierarchy starts with the complex level asset and then propagates in below fashion:</a:t>
            </a:r>
          </a:p>
          <a:p>
            <a:pPr marL="1028700" lvl="1" indent="-342900" algn="just" fontAlgn="base">
              <a:spcAft>
                <a:spcPct val="0"/>
              </a:spcAft>
              <a:buFont typeface="+mj-lt"/>
              <a:buAutoNum type="alphaLcPeriod"/>
            </a:pPr>
            <a:r>
              <a:rPr lang="en-AU" altLang="en-US" dirty="0"/>
              <a:t>Complex</a:t>
            </a:r>
          </a:p>
          <a:p>
            <a:pPr marL="1028700" lvl="1" indent="-342900" algn="just" fontAlgn="base">
              <a:spcAft>
                <a:spcPct val="0"/>
              </a:spcAft>
              <a:buFont typeface="+mj-lt"/>
              <a:buAutoNum type="alphaLcPeriod"/>
            </a:pPr>
            <a:r>
              <a:rPr lang="en-AU" altLang="en-US" dirty="0">
                <a:latin typeface="+mn-lt"/>
              </a:rPr>
              <a:t>Site</a:t>
            </a:r>
          </a:p>
          <a:p>
            <a:pPr marL="1028700" lvl="1" indent="-342900" algn="just" fontAlgn="base">
              <a:spcAft>
                <a:spcPct val="0"/>
              </a:spcAft>
              <a:buFont typeface="+mj-lt"/>
              <a:buAutoNum type="alphaLcPeriod"/>
            </a:pPr>
            <a:r>
              <a:rPr lang="en-AU" altLang="en-US" dirty="0"/>
              <a:t>Plant</a:t>
            </a:r>
          </a:p>
          <a:p>
            <a:pPr marL="1028700" lvl="1" indent="-342900" algn="just" fontAlgn="base">
              <a:spcAft>
                <a:spcPct val="0"/>
              </a:spcAft>
              <a:buFont typeface="+mj-lt"/>
              <a:buAutoNum type="alphaLcPeriod"/>
            </a:pPr>
            <a:r>
              <a:rPr lang="en-AU" altLang="en-US" dirty="0"/>
              <a:t>Equipment</a:t>
            </a:r>
          </a:p>
          <a:p>
            <a:pPr marL="342900" indent="-342900" algn="just" fontAlgn="base">
              <a:spcAft>
                <a:spcPct val="0"/>
              </a:spcAft>
              <a:buFont typeface="+mj-lt"/>
              <a:buAutoNum type="arabicParenR"/>
            </a:pPr>
            <a:r>
              <a:rPr lang="en-AU" altLang="en-US" dirty="0">
                <a:latin typeface="+mn-lt"/>
              </a:rPr>
              <a:t>The user can click on the arrow next to the asset to expand the hierarchy.</a:t>
            </a:r>
          </a:p>
          <a:p>
            <a:pPr marL="342900" indent="-342900" algn="just" fontAlgn="base">
              <a:spcAft>
                <a:spcPct val="0"/>
              </a:spcAft>
              <a:buFont typeface="+mj-lt"/>
              <a:buAutoNum type="arabicParenR"/>
            </a:pPr>
            <a:r>
              <a:rPr lang="en-AU" altLang="en-US" dirty="0">
                <a:latin typeface="+mn-lt"/>
              </a:rPr>
              <a:t>Alternately assets can be searched by their names or key words.</a:t>
            </a:r>
          </a:p>
          <a:p>
            <a:pPr marL="342900" indent="-342900" algn="just" fontAlgn="base">
              <a:spcAft>
                <a:spcPct val="0"/>
              </a:spcAft>
              <a:buFont typeface="+mj-lt"/>
              <a:buAutoNum type="arabicParenR"/>
            </a:pPr>
            <a:r>
              <a:rPr lang="en-AU" altLang="en-US" dirty="0">
                <a:latin typeface="+mn-lt"/>
              </a:rPr>
              <a:t>Selecting an asset will display all the content details associated with the asset.</a:t>
            </a:r>
          </a:p>
          <a:p>
            <a:pPr marL="342900" indent="-342900" algn="just" fontAlgn="base">
              <a:spcAft>
                <a:spcPct val="0"/>
              </a:spcAft>
              <a:buFont typeface="+mj-lt"/>
              <a:buAutoNum type="arabicParenR"/>
            </a:pPr>
            <a:r>
              <a:rPr lang="en-AU" altLang="en-US" dirty="0">
                <a:latin typeface="+mn-lt"/>
              </a:rPr>
              <a:t>There is an ‘!’ mark adjacent to the Asset if there is an Active Fault for an Asset.</a:t>
            </a:r>
          </a:p>
          <a:p>
            <a:pPr marL="342900" indent="-342900" algn="just" fontAlgn="base">
              <a:spcAft>
                <a:spcPct val="0"/>
              </a:spcAft>
              <a:buFont typeface="+mj-lt"/>
              <a:buAutoNum type="arabicParenR"/>
            </a:pPr>
            <a:r>
              <a:rPr lang="en-AU" altLang="en-US" dirty="0">
                <a:latin typeface="+mn-lt"/>
              </a:rPr>
              <a:t>There is a ‘?’ mark adjacent to the Asset if there is a Potential  Fault for an Asset.</a:t>
            </a:r>
          </a:p>
          <a:p>
            <a:pPr marL="342900" indent="-342900" algn="just" fontAlgn="base">
              <a:spcAft>
                <a:spcPct val="0"/>
              </a:spcAft>
              <a:buFont typeface="+mj-lt"/>
              <a:buAutoNum type="arabicParenR"/>
            </a:pPr>
            <a:endParaRPr lang="en-AU" altLang="en-US" dirty="0">
              <a:latin typeface="+mn-lt"/>
            </a:endParaRPr>
          </a:p>
          <a:p>
            <a:pPr marL="342900" indent="-342900" fontAlgn="base">
              <a:spcAft>
                <a:spcPct val="0"/>
              </a:spcAft>
              <a:buFont typeface="+mj-lt"/>
              <a:buAutoNum type="arabicParenR"/>
            </a:pPr>
            <a:endParaRPr lang="en-AU" altLang="en-US" dirty="0">
              <a:latin typeface="+mn-lt"/>
            </a:endParaRPr>
          </a:p>
          <a:p>
            <a:pPr marL="342900" lvl="0" indent="-342900" fontAlgn="base">
              <a:spcAft>
                <a:spcPct val="0"/>
              </a:spcAft>
              <a:buFont typeface="+mj-lt"/>
              <a:buAutoNum type="arabicParenR"/>
            </a:pPr>
            <a:endParaRPr lang="en-AU" altLang="en-US" dirty="0"/>
          </a:p>
          <a:p>
            <a:pPr lvl="0" fontAlgn="base">
              <a:spcAft>
                <a:spcPct val="0"/>
              </a:spcAft>
            </a:pPr>
            <a:endParaRPr lang="en-AU" altLang="en-US" dirty="0"/>
          </a:p>
          <a:p>
            <a:endParaRPr lang="en-AU" dirty="0"/>
          </a:p>
          <a:p>
            <a:r>
              <a:rPr lang="en-AU" dirty="0"/>
              <a:t> </a:t>
            </a:r>
            <a:endParaRPr lang="en-US" dirty="0"/>
          </a:p>
        </p:txBody>
      </p:sp>
      <p:pic>
        <p:nvPicPr>
          <p:cNvPr id="12" name="Picture 11">
            <a:extLst>
              <a:ext uri="{FF2B5EF4-FFF2-40B4-BE49-F238E27FC236}">
                <a16:creationId xmlns:a16="http://schemas.microsoft.com/office/drawing/2014/main" id="{84EFBAEE-E451-43DD-97E7-2AF161E0EF1A}"/>
              </a:ext>
            </a:extLst>
          </p:cNvPr>
          <p:cNvPicPr/>
          <p:nvPr/>
        </p:nvPicPr>
        <p:blipFill>
          <a:blip r:embed="rId3"/>
          <a:stretch>
            <a:fillRect/>
          </a:stretch>
        </p:blipFill>
        <p:spPr>
          <a:xfrm>
            <a:off x="7576929" y="718631"/>
            <a:ext cx="3316357" cy="5390621"/>
          </a:xfrm>
          <a:prstGeom prst="rect">
            <a:avLst/>
          </a:prstGeom>
          <a:ln>
            <a:solidFill>
              <a:srgbClr val="000000"/>
            </a:solidFill>
          </a:ln>
        </p:spPr>
      </p:pic>
      <p:sp>
        <p:nvSpPr>
          <p:cNvPr id="13" name="Rectangle 12">
            <a:extLst>
              <a:ext uri="{FF2B5EF4-FFF2-40B4-BE49-F238E27FC236}">
                <a16:creationId xmlns:a16="http://schemas.microsoft.com/office/drawing/2014/main" id="{A24E9002-C15C-4CEE-B3ED-CE6A4F69FFCB}"/>
              </a:ext>
            </a:extLst>
          </p:cNvPr>
          <p:cNvSpPr/>
          <p:nvPr/>
        </p:nvSpPr>
        <p:spPr>
          <a:xfrm>
            <a:off x="7885042" y="1736035"/>
            <a:ext cx="1417983" cy="25179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9D2099-C659-4F09-BBBB-2A6BF179D802}"/>
              </a:ext>
            </a:extLst>
          </p:cNvPr>
          <p:cNvSpPr/>
          <p:nvPr/>
        </p:nvSpPr>
        <p:spPr>
          <a:xfrm>
            <a:off x="8335617" y="4775752"/>
            <a:ext cx="2014330" cy="22972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2B3B39E-2382-486E-B425-9097942E5D3B}"/>
              </a:ext>
            </a:extLst>
          </p:cNvPr>
          <p:cNvSpPr/>
          <p:nvPr/>
        </p:nvSpPr>
        <p:spPr>
          <a:xfrm>
            <a:off x="8150087" y="4102802"/>
            <a:ext cx="2014330" cy="26282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E307A51-0882-4844-89D8-B1F060DAF167}"/>
              </a:ext>
            </a:extLst>
          </p:cNvPr>
          <p:cNvSpPr/>
          <p:nvPr/>
        </p:nvSpPr>
        <p:spPr>
          <a:xfrm>
            <a:off x="7997686" y="3694043"/>
            <a:ext cx="1417983" cy="25179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A53CCD9E-AE21-461B-8436-E6EAAE47FAF1}"/>
              </a:ext>
            </a:extLst>
          </p:cNvPr>
          <p:cNvCxnSpPr>
            <a:cxnSpLocks/>
            <a:stCxn id="13" idx="3"/>
          </p:cNvCxnSpPr>
          <p:nvPr/>
        </p:nvCxnSpPr>
        <p:spPr>
          <a:xfrm>
            <a:off x="9303025" y="1861931"/>
            <a:ext cx="58309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EDBECA4-AFC3-4307-9E13-2845FE867A45}"/>
              </a:ext>
            </a:extLst>
          </p:cNvPr>
          <p:cNvCxnSpPr>
            <a:cxnSpLocks/>
          </p:cNvCxnSpPr>
          <p:nvPr/>
        </p:nvCxnSpPr>
        <p:spPr>
          <a:xfrm>
            <a:off x="10164417" y="4209683"/>
            <a:ext cx="18553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253BD40-0839-4F2C-B25E-4534529B01BE}"/>
              </a:ext>
            </a:extLst>
          </p:cNvPr>
          <p:cNvCxnSpPr>
            <a:cxnSpLocks/>
          </p:cNvCxnSpPr>
          <p:nvPr/>
        </p:nvCxnSpPr>
        <p:spPr>
          <a:xfrm>
            <a:off x="10349947" y="4896679"/>
            <a:ext cx="145775"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3FA3BD18-E0CE-4B52-A1C6-14EF17BED8E9}"/>
              </a:ext>
            </a:extLst>
          </p:cNvPr>
          <p:cNvCxnSpPr>
            <a:cxnSpLocks/>
          </p:cNvCxnSpPr>
          <p:nvPr/>
        </p:nvCxnSpPr>
        <p:spPr>
          <a:xfrm>
            <a:off x="9415669" y="3829879"/>
            <a:ext cx="58309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6E7A875B-9CB8-47B2-A951-88A91E71797A}"/>
              </a:ext>
            </a:extLst>
          </p:cNvPr>
          <p:cNvSpPr/>
          <p:nvPr/>
        </p:nvSpPr>
        <p:spPr>
          <a:xfrm>
            <a:off x="9748350" y="1657646"/>
            <a:ext cx="513282"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a:t>
            </a:r>
          </a:p>
        </p:txBody>
      </p:sp>
      <p:sp>
        <p:nvSpPr>
          <p:cNvPr id="22" name="Rectangle 21">
            <a:extLst>
              <a:ext uri="{FF2B5EF4-FFF2-40B4-BE49-F238E27FC236}">
                <a16:creationId xmlns:a16="http://schemas.microsoft.com/office/drawing/2014/main" id="{9E1CB06D-6663-4BDE-AD3C-B2CD9A68848F}"/>
              </a:ext>
            </a:extLst>
          </p:cNvPr>
          <p:cNvSpPr/>
          <p:nvPr/>
        </p:nvSpPr>
        <p:spPr>
          <a:xfrm>
            <a:off x="10391826" y="4690232"/>
            <a:ext cx="519694"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1.d</a:t>
            </a:r>
          </a:p>
        </p:txBody>
      </p:sp>
      <p:sp>
        <p:nvSpPr>
          <p:cNvPr id="23" name="Rectangle 22">
            <a:extLst>
              <a:ext uri="{FF2B5EF4-FFF2-40B4-BE49-F238E27FC236}">
                <a16:creationId xmlns:a16="http://schemas.microsoft.com/office/drawing/2014/main" id="{BF86334A-96AB-4B9C-981A-AD5C37E9ED47}"/>
              </a:ext>
            </a:extLst>
          </p:cNvPr>
          <p:cNvSpPr/>
          <p:nvPr/>
        </p:nvSpPr>
        <p:spPr>
          <a:xfrm>
            <a:off x="10271156" y="4009877"/>
            <a:ext cx="505267"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1.c</a:t>
            </a:r>
          </a:p>
        </p:txBody>
      </p:sp>
      <p:sp>
        <p:nvSpPr>
          <p:cNvPr id="24" name="Rectangle 23">
            <a:extLst>
              <a:ext uri="{FF2B5EF4-FFF2-40B4-BE49-F238E27FC236}">
                <a16:creationId xmlns:a16="http://schemas.microsoft.com/office/drawing/2014/main" id="{12345BEA-ECB7-4B6C-93C1-FCCD94AFB001}"/>
              </a:ext>
            </a:extLst>
          </p:cNvPr>
          <p:cNvSpPr/>
          <p:nvPr/>
        </p:nvSpPr>
        <p:spPr>
          <a:xfrm>
            <a:off x="9892005" y="3613336"/>
            <a:ext cx="519694"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1.b</a:t>
            </a:r>
          </a:p>
        </p:txBody>
      </p:sp>
      <p:sp>
        <p:nvSpPr>
          <p:cNvPr id="25" name="Rectangle 24">
            <a:extLst>
              <a:ext uri="{FF2B5EF4-FFF2-40B4-BE49-F238E27FC236}">
                <a16:creationId xmlns:a16="http://schemas.microsoft.com/office/drawing/2014/main" id="{D9F78980-F64B-4579-AD42-E0D6892252F2}"/>
              </a:ext>
            </a:extLst>
          </p:cNvPr>
          <p:cNvSpPr/>
          <p:nvPr/>
        </p:nvSpPr>
        <p:spPr>
          <a:xfrm>
            <a:off x="7576929" y="1736035"/>
            <a:ext cx="308113" cy="25179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2A2E32AD-9A0F-4BA6-AEBD-2B75B4EACF6B}"/>
              </a:ext>
            </a:extLst>
          </p:cNvPr>
          <p:cNvCxnSpPr/>
          <p:nvPr/>
        </p:nvCxnSpPr>
        <p:spPr>
          <a:xfrm>
            <a:off x="7726017" y="1987826"/>
            <a:ext cx="0" cy="26504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A2558F6C-B5D7-4E3A-93F8-7CFAC6397FAD}"/>
              </a:ext>
            </a:extLst>
          </p:cNvPr>
          <p:cNvSpPr/>
          <p:nvPr/>
        </p:nvSpPr>
        <p:spPr>
          <a:xfrm>
            <a:off x="7572768" y="2173043"/>
            <a:ext cx="306495"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2</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28" name="Rectangle 27">
            <a:extLst>
              <a:ext uri="{FF2B5EF4-FFF2-40B4-BE49-F238E27FC236}">
                <a16:creationId xmlns:a16="http://schemas.microsoft.com/office/drawing/2014/main" id="{14674EF2-934B-4A2D-B546-340156882E15}"/>
              </a:ext>
            </a:extLst>
          </p:cNvPr>
          <p:cNvSpPr/>
          <p:nvPr/>
        </p:nvSpPr>
        <p:spPr>
          <a:xfrm>
            <a:off x="7572768" y="1383802"/>
            <a:ext cx="3203655" cy="27177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A372CA23-5623-473B-9EB6-9102EFC38D64}"/>
              </a:ext>
            </a:extLst>
          </p:cNvPr>
          <p:cNvCxnSpPr/>
          <p:nvPr/>
        </p:nvCxnSpPr>
        <p:spPr>
          <a:xfrm>
            <a:off x="10349947" y="1655573"/>
            <a:ext cx="0" cy="51747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2D8A9253-28A0-4BA1-A5A1-343512851E08}"/>
              </a:ext>
            </a:extLst>
          </p:cNvPr>
          <p:cNvSpPr/>
          <p:nvPr/>
        </p:nvSpPr>
        <p:spPr>
          <a:xfrm>
            <a:off x="10196698" y="2088891"/>
            <a:ext cx="306495"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3</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31" name="Rectangle 30">
            <a:extLst>
              <a:ext uri="{FF2B5EF4-FFF2-40B4-BE49-F238E27FC236}">
                <a16:creationId xmlns:a16="http://schemas.microsoft.com/office/drawing/2014/main" id="{1BD62F72-51E9-4786-8AA4-71B5EB220633}"/>
              </a:ext>
            </a:extLst>
          </p:cNvPr>
          <p:cNvSpPr/>
          <p:nvPr/>
        </p:nvSpPr>
        <p:spPr>
          <a:xfrm>
            <a:off x="8016475" y="1988379"/>
            <a:ext cx="308113" cy="20294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4243B874-AC11-4F4B-99C8-4F5FEE9C95F8}"/>
              </a:ext>
            </a:extLst>
          </p:cNvPr>
          <p:cNvCxnSpPr/>
          <p:nvPr/>
        </p:nvCxnSpPr>
        <p:spPr>
          <a:xfrm>
            <a:off x="8165563" y="2189370"/>
            <a:ext cx="0" cy="26504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A7F34C37-B446-4D58-89DF-50877BDCD07C}"/>
              </a:ext>
            </a:extLst>
          </p:cNvPr>
          <p:cNvSpPr/>
          <p:nvPr/>
        </p:nvSpPr>
        <p:spPr>
          <a:xfrm>
            <a:off x="8339065" y="4776217"/>
            <a:ext cx="308113" cy="22926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942CB4D2-E91B-4687-B6C9-CB401639147F}"/>
              </a:ext>
            </a:extLst>
          </p:cNvPr>
          <p:cNvCxnSpPr>
            <a:cxnSpLocks/>
          </p:cNvCxnSpPr>
          <p:nvPr/>
        </p:nvCxnSpPr>
        <p:spPr>
          <a:xfrm>
            <a:off x="8488153" y="5005478"/>
            <a:ext cx="0" cy="2875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663B9DF9-E80F-4E35-803A-208251637053}"/>
              </a:ext>
            </a:extLst>
          </p:cNvPr>
          <p:cNvSpPr/>
          <p:nvPr/>
        </p:nvSpPr>
        <p:spPr>
          <a:xfrm>
            <a:off x="8016475" y="2387883"/>
            <a:ext cx="306495"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5</a:t>
            </a:r>
          </a:p>
        </p:txBody>
      </p:sp>
      <p:sp>
        <p:nvSpPr>
          <p:cNvPr id="36" name="Rectangle 35">
            <a:extLst>
              <a:ext uri="{FF2B5EF4-FFF2-40B4-BE49-F238E27FC236}">
                <a16:creationId xmlns:a16="http://schemas.microsoft.com/office/drawing/2014/main" id="{DC73F0CD-8FAD-4F2B-81D6-8176D6032E0B}"/>
              </a:ext>
            </a:extLst>
          </p:cNvPr>
          <p:cNvSpPr/>
          <p:nvPr/>
        </p:nvSpPr>
        <p:spPr>
          <a:xfrm>
            <a:off x="8340955" y="5263887"/>
            <a:ext cx="306495"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6</a:t>
            </a:r>
          </a:p>
        </p:txBody>
      </p:sp>
    </p:spTree>
    <p:extLst>
      <p:ext uri="{BB962C8B-B14F-4D97-AF65-F5344CB8AC3E}">
        <p14:creationId xmlns:p14="http://schemas.microsoft.com/office/powerpoint/2010/main" val="3051988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07DBF5-8586-407D-AE6D-57C81DF3E27C}"/>
              </a:ext>
            </a:extLst>
          </p:cNvPr>
          <p:cNvPicPr>
            <a:picLocks noChangeAspect="1"/>
          </p:cNvPicPr>
          <p:nvPr/>
        </p:nvPicPr>
        <p:blipFill>
          <a:blip r:embed="rId3"/>
          <a:stretch>
            <a:fillRect/>
          </a:stretch>
        </p:blipFill>
        <p:spPr>
          <a:xfrm>
            <a:off x="4633235" y="914400"/>
            <a:ext cx="7543800" cy="4114800"/>
          </a:xfrm>
          <a:prstGeom prst="rect">
            <a:avLst/>
          </a:prstGeom>
        </p:spPr>
      </p:pic>
      <p:sp>
        <p:nvSpPr>
          <p:cNvPr id="8" name="Title 7"/>
          <p:cNvSpPr>
            <a:spLocks noGrp="1"/>
          </p:cNvSpPr>
          <p:nvPr>
            <p:ph type="title"/>
          </p:nvPr>
        </p:nvSpPr>
        <p:spPr/>
        <p:txBody>
          <a:bodyPr/>
          <a:lstStyle/>
          <a:p>
            <a:r>
              <a:rPr lang="en-US" dirty="0"/>
              <a:t>asset status-heat map</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4009322" cy="4604885"/>
          </a:xfrm>
        </p:spPr>
        <p:txBody>
          <a:bodyPr/>
          <a:lstStyle/>
          <a:p>
            <a:pPr marL="171450" lvl="2" indent="-171450">
              <a:buClrTx/>
              <a:buFont typeface="Arial" panose="020B0604020202020204" pitchFamily="34" charset="0"/>
              <a:buChar char="•"/>
            </a:pPr>
            <a:r>
              <a:rPr lang="en-GB" dirty="0"/>
              <a:t>Asset Status page has a search option and additional filters available including filters for:</a:t>
            </a:r>
          </a:p>
          <a:p>
            <a:pPr lvl="3">
              <a:buFont typeface="+mj-lt"/>
              <a:buAutoNum type="alphaLcPeriod"/>
            </a:pPr>
            <a:r>
              <a:rPr lang="en-GB" sz="1600" dirty="0"/>
              <a:t>Asset Category</a:t>
            </a:r>
          </a:p>
          <a:p>
            <a:pPr lvl="3">
              <a:buFont typeface="+mj-lt"/>
              <a:buAutoNum type="alphaLcPeriod"/>
            </a:pPr>
            <a:r>
              <a:rPr lang="en-GB" sz="1600" dirty="0"/>
              <a:t>Asset Class</a:t>
            </a:r>
          </a:p>
          <a:p>
            <a:pPr lvl="3">
              <a:buFont typeface="+mj-lt"/>
              <a:buAutoNum type="alphaLcPeriod"/>
            </a:pPr>
            <a:r>
              <a:rPr lang="en-GB" sz="1600" dirty="0"/>
              <a:t>Asset Type</a:t>
            </a:r>
          </a:p>
          <a:p>
            <a:pPr lvl="3">
              <a:buFont typeface="+mj-lt"/>
              <a:buAutoNum type="alphaLcPeriod"/>
            </a:pPr>
            <a:r>
              <a:rPr lang="en-GB" sz="1600" dirty="0"/>
              <a:t>Fault Status</a:t>
            </a:r>
          </a:p>
          <a:p>
            <a:pPr lvl="3">
              <a:buFont typeface="+mj-lt"/>
              <a:buAutoNum type="alphaLcPeriod"/>
            </a:pPr>
            <a:r>
              <a:rPr lang="en-GB" sz="1600" dirty="0"/>
              <a:t>Fault Condition</a:t>
            </a:r>
          </a:p>
          <a:p>
            <a:pPr lvl="3">
              <a:buFont typeface="+mj-lt"/>
              <a:buAutoNum type="alphaLcPeriod"/>
            </a:pPr>
            <a:r>
              <a:rPr lang="en-GB" sz="1600" dirty="0"/>
              <a:t>Criticality</a:t>
            </a:r>
          </a:p>
          <a:p>
            <a:pPr lvl="3">
              <a:buFont typeface="+mj-lt"/>
              <a:buAutoNum type="alphaLcPeriod"/>
            </a:pPr>
            <a:r>
              <a:rPr lang="en-GB" sz="1600" dirty="0"/>
              <a:t>Priority</a:t>
            </a:r>
          </a:p>
          <a:p>
            <a:pPr marL="171450" lvl="2" indent="-171450">
              <a:buClrTx/>
              <a:buFont typeface="Arial" panose="020B0604020202020204" pitchFamily="34" charset="0"/>
              <a:buChar char="•"/>
            </a:pPr>
            <a:r>
              <a:rPr lang="en-GB" dirty="0"/>
              <a:t>Clicking on any asset launches a pop-up window that displays the details of the asset along with the fault details. It provides navigation option for other views which will help in drilling down to the root cause.</a:t>
            </a:r>
          </a:p>
          <a:p>
            <a:pPr marL="171450" lvl="2" indent="-171450">
              <a:buClrTx/>
              <a:buFont typeface="Arial" panose="020B0604020202020204" pitchFamily="34" charset="0"/>
              <a:buChar char="•"/>
            </a:pPr>
            <a:r>
              <a:rPr lang="en-GB" dirty="0"/>
              <a:t>The views can alternately be launched from the contents tree as well.</a:t>
            </a:r>
          </a:p>
        </p:txBody>
      </p:sp>
      <p:sp>
        <p:nvSpPr>
          <p:cNvPr id="9" name="Rectangle 8">
            <a:extLst>
              <a:ext uri="{FF2B5EF4-FFF2-40B4-BE49-F238E27FC236}">
                <a16:creationId xmlns:a16="http://schemas.microsoft.com/office/drawing/2014/main" id="{C36F990F-17B0-4D04-9025-965C36AA7FE7}"/>
              </a:ext>
            </a:extLst>
          </p:cNvPr>
          <p:cNvSpPr/>
          <p:nvPr/>
        </p:nvSpPr>
        <p:spPr>
          <a:xfrm>
            <a:off x="10686315" y="1659254"/>
            <a:ext cx="73886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AC994B1-0A74-4F5A-95F3-76A1FA3B2281}"/>
              </a:ext>
            </a:extLst>
          </p:cNvPr>
          <p:cNvSpPr/>
          <p:nvPr/>
        </p:nvSpPr>
        <p:spPr>
          <a:xfrm>
            <a:off x="10686315" y="2811780"/>
            <a:ext cx="73886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44E71EB-AE93-428C-AC3D-B7968396DC93}"/>
              </a:ext>
            </a:extLst>
          </p:cNvPr>
          <p:cNvSpPr/>
          <p:nvPr/>
        </p:nvSpPr>
        <p:spPr>
          <a:xfrm>
            <a:off x="10686315" y="1064789"/>
            <a:ext cx="73886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248B7E-9B68-456B-9C1F-1B175BC8A429}"/>
              </a:ext>
            </a:extLst>
          </p:cNvPr>
          <p:cNvSpPr/>
          <p:nvPr/>
        </p:nvSpPr>
        <p:spPr>
          <a:xfrm>
            <a:off x="10686315" y="2273431"/>
            <a:ext cx="73886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3850DB-81F5-483D-8BDC-D102458CAC10}"/>
              </a:ext>
            </a:extLst>
          </p:cNvPr>
          <p:cNvSpPr/>
          <p:nvPr/>
        </p:nvSpPr>
        <p:spPr>
          <a:xfrm>
            <a:off x="10686315" y="3398158"/>
            <a:ext cx="73886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084E48F-8C61-4A78-A5DA-C90FDA948D50}"/>
              </a:ext>
            </a:extLst>
          </p:cNvPr>
          <p:cNvSpPr/>
          <p:nvPr/>
        </p:nvSpPr>
        <p:spPr>
          <a:xfrm>
            <a:off x="10658629" y="3977278"/>
            <a:ext cx="73886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FC4724D-8637-4BA8-B274-FA24C0DEE9BB}"/>
              </a:ext>
            </a:extLst>
          </p:cNvPr>
          <p:cNvSpPr/>
          <p:nvPr/>
        </p:nvSpPr>
        <p:spPr>
          <a:xfrm>
            <a:off x="10686315" y="4592421"/>
            <a:ext cx="73886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E8544C27-B308-4D0B-BD50-9A0C9B9A0641}"/>
              </a:ext>
            </a:extLst>
          </p:cNvPr>
          <p:cNvCxnSpPr>
            <a:cxnSpLocks/>
          </p:cNvCxnSpPr>
          <p:nvPr/>
        </p:nvCxnSpPr>
        <p:spPr>
          <a:xfrm>
            <a:off x="11425175" y="1125150"/>
            <a:ext cx="1985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60ED0E11-EA72-45AA-81A4-560E97FF5146}"/>
              </a:ext>
            </a:extLst>
          </p:cNvPr>
          <p:cNvSpPr/>
          <p:nvPr/>
        </p:nvSpPr>
        <p:spPr>
          <a:xfrm>
            <a:off x="11553787" y="914400"/>
            <a:ext cx="312906"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d</a:t>
            </a:r>
          </a:p>
        </p:txBody>
      </p:sp>
      <p:cxnSp>
        <p:nvCxnSpPr>
          <p:cNvPr id="20" name="Straight Arrow Connector 19">
            <a:extLst>
              <a:ext uri="{FF2B5EF4-FFF2-40B4-BE49-F238E27FC236}">
                <a16:creationId xmlns:a16="http://schemas.microsoft.com/office/drawing/2014/main" id="{44D687C1-EA05-440D-98F1-6E9D9C75BB96}"/>
              </a:ext>
            </a:extLst>
          </p:cNvPr>
          <p:cNvCxnSpPr>
            <a:cxnSpLocks/>
          </p:cNvCxnSpPr>
          <p:nvPr/>
        </p:nvCxnSpPr>
        <p:spPr>
          <a:xfrm>
            <a:off x="11436010" y="3471862"/>
            <a:ext cx="1985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DEC1A963-1D50-4803-B864-A303CB88BCB7}"/>
              </a:ext>
            </a:extLst>
          </p:cNvPr>
          <p:cNvSpPr/>
          <p:nvPr/>
        </p:nvSpPr>
        <p:spPr>
          <a:xfrm>
            <a:off x="11564622" y="3261112"/>
            <a:ext cx="312906"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a</a:t>
            </a:r>
          </a:p>
        </p:txBody>
      </p:sp>
      <p:cxnSp>
        <p:nvCxnSpPr>
          <p:cNvPr id="22" name="Straight Arrow Connector 21">
            <a:extLst>
              <a:ext uri="{FF2B5EF4-FFF2-40B4-BE49-F238E27FC236}">
                <a16:creationId xmlns:a16="http://schemas.microsoft.com/office/drawing/2014/main" id="{2C45A07E-7D81-4B66-872D-DBB6CBCAF1EB}"/>
              </a:ext>
            </a:extLst>
          </p:cNvPr>
          <p:cNvCxnSpPr>
            <a:cxnSpLocks/>
          </p:cNvCxnSpPr>
          <p:nvPr/>
        </p:nvCxnSpPr>
        <p:spPr>
          <a:xfrm>
            <a:off x="11392645" y="4065864"/>
            <a:ext cx="1985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EF13A82D-26E7-4A8E-A64D-2D61F0B8861F}"/>
              </a:ext>
            </a:extLst>
          </p:cNvPr>
          <p:cNvSpPr/>
          <p:nvPr/>
        </p:nvSpPr>
        <p:spPr>
          <a:xfrm>
            <a:off x="11521257" y="3855114"/>
            <a:ext cx="312906"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b</a:t>
            </a:r>
          </a:p>
        </p:txBody>
      </p:sp>
      <p:cxnSp>
        <p:nvCxnSpPr>
          <p:cNvPr id="26" name="Straight Arrow Connector 25">
            <a:extLst>
              <a:ext uri="{FF2B5EF4-FFF2-40B4-BE49-F238E27FC236}">
                <a16:creationId xmlns:a16="http://schemas.microsoft.com/office/drawing/2014/main" id="{F0D44D52-E393-40DA-BA1B-6FC3D926DCAB}"/>
              </a:ext>
            </a:extLst>
          </p:cNvPr>
          <p:cNvCxnSpPr>
            <a:cxnSpLocks/>
          </p:cNvCxnSpPr>
          <p:nvPr/>
        </p:nvCxnSpPr>
        <p:spPr>
          <a:xfrm>
            <a:off x="11425175" y="4652907"/>
            <a:ext cx="1985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79B7C7B6-6EB2-4799-925F-1C095659548D}"/>
              </a:ext>
            </a:extLst>
          </p:cNvPr>
          <p:cNvSpPr/>
          <p:nvPr/>
        </p:nvSpPr>
        <p:spPr>
          <a:xfrm>
            <a:off x="11553787" y="4442157"/>
            <a:ext cx="312906"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c</a:t>
            </a:r>
          </a:p>
        </p:txBody>
      </p:sp>
      <p:cxnSp>
        <p:nvCxnSpPr>
          <p:cNvPr id="28" name="Straight Arrow Connector 27">
            <a:extLst>
              <a:ext uri="{FF2B5EF4-FFF2-40B4-BE49-F238E27FC236}">
                <a16:creationId xmlns:a16="http://schemas.microsoft.com/office/drawing/2014/main" id="{615463D0-5EC4-4ECD-9E85-A00A617C2A8C}"/>
              </a:ext>
            </a:extLst>
          </p:cNvPr>
          <p:cNvCxnSpPr>
            <a:cxnSpLocks/>
          </p:cNvCxnSpPr>
          <p:nvPr/>
        </p:nvCxnSpPr>
        <p:spPr>
          <a:xfrm>
            <a:off x="11425175" y="1738277"/>
            <a:ext cx="1985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EBC4189A-735C-4F00-8910-F850176BCB3D}"/>
              </a:ext>
            </a:extLst>
          </p:cNvPr>
          <p:cNvSpPr/>
          <p:nvPr/>
        </p:nvSpPr>
        <p:spPr>
          <a:xfrm>
            <a:off x="11553787" y="1527527"/>
            <a:ext cx="312906"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e</a:t>
            </a:r>
          </a:p>
        </p:txBody>
      </p:sp>
      <p:cxnSp>
        <p:nvCxnSpPr>
          <p:cNvPr id="30" name="Straight Arrow Connector 29">
            <a:extLst>
              <a:ext uri="{FF2B5EF4-FFF2-40B4-BE49-F238E27FC236}">
                <a16:creationId xmlns:a16="http://schemas.microsoft.com/office/drawing/2014/main" id="{91EC080D-EE71-4EB1-B493-7C43A4326CC7}"/>
              </a:ext>
            </a:extLst>
          </p:cNvPr>
          <p:cNvCxnSpPr>
            <a:cxnSpLocks/>
          </p:cNvCxnSpPr>
          <p:nvPr/>
        </p:nvCxnSpPr>
        <p:spPr>
          <a:xfrm>
            <a:off x="11451835" y="2358363"/>
            <a:ext cx="1985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0390FDCE-1E10-449A-93D2-34C3F49D0738}"/>
              </a:ext>
            </a:extLst>
          </p:cNvPr>
          <p:cNvSpPr/>
          <p:nvPr/>
        </p:nvSpPr>
        <p:spPr>
          <a:xfrm>
            <a:off x="11580447" y="2147613"/>
            <a:ext cx="312906"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f</a:t>
            </a:r>
          </a:p>
        </p:txBody>
      </p:sp>
      <p:cxnSp>
        <p:nvCxnSpPr>
          <p:cNvPr id="32" name="Straight Arrow Connector 31">
            <a:extLst>
              <a:ext uri="{FF2B5EF4-FFF2-40B4-BE49-F238E27FC236}">
                <a16:creationId xmlns:a16="http://schemas.microsoft.com/office/drawing/2014/main" id="{F4030B2E-AEFD-4454-8C1C-C4BA4D091B23}"/>
              </a:ext>
            </a:extLst>
          </p:cNvPr>
          <p:cNvCxnSpPr>
            <a:cxnSpLocks/>
          </p:cNvCxnSpPr>
          <p:nvPr/>
        </p:nvCxnSpPr>
        <p:spPr>
          <a:xfrm>
            <a:off x="11426742" y="2885418"/>
            <a:ext cx="1985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5E962B4C-492C-4614-AEC1-C2751BB3DF1D}"/>
              </a:ext>
            </a:extLst>
          </p:cNvPr>
          <p:cNvSpPr/>
          <p:nvPr/>
        </p:nvSpPr>
        <p:spPr>
          <a:xfrm>
            <a:off x="11555354" y="2674668"/>
            <a:ext cx="312906"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g</a:t>
            </a:r>
          </a:p>
        </p:txBody>
      </p:sp>
      <p:pic>
        <p:nvPicPr>
          <p:cNvPr id="5" name="Picture 4">
            <a:extLst>
              <a:ext uri="{FF2B5EF4-FFF2-40B4-BE49-F238E27FC236}">
                <a16:creationId xmlns:a16="http://schemas.microsoft.com/office/drawing/2014/main" id="{1789B14D-C75A-CAD4-72CD-139010F01571}"/>
              </a:ext>
            </a:extLst>
          </p:cNvPr>
          <p:cNvPicPr>
            <a:picLocks noChangeAspect="1"/>
          </p:cNvPicPr>
          <p:nvPr/>
        </p:nvPicPr>
        <p:blipFill>
          <a:blip r:embed="rId4"/>
          <a:stretch>
            <a:fillRect/>
          </a:stretch>
        </p:blipFill>
        <p:spPr>
          <a:xfrm>
            <a:off x="4607890" y="977768"/>
            <a:ext cx="5911292" cy="4110168"/>
          </a:xfrm>
          <a:prstGeom prst="rect">
            <a:avLst/>
          </a:prstGeom>
        </p:spPr>
      </p:pic>
      <p:sp>
        <p:nvSpPr>
          <p:cNvPr id="6" name="Rectangle: Rounded Corners 5">
            <a:extLst>
              <a:ext uri="{FF2B5EF4-FFF2-40B4-BE49-F238E27FC236}">
                <a16:creationId xmlns:a16="http://schemas.microsoft.com/office/drawing/2014/main" id="{6CD58BAE-826F-8A49-0FE3-93D5DD1D6009}"/>
              </a:ext>
            </a:extLst>
          </p:cNvPr>
          <p:cNvSpPr/>
          <p:nvPr/>
        </p:nvSpPr>
        <p:spPr>
          <a:xfrm>
            <a:off x="6443330" y="2516945"/>
            <a:ext cx="1254642" cy="1041233"/>
          </a:xfrm>
          <a:prstGeom prst="roundRect">
            <a:avLst/>
          </a:prstGeom>
          <a:noFill/>
          <a:ln w="2857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5142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B2060E-A870-46E6-AC79-2009219A680E}"/>
              </a:ext>
            </a:extLst>
          </p:cNvPr>
          <p:cNvPicPr>
            <a:picLocks noChangeAspect="1"/>
          </p:cNvPicPr>
          <p:nvPr/>
        </p:nvPicPr>
        <p:blipFill>
          <a:blip r:embed="rId3"/>
          <a:stretch>
            <a:fillRect/>
          </a:stretch>
        </p:blipFill>
        <p:spPr>
          <a:xfrm>
            <a:off x="6347636" y="827936"/>
            <a:ext cx="5803193" cy="4788003"/>
          </a:xfrm>
          <a:prstGeom prst="rect">
            <a:avLst/>
          </a:prstGeom>
        </p:spPr>
      </p:pic>
      <p:sp>
        <p:nvSpPr>
          <p:cNvPr id="9" name="Title 1">
            <a:extLst>
              <a:ext uri="{FF2B5EF4-FFF2-40B4-BE49-F238E27FC236}">
                <a16:creationId xmlns:a16="http://schemas.microsoft.com/office/drawing/2014/main" id="{2EDD9C3D-096B-44AA-BD53-EC491E807BF6}"/>
              </a:ext>
            </a:extLst>
          </p:cNvPr>
          <p:cNvSpPr>
            <a:spLocks noGrp="1"/>
          </p:cNvSpPr>
          <p:nvPr>
            <p:ph type="title"/>
          </p:nvPr>
        </p:nvSpPr>
        <p:spPr>
          <a:xfrm>
            <a:off x="594370" y="182880"/>
            <a:ext cx="11017663" cy="683452"/>
          </a:xfrm>
        </p:spPr>
        <p:txBody>
          <a:bodyPr vert="horz" lIns="0" tIns="45720" rIns="0" bIns="45720" rtlCol="0" anchor="ctr">
            <a:noAutofit/>
          </a:bodyPr>
          <a:lstStyle/>
          <a:p>
            <a:r>
              <a:rPr lang="en-AU" b="1" dirty="0"/>
              <a:t>Asset Status Dashboard</a:t>
            </a:r>
            <a:endParaRPr lang="en-US" b="1" dirty="0"/>
          </a:p>
        </p:txBody>
      </p:sp>
      <p:sp>
        <p:nvSpPr>
          <p:cNvPr id="10" name="Rectangle 16">
            <a:extLst>
              <a:ext uri="{FF2B5EF4-FFF2-40B4-BE49-F238E27FC236}">
                <a16:creationId xmlns:a16="http://schemas.microsoft.com/office/drawing/2014/main" id="{535BEAF3-3ED6-4B28-B477-8EACEB8AE2D2}"/>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0DF2A3C1-AC18-44DD-ABB2-DE03962C3BA7}"/>
              </a:ext>
            </a:extLst>
          </p:cNvPr>
          <p:cNvSpPr txBox="1"/>
          <p:nvPr/>
        </p:nvSpPr>
        <p:spPr>
          <a:xfrm>
            <a:off x="32164" y="866332"/>
            <a:ext cx="6410214" cy="6001643"/>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marL="342900" lvl="0" indent="-342900" algn="just" fontAlgn="base">
              <a:spcAft>
                <a:spcPct val="0"/>
              </a:spcAft>
              <a:buFont typeface="+mj-lt"/>
              <a:buAutoNum type="arabicParenR"/>
            </a:pPr>
            <a:r>
              <a:rPr lang="en-AU" altLang="en-US" dirty="0">
                <a:latin typeface="+mn-lt"/>
              </a:rPr>
              <a:t>Once you click on the Asset Status option on the Content tab the Asset Status dashboard gets displayed.</a:t>
            </a:r>
          </a:p>
          <a:p>
            <a:pPr marL="342900" indent="-342900" algn="just" fontAlgn="base">
              <a:spcAft>
                <a:spcPct val="0"/>
              </a:spcAft>
              <a:buFont typeface="+mj-lt"/>
              <a:buAutoNum type="arabicParenR"/>
            </a:pPr>
            <a:r>
              <a:rPr lang="en-AU" altLang="en-US" dirty="0">
                <a:latin typeface="+mn-lt"/>
              </a:rPr>
              <a:t>The Asset Status dashboard displays a </a:t>
            </a:r>
            <a:r>
              <a:rPr lang="en-AU" altLang="en-US" dirty="0" err="1">
                <a:latin typeface="+mn-lt"/>
              </a:rPr>
              <a:t>treemap</a:t>
            </a:r>
            <a:r>
              <a:rPr lang="en-AU" altLang="en-US" dirty="0">
                <a:latin typeface="+mn-lt"/>
              </a:rPr>
              <a:t> showing the criticality and priority values of the item currently selected on the asset tree.</a:t>
            </a:r>
          </a:p>
          <a:p>
            <a:pPr marL="342900" indent="-342900" algn="just" fontAlgn="base">
              <a:spcAft>
                <a:spcPct val="0"/>
              </a:spcAft>
              <a:buFont typeface="+mj-lt"/>
              <a:buAutoNum type="arabicParenR"/>
            </a:pPr>
            <a:r>
              <a:rPr lang="en-US" dirty="0"/>
              <a:t>The Content option selected along with the selected Asset is displayed above the dashboard.</a:t>
            </a:r>
          </a:p>
          <a:p>
            <a:pPr marL="342900" indent="-342900" algn="just" fontAlgn="base">
              <a:spcAft>
                <a:spcPct val="0"/>
              </a:spcAft>
              <a:buFont typeface="+mj-lt"/>
              <a:buAutoNum type="arabicParenR"/>
            </a:pPr>
            <a:r>
              <a:rPr lang="en-US" dirty="0"/>
              <a:t>You can change the settings of the Display by:</a:t>
            </a:r>
          </a:p>
          <a:p>
            <a:pPr marL="1028700" lvl="1" indent="-342900" fontAlgn="base">
              <a:spcAft>
                <a:spcPct val="0"/>
              </a:spcAft>
              <a:buFont typeface="+mj-lt"/>
              <a:buAutoNum type="alphaLcPeriod"/>
            </a:pPr>
            <a:r>
              <a:rPr lang="en-AU" altLang="en-US" dirty="0"/>
              <a:t>Group- To change the property used to group the rectangles </a:t>
            </a:r>
            <a:r>
              <a:rPr lang="en-AU" altLang="en-US" sz="1200" dirty="0"/>
              <a:t>you</a:t>
            </a:r>
            <a:r>
              <a:rPr lang="en-AU" altLang="en-US" dirty="0"/>
              <a:t> can display the assets based on Asset Class, Asset Category, Asset Type, Criticality, Priority, Location or No Grouping.</a:t>
            </a:r>
          </a:p>
          <a:p>
            <a:pPr marL="1028700" lvl="1" indent="-342900" fontAlgn="base">
              <a:spcAft>
                <a:spcPct val="0"/>
              </a:spcAft>
              <a:buFont typeface="+mj-lt"/>
              <a:buAutoNum type="alphaLcPeriod"/>
            </a:pPr>
            <a:r>
              <a:rPr lang="en-AU" altLang="en-US" dirty="0"/>
              <a:t>Size- To change the property by the size of the rectangle you can select the size based on Criticality, Priority, Max Severity, Same Size.</a:t>
            </a:r>
          </a:p>
          <a:p>
            <a:pPr marL="1028700" lvl="1" indent="-342900" fontAlgn="base">
              <a:spcAft>
                <a:spcPct val="0"/>
              </a:spcAft>
              <a:buFont typeface="+mj-lt"/>
              <a:buAutoNum type="alphaLcPeriod"/>
            </a:pPr>
            <a:r>
              <a:rPr lang="en-AU" altLang="en-US" dirty="0" err="1"/>
              <a:t>Color</a:t>
            </a:r>
            <a:r>
              <a:rPr lang="en-AU" altLang="en-US" dirty="0"/>
              <a:t>- To change the property by the </a:t>
            </a:r>
            <a:r>
              <a:rPr lang="en-AU" altLang="en-US" dirty="0" err="1"/>
              <a:t>color</a:t>
            </a:r>
            <a:r>
              <a:rPr lang="en-AU" altLang="en-US" dirty="0"/>
              <a:t> of the rectangle you can select the </a:t>
            </a:r>
            <a:r>
              <a:rPr lang="en-AU" altLang="en-US" dirty="0" err="1"/>
              <a:t>color</a:t>
            </a:r>
            <a:r>
              <a:rPr lang="en-AU" altLang="en-US" dirty="0"/>
              <a:t> based on Criticality, Priority, Max Severity, Same Size. The change in </a:t>
            </a:r>
            <a:r>
              <a:rPr lang="en-AU" altLang="en-US" dirty="0" err="1"/>
              <a:t>color</a:t>
            </a:r>
            <a:r>
              <a:rPr lang="en-AU" altLang="en-US" dirty="0"/>
              <a:t> based on the selection will be visible as shown in 4.c1 </a:t>
            </a:r>
          </a:p>
          <a:p>
            <a:pPr marL="342900" indent="-342900" fontAlgn="base">
              <a:spcAft>
                <a:spcPct val="0"/>
              </a:spcAft>
              <a:buFont typeface="+mj-lt"/>
              <a:buAutoNum type="arabicParenR"/>
            </a:pPr>
            <a:endParaRPr lang="en-AU" altLang="en-US" dirty="0"/>
          </a:p>
          <a:p>
            <a:pPr fontAlgn="base">
              <a:spcAft>
                <a:spcPct val="0"/>
              </a:spcAft>
            </a:pPr>
            <a:endParaRPr lang="en-AU" altLang="en-US" dirty="0"/>
          </a:p>
          <a:p>
            <a:pPr lvl="0" fontAlgn="base">
              <a:spcAft>
                <a:spcPct val="0"/>
              </a:spcAft>
            </a:pPr>
            <a:endParaRPr lang="en-AU" altLang="en-US" dirty="0"/>
          </a:p>
          <a:p>
            <a:endParaRPr lang="en-AU" dirty="0"/>
          </a:p>
          <a:p>
            <a:r>
              <a:rPr lang="en-AU" dirty="0"/>
              <a:t> </a:t>
            </a:r>
            <a:endParaRPr lang="en-US" dirty="0"/>
          </a:p>
        </p:txBody>
      </p:sp>
      <p:sp>
        <p:nvSpPr>
          <p:cNvPr id="12" name="Rectangle 11">
            <a:extLst>
              <a:ext uri="{FF2B5EF4-FFF2-40B4-BE49-F238E27FC236}">
                <a16:creationId xmlns:a16="http://schemas.microsoft.com/office/drawing/2014/main" id="{2F83806D-05FD-430A-9AAF-B70025C3C552}"/>
              </a:ext>
            </a:extLst>
          </p:cNvPr>
          <p:cNvSpPr/>
          <p:nvPr/>
        </p:nvSpPr>
        <p:spPr>
          <a:xfrm>
            <a:off x="6003635" y="2967335"/>
            <a:ext cx="184731" cy="369332"/>
          </a:xfrm>
          <a:prstGeom prst="rect">
            <a:avLst/>
          </a:prstGeom>
          <a:noFill/>
        </p:spPr>
        <p:txBody>
          <a:bodyPr wrap="none" lIns="91440" tIns="45720" rIns="91440" bIns="45720">
            <a:spAutoFit/>
          </a:bodyPr>
          <a:lstStyle/>
          <a:p>
            <a:pPr algn="ct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15" name="Rectangle 14">
            <a:extLst>
              <a:ext uri="{FF2B5EF4-FFF2-40B4-BE49-F238E27FC236}">
                <a16:creationId xmlns:a16="http://schemas.microsoft.com/office/drawing/2014/main" id="{0774F539-0253-4F89-8D33-3FD474208DD0}"/>
              </a:ext>
            </a:extLst>
          </p:cNvPr>
          <p:cNvSpPr/>
          <p:nvPr/>
        </p:nvSpPr>
        <p:spPr>
          <a:xfrm>
            <a:off x="7833329" y="1671737"/>
            <a:ext cx="4268456" cy="392589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717F5CB-3066-4CFF-8EFD-6E129EF21E04}"/>
              </a:ext>
            </a:extLst>
          </p:cNvPr>
          <p:cNvSpPr/>
          <p:nvPr/>
        </p:nvSpPr>
        <p:spPr>
          <a:xfrm>
            <a:off x="6495952" y="1478980"/>
            <a:ext cx="44196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895354-410F-441B-AFF5-FC1E816FF298}"/>
              </a:ext>
            </a:extLst>
          </p:cNvPr>
          <p:cNvSpPr/>
          <p:nvPr/>
        </p:nvSpPr>
        <p:spPr>
          <a:xfrm rot="10800000" flipH="1" flipV="1">
            <a:off x="9322481" y="1188896"/>
            <a:ext cx="838917" cy="14323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8EFF7085-DCBA-433B-A492-DB88832A69FA}"/>
              </a:ext>
            </a:extLst>
          </p:cNvPr>
          <p:cNvCxnSpPr>
            <a:cxnSpLocks/>
          </p:cNvCxnSpPr>
          <p:nvPr/>
        </p:nvCxnSpPr>
        <p:spPr>
          <a:xfrm>
            <a:off x="6952672" y="1547583"/>
            <a:ext cx="134209" cy="7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9CEF0D30-2485-4715-878B-4C02468FA583}"/>
              </a:ext>
            </a:extLst>
          </p:cNvPr>
          <p:cNvSpPr/>
          <p:nvPr/>
        </p:nvSpPr>
        <p:spPr>
          <a:xfrm>
            <a:off x="6985394" y="1358840"/>
            <a:ext cx="306495"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sp>
        <p:nvSpPr>
          <p:cNvPr id="21" name="Rectangle 20">
            <a:extLst>
              <a:ext uri="{FF2B5EF4-FFF2-40B4-BE49-F238E27FC236}">
                <a16:creationId xmlns:a16="http://schemas.microsoft.com/office/drawing/2014/main" id="{74AF358C-6FD0-426D-8202-56A1D8240864}"/>
              </a:ext>
            </a:extLst>
          </p:cNvPr>
          <p:cNvSpPr/>
          <p:nvPr/>
        </p:nvSpPr>
        <p:spPr>
          <a:xfrm>
            <a:off x="10373147" y="1051227"/>
            <a:ext cx="306495"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3</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sp>
        <p:nvSpPr>
          <p:cNvPr id="22" name="Rectangle 21">
            <a:extLst>
              <a:ext uri="{FF2B5EF4-FFF2-40B4-BE49-F238E27FC236}">
                <a16:creationId xmlns:a16="http://schemas.microsoft.com/office/drawing/2014/main" id="{56E99ABC-39F2-455F-8D88-0D36672C657E}"/>
              </a:ext>
            </a:extLst>
          </p:cNvPr>
          <p:cNvSpPr/>
          <p:nvPr/>
        </p:nvSpPr>
        <p:spPr>
          <a:xfrm>
            <a:off x="11471538" y="1145420"/>
            <a:ext cx="306495"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2</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cxnSp>
        <p:nvCxnSpPr>
          <p:cNvPr id="23" name="Straight Arrow Connector 22">
            <a:extLst>
              <a:ext uri="{FF2B5EF4-FFF2-40B4-BE49-F238E27FC236}">
                <a16:creationId xmlns:a16="http://schemas.microsoft.com/office/drawing/2014/main" id="{31AFFB57-6F6E-4E48-BBC5-A304AF1D1375}"/>
              </a:ext>
            </a:extLst>
          </p:cNvPr>
          <p:cNvCxnSpPr>
            <a:cxnSpLocks/>
          </p:cNvCxnSpPr>
          <p:nvPr/>
        </p:nvCxnSpPr>
        <p:spPr>
          <a:xfrm flipV="1">
            <a:off x="11615387" y="1405278"/>
            <a:ext cx="0" cy="27465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0808A56C-154D-B463-7DCC-8CCD9349150D}"/>
              </a:ext>
            </a:extLst>
          </p:cNvPr>
          <p:cNvCxnSpPr>
            <a:cxnSpLocks/>
          </p:cNvCxnSpPr>
          <p:nvPr/>
        </p:nvCxnSpPr>
        <p:spPr>
          <a:xfrm>
            <a:off x="10209788" y="1253407"/>
            <a:ext cx="134209" cy="7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78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CF4D0CB-E8C2-4F67-AA7F-87F288E6B9C1}"/>
              </a:ext>
            </a:extLst>
          </p:cNvPr>
          <p:cNvSpPr>
            <a:spLocks noGrp="1"/>
          </p:cNvSpPr>
          <p:nvPr>
            <p:ph type="title"/>
          </p:nvPr>
        </p:nvSpPr>
        <p:spPr>
          <a:xfrm>
            <a:off x="594370" y="182880"/>
            <a:ext cx="11017663" cy="683452"/>
          </a:xfrm>
        </p:spPr>
        <p:txBody>
          <a:bodyPr vert="horz" lIns="0" tIns="45720" rIns="0" bIns="45720" rtlCol="0" anchor="ctr">
            <a:noAutofit/>
          </a:bodyPr>
          <a:lstStyle/>
          <a:p>
            <a:r>
              <a:rPr lang="en-AU" b="1" dirty="0"/>
              <a:t>Asset Status Dashboard (Contd.)</a:t>
            </a:r>
            <a:endParaRPr lang="en-US" b="1" dirty="0"/>
          </a:p>
        </p:txBody>
      </p:sp>
      <p:sp>
        <p:nvSpPr>
          <p:cNvPr id="11" name="TextBox 10">
            <a:extLst>
              <a:ext uri="{FF2B5EF4-FFF2-40B4-BE49-F238E27FC236}">
                <a16:creationId xmlns:a16="http://schemas.microsoft.com/office/drawing/2014/main" id="{5F936420-0D1C-4595-A0FD-3C6AD0D94E58}"/>
              </a:ext>
            </a:extLst>
          </p:cNvPr>
          <p:cNvSpPr txBox="1"/>
          <p:nvPr/>
        </p:nvSpPr>
        <p:spPr>
          <a:xfrm>
            <a:off x="587485" y="866332"/>
            <a:ext cx="9804289" cy="1815882"/>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lvl="1" indent="0" fontAlgn="base">
              <a:spcAft>
                <a:spcPct val="0"/>
              </a:spcAft>
              <a:buNone/>
            </a:pPr>
            <a:r>
              <a:rPr lang="en-AU" altLang="en-US" dirty="0"/>
              <a:t>d.	  Cell Labels- To change the property used to label the cells you can select by Name, Display 	  Name or Description.</a:t>
            </a:r>
          </a:p>
          <a:p>
            <a:pPr lvl="1" indent="0" fontAlgn="base">
              <a:spcAft>
                <a:spcPct val="0"/>
              </a:spcAft>
              <a:buNone/>
            </a:pPr>
            <a:r>
              <a:rPr lang="en-AU" altLang="en-US" dirty="0"/>
              <a:t>e.	  To reload the </a:t>
            </a:r>
            <a:r>
              <a:rPr lang="en-AU" altLang="en-US" dirty="0" err="1"/>
              <a:t>treemap</a:t>
            </a:r>
            <a:r>
              <a:rPr lang="en-AU" altLang="en-US" dirty="0"/>
              <a:t> data, click on the refresh data or select the Auto refresh check box to 	  have the </a:t>
            </a:r>
            <a:r>
              <a:rPr lang="en-AU" altLang="en-US" dirty="0" err="1"/>
              <a:t>treemap</a:t>
            </a:r>
            <a:r>
              <a:rPr lang="en-AU" altLang="en-US" dirty="0"/>
              <a:t> data refresh on regular basis.</a:t>
            </a:r>
          </a:p>
          <a:p>
            <a:pPr lvl="0" fontAlgn="base">
              <a:spcAft>
                <a:spcPct val="0"/>
              </a:spcAft>
            </a:pPr>
            <a:endParaRPr lang="en-AU" altLang="en-US" dirty="0"/>
          </a:p>
          <a:p>
            <a:endParaRPr lang="en-AU" dirty="0"/>
          </a:p>
          <a:p>
            <a:r>
              <a:rPr lang="en-AU" dirty="0"/>
              <a:t> </a:t>
            </a:r>
            <a:endParaRPr lang="en-US" dirty="0"/>
          </a:p>
        </p:txBody>
      </p:sp>
      <p:sp>
        <p:nvSpPr>
          <p:cNvPr id="12" name="Rectangle 11">
            <a:extLst>
              <a:ext uri="{FF2B5EF4-FFF2-40B4-BE49-F238E27FC236}">
                <a16:creationId xmlns:a16="http://schemas.microsoft.com/office/drawing/2014/main" id="{653F3CD7-0A75-42CF-86C1-497DDD8ED501}"/>
              </a:ext>
            </a:extLst>
          </p:cNvPr>
          <p:cNvSpPr/>
          <p:nvPr/>
        </p:nvSpPr>
        <p:spPr>
          <a:xfrm>
            <a:off x="6003635" y="2967335"/>
            <a:ext cx="184731" cy="369332"/>
          </a:xfrm>
          <a:prstGeom prst="rect">
            <a:avLst/>
          </a:prstGeom>
          <a:noFill/>
        </p:spPr>
        <p:txBody>
          <a:bodyPr wrap="none" lIns="91440" tIns="45720" rIns="91440" bIns="45720">
            <a:spAutoFit/>
          </a:bodyPr>
          <a:lstStyle/>
          <a:p>
            <a:pPr algn="ctr"/>
            <a:endParaRPr lang="en-US" b="0" cap="none" spc="0" dirty="0">
              <a:ln w="0"/>
              <a:solidFill>
                <a:schemeClr val="tx1"/>
              </a:solidFill>
              <a:effectLst>
                <a:outerShdw blurRad="38100" dist="19050" dir="2700000" algn="tl" rotWithShape="0">
                  <a:schemeClr val="dk1">
                    <a:alpha val="40000"/>
                  </a:schemeClr>
                </a:outerShdw>
              </a:effectLst>
            </a:endParaRPr>
          </a:p>
        </p:txBody>
      </p:sp>
      <p:pic>
        <p:nvPicPr>
          <p:cNvPr id="13" name="Picture 12">
            <a:extLst>
              <a:ext uri="{FF2B5EF4-FFF2-40B4-BE49-F238E27FC236}">
                <a16:creationId xmlns:a16="http://schemas.microsoft.com/office/drawing/2014/main" id="{B68649A8-47AA-46C7-9321-385044FFF3C7}"/>
              </a:ext>
            </a:extLst>
          </p:cNvPr>
          <p:cNvPicPr/>
          <p:nvPr/>
        </p:nvPicPr>
        <p:blipFill rotWithShape="1">
          <a:blip r:embed="rId3" cstate="print">
            <a:extLst>
              <a:ext uri="{28A0092B-C50C-407E-A947-70E740481C1C}">
                <a14:useLocalDpi xmlns:a14="http://schemas.microsoft.com/office/drawing/2010/main" val="0"/>
              </a:ext>
            </a:extLst>
          </a:blip>
          <a:srcRect/>
          <a:stretch/>
        </p:blipFill>
        <p:spPr bwMode="auto">
          <a:xfrm>
            <a:off x="726493" y="2552905"/>
            <a:ext cx="5092699" cy="1276350"/>
          </a:xfrm>
          <a:prstGeom prst="rect">
            <a:avLst/>
          </a:prstGeom>
          <a:noFill/>
          <a:ln>
            <a:solidFill>
              <a:srgbClr val="000000"/>
            </a:solidFill>
          </a:ln>
          <a:extLst>
            <a:ext uri="{53640926-AAD7-44D8-BBD7-CCE9431645EC}">
              <a14:shadowObscured xmlns:a14="http://schemas.microsoft.com/office/drawing/2010/main"/>
            </a:ext>
          </a:extLst>
        </p:spPr>
      </p:pic>
      <p:pic>
        <p:nvPicPr>
          <p:cNvPr id="14" name="Picture 13">
            <a:extLst>
              <a:ext uri="{FF2B5EF4-FFF2-40B4-BE49-F238E27FC236}">
                <a16:creationId xmlns:a16="http://schemas.microsoft.com/office/drawing/2014/main" id="{9594C1E6-20FF-4D22-8669-4AE3009BD1DE}"/>
              </a:ext>
            </a:extLst>
          </p:cNvPr>
          <p:cNvPicPr>
            <a:picLocks noChangeAspect="1"/>
          </p:cNvPicPr>
          <p:nvPr/>
        </p:nvPicPr>
        <p:blipFill>
          <a:blip r:embed="rId4"/>
          <a:stretch>
            <a:fillRect/>
          </a:stretch>
        </p:blipFill>
        <p:spPr>
          <a:xfrm>
            <a:off x="6603927" y="2536775"/>
            <a:ext cx="5092700" cy="1318082"/>
          </a:xfrm>
          <a:prstGeom prst="rect">
            <a:avLst/>
          </a:prstGeom>
          <a:ln>
            <a:solidFill>
              <a:srgbClr val="000000"/>
            </a:solidFill>
          </a:ln>
        </p:spPr>
      </p:pic>
      <p:sp>
        <p:nvSpPr>
          <p:cNvPr id="15" name="Rectangle 14">
            <a:extLst>
              <a:ext uri="{FF2B5EF4-FFF2-40B4-BE49-F238E27FC236}">
                <a16:creationId xmlns:a16="http://schemas.microsoft.com/office/drawing/2014/main" id="{36B40C25-E6D2-4FCF-ABCE-DD0753B8B037}"/>
              </a:ext>
            </a:extLst>
          </p:cNvPr>
          <p:cNvSpPr/>
          <p:nvPr/>
        </p:nvSpPr>
        <p:spPr>
          <a:xfrm>
            <a:off x="1240842" y="2701746"/>
            <a:ext cx="584200" cy="100330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7FE4DCC-D669-4337-BA14-3E66754C3A83}"/>
              </a:ext>
            </a:extLst>
          </p:cNvPr>
          <p:cNvSpPr/>
          <p:nvPr/>
        </p:nvSpPr>
        <p:spPr>
          <a:xfrm>
            <a:off x="2491792" y="3177996"/>
            <a:ext cx="527050" cy="36830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BB5FC58-0464-490B-AEB3-A8C05ACF4A1A}"/>
              </a:ext>
            </a:extLst>
          </p:cNvPr>
          <p:cNvSpPr/>
          <p:nvPr/>
        </p:nvSpPr>
        <p:spPr>
          <a:xfrm>
            <a:off x="7054777" y="3279427"/>
            <a:ext cx="558800" cy="54982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EF314A7-F23C-4769-B003-95197866AE3D}"/>
              </a:ext>
            </a:extLst>
          </p:cNvPr>
          <p:cNvSpPr/>
          <p:nvPr/>
        </p:nvSpPr>
        <p:spPr>
          <a:xfrm>
            <a:off x="3507792" y="3177996"/>
            <a:ext cx="527050" cy="36830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D02D402-CA5C-4492-98CF-DFF3A82A600B}"/>
              </a:ext>
            </a:extLst>
          </p:cNvPr>
          <p:cNvSpPr/>
          <p:nvPr/>
        </p:nvSpPr>
        <p:spPr>
          <a:xfrm>
            <a:off x="7505628" y="2914945"/>
            <a:ext cx="526028"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4.d</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sp>
        <p:nvSpPr>
          <p:cNvPr id="20" name="Rectangle 19">
            <a:extLst>
              <a:ext uri="{FF2B5EF4-FFF2-40B4-BE49-F238E27FC236}">
                <a16:creationId xmlns:a16="http://schemas.microsoft.com/office/drawing/2014/main" id="{1CB6EC64-4D70-45C0-BD26-A8F5AD025885}"/>
              </a:ext>
            </a:extLst>
          </p:cNvPr>
          <p:cNvSpPr/>
          <p:nvPr/>
        </p:nvSpPr>
        <p:spPr>
          <a:xfrm>
            <a:off x="3492428" y="2513849"/>
            <a:ext cx="526028"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4.c</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sp>
        <p:nvSpPr>
          <p:cNvPr id="21" name="Rectangle 20">
            <a:extLst>
              <a:ext uri="{FF2B5EF4-FFF2-40B4-BE49-F238E27FC236}">
                <a16:creationId xmlns:a16="http://schemas.microsoft.com/office/drawing/2014/main" id="{F6557399-2F8E-45FB-9DCD-F9D1F600FE20}"/>
              </a:ext>
            </a:extLst>
          </p:cNvPr>
          <p:cNvSpPr/>
          <p:nvPr/>
        </p:nvSpPr>
        <p:spPr>
          <a:xfrm>
            <a:off x="2444678" y="2503937"/>
            <a:ext cx="526028"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4.b</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sp>
        <p:nvSpPr>
          <p:cNvPr id="22" name="Rectangle 21">
            <a:extLst>
              <a:ext uri="{FF2B5EF4-FFF2-40B4-BE49-F238E27FC236}">
                <a16:creationId xmlns:a16="http://schemas.microsoft.com/office/drawing/2014/main" id="{52D32826-9CF4-49AE-9DAD-D3E8BC15B6F9}"/>
              </a:ext>
            </a:extLst>
          </p:cNvPr>
          <p:cNvSpPr/>
          <p:nvPr/>
        </p:nvSpPr>
        <p:spPr>
          <a:xfrm>
            <a:off x="2035614" y="2536775"/>
            <a:ext cx="526028"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4.a</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cxnSp>
        <p:nvCxnSpPr>
          <p:cNvPr id="23" name="Straight Arrow Connector 22">
            <a:extLst>
              <a:ext uri="{FF2B5EF4-FFF2-40B4-BE49-F238E27FC236}">
                <a16:creationId xmlns:a16="http://schemas.microsoft.com/office/drawing/2014/main" id="{53ED2E3A-BAC6-42A4-82D2-444CF2371939}"/>
              </a:ext>
            </a:extLst>
          </p:cNvPr>
          <p:cNvCxnSpPr/>
          <p:nvPr/>
        </p:nvCxnSpPr>
        <p:spPr>
          <a:xfrm>
            <a:off x="1825042" y="2746196"/>
            <a:ext cx="31115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ADFA3FA-41F7-4DAD-B9AE-9A3465C13DC3}"/>
              </a:ext>
            </a:extLst>
          </p:cNvPr>
          <p:cNvCxnSpPr>
            <a:cxnSpLocks/>
          </p:cNvCxnSpPr>
          <p:nvPr/>
        </p:nvCxnSpPr>
        <p:spPr>
          <a:xfrm flipV="1">
            <a:off x="2707692" y="2796996"/>
            <a:ext cx="0" cy="38735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FB09EDB-1DC6-49EA-9BF3-DCF226A10BA0}"/>
              </a:ext>
            </a:extLst>
          </p:cNvPr>
          <p:cNvCxnSpPr>
            <a:cxnSpLocks/>
          </p:cNvCxnSpPr>
          <p:nvPr/>
        </p:nvCxnSpPr>
        <p:spPr>
          <a:xfrm flipV="1">
            <a:off x="3755442" y="2790646"/>
            <a:ext cx="0" cy="38735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4214329D-B9AB-4531-A9EE-4FA4B879542E}"/>
              </a:ext>
            </a:extLst>
          </p:cNvPr>
          <p:cNvSpPr/>
          <p:nvPr/>
        </p:nvSpPr>
        <p:spPr>
          <a:xfrm>
            <a:off x="4276141" y="3095472"/>
            <a:ext cx="1013338" cy="333528"/>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71AFA27-9CD8-4BC2-997B-D18D91B72D80}"/>
              </a:ext>
            </a:extLst>
          </p:cNvPr>
          <p:cNvSpPr/>
          <p:nvPr/>
        </p:nvSpPr>
        <p:spPr>
          <a:xfrm>
            <a:off x="7913049" y="3223416"/>
            <a:ext cx="354578" cy="30074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B553C622-D313-4E68-8C23-2C9E1354F4B5}"/>
              </a:ext>
            </a:extLst>
          </p:cNvPr>
          <p:cNvCxnSpPr>
            <a:cxnSpLocks/>
          </p:cNvCxnSpPr>
          <p:nvPr/>
        </p:nvCxnSpPr>
        <p:spPr>
          <a:xfrm flipV="1">
            <a:off x="7317791" y="3099611"/>
            <a:ext cx="295786" cy="18333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A8D9F21-E9F7-4E1C-B9F1-FD73E0977999}"/>
              </a:ext>
            </a:extLst>
          </p:cNvPr>
          <p:cNvCxnSpPr>
            <a:cxnSpLocks/>
          </p:cNvCxnSpPr>
          <p:nvPr/>
        </p:nvCxnSpPr>
        <p:spPr>
          <a:xfrm flipV="1">
            <a:off x="4746042" y="2790646"/>
            <a:ext cx="0" cy="30913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CBAD7BF-ECF8-4D88-B8C3-EBB2C98D1301}"/>
              </a:ext>
            </a:extLst>
          </p:cNvPr>
          <p:cNvCxnSpPr/>
          <p:nvPr/>
        </p:nvCxnSpPr>
        <p:spPr>
          <a:xfrm>
            <a:off x="8273977" y="3223416"/>
            <a:ext cx="31115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A7A3F2AA-751C-4DF3-B52B-58B39DD95099}"/>
              </a:ext>
            </a:extLst>
          </p:cNvPr>
          <p:cNvSpPr/>
          <p:nvPr/>
        </p:nvSpPr>
        <p:spPr>
          <a:xfrm>
            <a:off x="8487215" y="3012962"/>
            <a:ext cx="526028"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4.e</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sp>
        <p:nvSpPr>
          <p:cNvPr id="32" name="Rectangle 31">
            <a:extLst>
              <a:ext uri="{FF2B5EF4-FFF2-40B4-BE49-F238E27FC236}">
                <a16:creationId xmlns:a16="http://schemas.microsoft.com/office/drawing/2014/main" id="{B97F98AF-B334-4804-90AC-54394F09C281}"/>
              </a:ext>
            </a:extLst>
          </p:cNvPr>
          <p:cNvSpPr/>
          <p:nvPr/>
        </p:nvSpPr>
        <p:spPr>
          <a:xfrm>
            <a:off x="4413178" y="2475447"/>
            <a:ext cx="656714"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4.c</a:t>
            </a:r>
            <a:endParaRPr lang="en-US" b="0" cap="none" spc="0" dirty="0">
              <a:ln w="0">
                <a:solidFill>
                  <a:schemeClr val="bg1"/>
                </a:solidFill>
              </a:ln>
              <a:solidFill>
                <a:schemeClr val="bg1"/>
              </a:solidFill>
              <a:effectLst>
                <a:outerShdw blurRad="38100" dist="19050" dir="2700000" algn="tl" rotWithShape="0">
                  <a:schemeClr val="dk1">
                    <a:alpha val="40000"/>
                  </a:schemeClr>
                </a:outerShdw>
              </a:effectLst>
            </a:endParaRPr>
          </a:p>
        </p:txBody>
      </p:sp>
      <p:pic>
        <p:nvPicPr>
          <p:cNvPr id="3" name="Picture 2">
            <a:extLst>
              <a:ext uri="{FF2B5EF4-FFF2-40B4-BE49-F238E27FC236}">
                <a16:creationId xmlns:a16="http://schemas.microsoft.com/office/drawing/2014/main" id="{BD25E0C0-988F-ADEA-39DB-E12AF6DF29A6}"/>
              </a:ext>
            </a:extLst>
          </p:cNvPr>
          <p:cNvPicPr>
            <a:picLocks noChangeAspect="1"/>
          </p:cNvPicPr>
          <p:nvPr/>
        </p:nvPicPr>
        <p:blipFill>
          <a:blip r:embed="rId5"/>
          <a:stretch>
            <a:fillRect/>
          </a:stretch>
        </p:blipFill>
        <p:spPr>
          <a:xfrm>
            <a:off x="4290988" y="3161466"/>
            <a:ext cx="953479" cy="204880"/>
          </a:xfrm>
          <a:prstGeom prst="rect">
            <a:avLst/>
          </a:prstGeom>
        </p:spPr>
      </p:pic>
      <p:pic>
        <p:nvPicPr>
          <p:cNvPr id="4" name="Picture 3">
            <a:extLst>
              <a:ext uri="{FF2B5EF4-FFF2-40B4-BE49-F238E27FC236}">
                <a16:creationId xmlns:a16="http://schemas.microsoft.com/office/drawing/2014/main" id="{317BD270-5EC8-BAB2-6404-1CAFD2DB7133}"/>
              </a:ext>
            </a:extLst>
          </p:cNvPr>
          <p:cNvPicPr>
            <a:picLocks noChangeAspect="1"/>
          </p:cNvPicPr>
          <p:nvPr/>
        </p:nvPicPr>
        <p:blipFill>
          <a:blip r:embed="rId5"/>
          <a:stretch>
            <a:fillRect/>
          </a:stretch>
        </p:blipFill>
        <p:spPr>
          <a:xfrm>
            <a:off x="9920853" y="2695165"/>
            <a:ext cx="1269081" cy="369332"/>
          </a:xfrm>
          <a:prstGeom prst="rect">
            <a:avLst/>
          </a:prstGeom>
        </p:spPr>
      </p:pic>
    </p:spTree>
    <p:extLst>
      <p:ext uri="{BB962C8B-B14F-4D97-AF65-F5344CB8AC3E}">
        <p14:creationId xmlns:p14="http://schemas.microsoft.com/office/powerpoint/2010/main" val="3258884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Attribute overview</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0" y="977768"/>
            <a:ext cx="4154337" cy="5397153"/>
          </a:xfrm>
        </p:spPr>
        <p:txBody>
          <a:bodyPr/>
          <a:lstStyle/>
          <a:p>
            <a:pPr marL="171450" lvl="2" indent="-171450">
              <a:buClrTx/>
              <a:buFont typeface="Arial" panose="020B0604020202020204" pitchFamily="34" charset="0"/>
              <a:buChar char="•"/>
            </a:pPr>
            <a:r>
              <a:rPr lang="en-GB" sz="1400" dirty="0"/>
              <a:t>The Attribute overview screen is a table containing all the attributes of the asset along with their current value.</a:t>
            </a:r>
          </a:p>
          <a:p>
            <a:pPr marL="171450" lvl="2" indent="-171450">
              <a:buClrTx/>
              <a:buFont typeface="Arial" panose="020B0604020202020204" pitchFamily="34" charset="0"/>
              <a:buChar char="•"/>
            </a:pPr>
            <a:r>
              <a:rPr lang="en-GB" sz="1400" dirty="0"/>
              <a:t>The table can be configured to show the below fields:</a:t>
            </a:r>
          </a:p>
          <a:p>
            <a:pPr marL="801687" lvl="3" indent="-285750">
              <a:buFont typeface="Wingdings" panose="05000000000000000000" pitchFamily="2" charset="2"/>
              <a:buChar char="§"/>
            </a:pPr>
            <a:r>
              <a:rPr lang="en-GB" sz="1400" dirty="0"/>
              <a:t>Asset</a:t>
            </a:r>
          </a:p>
          <a:p>
            <a:pPr marL="801687" lvl="3" indent="-285750">
              <a:buFont typeface="Wingdings" panose="05000000000000000000" pitchFamily="2" charset="2"/>
              <a:buChar char="§"/>
            </a:pPr>
            <a:r>
              <a:rPr lang="en-GB" sz="1400" dirty="0"/>
              <a:t>Attribute Name</a:t>
            </a:r>
          </a:p>
          <a:p>
            <a:pPr marL="801687" lvl="3" indent="-285750">
              <a:buFont typeface="Wingdings" panose="05000000000000000000" pitchFamily="2" charset="2"/>
              <a:buChar char="§"/>
            </a:pPr>
            <a:r>
              <a:rPr lang="en-GB" sz="1400" dirty="0"/>
              <a:t>Attribute Description</a:t>
            </a:r>
          </a:p>
          <a:p>
            <a:pPr marL="801687" lvl="3" indent="-285750">
              <a:buFont typeface="Wingdings" panose="05000000000000000000" pitchFamily="2" charset="2"/>
              <a:buChar char="§"/>
            </a:pPr>
            <a:r>
              <a:rPr lang="en-GB" sz="1400" dirty="0"/>
              <a:t>Current Value</a:t>
            </a:r>
          </a:p>
          <a:p>
            <a:pPr marL="801687" lvl="3" indent="-285750">
              <a:buFont typeface="Wingdings" panose="05000000000000000000" pitchFamily="2" charset="2"/>
              <a:buChar char="§"/>
            </a:pPr>
            <a:r>
              <a:rPr lang="en-GB" sz="1400" dirty="0"/>
              <a:t>Unit of Measurement</a:t>
            </a:r>
          </a:p>
          <a:p>
            <a:pPr marL="801687" lvl="3" indent="-285750">
              <a:buFont typeface="Wingdings" panose="05000000000000000000" pitchFamily="2" charset="2"/>
              <a:buChar char="§"/>
            </a:pPr>
            <a:r>
              <a:rPr lang="en-GB" sz="1400" dirty="0"/>
              <a:t>Timestamp</a:t>
            </a:r>
          </a:p>
          <a:p>
            <a:pPr marL="801687" lvl="3" indent="-285750">
              <a:buFont typeface="Wingdings" panose="05000000000000000000" pitchFamily="2" charset="2"/>
              <a:buChar char="§"/>
            </a:pPr>
            <a:r>
              <a:rPr lang="en-GB" sz="1400" dirty="0"/>
              <a:t>Low Limit</a:t>
            </a:r>
          </a:p>
          <a:p>
            <a:pPr marL="801687" lvl="3" indent="-285750">
              <a:buFont typeface="Wingdings" panose="05000000000000000000" pitchFamily="2" charset="2"/>
              <a:buChar char="§"/>
            </a:pPr>
            <a:r>
              <a:rPr lang="en-GB" sz="1400" dirty="0"/>
              <a:t>High Limit</a:t>
            </a:r>
          </a:p>
          <a:p>
            <a:pPr marL="801687" lvl="3" indent="-285750">
              <a:buFont typeface="Wingdings" panose="05000000000000000000" pitchFamily="2" charset="2"/>
              <a:buChar char="§"/>
            </a:pPr>
            <a:r>
              <a:rPr lang="en-GB" sz="1400" dirty="0"/>
              <a:t>Expected Value</a:t>
            </a:r>
          </a:p>
          <a:p>
            <a:pPr marL="801687" lvl="3" indent="-285750">
              <a:buFont typeface="Wingdings" panose="05000000000000000000" pitchFamily="2" charset="2"/>
              <a:buChar char="§"/>
            </a:pPr>
            <a:r>
              <a:rPr lang="en-GB" sz="1400" dirty="0"/>
              <a:t>Deviation from expected</a:t>
            </a:r>
          </a:p>
          <a:p>
            <a:pPr marL="801687" lvl="3" indent="-285750">
              <a:buFont typeface="Wingdings" panose="05000000000000000000" pitchFamily="2" charset="2"/>
              <a:buChar char="§"/>
            </a:pPr>
            <a:r>
              <a:rPr lang="en-GB" sz="1400" dirty="0"/>
              <a:t>Historical Trend</a:t>
            </a:r>
          </a:p>
          <a:p>
            <a:pPr marL="801687" lvl="3" indent="-285750">
              <a:buFont typeface="Wingdings" panose="05000000000000000000" pitchFamily="2" charset="2"/>
              <a:buChar char="§"/>
            </a:pPr>
            <a:r>
              <a:rPr lang="en-GB" sz="1400" dirty="0"/>
              <a:t>Minimum value within last 2 hrs</a:t>
            </a:r>
          </a:p>
          <a:p>
            <a:pPr marL="801687" lvl="3" indent="-285750">
              <a:buFont typeface="Wingdings" panose="05000000000000000000" pitchFamily="2" charset="2"/>
              <a:buChar char="§"/>
            </a:pPr>
            <a:r>
              <a:rPr lang="en-GB" sz="1400" dirty="0"/>
              <a:t>Maximum value within last 2 hrs</a:t>
            </a:r>
          </a:p>
          <a:p>
            <a:pPr marL="801687" lvl="3" indent="-285750">
              <a:buFont typeface="Wingdings" panose="05000000000000000000" pitchFamily="2" charset="2"/>
              <a:buChar char="§"/>
            </a:pPr>
            <a:r>
              <a:rPr lang="en-GB" sz="1400" dirty="0"/>
              <a:t>Average value of last 2 hrs</a:t>
            </a:r>
          </a:p>
          <a:p>
            <a:pPr marL="801687" lvl="3" indent="-285750">
              <a:buFont typeface="Wingdings" panose="05000000000000000000" pitchFamily="2" charset="2"/>
              <a:buChar char="§"/>
            </a:pPr>
            <a:r>
              <a:rPr lang="en-GB" sz="1400" dirty="0"/>
              <a:t>Quality of data</a:t>
            </a:r>
          </a:p>
          <a:p>
            <a:pPr marL="801687" lvl="3" indent="-285750">
              <a:buFont typeface="Wingdings" panose="05000000000000000000" pitchFamily="2" charset="2"/>
              <a:buChar char="§"/>
            </a:pPr>
            <a:r>
              <a:rPr lang="en-GB" sz="1400" dirty="0"/>
              <a:t>Category of attribute</a:t>
            </a:r>
          </a:p>
        </p:txBody>
      </p:sp>
      <p:pic>
        <p:nvPicPr>
          <p:cNvPr id="5" name="Picture 4">
            <a:extLst>
              <a:ext uri="{FF2B5EF4-FFF2-40B4-BE49-F238E27FC236}">
                <a16:creationId xmlns:a16="http://schemas.microsoft.com/office/drawing/2014/main" id="{521BE2D8-387D-02D0-B9D5-7BCE865C5D71}"/>
              </a:ext>
            </a:extLst>
          </p:cNvPr>
          <p:cNvPicPr>
            <a:picLocks noChangeAspect="1"/>
          </p:cNvPicPr>
          <p:nvPr/>
        </p:nvPicPr>
        <p:blipFill>
          <a:blip r:embed="rId3"/>
          <a:stretch>
            <a:fillRect/>
          </a:stretch>
        </p:blipFill>
        <p:spPr>
          <a:xfrm>
            <a:off x="4515293" y="977768"/>
            <a:ext cx="7531395" cy="5284809"/>
          </a:xfrm>
          <a:prstGeom prst="rect">
            <a:avLst/>
          </a:prstGeom>
        </p:spPr>
      </p:pic>
      <p:sp>
        <p:nvSpPr>
          <p:cNvPr id="6" name="Oval 5">
            <a:extLst>
              <a:ext uri="{FF2B5EF4-FFF2-40B4-BE49-F238E27FC236}">
                <a16:creationId xmlns:a16="http://schemas.microsoft.com/office/drawing/2014/main" id="{D0FC97FC-EB25-4060-7A52-0919D2D05BB5}"/>
              </a:ext>
            </a:extLst>
          </p:cNvPr>
          <p:cNvSpPr/>
          <p:nvPr/>
        </p:nvSpPr>
        <p:spPr>
          <a:xfrm>
            <a:off x="6485859" y="1605515"/>
            <a:ext cx="776177" cy="233916"/>
          </a:xfrm>
          <a:prstGeom prst="ellipse">
            <a:avLst/>
          </a:prstGeom>
          <a:noFill/>
          <a:ln w="952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32314436-4CE8-1217-0798-D691F8D50A06}"/>
              </a:ext>
            </a:extLst>
          </p:cNvPr>
          <p:cNvSpPr/>
          <p:nvPr/>
        </p:nvSpPr>
        <p:spPr>
          <a:xfrm>
            <a:off x="7400260" y="2647507"/>
            <a:ext cx="595424" cy="893135"/>
          </a:xfrm>
          <a:prstGeom prst="roundRect">
            <a:avLst/>
          </a:prstGeom>
          <a:noFill/>
          <a:ln w="952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249D401E-A7E5-12B3-D40C-C1A43E5CEC35}"/>
              </a:ext>
            </a:extLst>
          </p:cNvPr>
          <p:cNvSpPr/>
          <p:nvPr/>
        </p:nvSpPr>
        <p:spPr>
          <a:xfrm>
            <a:off x="7400260" y="1605515"/>
            <a:ext cx="595424" cy="233916"/>
          </a:xfrm>
          <a:prstGeom prst="roundRect">
            <a:avLst/>
          </a:prstGeom>
          <a:noFill/>
          <a:ln w="952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5293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6DDF-F324-4866-8EEE-72B16A1A1BB9}"/>
              </a:ext>
            </a:extLst>
          </p:cNvPr>
          <p:cNvSpPr>
            <a:spLocks noGrp="1"/>
          </p:cNvSpPr>
          <p:nvPr>
            <p:ph type="title"/>
          </p:nvPr>
        </p:nvSpPr>
        <p:spPr>
          <a:xfrm>
            <a:off x="352657" y="153583"/>
            <a:ext cx="11201401" cy="1015663"/>
          </a:xfrm>
        </p:spPr>
        <p:txBody>
          <a:bodyPr/>
          <a:lstStyle/>
          <a:p>
            <a:r>
              <a:rPr lang="en-US" sz="2800" b="1" dirty="0"/>
              <a:t>Attribute Overview</a:t>
            </a:r>
            <a:br>
              <a:rPr lang="en-US" sz="3200" b="1" dirty="0"/>
            </a:br>
            <a:endParaRPr lang="en-US" sz="3200" dirty="0"/>
          </a:p>
        </p:txBody>
      </p:sp>
      <p:sp>
        <p:nvSpPr>
          <p:cNvPr id="3" name="Content Placeholder 2">
            <a:extLst>
              <a:ext uri="{FF2B5EF4-FFF2-40B4-BE49-F238E27FC236}">
                <a16:creationId xmlns:a16="http://schemas.microsoft.com/office/drawing/2014/main" id="{853865CD-89FF-481B-BED1-24644B0653B5}"/>
              </a:ext>
            </a:extLst>
          </p:cNvPr>
          <p:cNvSpPr>
            <a:spLocks noGrp="1"/>
          </p:cNvSpPr>
          <p:nvPr>
            <p:ph idx="1"/>
          </p:nvPr>
        </p:nvSpPr>
        <p:spPr>
          <a:xfrm>
            <a:off x="495300" y="1409701"/>
            <a:ext cx="5156125" cy="4457700"/>
          </a:xfrm>
        </p:spPr>
        <p:txBody>
          <a:bodyPr/>
          <a:lstStyle/>
          <a:p>
            <a:pPr marL="169863" marR="0" lvl="0" indent="-457200" algn="just" defTabSz="457200" rtl="0" eaLnBrk="0" fontAlgn="base" latinLnBrk="0" hangingPunct="0">
              <a:lnSpc>
                <a:spcPct val="100000"/>
              </a:lnSpc>
              <a:spcBef>
                <a:spcPct val="20000"/>
              </a:spcBef>
              <a:spcAft>
                <a:spcPct val="0"/>
              </a:spcAft>
              <a:buClr>
                <a:srgbClr val="C00000"/>
              </a:buClr>
              <a:buSzTx/>
              <a:buFont typeface="Wingdings" panose="05000000000000000000" pitchFamily="2" charset="2"/>
              <a:buChar char="Ø"/>
              <a:tabLst/>
              <a:defRPr/>
            </a:pPr>
            <a:r>
              <a:rPr kumimoji="0" lang="en-US" sz="1200" b="1" i="0" u="none" strike="noStrike" kern="1200" cap="none" spc="0" normalizeH="0" baseline="0" noProof="0" dirty="0">
                <a:ln>
                  <a:noFill/>
                </a:ln>
                <a:solidFill>
                  <a:srgbClr val="000000"/>
                </a:solidFill>
                <a:effectLst/>
                <a:uLnTx/>
                <a:uFillTx/>
                <a:latin typeface="Arial" pitchFamily="34" charset="0"/>
                <a:cs typeface="Arial" pitchFamily="34" charset="0"/>
              </a:rPr>
              <a:t>Attribute Overview</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a:tabLst/>
              <a:defRPr/>
            </a:pPr>
            <a:r>
              <a:rPr kumimoji="0" lang="en-AU" altLang="en-US" sz="1200" b="0" i="0" u="none" strike="noStrike" kern="1200" cap="none" spc="0" normalizeH="0" baseline="0" noProof="0" dirty="0">
                <a:ln>
                  <a:noFill/>
                </a:ln>
                <a:solidFill>
                  <a:srgbClr val="000000"/>
                </a:solidFill>
                <a:effectLst/>
                <a:uLnTx/>
                <a:uFillTx/>
                <a:latin typeface="Arial" pitchFamily="34" charset="0"/>
                <a:cs typeface="Arial" pitchFamily="34" charset="0"/>
              </a:rPr>
              <a:t>Attribute overview lists all the attributes applicable to selected Asset with its current value, UoM and Quick trend, Min/Max/Avg for last two hours.</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a:tabLst/>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Following options are available for user to</a:t>
            </a: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lang="en-US" sz="1200" dirty="0">
                <a:solidFill>
                  <a:srgbClr val="000000"/>
                </a:solidFill>
              </a:rPr>
              <a:t>Show values in Asset Type UOM</a:t>
            </a:r>
            <a:endPar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800100" lvl="1" indent="-342900" algn="just" eaLnBrk="0" hangingPunct="0">
              <a:buClr>
                <a:srgbClr val="C00000"/>
              </a:buClr>
              <a:buFont typeface="+mj-lt"/>
              <a:buAutoNum type="alphaLcParenR"/>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Include child Assets attributes in current view</a:t>
            </a:r>
            <a:endParaRPr lang="en-US" sz="1200" dirty="0">
              <a:solidFill>
                <a:srgbClr val="000000"/>
              </a:solidFill>
            </a:endParaRP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Export selected or all attribute data in excel</a:t>
            </a:r>
          </a:p>
          <a:p>
            <a:pPr marL="800100" lvl="1" indent="-342900" algn="just" eaLnBrk="0" hangingPunct="0">
              <a:buClr>
                <a:srgbClr val="C00000"/>
              </a:buClr>
              <a:buFont typeface="+mj-lt"/>
              <a:buAutoNum type="alphaLcParenR"/>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Save changes (if any value updated manually)</a:t>
            </a:r>
          </a:p>
          <a:p>
            <a:pPr marL="800100" lvl="1" indent="-342900" algn="just" eaLnBrk="0" hangingPunct="0">
              <a:buClr>
                <a:srgbClr val="C00000"/>
              </a:buClr>
              <a:buFont typeface="+mj-lt"/>
              <a:buAutoNum type="alphaLcParenR"/>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Refresh </a:t>
            </a:r>
            <a:r>
              <a:rPr lang="en-US" sz="1200" dirty="0">
                <a:solidFill>
                  <a:srgbClr val="000000"/>
                </a:solidFill>
              </a:rPr>
              <a:t>Attribute</a:t>
            </a: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 overview</a:t>
            </a:r>
          </a:p>
          <a:p>
            <a:pPr marL="800100" marR="0" lvl="1" indent="-342900"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Display the Property for selected attribute</a:t>
            </a:r>
          </a:p>
          <a:p>
            <a:pPr marL="800100" lvl="1" indent="-342900" algn="just" eaLnBrk="0" hangingPunct="0">
              <a:buClr>
                <a:srgbClr val="C00000"/>
              </a:buClr>
              <a:buFont typeface="+mj-lt"/>
              <a:buAutoNum type="alphaLcParenR"/>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Filters the attributes based on asset or attribute.</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a:tabLst/>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Clicking on historical (quick trend) opens trend in another tab with more trend options </a:t>
            </a: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R="0" lvl="1" algn="just" defTabSz="457200" rtl="0" eaLnBrk="0" fontAlgn="base" latinLnBrk="0" hangingPunct="0">
              <a:lnSpc>
                <a:spcPct val="100000"/>
              </a:lnSpc>
              <a:spcBef>
                <a:spcPct val="20000"/>
              </a:spcBef>
              <a:spcAft>
                <a:spcPct val="0"/>
              </a:spcAft>
              <a:buClr>
                <a:srgbClr val="C00000"/>
              </a:buClr>
              <a:buSzTx/>
              <a:buNone/>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0" indent="0">
              <a:buNone/>
            </a:pPr>
            <a:endParaRPr lang="en-US" sz="1600" dirty="0"/>
          </a:p>
        </p:txBody>
      </p:sp>
      <p:cxnSp>
        <p:nvCxnSpPr>
          <p:cNvPr id="6" name="Straight Arrow Connector 5">
            <a:extLst>
              <a:ext uri="{FF2B5EF4-FFF2-40B4-BE49-F238E27FC236}">
                <a16:creationId xmlns:a16="http://schemas.microsoft.com/office/drawing/2014/main" id="{A0296D4C-C9B3-4485-9BE3-8ACA1B298080}"/>
              </a:ext>
            </a:extLst>
          </p:cNvPr>
          <p:cNvCxnSpPr>
            <a:cxnSpLocks/>
          </p:cNvCxnSpPr>
          <p:nvPr/>
        </p:nvCxnSpPr>
        <p:spPr>
          <a:xfrm>
            <a:off x="6461358" y="6125258"/>
            <a:ext cx="0" cy="325120"/>
          </a:xfrm>
          <a:prstGeom prst="straightConnector1">
            <a:avLst/>
          </a:prstGeom>
          <a:noFill/>
          <a:ln w="25400" cap="flat" cmpd="sng" algn="ctr">
            <a:solidFill>
              <a:srgbClr val="FF0000"/>
            </a:solidFill>
            <a:prstDash val="solid"/>
            <a:tailEnd type="triangle"/>
          </a:ln>
          <a:effectLst/>
        </p:spPr>
      </p:cxnSp>
      <p:pic>
        <p:nvPicPr>
          <p:cNvPr id="7" name="Picture 6">
            <a:extLst>
              <a:ext uri="{FF2B5EF4-FFF2-40B4-BE49-F238E27FC236}">
                <a16:creationId xmlns:a16="http://schemas.microsoft.com/office/drawing/2014/main" id="{B3C64B9F-37B4-4267-8017-B29B6BB846A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879860" y="1397335"/>
            <a:ext cx="6218040" cy="4811596"/>
          </a:xfrm>
          <a:prstGeom prst="rect">
            <a:avLst/>
          </a:prstGeom>
          <a:ln>
            <a:solidFill>
              <a:schemeClr val="accent1"/>
            </a:solidFill>
          </a:ln>
        </p:spPr>
      </p:pic>
      <p:cxnSp>
        <p:nvCxnSpPr>
          <p:cNvPr id="8" name="Straight Arrow Connector 7">
            <a:extLst>
              <a:ext uri="{FF2B5EF4-FFF2-40B4-BE49-F238E27FC236}">
                <a16:creationId xmlns:a16="http://schemas.microsoft.com/office/drawing/2014/main" id="{F9FE1CFD-AD5D-4BF8-8161-F9C07F6A0FF0}"/>
              </a:ext>
            </a:extLst>
          </p:cNvPr>
          <p:cNvCxnSpPr>
            <a:cxnSpLocks/>
          </p:cNvCxnSpPr>
          <p:nvPr/>
        </p:nvCxnSpPr>
        <p:spPr>
          <a:xfrm flipV="1">
            <a:off x="6461358" y="916901"/>
            <a:ext cx="0" cy="914312"/>
          </a:xfrm>
          <a:prstGeom prst="straightConnector1">
            <a:avLst/>
          </a:prstGeom>
          <a:noFill/>
          <a:ln w="25400" cap="flat" cmpd="sng" algn="ctr">
            <a:solidFill>
              <a:srgbClr val="FF0000"/>
            </a:solidFill>
            <a:prstDash val="solid"/>
            <a:tailEnd type="triangle"/>
          </a:ln>
          <a:effectLst/>
        </p:spPr>
      </p:cxnSp>
      <p:sp>
        <p:nvSpPr>
          <p:cNvPr id="9" name="Rectangle 8">
            <a:extLst>
              <a:ext uri="{FF2B5EF4-FFF2-40B4-BE49-F238E27FC236}">
                <a16:creationId xmlns:a16="http://schemas.microsoft.com/office/drawing/2014/main" id="{D0C5142C-6638-4E72-9056-F2D6995DDD3A}"/>
              </a:ext>
            </a:extLst>
          </p:cNvPr>
          <p:cNvSpPr/>
          <p:nvPr/>
        </p:nvSpPr>
        <p:spPr>
          <a:xfrm>
            <a:off x="5820825" y="592015"/>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2.a</a:t>
            </a:r>
          </a:p>
        </p:txBody>
      </p:sp>
      <p:cxnSp>
        <p:nvCxnSpPr>
          <p:cNvPr id="10" name="Straight Arrow Connector 9">
            <a:extLst>
              <a:ext uri="{FF2B5EF4-FFF2-40B4-BE49-F238E27FC236}">
                <a16:creationId xmlns:a16="http://schemas.microsoft.com/office/drawing/2014/main" id="{B4007755-07DF-4396-A468-7109D87B8C07}"/>
              </a:ext>
            </a:extLst>
          </p:cNvPr>
          <p:cNvCxnSpPr>
            <a:cxnSpLocks/>
          </p:cNvCxnSpPr>
          <p:nvPr/>
        </p:nvCxnSpPr>
        <p:spPr>
          <a:xfrm flipV="1">
            <a:off x="6833721" y="867610"/>
            <a:ext cx="0" cy="914312"/>
          </a:xfrm>
          <a:prstGeom prst="straightConnector1">
            <a:avLst/>
          </a:prstGeom>
          <a:noFill/>
          <a:ln w="25400" cap="flat" cmpd="sng" algn="ctr">
            <a:solidFill>
              <a:srgbClr val="FF0000"/>
            </a:solidFill>
            <a:prstDash val="solid"/>
            <a:tailEnd type="triangle"/>
          </a:ln>
          <a:effectLst/>
        </p:spPr>
      </p:cxnSp>
      <p:sp>
        <p:nvSpPr>
          <p:cNvPr id="11" name="Rectangle 10">
            <a:extLst>
              <a:ext uri="{FF2B5EF4-FFF2-40B4-BE49-F238E27FC236}">
                <a16:creationId xmlns:a16="http://schemas.microsoft.com/office/drawing/2014/main" id="{576EE6A8-5D3B-49C2-987F-8381BE120BAF}"/>
              </a:ext>
            </a:extLst>
          </p:cNvPr>
          <p:cNvSpPr/>
          <p:nvPr/>
        </p:nvSpPr>
        <p:spPr>
          <a:xfrm>
            <a:off x="6373469" y="964861"/>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2.d</a:t>
            </a:r>
          </a:p>
        </p:txBody>
      </p:sp>
      <p:cxnSp>
        <p:nvCxnSpPr>
          <p:cNvPr id="12" name="Straight Arrow Connector 11">
            <a:extLst>
              <a:ext uri="{FF2B5EF4-FFF2-40B4-BE49-F238E27FC236}">
                <a16:creationId xmlns:a16="http://schemas.microsoft.com/office/drawing/2014/main" id="{ED873F92-6E9D-4795-9438-9E06D0CA3AF4}"/>
              </a:ext>
            </a:extLst>
          </p:cNvPr>
          <p:cNvCxnSpPr>
            <a:cxnSpLocks/>
          </p:cNvCxnSpPr>
          <p:nvPr/>
        </p:nvCxnSpPr>
        <p:spPr>
          <a:xfrm flipV="1">
            <a:off x="6650770" y="1208764"/>
            <a:ext cx="0" cy="574104"/>
          </a:xfrm>
          <a:prstGeom prst="straightConnector1">
            <a:avLst/>
          </a:prstGeom>
          <a:noFill/>
          <a:ln w="25400" cap="flat" cmpd="sng" algn="ctr">
            <a:solidFill>
              <a:srgbClr val="FF0000"/>
            </a:solidFill>
            <a:prstDash val="solid"/>
            <a:tailEnd type="triangle"/>
          </a:ln>
          <a:effectLst/>
        </p:spPr>
      </p:cxnSp>
      <p:sp>
        <p:nvSpPr>
          <p:cNvPr id="13" name="Rectangle 12">
            <a:extLst>
              <a:ext uri="{FF2B5EF4-FFF2-40B4-BE49-F238E27FC236}">
                <a16:creationId xmlns:a16="http://schemas.microsoft.com/office/drawing/2014/main" id="{A35A10AE-6475-4206-8E74-4F891D61F4F0}"/>
              </a:ext>
            </a:extLst>
          </p:cNvPr>
          <p:cNvSpPr/>
          <p:nvPr/>
        </p:nvSpPr>
        <p:spPr>
          <a:xfrm>
            <a:off x="6238643" y="605377"/>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2.c</a:t>
            </a:r>
          </a:p>
        </p:txBody>
      </p:sp>
      <p:cxnSp>
        <p:nvCxnSpPr>
          <p:cNvPr id="14" name="Straight Arrow Connector 13">
            <a:extLst>
              <a:ext uri="{FF2B5EF4-FFF2-40B4-BE49-F238E27FC236}">
                <a16:creationId xmlns:a16="http://schemas.microsoft.com/office/drawing/2014/main" id="{5C4E1E37-439D-4EFD-90D8-F643C69A96A6}"/>
              </a:ext>
            </a:extLst>
          </p:cNvPr>
          <p:cNvCxnSpPr>
            <a:cxnSpLocks/>
          </p:cNvCxnSpPr>
          <p:nvPr/>
        </p:nvCxnSpPr>
        <p:spPr>
          <a:xfrm flipV="1">
            <a:off x="7040951" y="1229084"/>
            <a:ext cx="0" cy="574104"/>
          </a:xfrm>
          <a:prstGeom prst="straightConnector1">
            <a:avLst/>
          </a:prstGeom>
          <a:noFill/>
          <a:ln w="25400" cap="flat" cmpd="sng" algn="ctr">
            <a:solidFill>
              <a:srgbClr val="FF0000"/>
            </a:solidFill>
            <a:prstDash val="solid"/>
            <a:tailEnd type="triangle"/>
          </a:ln>
          <a:effectLst/>
        </p:spPr>
      </p:cxnSp>
      <p:sp>
        <p:nvSpPr>
          <p:cNvPr id="15" name="Rectangle 14">
            <a:extLst>
              <a:ext uri="{FF2B5EF4-FFF2-40B4-BE49-F238E27FC236}">
                <a16:creationId xmlns:a16="http://schemas.microsoft.com/office/drawing/2014/main" id="{4FB29A77-F521-4F8F-BA93-14C54E09D30A}"/>
              </a:ext>
            </a:extLst>
          </p:cNvPr>
          <p:cNvSpPr/>
          <p:nvPr/>
        </p:nvSpPr>
        <p:spPr>
          <a:xfrm>
            <a:off x="5998085" y="971603"/>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2.b</a:t>
            </a:r>
          </a:p>
        </p:txBody>
      </p:sp>
      <p:sp>
        <p:nvSpPr>
          <p:cNvPr id="16" name="Rectangle 15">
            <a:extLst>
              <a:ext uri="{FF2B5EF4-FFF2-40B4-BE49-F238E27FC236}">
                <a16:creationId xmlns:a16="http://schemas.microsoft.com/office/drawing/2014/main" id="{A74FBCD1-B9E7-4F36-9305-8B73D1697CB8}"/>
              </a:ext>
            </a:extLst>
          </p:cNvPr>
          <p:cNvSpPr/>
          <p:nvPr/>
        </p:nvSpPr>
        <p:spPr>
          <a:xfrm>
            <a:off x="6759707" y="963997"/>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2.f</a:t>
            </a:r>
          </a:p>
        </p:txBody>
      </p:sp>
      <p:cxnSp>
        <p:nvCxnSpPr>
          <p:cNvPr id="18" name="Straight Arrow Connector 17">
            <a:extLst>
              <a:ext uri="{FF2B5EF4-FFF2-40B4-BE49-F238E27FC236}">
                <a16:creationId xmlns:a16="http://schemas.microsoft.com/office/drawing/2014/main" id="{897743EF-276A-4435-B428-3AB97F51A7B4}"/>
              </a:ext>
            </a:extLst>
          </p:cNvPr>
          <p:cNvCxnSpPr>
            <a:cxnSpLocks/>
          </p:cNvCxnSpPr>
          <p:nvPr/>
        </p:nvCxnSpPr>
        <p:spPr>
          <a:xfrm flipV="1">
            <a:off x="8254243" y="1228138"/>
            <a:ext cx="0" cy="574104"/>
          </a:xfrm>
          <a:prstGeom prst="straightConnector1">
            <a:avLst/>
          </a:prstGeom>
          <a:noFill/>
          <a:ln w="25400" cap="flat" cmpd="sng" algn="ctr">
            <a:solidFill>
              <a:srgbClr val="FF0000"/>
            </a:solidFill>
            <a:prstDash val="solid"/>
            <a:tailEnd type="triangle"/>
          </a:ln>
          <a:effectLst/>
        </p:spPr>
      </p:cxnSp>
      <p:sp>
        <p:nvSpPr>
          <p:cNvPr id="19" name="Rectangle 18">
            <a:extLst>
              <a:ext uri="{FF2B5EF4-FFF2-40B4-BE49-F238E27FC236}">
                <a16:creationId xmlns:a16="http://schemas.microsoft.com/office/drawing/2014/main" id="{B87FE606-7EC8-49EF-A099-DAE7EFB1FE9E}"/>
              </a:ext>
            </a:extLst>
          </p:cNvPr>
          <p:cNvSpPr/>
          <p:nvPr/>
        </p:nvSpPr>
        <p:spPr>
          <a:xfrm>
            <a:off x="6579247" y="608260"/>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2.e</a:t>
            </a:r>
          </a:p>
        </p:txBody>
      </p:sp>
      <p:sp>
        <p:nvSpPr>
          <p:cNvPr id="20" name="Rectangle 19">
            <a:extLst>
              <a:ext uri="{FF2B5EF4-FFF2-40B4-BE49-F238E27FC236}">
                <a16:creationId xmlns:a16="http://schemas.microsoft.com/office/drawing/2014/main" id="{96CCA218-BA48-439D-8BC8-062A2975FB14}"/>
              </a:ext>
            </a:extLst>
          </p:cNvPr>
          <p:cNvSpPr/>
          <p:nvPr/>
        </p:nvSpPr>
        <p:spPr>
          <a:xfrm>
            <a:off x="5872440" y="2188294"/>
            <a:ext cx="6218031" cy="40206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1" name="Rectangle 20">
            <a:extLst>
              <a:ext uri="{FF2B5EF4-FFF2-40B4-BE49-F238E27FC236}">
                <a16:creationId xmlns:a16="http://schemas.microsoft.com/office/drawing/2014/main" id="{08A4C04B-B79F-45FB-BA6C-0D8324C4EFCC}"/>
              </a:ext>
            </a:extLst>
          </p:cNvPr>
          <p:cNvSpPr/>
          <p:nvPr/>
        </p:nvSpPr>
        <p:spPr>
          <a:xfrm>
            <a:off x="6390238" y="6208931"/>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a:ln w="0"/>
                <a:solidFill>
                  <a:srgbClr val="FF0000"/>
                </a:solidFill>
                <a:effectLst>
                  <a:outerShdw blurRad="38100" dist="19050" dir="2700000" algn="tl" rotWithShape="0">
                    <a:srgbClr val="000000">
                      <a:alpha val="40000"/>
                    </a:srgbClr>
                  </a:outerShdw>
                </a:effectLst>
                <a:cs typeface="Arial" panose="020B0604020202020204" pitchFamily="34" charset="0"/>
              </a:rPr>
              <a:t>1</a:t>
            </a:r>
          </a:p>
        </p:txBody>
      </p:sp>
      <p:cxnSp>
        <p:nvCxnSpPr>
          <p:cNvPr id="22" name="Straight Arrow Connector 21">
            <a:extLst>
              <a:ext uri="{FF2B5EF4-FFF2-40B4-BE49-F238E27FC236}">
                <a16:creationId xmlns:a16="http://schemas.microsoft.com/office/drawing/2014/main" id="{2185634D-2761-4196-B755-F50C39213210}"/>
              </a:ext>
            </a:extLst>
          </p:cNvPr>
          <p:cNvCxnSpPr>
            <a:cxnSpLocks/>
          </p:cNvCxnSpPr>
          <p:nvPr/>
        </p:nvCxnSpPr>
        <p:spPr>
          <a:xfrm flipV="1">
            <a:off x="9339709" y="916520"/>
            <a:ext cx="0" cy="1788447"/>
          </a:xfrm>
          <a:prstGeom prst="straightConnector1">
            <a:avLst/>
          </a:prstGeom>
          <a:noFill/>
          <a:ln w="25400" cap="flat" cmpd="sng" algn="ctr">
            <a:solidFill>
              <a:srgbClr val="FF0000"/>
            </a:solidFill>
            <a:prstDash val="solid"/>
            <a:tailEnd type="triangle"/>
          </a:ln>
          <a:effectLst/>
        </p:spPr>
      </p:cxnSp>
      <p:sp>
        <p:nvSpPr>
          <p:cNvPr id="23" name="Rectangle 22">
            <a:extLst>
              <a:ext uri="{FF2B5EF4-FFF2-40B4-BE49-F238E27FC236}">
                <a16:creationId xmlns:a16="http://schemas.microsoft.com/office/drawing/2014/main" id="{C2BBDC86-DC6C-41DD-A789-D8B68ACDAF55}"/>
              </a:ext>
            </a:extLst>
          </p:cNvPr>
          <p:cNvSpPr/>
          <p:nvPr/>
        </p:nvSpPr>
        <p:spPr>
          <a:xfrm>
            <a:off x="9079177" y="605357"/>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3</a:t>
            </a:r>
          </a:p>
        </p:txBody>
      </p:sp>
      <p:cxnSp>
        <p:nvCxnSpPr>
          <p:cNvPr id="24" name="Straight Arrow Connector 23">
            <a:extLst>
              <a:ext uri="{FF2B5EF4-FFF2-40B4-BE49-F238E27FC236}">
                <a16:creationId xmlns:a16="http://schemas.microsoft.com/office/drawing/2014/main" id="{DB76BACB-8DCC-B5A0-15D4-C0E55A86096C}"/>
              </a:ext>
            </a:extLst>
          </p:cNvPr>
          <p:cNvCxnSpPr>
            <a:cxnSpLocks/>
          </p:cNvCxnSpPr>
          <p:nvPr/>
        </p:nvCxnSpPr>
        <p:spPr>
          <a:xfrm flipV="1">
            <a:off x="6096000" y="887930"/>
            <a:ext cx="0" cy="914312"/>
          </a:xfrm>
          <a:prstGeom prst="straightConnector1">
            <a:avLst/>
          </a:prstGeom>
          <a:noFill/>
          <a:ln w="25400" cap="flat" cmpd="sng" algn="ctr">
            <a:solidFill>
              <a:srgbClr val="FF0000"/>
            </a:solidFill>
            <a:prstDash val="solid"/>
            <a:tailEnd type="triangle"/>
          </a:ln>
          <a:effectLst/>
        </p:spPr>
      </p:cxnSp>
      <p:cxnSp>
        <p:nvCxnSpPr>
          <p:cNvPr id="25" name="Straight Arrow Connector 24">
            <a:extLst>
              <a:ext uri="{FF2B5EF4-FFF2-40B4-BE49-F238E27FC236}">
                <a16:creationId xmlns:a16="http://schemas.microsoft.com/office/drawing/2014/main" id="{99E2E9DC-B81B-2373-0A8D-5B8307B4259A}"/>
              </a:ext>
            </a:extLst>
          </p:cNvPr>
          <p:cNvCxnSpPr>
            <a:cxnSpLocks/>
          </p:cNvCxnSpPr>
          <p:nvPr/>
        </p:nvCxnSpPr>
        <p:spPr>
          <a:xfrm flipV="1">
            <a:off x="6265387" y="1236639"/>
            <a:ext cx="0" cy="574104"/>
          </a:xfrm>
          <a:prstGeom prst="straightConnector1">
            <a:avLst/>
          </a:prstGeom>
          <a:noFill/>
          <a:ln w="25400" cap="flat" cmpd="sng" algn="ctr">
            <a:solidFill>
              <a:srgbClr val="FF0000"/>
            </a:solidFill>
            <a:prstDash val="solid"/>
            <a:tailEnd type="triangle"/>
          </a:ln>
          <a:effectLst/>
        </p:spPr>
      </p:cxnSp>
      <p:sp>
        <p:nvSpPr>
          <p:cNvPr id="30" name="TextBox 29">
            <a:extLst>
              <a:ext uri="{FF2B5EF4-FFF2-40B4-BE49-F238E27FC236}">
                <a16:creationId xmlns:a16="http://schemas.microsoft.com/office/drawing/2014/main" id="{531B6DCF-6005-3610-236B-8FF011867E49}"/>
              </a:ext>
            </a:extLst>
          </p:cNvPr>
          <p:cNvSpPr txBox="1"/>
          <p:nvPr/>
        </p:nvSpPr>
        <p:spPr>
          <a:xfrm>
            <a:off x="8027843" y="901118"/>
            <a:ext cx="440104" cy="307777"/>
          </a:xfrm>
          <a:prstGeom prst="rect">
            <a:avLst/>
          </a:prstGeom>
          <a:noFill/>
        </p:spPr>
        <p:txBody>
          <a:bodyPr wrap="square" rtlCol="0">
            <a:spAutoFit/>
          </a:bodyPr>
          <a:lstStyle/>
          <a:p>
            <a:r>
              <a:rPr lang="en-US" sz="1400" b="1" dirty="0">
                <a:solidFill>
                  <a:schemeClr val="tx2"/>
                </a:solidFill>
                <a:effectLst>
                  <a:outerShdw blurRad="38100" dist="38100" dir="2700000" algn="tl">
                    <a:srgbClr val="000000">
                      <a:alpha val="43137"/>
                    </a:srgbClr>
                  </a:outerShdw>
                </a:effectLst>
              </a:rPr>
              <a:t>2.g</a:t>
            </a:r>
          </a:p>
        </p:txBody>
      </p:sp>
    </p:spTree>
    <p:extLst>
      <p:ext uri="{BB962C8B-B14F-4D97-AF65-F5344CB8AC3E}">
        <p14:creationId xmlns:p14="http://schemas.microsoft.com/office/powerpoint/2010/main" val="5126500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EF66BA-2424-406B-820D-5B2448EA1A7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88660" y="1425891"/>
            <a:ext cx="7686675" cy="5127614"/>
          </a:xfrm>
          <a:prstGeom prst="rect">
            <a:avLst/>
          </a:prstGeom>
        </p:spPr>
      </p:pic>
      <p:sp>
        <p:nvSpPr>
          <p:cNvPr id="2" name="Title 1">
            <a:extLst>
              <a:ext uri="{FF2B5EF4-FFF2-40B4-BE49-F238E27FC236}">
                <a16:creationId xmlns:a16="http://schemas.microsoft.com/office/drawing/2014/main" id="{61A20F03-18CB-4850-B30E-B037D6145569}"/>
              </a:ext>
            </a:extLst>
          </p:cNvPr>
          <p:cNvSpPr>
            <a:spLocks noGrp="1"/>
          </p:cNvSpPr>
          <p:nvPr>
            <p:ph type="title"/>
          </p:nvPr>
        </p:nvSpPr>
        <p:spPr>
          <a:xfrm>
            <a:off x="495299" y="304495"/>
            <a:ext cx="11201401" cy="1015663"/>
          </a:xfrm>
        </p:spPr>
        <p:txBody>
          <a:bodyPr/>
          <a:lstStyle/>
          <a:p>
            <a:r>
              <a:rPr lang="en-US" sz="2800" b="1" dirty="0"/>
              <a:t>Attribute Overview-</a:t>
            </a:r>
            <a:r>
              <a:rPr lang="en-US" sz="2800" b="1" dirty="0" err="1"/>
              <a:t>Cont</a:t>
            </a:r>
            <a:br>
              <a:rPr lang="en-US" sz="3200" b="1" dirty="0"/>
            </a:br>
            <a:endParaRPr lang="en-US" sz="3200" dirty="0"/>
          </a:p>
        </p:txBody>
      </p:sp>
      <p:sp>
        <p:nvSpPr>
          <p:cNvPr id="3" name="Content Placeholder 2">
            <a:extLst>
              <a:ext uri="{FF2B5EF4-FFF2-40B4-BE49-F238E27FC236}">
                <a16:creationId xmlns:a16="http://schemas.microsoft.com/office/drawing/2014/main" id="{503395D5-E255-45AF-A296-B313DF7F9103}"/>
              </a:ext>
            </a:extLst>
          </p:cNvPr>
          <p:cNvSpPr>
            <a:spLocks noGrp="1"/>
          </p:cNvSpPr>
          <p:nvPr>
            <p:ph idx="1"/>
          </p:nvPr>
        </p:nvSpPr>
        <p:spPr>
          <a:xfrm>
            <a:off x="495301" y="1409701"/>
            <a:ext cx="3502860" cy="4457700"/>
          </a:xfrm>
        </p:spPr>
        <p:txBody>
          <a:bodyPr/>
          <a:lstStyle/>
          <a:p>
            <a:pPr marL="169863" marR="0" lvl="0" indent="-457200" algn="just" defTabSz="457200" rtl="0" eaLnBrk="0" fontAlgn="base" latinLnBrk="0" hangingPunct="0">
              <a:lnSpc>
                <a:spcPct val="100000"/>
              </a:lnSpc>
              <a:spcBef>
                <a:spcPct val="20000"/>
              </a:spcBef>
              <a:spcAft>
                <a:spcPct val="0"/>
              </a:spcAft>
              <a:buClr>
                <a:srgbClr val="C00000"/>
              </a:buClr>
              <a:buSzTx/>
              <a:buFont typeface="Wingdings" panose="05000000000000000000" pitchFamily="2" charset="2"/>
              <a:buChar char="Ø"/>
              <a:tabLst/>
              <a:defRPr/>
            </a:pPr>
            <a:r>
              <a:rPr kumimoji="0" lang="en-US" sz="1200" b="1" i="0" u="none" strike="noStrike" kern="1200" cap="none" spc="0" normalizeH="0" baseline="0" noProof="0" dirty="0">
                <a:ln>
                  <a:noFill/>
                </a:ln>
                <a:solidFill>
                  <a:srgbClr val="000000"/>
                </a:solidFill>
                <a:effectLst/>
                <a:uLnTx/>
                <a:uFillTx/>
                <a:latin typeface="Arial" pitchFamily="34" charset="0"/>
                <a:cs typeface="Arial" pitchFamily="34" charset="0"/>
              </a:rPr>
              <a:t>Attribute Overview</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startAt="4"/>
              <a:tabLst/>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Additional filter criteria can be selected. Click to hide or unhide filter option</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startAt="4"/>
              <a:tabLst/>
              <a:defRPr/>
            </a:pPr>
            <a:r>
              <a:rPr kumimoji="0" lang="en-US" sz="1200" b="0" i="0" u="none" strike="noStrike" kern="1200" cap="none" spc="0" normalizeH="0" baseline="0" noProof="0" dirty="0">
                <a:ln>
                  <a:noFill/>
                </a:ln>
                <a:solidFill>
                  <a:srgbClr val="000000"/>
                </a:solidFill>
                <a:effectLst/>
                <a:uLnTx/>
                <a:uFillTx/>
                <a:latin typeface="Arial" pitchFamily="34" charset="0"/>
                <a:cs typeface="Arial" pitchFamily="34" charset="0"/>
              </a:rPr>
              <a:t>Attributes can be further filtered based on “category” or “filter labels” to load attributes having the selected filter label or category.</a:t>
            </a: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0" indent="0">
              <a:buNone/>
            </a:pPr>
            <a:endParaRPr lang="en-US" sz="1600" dirty="0"/>
          </a:p>
        </p:txBody>
      </p:sp>
      <p:sp>
        <p:nvSpPr>
          <p:cNvPr id="7" name="Rectangle 6">
            <a:extLst>
              <a:ext uri="{FF2B5EF4-FFF2-40B4-BE49-F238E27FC236}">
                <a16:creationId xmlns:a16="http://schemas.microsoft.com/office/drawing/2014/main" id="{CD24FEE4-59F4-422E-91A3-B96CD1F7E8C5}"/>
              </a:ext>
            </a:extLst>
          </p:cNvPr>
          <p:cNvSpPr/>
          <p:nvPr/>
        </p:nvSpPr>
        <p:spPr>
          <a:xfrm>
            <a:off x="10873648" y="1927952"/>
            <a:ext cx="1101687" cy="39752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cxnSp>
        <p:nvCxnSpPr>
          <p:cNvPr id="8" name="Straight Arrow Connector 7">
            <a:extLst>
              <a:ext uri="{FF2B5EF4-FFF2-40B4-BE49-F238E27FC236}">
                <a16:creationId xmlns:a16="http://schemas.microsoft.com/office/drawing/2014/main" id="{3978774D-6D39-49B9-99F2-C72AA03DBA6A}"/>
              </a:ext>
            </a:extLst>
          </p:cNvPr>
          <p:cNvCxnSpPr>
            <a:cxnSpLocks/>
          </p:cNvCxnSpPr>
          <p:nvPr/>
        </p:nvCxnSpPr>
        <p:spPr>
          <a:xfrm flipV="1">
            <a:off x="11810256" y="1030077"/>
            <a:ext cx="0" cy="897875"/>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21C926B9-73F0-4ADC-9E14-EFAF0DF3A878}"/>
              </a:ext>
            </a:extLst>
          </p:cNvPr>
          <p:cNvSpPr/>
          <p:nvPr/>
        </p:nvSpPr>
        <p:spPr>
          <a:xfrm>
            <a:off x="11509821" y="695916"/>
            <a:ext cx="612625" cy="338554"/>
          </a:xfrm>
          <a:prstGeom prst="rect">
            <a:avLst/>
          </a:prstGeom>
          <a:noFill/>
        </p:spPr>
        <p:txBody>
          <a:bodyPr wrap="square" lIns="91440" tIns="45720" rIns="91440" bIns="45720">
            <a:spAutoFit/>
          </a:bodyPr>
          <a:lstStyle/>
          <a:p>
            <a:pPr algn="ctr"/>
            <a:r>
              <a:rPr lang="en-US" sz="1600" b="1" cap="none" spc="0">
                <a:ln w="0"/>
                <a:solidFill>
                  <a:srgbClr val="FF0000"/>
                </a:solidFill>
                <a:effectLst>
                  <a:outerShdw blurRad="38100" dist="19050" dir="2700000" algn="tl" rotWithShape="0">
                    <a:schemeClr val="dk1">
                      <a:alpha val="40000"/>
                    </a:schemeClr>
                  </a:outerShdw>
                </a:effectLst>
              </a:rPr>
              <a:t>4</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10" name="Straight Arrow Connector 9">
            <a:extLst>
              <a:ext uri="{FF2B5EF4-FFF2-40B4-BE49-F238E27FC236}">
                <a16:creationId xmlns:a16="http://schemas.microsoft.com/office/drawing/2014/main" id="{3575286B-BA73-4A9A-82F7-E0CB175ADBE1}"/>
              </a:ext>
            </a:extLst>
          </p:cNvPr>
          <p:cNvCxnSpPr>
            <a:cxnSpLocks/>
          </p:cNvCxnSpPr>
          <p:nvPr/>
        </p:nvCxnSpPr>
        <p:spPr>
          <a:xfrm>
            <a:off x="11655714" y="5903154"/>
            <a:ext cx="0" cy="270184"/>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C642199A-2F35-4D94-A2E4-1BAB3F043651}"/>
              </a:ext>
            </a:extLst>
          </p:cNvPr>
          <p:cNvSpPr/>
          <p:nvPr/>
        </p:nvSpPr>
        <p:spPr>
          <a:xfrm>
            <a:off x="11528570" y="5903154"/>
            <a:ext cx="612625" cy="338554"/>
          </a:xfrm>
          <a:prstGeom prst="rect">
            <a:avLst/>
          </a:prstGeom>
          <a:noFill/>
        </p:spPr>
        <p:txBody>
          <a:bodyPr wrap="squar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5</a:t>
            </a:r>
            <a:endParaRPr lang="en-US" sz="1600" b="1" cap="none" spc="0" dirty="0">
              <a:ln w="0">
                <a:solidFill>
                  <a:schemeClr val="bg1"/>
                </a:solidFill>
              </a:ln>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97522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Event workflow</a:t>
            </a:r>
            <a:endParaRPr lang="en-US" dirty="0">
              <a:highlight>
                <a:srgbClr val="FFFF00"/>
              </a:highlight>
            </a:endParaRPr>
          </a:p>
        </p:txBody>
      </p:sp>
      <p:pic>
        <p:nvPicPr>
          <p:cNvPr id="2" name="Picture 1">
            <a:extLst>
              <a:ext uri="{FF2B5EF4-FFF2-40B4-BE49-F238E27FC236}">
                <a16:creationId xmlns:a16="http://schemas.microsoft.com/office/drawing/2014/main" id="{942C9E80-07DC-40BA-89F4-578AA5CDED24}"/>
              </a:ext>
            </a:extLst>
          </p:cNvPr>
          <p:cNvPicPr>
            <a:picLocks noChangeAspect="1"/>
          </p:cNvPicPr>
          <p:nvPr/>
        </p:nvPicPr>
        <p:blipFill>
          <a:blip r:embed="rId3"/>
          <a:stretch>
            <a:fillRect/>
          </a:stretch>
        </p:blipFill>
        <p:spPr>
          <a:xfrm>
            <a:off x="495299" y="914399"/>
            <a:ext cx="10708508" cy="5612145"/>
          </a:xfrm>
          <a:prstGeom prst="rect">
            <a:avLst/>
          </a:prstGeom>
        </p:spPr>
      </p:pic>
    </p:spTree>
    <p:extLst>
      <p:ext uri="{BB962C8B-B14F-4D97-AF65-F5344CB8AC3E}">
        <p14:creationId xmlns:p14="http://schemas.microsoft.com/office/powerpoint/2010/main" val="39860168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9EDC4B-F5E6-7756-8A66-FFBCC319F91C}"/>
              </a:ext>
            </a:extLst>
          </p:cNvPr>
          <p:cNvPicPr>
            <a:picLocks noChangeAspect="1"/>
          </p:cNvPicPr>
          <p:nvPr/>
        </p:nvPicPr>
        <p:blipFill>
          <a:blip r:embed="rId3"/>
          <a:stretch>
            <a:fillRect/>
          </a:stretch>
        </p:blipFill>
        <p:spPr>
          <a:xfrm>
            <a:off x="768296" y="2275599"/>
            <a:ext cx="10746764" cy="4231126"/>
          </a:xfrm>
          <a:prstGeom prst="rect">
            <a:avLst/>
          </a:prstGeom>
        </p:spPr>
      </p:pic>
      <p:sp>
        <p:nvSpPr>
          <p:cNvPr id="9" name="Title 1">
            <a:extLst>
              <a:ext uri="{FF2B5EF4-FFF2-40B4-BE49-F238E27FC236}">
                <a16:creationId xmlns:a16="http://schemas.microsoft.com/office/drawing/2014/main" id="{62AA911E-9B2F-4CC6-AA7C-FA8A46146C1D}"/>
              </a:ext>
            </a:extLst>
          </p:cNvPr>
          <p:cNvSpPr>
            <a:spLocks noGrp="1"/>
          </p:cNvSpPr>
          <p:nvPr>
            <p:ph type="title"/>
          </p:nvPr>
        </p:nvSpPr>
        <p:spPr>
          <a:xfrm>
            <a:off x="594370" y="182880"/>
            <a:ext cx="11017663" cy="683452"/>
          </a:xfrm>
        </p:spPr>
        <p:txBody>
          <a:bodyPr vert="horz" lIns="0" tIns="45720" rIns="0" bIns="45720" rtlCol="0" anchor="ctr">
            <a:noAutofit/>
          </a:bodyPr>
          <a:lstStyle/>
          <a:p>
            <a:r>
              <a:rPr lang="en-AU" b="1" dirty="0"/>
              <a:t>Event Management</a:t>
            </a:r>
            <a:endParaRPr lang="en-US" b="1" dirty="0"/>
          </a:p>
        </p:txBody>
      </p:sp>
      <p:sp>
        <p:nvSpPr>
          <p:cNvPr id="10" name="Rectangle 16">
            <a:extLst>
              <a:ext uri="{FF2B5EF4-FFF2-40B4-BE49-F238E27FC236}">
                <a16:creationId xmlns:a16="http://schemas.microsoft.com/office/drawing/2014/main" id="{ECD004AD-6D62-4104-BEE4-A9AB7AC48C09}"/>
              </a:ext>
            </a:extLst>
          </p:cNvPr>
          <p:cNvSpPr>
            <a:spLocks noChangeArrowheads="1"/>
          </p:cNvSpPr>
          <p:nvPr/>
        </p:nvSpPr>
        <p:spPr bwMode="auto">
          <a:xfrm>
            <a:off x="503498" y="416992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59D5E931-9ECD-4D1D-86C9-2E33495B3AC0}"/>
              </a:ext>
            </a:extLst>
          </p:cNvPr>
          <p:cNvSpPr/>
          <p:nvPr/>
        </p:nvSpPr>
        <p:spPr>
          <a:xfrm>
            <a:off x="6003635" y="2967335"/>
            <a:ext cx="184731" cy="369332"/>
          </a:xfrm>
          <a:prstGeom prst="rect">
            <a:avLst/>
          </a:prstGeom>
          <a:noFill/>
        </p:spPr>
        <p:txBody>
          <a:bodyPr wrap="none" lIns="91440" tIns="45720" rIns="91440" bIns="45720">
            <a:spAutoFit/>
          </a:bodyPr>
          <a:lstStyle/>
          <a:p>
            <a:pPr algn="ct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DE188A34-2769-4DCE-8D62-88F792548FA3}"/>
              </a:ext>
            </a:extLst>
          </p:cNvPr>
          <p:cNvSpPr/>
          <p:nvPr/>
        </p:nvSpPr>
        <p:spPr>
          <a:xfrm>
            <a:off x="1115305" y="3381274"/>
            <a:ext cx="1000125" cy="9992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E4C546-3B86-4D61-B484-3AA90B7EA13C}"/>
              </a:ext>
            </a:extLst>
          </p:cNvPr>
          <p:cNvSpPr/>
          <p:nvPr/>
        </p:nvSpPr>
        <p:spPr>
          <a:xfrm>
            <a:off x="1129601" y="3757842"/>
            <a:ext cx="513223" cy="9992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44131D92-9D57-4823-BBB6-6C2B1D610C8B}"/>
              </a:ext>
            </a:extLst>
          </p:cNvPr>
          <p:cNvCxnSpPr>
            <a:stCxn id="13" idx="3"/>
          </p:cNvCxnSpPr>
          <p:nvPr/>
        </p:nvCxnSpPr>
        <p:spPr>
          <a:xfrm>
            <a:off x="2115430" y="3431236"/>
            <a:ext cx="209550" cy="647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47BBFB33-C834-4A28-9A0C-0F21FC8B94A0}"/>
              </a:ext>
            </a:extLst>
          </p:cNvPr>
          <p:cNvCxnSpPr/>
          <p:nvPr/>
        </p:nvCxnSpPr>
        <p:spPr>
          <a:xfrm>
            <a:off x="1619987" y="3693589"/>
            <a:ext cx="209550" cy="647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F3BB201-790A-413A-87C8-25D093D54042}"/>
              </a:ext>
            </a:extLst>
          </p:cNvPr>
          <p:cNvCxnSpPr>
            <a:cxnSpLocks/>
          </p:cNvCxnSpPr>
          <p:nvPr/>
        </p:nvCxnSpPr>
        <p:spPr>
          <a:xfrm flipH="1">
            <a:off x="1035453" y="3536841"/>
            <a:ext cx="90489"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DF500EE-A44C-4AB1-B4E0-A49263749E95}"/>
              </a:ext>
            </a:extLst>
          </p:cNvPr>
          <p:cNvCxnSpPr>
            <a:cxnSpLocks/>
          </p:cNvCxnSpPr>
          <p:nvPr/>
        </p:nvCxnSpPr>
        <p:spPr>
          <a:xfrm flipH="1">
            <a:off x="1024821" y="3807804"/>
            <a:ext cx="90488"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74D8478F-3775-4EB0-B8B4-E1B8509C3855}"/>
              </a:ext>
            </a:extLst>
          </p:cNvPr>
          <p:cNvSpPr/>
          <p:nvPr/>
        </p:nvSpPr>
        <p:spPr>
          <a:xfrm>
            <a:off x="2610305" y="3198981"/>
            <a:ext cx="184731" cy="369332"/>
          </a:xfrm>
          <a:prstGeom prst="rect">
            <a:avLst/>
          </a:prstGeom>
          <a:noFill/>
        </p:spPr>
        <p:txBody>
          <a:bodyPr wrap="none" lIns="91440" tIns="45720" rIns="91440" bIns="45720">
            <a:spAutoFit/>
          </a:bodyPr>
          <a:lstStyle/>
          <a:p>
            <a:pPr algn="ct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22" name="Rectangle 21">
            <a:extLst>
              <a:ext uri="{FF2B5EF4-FFF2-40B4-BE49-F238E27FC236}">
                <a16:creationId xmlns:a16="http://schemas.microsoft.com/office/drawing/2014/main" id="{FAE55834-0696-49DC-9286-4D513C5B4C2D}"/>
              </a:ext>
            </a:extLst>
          </p:cNvPr>
          <p:cNvSpPr/>
          <p:nvPr/>
        </p:nvSpPr>
        <p:spPr>
          <a:xfrm>
            <a:off x="2235122" y="3239257"/>
            <a:ext cx="306495"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t>
            </a:r>
          </a:p>
        </p:txBody>
      </p:sp>
      <p:sp>
        <p:nvSpPr>
          <p:cNvPr id="23" name="Rectangle 22">
            <a:extLst>
              <a:ext uri="{FF2B5EF4-FFF2-40B4-BE49-F238E27FC236}">
                <a16:creationId xmlns:a16="http://schemas.microsoft.com/office/drawing/2014/main" id="{15DD45C0-1869-4A02-AC92-2CDD6AA86B06}"/>
              </a:ext>
            </a:extLst>
          </p:cNvPr>
          <p:cNvSpPr/>
          <p:nvPr/>
        </p:nvSpPr>
        <p:spPr>
          <a:xfrm>
            <a:off x="640084" y="3328863"/>
            <a:ext cx="513282"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a:t>
            </a:r>
          </a:p>
        </p:txBody>
      </p:sp>
      <p:sp>
        <p:nvSpPr>
          <p:cNvPr id="24" name="Rectangle 23">
            <a:extLst>
              <a:ext uri="{FF2B5EF4-FFF2-40B4-BE49-F238E27FC236}">
                <a16:creationId xmlns:a16="http://schemas.microsoft.com/office/drawing/2014/main" id="{8D366A68-F74A-400A-96D9-8218D1CD1820}"/>
              </a:ext>
            </a:extLst>
          </p:cNvPr>
          <p:cNvSpPr/>
          <p:nvPr/>
        </p:nvSpPr>
        <p:spPr>
          <a:xfrm>
            <a:off x="638862" y="3642968"/>
            <a:ext cx="505267"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1.c</a:t>
            </a:r>
          </a:p>
        </p:txBody>
      </p:sp>
      <p:sp>
        <p:nvSpPr>
          <p:cNvPr id="25" name="Rectangle 24">
            <a:extLst>
              <a:ext uri="{FF2B5EF4-FFF2-40B4-BE49-F238E27FC236}">
                <a16:creationId xmlns:a16="http://schemas.microsoft.com/office/drawing/2014/main" id="{AE51743A-B79F-43C7-AA87-64C2DDAA76F7}"/>
              </a:ext>
            </a:extLst>
          </p:cNvPr>
          <p:cNvSpPr/>
          <p:nvPr/>
        </p:nvSpPr>
        <p:spPr>
          <a:xfrm>
            <a:off x="1682215" y="3488636"/>
            <a:ext cx="519694"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1.b</a:t>
            </a:r>
          </a:p>
        </p:txBody>
      </p:sp>
      <p:sp>
        <p:nvSpPr>
          <p:cNvPr id="26" name="Rectangle 25">
            <a:extLst>
              <a:ext uri="{FF2B5EF4-FFF2-40B4-BE49-F238E27FC236}">
                <a16:creationId xmlns:a16="http://schemas.microsoft.com/office/drawing/2014/main" id="{B22D4310-B52F-46E3-9340-F87D8B7CFD1B}"/>
              </a:ext>
            </a:extLst>
          </p:cNvPr>
          <p:cNvSpPr/>
          <p:nvPr/>
        </p:nvSpPr>
        <p:spPr>
          <a:xfrm>
            <a:off x="594370" y="952160"/>
            <a:ext cx="10829334" cy="1323439"/>
          </a:xfrm>
          <a:prstGeom prst="rect">
            <a:avLst/>
          </a:prstGeom>
        </p:spPr>
        <p:txBody>
          <a:bodyPr wrap="square">
            <a:spAutoFit/>
          </a:bodyPr>
          <a:lstStyle/>
          <a:p>
            <a:pPr marL="800100" lvl="1"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The Event Management view consists of three sections-</a:t>
            </a:r>
          </a:p>
          <a:p>
            <a:pPr marL="1257300" lvl="2"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Monitor</a:t>
            </a:r>
          </a:p>
          <a:p>
            <a:pPr marL="1257300" lvl="2"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Investigate</a:t>
            </a:r>
          </a:p>
          <a:p>
            <a:pPr marL="1257300" lvl="2"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History</a:t>
            </a:r>
          </a:p>
          <a:p>
            <a:pPr lvl="1" fontAlgn="base">
              <a:spcAft>
                <a:spcPct val="0"/>
              </a:spcAft>
            </a:pPr>
            <a:r>
              <a:rPr lang="en-AU" altLang="en-US" sz="1600" dirty="0">
                <a:solidFill>
                  <a:schemeClr val="tx1">
                    <a:lumMod val="50000"/>
                  </a:schemeClr>
                </a:solidFill>
                <a:cs typeface="Arial" panose="020B0604020202020204" pitchFamily="34" charset="0"/>
              </a:rPr>
              <a:t>2)   Based on the selection the related section is displayed for the selected Asset.	</a:t>
            </a:r>
          </a:p>
        </p:txBody>
      </p:sp>
      <p:sp>
        <p:nvSpPr>
          <p:cNvPr id="4" name="Rectangle 3">
            <a:extLst>
              <a:ext uri="{FF2B5EF4-FFF2-40B4-BE49-F238E27FC236}">
                <a16:creationId xmlns:a16="http://schemas.microsoft.com/office/drawing/2014/main" id="{CA95A090-744F-F3DC-4C2F-60A7FDED93DF}"/>
              </a:ext>
            </a:extLst>
          </p:cNvPr>
          <p:cNvSpPr/>
          <p:nvPr/>
        </p:nvSpPr>
        <p:spPr>
          <a:xfrm>
            <a:off x="1122506" y="3623161"/>
            <a:ext cx="513223" cy="9992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F230AC5-A041-BBFD-507E-5924E6A1B934}"/>
              </a:ext>
            </a:extLst>
          </p:cNvPr>
          <p:cNvSpPr/>
          <p:nvPr/>
        </p:nvSpPr>
        <p:spPr>
          <a:xfrm>
            <a:off x="1147310" y="3509739"/>
            <a:ext cx="513223" cy="9992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5980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Event monitor</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4009322" cy="4604885"/>
          </a:xfrm>
        </p:spPr>
        <p:txBody>
          <a:bodyPr/>
          <a:lstStyle/>
          <a:p>
            <a:pPr marL="171450" lvl="2" indent="-171450">
              <a:buClrTx/>
              <a:buFont typeface="Arial" panose="020B0604020202020204" pitchFamily="34" charset="0"/>
              <a:buChar char="•"/>
            </a:pPr>
            <a:r>
              <a:rPr lang="en-GB" sz="1200" dirty="0"/>
              <a:t>The Event Monitor screen is a table containing all the events (Faults/Symptoms) of the asset selected.</a:t>
            </a:r>
          </a:p>
          <a:p>
            <a:pPr marL="171450" lvl="2" indent="-171450">
              <a:buClrTx/>
              <a:buFont typeface="Arial" panose="020B0604020202020204" pitchFamily="34" charset="0"/>
              <a:buChar char="•"/>
            </a:pPr>
            <a:r>
              <a:rPr lang="en-GB" sz="1200" dirty="0"/>
              <a:t>The table can be configured to show the below fields:</a:t>
            </a:r>
          </a:p>
          <a:p>
            <a:pPr lvl="3">
              <a:buFont typeface="Wingdings" panose="05000000000000000000" pitchFamily="2" charset="2"/>
              <a:buChar char="§"/>
            </a:pPr>
            <a:r>
              <a:rPr lang="en-GB" sz="1200" dirty="0"/>
              <a:t>Asset Name</a:t>
            </a:r>
          </a:p>
          <a:p>
            <a:pPr lvl="3">
              <a:buFont typeface="Wingdings" panose="05000000000000000000" pitchFamily="2" charset="2"/>
              <a:buChar char="§"/>
            </a:pPr>
            <a:r>
              <a:rPr lang="en-GB" sz="1200" dirty="0"/>
              <a:t>Event Start Time</a:t>
            </a:r>
          </a:p>
          <a:p>
            <a:pPr lvl="3">
              <a:buFont typeface="Wingdings" panose="05000000000000000000" pitchFamily="2" charset="2"/>
              <a:buChar char="§"/>
            </a:pPr>
            <a:r>
              <a:rPr lang="en-GB" sz="1200" dirty="0"/>
              <a:t>Event Name</a:t>
            </a:r>
          </a:p>
          <a:p>
            <a:pPr lvl="3">
              <a:buFont typeface="Wingdings" panose="05000000000000000000" pitchFamily="2" charset="2"/>
              <a:buChar char="§"/>
            </a:pPr>
            <a:r>
              <a:rPr lang="en-GB" sz="1200" dirty="0"/>
              <a:t>Event Description</a:t>
            </a:r>
          </a:p>
          <a:p>
            <a:pPr lvl="3">
              <a:buFont typeface="Wingdings" panose="05000000000000000000" pitchFamily="2" charset="2"/>
              <a:buChar char="§"/>
            </a:pPr>
            <a:r>
              <a:rPr lang="en-GB" sz="1200" dirty="0"/>
              <a:t>Event Status (Active/Inactive)</a:t>
            </a:r>
          </a:p>
          <a:p>
            <a:pPr lvl="3">
              <a:buFont typeface="Wingdings" panose="05000000000000000000" pitchFamily="2" charset="2"/>
              <a:buChar char="§"/>
            </a:pPr>
            <a:r>
              <a:rPr lang="en-GB" sz="1200" dirty="0"/>
              <a:t>Priority</a:t>
            </a:r>
          </a:p>
          <a:p>
            <a:pPr lvl="3">
              <a:buFont typeface="Wingdings" panose="05000000000000000000" pitchFamily="2" charset="2"/>
              <a:buChar char="§"/>
            </a:pPr>
            <a:r>
              <a:rPr lang="en-GB" sz="1200" dirty="0"/>
              <a:t>Event End Time</a:t>
            </a:r>
          </a:p>
          <a:p>
            <a:pPr lvl="3">
              <a:buFont typeface="Wingdings" panose="05000000000000000000" pitchFamily="2" charset="2"/>
              <a:buChar char="§"/>
            </a:pPr>
            <a:r>
              <a:rPr lang="en-GB" sz="1200" dirty="0"/>
              <a:t>Fault Severity</a:t>
            </a:r>
          </a:p>
          <a:p>
            <a:pPr lvl="3">
              <a:buFont typeface="Wingdings" panose="05000000000000000000" pitchFamily="2" charset="2"/>
              <a:buChar char="§"/>
            </a:pPr>
            <a:r>
              <a:rPr lang="en-GB" sz="1200" dirty="0"/>
              <a:t>Locked</a:t>
            </a:r>
          </a:p>
          <a:p>
            <a:pPr lvl="3">
              <a:buFont typeface="Wingdings" panose="05000000000000000000" pitchFamily="2" charset="2"/>
              <a:buChar char="§"/>
            </a:pPr>
            <a:r>
              <a:rPr lang="en-GB" sz="1200" dirty="0"/>
              <a:t>Asset Criticality</a:t>
            </a:r>
          </a:p>
          <a:p>
            <a:pPr lvl="3">
              <a:buFont typeface="Wingdings" panose="05000000000000000000" pitchFamily="2" charset="2"/>
              <a:buChar char="§"/>
            </a:pPr>
            <a:r>
              <a:rPr lang="en-GB" sz="1200" dirty="0"/>
              <a:t>Asset Status</a:t>
            </a:r>
          </a:p>
          <a:p>
            <a:pPr lvl="3">
              <a:buFont typeface="Wingdings" panose="05000000000000000000" pitchFamily="2" charset="2"/>
              <a:buChar char="§"/>
            </a:pPr>
            <a:r>
              <a:rPr lang="en-GB" sz="1200" dirty="0"/>
              <a:t>Fault Condition</a:t>
            </a:r>
          </a:p>
          <a:p>
            <a:pPr lvl="3">
              <a:buFont typeface="Wingdings" panose="05000000000000000000" pitchFamily="2" charset="2"/>
              <a:buChar char="§"/>
            </a:pPr>
            <a:r>
              <a:rPr lang="en-GB" sz="1200" dirty="0"/>
              <a:t>Event Type (Fault/Symptom)</a:t>
            </a:r>
          </a:p>
          <a:p>
            <a:pPr lvl="3">
              <a:buFont typeface="Wingdings" panose="05000000000000000000" pitchFamily="2" charset="2"/>
              <a:buChar char="§"/>
            </a:pPr>
            <a:r>
              <a:rPr lang="en-GB" sz="1200" dirty="0"/>
              <a:t>Event Owner</a:t>
            </a:r>
          </a:p>
          <a:p>
            <a:pPr lvl="3">
              <a:buFont typeface="Wingdings" panose="05000000000000000000" pitchFamily="2" charset="2"/>
              <a:buChar char="§"/>
            </a:pPr>
            <a:r>
              <a:rPr lang="en-GB" sz="1200" dirty="0"/>
              <a:t>Asset Category</a:t>
            </a:r>
          </a:p>
          <a:p>
            <a:pPr lvl="3">
              <a:buFont typeface="Wingdings" panose="05000000000000000000" pitchFamily="2" charset="2"/>
              <a:buChar char="§"/>
            </a:pPr>
            <a:r>
              <a:rPr lang="en-GB" sz="1200" dirty="0"/>
              <a:t>Asset Path</a:t>
            </a:r>
          </a:p>
        </p:txBody>
      </p:sp>
      <p:pic>
        <p:nvPicPr>
          <p:cNvPr id="5" name="Picture 4">
            <a:extLst>
              <a:ext uri="{FF2B5EF4-FFF2-40B4-BE49-F238E27FC236}">
                <a16:creationId xmlns:a16="http://schemas.microsoft.com/office/drawing/2014/main" id="{AC9655E8-D87C-6223-BF8D-19910B56D051}"/>
              </a:ext>
            </a:extLst>
          </p:cNvPr>
          <p:cNvPicPr>
            <a:picLocks noChangeAspect="1"/>
          </p:cNvPicPr>
          <p:nvPr/>
        </p:nvPicPr>
        <p:blipFill>
          <a:blip r:embed="rId3"/>
          <a:stretch>
            <a:fillRect/>
          </a:stretch>
        </p:blipFill>
        <p:spPr>
          <a:xfrm>
            <a:off x="4423145" y="1117370"/>
            <a:ext cx="7527903" cy="3518425"/>
          </a:xfrm>
          <a:prstGeom prst="rect">
            <a:avLst/>
          </a:prstGeom>
        </p:spPr>
      </p:pic>
      <p:sp>
        <p:nvSpPr>
          <p:cNvPr id="6" name="Rectangle: Rounded Corners 5">
            <a:extLst>
              <a:ext uri="{FF2B5EF4-FFF2-40B4-BE49-F238E27FC236}">
                <a16:creationId xmlns:a16="http://schemas.microsoft.com/office/drawing/2014/main" id="{015871D4-D328-ADF7-5F56-69CBC9219E8A}"/>
              </a:ext>
            </a:extLst>
          </p:cNvPr>
          <p:cNvSpPr/>
          <p:nvPr/>
        </p:nvSpPr>
        <p:spPr>
          <a:xfrm>
            <a:off x="5688419" y="1201479"/>
            <a:ext cx="839972" cy="1488558"/>
          </a:xfrm>
          <a:prstGeom prst="roundRect">
            <a:avLst/>
          </a:prstGeom>
          <a:noFill/>
          <a:ln w="952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396EB13-EBC4-3E23-9907-2984CCDF9D2F}"/>
              </a:ext>
            </a:extLst>
          </p:cNvPr>
          <p:cNvSpPr/>
          <p:nvPr/>
        </p:nvSpPr>
        <p:spPr>
          <a:xfrm>
            <a:off x="4848447" y="2445964"/>
            <a:ext cx="839972" cy="286127"/>
          </a:xfrm>
          <a:prstGeom prst="ellipse">
            <a:avLst/>
          </a:prstGeom>
          <a:noFill/>
          <a:ln w="952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A287DC3-9D7D-A8DD-2392-AB7AF379782F}"/>
              </a:ext>
            </a:extLst>
          </p:cNvPr>
          <p:cNvSpPr/>
          <p:nvPr/>
        </p:nvSpPr>
        <p:spPr>
          <a:xfrm>
            <a:off x="4848447" y="1552353"/>
            <a:ext cx="202018" cy="286127"/>
          </a:xfrm>
          <a:prstGeom prst="ellipse">
            <a:avLst/>
          </a:prstGeom>
          <a:noFill/>
          <a:ln w="952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2200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Event monitor </a:t>
            </a:r>
            <a:r>
              <a:rPr lang="en-AU" b="1" dirty="0"/>
              <a:t>(Contd.)</a:t>
            </a:r>
            <a:endParaRPr lang="en-US" dirty="0"/>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390090" y="977768"/>
            <a:ext cx="4009322" cy="4604885"/>
          </a:xfrm>
        </p:spPr>
        <p:txBody>
          <a:bodyPr/>
          <a:lstStyle/>
          <a:p>
            <a:pPr marL="171450" lvl="2" indent="-171450">
              <a:buClrTx/>
              <a:buSzPct val="100000"/>
              <a:buFont typeface="Arial" panose="020B0604020202020204" pitchFamily="34" charset="0"/>
              <a:buChar char="•"/>
            </a:pPr>
            <a:r>
              <a:rPr lang="en-GB" sz="1200" dirty="0"/>
              <a:t>Selecting any event will provide its details in the bottom pane which includes the following:</a:t>
            </a:r>
          </a:p>
          <a:p>
            <a:pPr marL="801687" lvl="3" indent="-285750">
              <a:buFont typeface="Wingdings" panose="05000000000000000000" pitchFamily="2" charset="2"/>
              <a:buChar char="§"/>
            </a:pPr>
            <a:r>
              <a:rPr lang="en-GB" sz="1600" dirty="0"/>
              <a:t>Details on the event and associated expression</a:t>
            </a:r>
          </a:p>
          <a:p>
            <a:pPr marL="801687" lvl="3" indent="-285750">
              <a:buFont typeface="Wingdings" panose="05000000000000000000" pitchFamily="2" charset="2"/>
              <a:buChar char="§"/>
            </a:pPr>
            <a:r>
              <a:rPr lang="en-GB" sz="1600" dirty="0"/>
              <a:t>Help documents and links</a:t>
            </a:r>
          </a:p>
          <a:p>
            <a:pPr marL="801687" lvl="3" indent="-285750">
              <a:buFont typeface="Wingdings" panose="05000000000000000000" pitchFamily="2" charset="2"/>
              <a:buChar char="§"/>
            </a:pPr>
            <a:r>
              <a:rPr lang="en-GB" sz="1600" dirty="0"/>
              <a:t>Trends of the attributes at the time of the event</a:t>
            </a:r>
          </a:p>
          <a:p>
            <a:pPr marL="801687" lvl="3" indent="-285750">
              <a:buFont typeface="Wingdings" panose="05000000000000000000" pitchFamily="2" charset="2"/>
              <a:buChar char="§"/>
            </a:pPr>
            <a:r>
              <a:rPr lang="en-GB" sz="1600" dirty="0"/>
              <a:t>Comments entered by users</a:t>
            </a:r>
          </a:p>
          <a:p>
            <a:pPr marL="801687" lvl="3" indent="-285750">
              <a:buFont typeface="Wingdings" panose="05000000000000000000" pitchFamily="2" charset="2"/>
              <a:buChar char="§"/>
            </a:pPr>
            <a:r>
              <a:rPr lang="en-GB" sz="1600" dirty="0"/>
              <a:t>Past history of the selected event</a:t>
            </a:r>
          </a:p>
        </p:txBody>
      </p:sp>
      <p:pic>
        <p:nvPicPr>
          <p:cNvPr id="5" name="Picture 4">
            <a:extLst>
              <a:ext uri="{FF2B5EF4-FFF2-40B4-BE49-F238E27FC236}">
                <a16:creationId xmlns:a16="http://schemas.microsoft.com/office/drawing/2014/main" id="{E0382E38-7121-2BD2-FA23-B017313289ED}"/>
              </a:ext>
            </a:extLst>
          </p:cNvPr>
          <p:cNvPicPr>
            <a:picLocks noChangeAspect="1"/>
          </p:cNvPicPr>
          <p:nvPr/>
        </p:nvPicPr>
        <p:blipFill>
          <a:blip r:embed="rId3"/>
          <a:stretch>
            <a:fillRect/>
          </a:stretch>
        </p:blipFill>
        <p:spPr>
          <a:xfrm>
            <a:off x="4399412" y="977768"/>
            <a:ext cx="7792588" cy="4604884"/>
          </a:xfrm>
          <a:prstGeom prst="rect">
            <a:avLst/>
          </a:prstGeom>
        </p:spPr>
      </p:pic>
      <p:sp>
        <p:nvSpPr>
          <p:cNvPr id="6" name="Rectangle: Rounded Corners 5">
            <a:extLst>
              <a:ext uri="{FF2B5EF4-FFF2-40B4-BE49-F238E27FC236}">
                <a16:creationId xmlns:a16="http://schemas.microsoft.com/office/drawing/2014/main" id="{D51FC855-5D27-A788-344D-DA9DB8848D26}"/>
              </a:ext>
            </a:extLst>
          </p:cNvPr>
          <p:cNvSpPr/>
          <p:nvPr/>
        </p:nvSpPr>
        <p:spPr>
          <a:xfrm>
            <a:off x="6337005" y="1392865"/>
            <a:ext cx="2785730" cy="191386"/>
          </a:xfrm>
          <a:prstGeom prst="roundRect">
            <a:avLst/>
          </a:prstGeom>
          <a:noFill/>
          <a:ln w="952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7F3772F-E446-1B0E-E132-EDA9103866C6}"/>
              </a:ext>
            </a:extLst>
          </p:cNvPr>
          <p:cNvSpPr/>
          <p:nvPr/>
        </p:nvSpPr>
        <p:spPr>
          <a:xfrm>
            <a:off x="6337005" y="3763926"/>
            <a:ext cx="1286539" cy="191386"/>
          </a:xfrm>
          <a:prstGeom prst="roundRect">
            <a:avLst/>
          </a:prstGeom>
          <a:noFill/>
          <a:ln w="9525" cmpd="sng">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7670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12DD8B-3C89-4A02-08BC-4775EF2E2526}"/>
              </a:ext>
            </a:extLst>
          </p:cNvPr>
          <p:cNvPicPr>
            <a:picLocks noChangeAspect="1"/>
          </p:cNvPicPr>
          <p:nvPr/>
        </p:nvPicPr>
        <p:blipFill>
          <a:blip r:embed="rId3"/>
          <a:stretch>
            <a:fillRect/>
          </a:stretch>
        </p:blipFill>
        <p:spPr>
          <a:xfrm>
            <a:off x="4857935" y="1469389"/>
            <a:ext cx="7281672" cy="4619378"/>
          </a:xfrm>
          <a:prstGeom prst="rect">
            <a:avLst/>
          </a:prstGeom>
        </p:spPr>
      </p:pic>
      <p:sp>
        <p:nvSpPr>
          <p:cNvPr id="9" name="Title 1">
            <a:extLst>
              <a:ext uri="{FF2B5EF4-FFF2-40B4-BE49-F238E27FC236}">
                <a16:creationId xmlns:a16="http://schemas.microsoft.com/office/drawing/2014/main" id="{4122817D-90A2-40A9-BD53-A0F101F2CDA2}"/>
              </a:ext>
            </a:extLst>
          </p:cNvPr>
          <p:cNvSpPr>
            <a:spLocks noGrp="1"/>
          </p:cNvSpPr>
          <p:nvPr>
            <p:ph type="title"/>
          </p:nvPr>
        </p:nvSpPr>
        <p:spPr>
          <a:xfrm>
            <a:off x="594370" y="182880"/>
            <a:ext cx="11017663" cy="531543"/>
          </a:xfrm>
        </p:spPr>
        <p:txBody>
          <a:bodyPr vert="horz" lIns="0" tIns="45720" rIns="0" bIns="45720" rtlCol="0" anchor="ctr">
            <a:noAutofit/>
          </a:bodyPr>
          <a:lstStyle/>
          <a:p>
            <a:r>
              <a:rPr lang="en-AU" b="1" dirty="0"/>
              <a:t>Investigate</a:t>
            </a:r>
            <a:endParaRPr lang="en-US" b="1" dirty="0"/>
          </a:p>
        </p:txBody>
      </p:sp>
      <p:sp>
        <p:nvSpPr>
          <p:cNvPr id="10" name="Rectangle 9">
            <a:extLst>
              <a:ext uri="{FF2B5EF4-FFF2-40B4-BE49-F238E27FC236}">
                <a16:creationId xmlns:a16="http://schemas.microsoft.com/office/drawing/2014/main" id="{D2A08499-3BE1-4E3C-85DD-C90A45F22E95}"/>
              </a:ext>
            </a:extLst>
          </p:cNvPr>
          <p:cNvSpPr/>
          <p:nvPr/>
        </p:nvSpPr>
        <p:spPr>
          <a:xfrm>
            <a:off x="117224" y="864296"/>
            <a:ext cx="6508241" cy="4524315"/>
          </a:xfrm>
          <a:prstGeom prst="rect">
            <a:avLst/>
          </a:prstGeom>
          <a:ln>
            <a:noFill/>
          </a:ln>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On Accepting any Fault from the Monitor View for any Asset we can see the Accepted Fault on the Investigate View. The following details are displayed on the Investigate View-</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Asset Name</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Start time</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Name</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Description </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Fault Status</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Condition</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Lock</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Priority</a:t>
            </a:r>
          </a:p>
          <a:p>
            <a:pPr marL="800100" lvl="1" indent="-342900" fontAlgn="base">
              <a:spcAft>
                <a:spcPct val="0"/>
              </a:spcAft>
              <a:buFont typeface="Wingdings" panose="05000000000000000000" pitchFamily="2" charset="2"/>
              <a:buChar char="Ø"/>
            </a:pPr>
            <a:r>
              <a:rPr lang="en-AU" altLang="en-US" sz="1600" dirty="0" err="1">
                <a:solidFill>
                  <a:schemeClr val="tx1">
                    <a:lumMod val="50000"/>
                  </a:schemeClr>
                </a:solidFill>
                <a:cs typeface="Arial" panose="020B0604020202020204" pitchFamily="34" charset="0"/>
              </a:rPr>
              <a:t>Unaccept</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Reject</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Close</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Add Comment</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Lock</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Show Fault Detail</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Export</a:t>
            </a:r>
          </a:p>
        </p:txBody>
      </p:sp>
      <p:sp>
        <p:nvSpPr>
          <p:cNvPr id="12" name="Rectangle 11">
            <a:extLst>
              <a:ext uri="{FF2B5EF4-FFF2-40B4-BE49-F238E27FC236}">
                <a16:creationId xmlns:a16="http://schemas.microsoft.com/office/drawing/2014/main" id="{50804653-539F-421F-B21C-B30A526E8F05}"/>
              </a:ext>
            </a:extLst>
          </p:cNvPr>
          <p:cNvSpPr/>
          <p:nvPr/>
        </p:nvSpPr>
        <p:spPr>
          <a:xfrm>
            <a:off x="5067014" y="3348474"/>
            <a:ext cx="366713" cy="17115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1A29FBD-6130-4269-825C-DA819ADFAFD6}"/>
              </a:ext>
            </a:extLst>
          </p:cNvPr>
          <p:cNvSpPr/>
          <p:nvPr/>
        </p:nvSpPr>
        <p:spPr>
          <a:xfrm>
            <a:off x="6592579" y="2323266"/>
            <a:ext cx="5502888" cy="17115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725F6F-38AC-4A77-96B4-B584D2C08F34}"/>
              </a:ext>
            </a:extLst>
          </p:cNvPr>
          <p:cNvSpPr/>
          <p:nvPr/>
        </p:nvSpPr>
        <p:spPr>
          <a:xfrm>
            <a:off x="6615234" y="1977481"/>
            <a:ext cx="1853535" cy="25058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DDD8ACBC-0C37-4F1F-B2DB-DA842FE58894}"/>
              </a:ext>
            </a:extLst>
          </p:cNvPr>
          <p:cNvCxnSpPr>
            <a:cxnSpLocks/>
          </p:cNvCxnSpPr>
          <p:nvPr/>
        </p:nvCxnSpPr>
        <p:spPr>
          <a:xfrm>
            <a:off x="5471922" y="3424905"/>
            <a:ext cx="166688"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B783F14B-7451-46AB-8614-750E1AF1F57B}"/>
              </a:ext>
            </a:extLst>
          </p:cNvPr>
          <p:cNvSpPr/>
          <p:nvPr/>
        </p:nvSpPr>
        <p:spPr>
          <a:xfrm>
            <a:off x="5623980" y="3240239"/>
            <a:ext cx="306495"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t>
            </a:r>
          </a:p>
        </p:txBody>
      </p:sp>
    </p:spTree>
    <p:extLst>
      <p:ext uri="{BB962C8B-B14F-4D97-AF65-F5344CB8AC3E}">
        <p14:creationId xmlns:p14="http://schemas.microsoft.com/office/powerpoint/2010/main" val="786204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F98ADF-FD3F-7188-5043-5E10F33D7CE0}"/>
              </a:ext>
            </a:extLst>
          </p:cNvPr>
          <p:cNvPicPr>
            <a:picLocks noChangeAspect="1"/>
          </p:cNvPicPr>
          <p:nvPr/>
        </p:nvPicPr>
        <p:blipFill>
          <a:blip r:embed="rId3"/>
          <a:stretch>
            <a:fillRect/>
          </a:stretch>
        </p:blipFill>
        <p:spPr>
          <a:xfrm>
            <a:off x="3493390" y="1508986"/>
            <a:ext cx="8575337" cy="4903163"/>
          </a:xfrm>
          <a:prstGeom prst="rect">
            <a:avLst/>
          </a:prstGeom>
        </p:spPr>
      </p:pic>
      <p:sp>
        <p:nvSpPr>
          <p:cNvPr id="9" name="Title 1">
            <a:extLst>
              <a:ext uri="{FF2B5EF4-FFF2-40B4-BE49-F238E27FC236}">
                <a16:creationId xmlns:a16="http://schemas.microsoft.com/office/drawing/2014/main" id="{CF8A9E81-2F35-4B92-B928-7ABD33F435AC}"/>
              </a:ext>
            </a:extLst>
          </p:cNvPr>
          <p:cNvSpPr>
            <a:spLocks noGrp="1"/>
          </p:cNvSpPr>
          <p:nvPr>
            <p:ph type="title"/>
          </p:nvPr>
        </p:nvSpPr>
        <p:spPr>
          <a:xfrm>
            <a:off x="594370" y="182880"/>
            <a:ext cx="11017663" cy="495253"/>
          </a:xfrm>
        </p:spPr>
        <p:txBody>
          <a:bodyPr vert="horz" lIns="0" tIns="45720" rIns="0" bIns="45720" rtlCol="0" anchor="ctr">
            <a:noAutofit/>
          </a:bodyPr>
          <a:lstStyle/>
          <a:p>
            <a:r>
              <a:rPr lang="en-AU" b="1" dirty="0"/>
              <a:t>History</a:t>
            </a:r>
            <a:endParaRPr lang="en-US" b="1" dirty="0"/>
          </a:p>
        </p:txBody>
      </p:sp>
      <p:sp>
        <p:nvSpPr>
          <p:cNvPr id="10" name="Rectangle 9">
            <a:extLst>
              <a:ext uri="{FF2B5EF4-FFF2-40B4-BE49-F238E27FC236}">
                <a16:creationId xmlns:a16="http://schemas.microsoft.com/office/drawing/2014/main" id="{29DF1EA6-4A20-401B-9FD4-A2C2C82DBAE7}"/>
              </a:ext>
            </a:extLst>
          </p:cNvPr>
          <p:cNvSpPr/>
          <p:nvPr/>
        </p:nvSpPr>
        <p:spPr>
          <a:xfrm>
            <a:off x="117224" y="864296"/>
            <a:ext cx="6508241" cy="5016758"/>
          </a:xfrm>
          <a:prstGeom prst="rect">
            <a:avLst/>
          </a:prstGeom>
          <a:ln>
            <a:noFill/>
          </a:ln>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To check the History of events for a selected asset you can Click on History. The following details are displayed on the History View-</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Asset Name</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Start time</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Name</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Description </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Fault Status</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Condition</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Lock</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Priority</a:t>
            </a:r>
          </a:p>
          <a:p>
            <a:pPr marL="800100" lvl="1" indent="-342900" fontAlgn="base">
              <a:spcAft>
                <a:spcPct val="0"/>
              </a:spcAft>
              <a:buFont typeface="Wingdings" panose="05000000000000000000" pitchFamily="2" charset="2"/>
              <a:buChar char="Ø"/>
            </a:pPr>
            <a:r>
              <a:rPr lang="en-AU" altLang="en-US" sz="1600" dirty="0" err="1">
                <a:solidFill>
                  <a:schemeClr val="tx1">
                    <a:lumMod val="50000"/>
                  </a:schemeClr>
                </a:solidFill>
                <a:cs typeface="Arial" panose="020B0604020202020204" pitchFamily="34" charset="0"/>
              </a:rPr>
              <a:t>Unaccept</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Reject</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Close</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Add Comment</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Lock</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Show Fault Detail</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Export</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Filter Items From</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Filter Items To</a:t>
            </a:r>
          </a:p>
          <a:p>
            <a:pPr marL="800100" lvl="1" indent="-342900" fontAlgn="base">
              <a:spcAft>
                <a:spcPct val="0"/>
              </a:spcAft>
              <a:buFont typeface="Wingdings" panose="05000000000000000000" pitchFamily="2" charset="2"/>
              <a:buChar char="Ø"/>
            </a:pPr>
            <a:r>
              <a:rPr lang="en-AU" altLang="en-US" sz="1600" dirty="0">
                <a:solidFill>
                  <a:schemeClr val="tx1">
                    <a:lumMod val="50000"/>
                  </a:schemeClr>
                </a:solidFill>
                <a:cs typeface="Arial" panose="020B0604020202020204" pitchFamily="34" charset="0"/>
              </a:rPr>
              <a:t>Filter Items by Time Range</a:t>
            </a:r>
          </a:p>
        </p:txBody>
      </p:sp>
      <p:sp>
        <p:nvSpPr>
          <p:cNvPr id="12" name="Rectangle 11">
            <a:extLst>
              <a:ext uri="{FF2B5EF4-FFF2-40B4-BE49-F238E27FC236}">
                <a16:creationId xmlns:a16="http://schemas.microsoft.com/office/drawing/2014/main" id="{B7B05ABE-8DD1-4F23-B3C6-3CF688A5E432}"/>
              </a:ext>
            </a:extLst>
          </p:cNvPr>
          <p:cNvSpPr/>
          <p:nvPr/>
        </p:nvSpPr>
        <p:spPr>
          <a:xfrm>
            <a:off x="3788664" y="3226054"/>
            <a:ext cx="273050" cy="15240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14C6278-020F-4545-9A7C-C524D65059E6}"/>
              </a:ext>
            </a:extLst>
          </p:cNvPr>
          <p:cNvSpPr/>
          <p:nvPr/>
        </p:nvSpPr>
        <p:spPr>
          <a:xfrm>
            <a:off x="5632839" y="2199609"/>
            <a:ext cx="6359500" cy="15240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643EC0B-A531-49D5-8682-8718DB33712C}"/>
              </a:ext>
            </a:extLst>
          </p:cNvPr>
          <p:cNvSpPr/>
          <p:nvPr/>
        </p:nvSpPr>
        <p:spPr>
          <a:xfrm>
            <a:off x="5655161" y="1926501"/>
            <a:ext cx="5422471" cy="223128"/>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7E53AAF3-C389-4132-91BA-78CCD1A7A682}"/>
              </a:ext>
            </a:extLst>
          </p:cNvPr>
          <p:cNvCxnSpPr>
            <a:stCxn id="12" idx="3"/>
          </p:cNvCxnSpPr>
          <p:nvPr/>
        </p:nvCxnSpPr>
        <p:spPr>
          <a:xfrm>
            <a:off x="4061714" y="3302254"/>
            <a:ext cx="15240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E8B8E486-F553-400A-AD4C-342E330771EE}"/>
              </a:ext>
            </a:extLst>
          </p:cNvPr>
          <p:cNvSpPr/>
          <p:nvPr/>
        </p:nvSpPr>
        <p:spPr>
          <a:xfrm>
            <a:off x="4115582" y="3099300"/>
            <a:ext cx="306495"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a:t>
            </a:r>
            <a:endParaRPr lang="en-US"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74699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53919DDD-C4CD-4B98-9461-F50083D6DB3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29075" y="1130006"/>
            <a:ext cx="7221421" cy="4842169"/>
          </a:xfrm>
          <a:prstGeom prst="rect">
            <a:avLst/>
          </a:prstGeom>
        </p:spPr>
      </p:pic>
      <p:sp>
        <p:nvSpPr>
          <p:cNvPr id="2" name="Title 1">
            <a:extLst>
              <a:ext uri="{FF2B5EF4-FFF2-40B4-BE49-F238E27FC236}">
                <a16:creationId xmlns:a16="http://schemas.microsoft.com/office/drawing/2014/main" id="{5540E2BA-13AF-44BB-A73E-B2072FE98181}"/>
              </a:ext>
            </a:extLst>
          </p:cNvPr>
          <p:cNvSpPr>
            <a:spLocks noGrp="1"/>
          </p:cNvSpPr>
          <p:nvPr>
            <p:ph type="title"/>
          </p:nvPr>
        </p:nvSpPr>
        <p:spPr>
          <a:xfrm>
            <a:off x="495299" y="304495"/>
            <a:ext cx="11201401" cy="492443"/>
          </a:xfrm>
        </p:spPr>
        <p:txBody>
          <a:bodyPr/>
          <a:lstStyle/>
          <a:p>
            <a:r>
              <a:rPr lang="en-AU" sz="3200" b="1" dirty="0">
                <a:latin typeface="+mn-lt"/>
              </a:rPr>
              <a:t>Details View</a:t>
            </a:r>
            <a:endParaRPr lang="en-US" sz="3200" dirty="0"/>
          </a:p>
        </p:txBody>
      </p:sp>
      <p:sp>
        <p:nvSpPr>
          <p:cNvPr id="6" name="Rectangle 5">
            <a:extLst>
              <a:ext uri="{FF2B5EF4-FFF2-40B4-BE49-F238E27FC236}">
                <a16:creationId xmlns:a16="http://schemas.microsoft.com/office/drawing/2014/main" id="{7EDD9D40-B8AA-45CE-B788-92D73916D6AA}"/>
              </a:ext>
            </a:extLst>
          </p:cNvPr>
          <p:cNvSpPr/>
          <p:nvPr/>
        </p:nvSpPr>
        <p:spPr>
          <a:xfrm>
            <a:off x="266017" y="969636"/>
            <a:ext cx="3695833" cy="4278094"/>
          </a:xfrm>
          <a:prstGeom prst="rect">
            <a:avLst/>
          </a:prstGeom>
        </p:spPr>
        <p:txBody>
          <a:bodyPr wrap="square" anchor="t">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The Detail Views consist of seven sections-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Fault Tree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Asset Details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Manual Data Entry</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Calculation Status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Recalculation</a:t>
            </a:r>
          </a:p>
          <a:p>
            <a:pPr marL="800100" lvl="1" indent="-342900" fontAlgn="base">
              <a:spcAft>
                <a:spcPct val="0"/>
              </a:spcAft>
              <a:buFont typeface="+mj-lt"/>
              <a:buAutoNum type="alphaLcPeriod"/>
            </a:pPr>
            <a:r>
              <a:rPr lang="en-AU" altLang="en-US" sz="1600" dirty="0">
                <a:solidFill>
                  <a:schemeClr val="tx1">
                    <a:lumMod val="50000"/>
                  </a:schemeClr>
                </a:solidFill>
                <a:cs typeface="Arial"/>
              </a:rPr>
              <a:t>Recalculation Status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Trends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Reports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System Console</a:t>
            </a:r>
          </a:p>
          <a:p>
            <a:pPr marL="800100" lvl="1" indent="-342900" fontAlgn="base">
              <a:spcAft>
                <a:spcPct val="0"/>
              </a:spcAft>
              <a:buFont typeface="+mj-lt"/>
              <a:buAutoNum type="alphaLcPeriod"/>
            </a:pPr>
            <a:endParaRPr lang="en-AU" altLang="en-US" sz="1600" dirty="0">
              <a:solidFill>
                <a:schemeClr val="tx1">
                  <a:lumMod val="50000"/>
                </a:schemeClr>
              </a:solidFill>
              <a:cs typeface="Arial"/>
            </a:endParaRPr>
          </a:p>
          <a:p>
            <a:pPr marL="342900" indent="-342900" fontAlgn="base">
              <a:spcAft>
                <a:spcPct val="0"/>
              </a:spcAft>
              <a:buFont typeface="+mj-lt"/>
              <a:buAutoNum type="arabicParenR"/>
            </a:pPr>
            <a:r>
              <a:rPr lang="en-AU" altLang="en-US" sz="1600" dirty="0">
                <a:solidFill>
                  <a:schemeClr val="tx1">
                    <a:lumMod val="50000"/>
                  </a:schemeClr>
                </a:solidFill>
                <a:cs typeface="Arial"/>
              </a:rPr>
              <a:t>Based on the selection the related section is displayed for the selected Asset</a:t>
            </a:r>
          </a:p>
          <a:p>
            <a:pPr fontAlgn="base">
              <a:spcAft>
                <a:spcPct val="0"/>
              </a:spcAft>
            </a:pPr>
            <a:r>
              <a:rPr lang="en-AU" altLang="en-US" sz="1600" dirty="0">
                <a:solidFill>
                  <a:schemeClr val="tx1">
                    <a:lumMod val="50000"/>
                  </a:schemeClr>
                </a:solidFill>
                <a:cs typeface="Arial"/>
              </a:rPr>
              <a:t>For example, here Fault Tree is selected.	</a:t>
            </a:r>
          </a:p>
        </p:txBody>
      </p:sp>
      <p:sp>
        <p:nvSpPr>
          <p:cNvPr id="8" name="Rectangle 7">
            <a:extLst>
              <a:ext uri="{FF2B5EF4-FFF2-40B4-BE49-F238E27FC236}">
                <a16:creationId xmlns:a16="http://schemas.microsoft.com/office/drawing/2014/main" id="{9246F37A-C871-4FA1-9E77-4B02EAAEAE56}"/>
              </a:ext>
            </a:extLst>
          </p:cNvPr>
          <p:cNvSpPr/>
          <p:nvPr/>
        </p:nvSpPr>
        <p:spPr>
          <a:xfrm>
            <a:off x="4175290" y="3618608"/>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BA2A099-DD6D-42B4-B429-A26C1F8DCEAE}"/>
              </a:ext>
            </a:extLst>
          </p:cNvPr>
          <p:cNvSpPr/>
          <p:nvPr/>
        </p:nvSpPr>
        <p:spPr>
          <a:xfrm>
            <a:off x="5542785" y="1486254"/>
            <a:ext cx="5707711" cy="448592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275D9E3F-A7E7-425F-920D-1C349823EE8F}"/>
              </a:ext>
            </a:extLst>
          </p:cNvPr>
          <p:cNvCxnSpPr>
            <a:cxnSpLocks/>
          </p:cNvCxnSpPr>
          <p:nvPr/>
        </p:nvCxnSpPr>
        <p:spPr>
          <a:xfrm>
            <a:off x="4614385" y="3673114"/>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896282FD-E55B-479C-A9D5-BBBAA5AA299D}"/>
              </a:ext>
            </a:extLst>
          </p:cNvPr>
          <p:cNvSpPr/>
          <p:nvPr/>
        </p:nvSpPr>
        <p:spPr>
          <a:xfrm>
            <a:off x="4703675" y="3515414"/>
            <a:ext cx="303651" cy="261610"/>
          </a:xfrm>
          <a:prstGeom prst="rect">
            <a:avLst/>
          </a:prstGeom>
          <a:noFill/>
        </p:spPr>
        <p:txBody>
          <a:bodyPr wrap="square" lIns="91440" tIns="45720" rIns="91440" bIns="45720">
            <a:spAutoFit/>
          </a:bodyPr>
          <a:lstStyle/>
          <a:p>
            <a:pPr algn="ctr"/>
            <a:r>
              <a:rPr lang="en-US" sz="1100" dirty="0">
                <a:ln w="0"/>
                <a:solidFill>
                  <a:schemeClr val="bg1"/>
                </a:solidFill>
                <a:effectLst>
                  <a:outerShdw blurRad="38100" dist="19050" dir="2700000" algn="tl" rotWithShape="0">
                    <a:schemeClr val="dk1">
                      <a:alpha val="40000"/>
                    </a:schemeClr>
                  </a:outerShdw>
                </a:effectLst>
              </a:rPr>
              <a:t>1</a:t>
            </a:r>
            <a:endParaRPr lang="en-US" sz="1100" b="0" cap="none" spc="0" dirty="0">
              <a:ln w="0"/>
              <a:solidFill>
                <a:schemeClr val="bg1"/>
              </a:solidFill>
              <a:effectLst>
                <a:outerShdw blurRad="38100" dist="19050" dir="2700000" algn="tl" rotWithShape="0">
                  <a:schemeClr val="dk1">
                    <a:alpha val="40000"/>
                  </a:schemeClr>
                </a:outerShdw>
              </a:effectLst>
            </a:endParaRPr>
          </a:p>
        </p:txBody>
      </p:sp>
      <p:sp>
        <p:nvSpPr>
          <p:cNvPr id="26" name="Rectangle 25">
            <a:extLst>
              <a:ext uri="{FF2B5EF4-FFF2-40B4-BE49-F238E27FC236}">
                <a16:creationId xmlns:a16="http://schemas.microsoft.com/office/drawing/2014/main" id="{31266884-E8D9-4AED-AD8B-CC848CC89FD1}"/>
              </a:ext>
            </a:extLst>
          </p:cNvPr>
          <p:cNvSpPr/>
          <p:nvPr/>
        </p:nvSpPr>
        <p:spPr>
          <a:xfrm>
            <a:off x="4703675" y="3623844"/>
            <a:ext cx="303651"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a</a:t>
            </a:r>
          </a:p>
        </p:txBody>
      </p:sp>
      <p:sp>
        <p:nvSpPr>
          <p:cNvPr id="27" name="Rectangle 26">
            <a:extLst>
              <a:ext uri="{FF2B5EF4-FFF2-40B4-BE49-F238E27FC236}">
                <a16:creationId xmlns:a16="http://schemas.microsoft.com/office/drawing/2014/main" id="{82B027F8-9E1A-4D5A-B236-27734B5D95B3}"/>
              </a:ext>
            </a:extLst>
          </p:cNvPr>
          <p:cNvSpPr/>
          <p:nvPr/>
        </p:nvSpPr>
        <p:spPr>
          <a:xfrm>
            <a:off x="4743792" y="3745922"/>
            <a:ext cx="310004"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b</a:t>
            </a:r>
          </a:p>
        </p:txBody>
      </p:sp>
      <p:sp>
        <p:nvSpPr>
          <p:cNvPr id="28" name="Rectangle 27">
            <a:extLst>
              <a:ext uri="{FF2B5EF4-FFF2-40B4-BE49-F238E27FC236}">
                <a16:creationId xmlns:a16="http://schemas.microsoft.com/office/drawing/2014/main" id="{28FBB0E2-533F-4786-8BC2-3FAF80CBDAAB}"/>
              </a:ext>
            </a:extLst>
          </p:cNvPr>
          <p:cNvSpPr/>
          <p:nvPr/>
        </p:nvSpPr>
        <p:spPr>
          <a:xfrm>
            <a:off x="4750938" y="3868862"/>
            <a:ext cx="295711"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c</a:t>
            </a:r>
          </a:p>
        </p:txBody>
      </p:sp>
      <p:sp>
        <p:nvSpPr>
          <p:cNvPr id="29" name="Rectangle 28">
            <a:extLst>
              <a:ext uri="{FF2B5EF4-FFF2-40B4-BE49-F238E27FC236}">
                <a16:creationId xmlns:a16="http://schemas.microsoft.com/office/drawing/2014/main" id="{E72C1A64-FF57-4791-B139-264081799127}"/>
              </a:ext>
            </a:extLst>
          </p:cNvPr>
          <p:cNvSpPr/>
          <p:nvPr/>
        </p:nvSpPr>
        <p:spPr>
          <a:xfrm>
            <a:off x="4735855" y="3989956"/>
            <a:ext cx="310004"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d</a:t>
            </a:r>
          </a:p>
        </p:txBody>
      </p:sp>
      <p:sp>
        <p:nvSpPr>
          <p:cNvPr id="30" name="Rectangle 29">
            <a:extLst>
              <a:ext uri="{FF2B5EF4-FFF2-40B4-BE49-F238E27FC236}">
                <a16:creationId xmlns:a16="http://schemas.microsoft.com/office/drawing/2014/main" id="{359B2FF8-0CB4-4723-A571-A55B7EA909B9}"/>
              </a:ext>
            </a:extLst>
          </p:cNvPr>
          <p:cNvSpPr/>
          <p:nvPr/>
        </p:nvSpPr>
        <p:spPr>
          <a:xfrm>
            <a:off x="4739175" y="4115721"/>
            <a:ext cx="308416"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e</a:t>
            </a:r>
          </a:p>
        </p:txBody>
      </p:sp>
      <p:sp>
        <p:nvSpPr>
          <p:cNvPr id="31" name="Rectangle 30">
            <a:extLst>
              <a:ext uri="{FF2B5EF4-FFF2-40B4-BE49-F238E27FC236}">
                <a16:creationId xmlns:a16="http://schemas.microsoft.com/office/drawing/2014/main" id="{DA7B0B57-2379-45C4-97C0-C06CB692EA8C}"/>
              </a:ext>
            </a:extLst>
          </p:cNvPr>
          <p:cNvSpPr/>
          <p:nvPr/>
        </p:nvSpPr>
        <p:spPr>
          <a:xfrm>
            <a:off x="4768957" y="4243020"/>
            <a:ext cx="267125"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f</a:t>
            </a:r>
          </a:p>
        </p:txBody>
      </p:sp>
      <p:sp>
        <p:nvSpPr>
          <p:cNvPr id="32" name="Rectangle 31">
            <a:extLst>
              <a:ext uri="{FF2B5EF4-FFF2-40B4-BE49-F238E27FC236}">
                <a16:creationId xmlns:a16="http://schemas.microsoft.com/office/drawing/2014/main" id="{72D14FD4-D11D-4360-B767-76D0EBE0BF9B}"/>
              </a:ext>
            </a:extLst>
          </p:cNvPr>
          <p:cNvSpPr/>
          <p:nvPr/>
        </p:nvSpPr>
        <p:spPr>
          <a:xfrm>
            <a:off x="4746695" y="4364481"/>
            <a:ext cx="297299"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g</a:t>
            </a:r>
          </a:p>
        </p:txBody>
      </p:sp>
      <p:cxnSp>
        <p:nvCxnSpPr>
          <p:cNvPr id="33" name="Straight Arrow Connector 32">
            <a:extLst>
              <a:ext uri="{FF2B5EF4-FFF2-40B4-BE49-F238E27FC236}">
                <a16:creationId xmlns:a16="http://schemas.microsoft.com/office/drawing/2014/main" id="{B054FBB2-6AD7-4F4F-BD60-E6588497DB43}"/>
              </a:ext>
            </a:extLst>
          </p:cNvPr>
          <p:cNvCxnSpPr>
            <a:cxnSpLocks/>
          </p:cNvCxnSpPr>
          <p:nvPr/>
        </p:nvCxnSpPr>
        <p:spPr>
          <a:xfrm>
            <a:off x="9964208" y="1323975"/>
            <a:ext cx="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80D34CBC-E5FE-4BA9-8E03-286E37E2C03F}"/>
              </a:ext>
            </a:extLst>
          </p:cNvPr>
          <p:cNvSpPr/>
          <p:nvPr/>
        </p:nvSpPr>
        <p:spPr>
          <a:xfrm>
            <a:off x="9684812" y="576375"/>
            <a:ext cx="386041" cy="370095"/>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a:t>
            </a:r>
          </a:p>
        </p:txBody>
      </p:sp>
      <p:sp>
        <p:nvSpPr>
          <p:cNvPr id="37" name="Rectangle 36">
            <a:extLst>
              <a:ext uri="{FF2B5EF4-FFF2-40B4-BE49-F238E27FC236}">
                <a16:creationId xmlns:a16="http://schemas.microsoft.com/office/drawing/2014/main" id="{E8DC6220-B0BE-4E9B-A4F4-6F39C16A6B39}"/>
              </a:ext>
            </a:extLst>
          </p:cNvPr>
          <p:cNvSpPr/>
          <p:nvPr/>
        </p:nvSpPr>
        <p:spPr>
          <a:xfrm>
            <a:off x="4735577" y="4497969"/>
            <a:ext cx="308416"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h</a:t>
            </a:r>
          </a:p>
        </p:txBody>
      </p:sp>
      <p:cxnSp>
        <p:nvCxnSpPr>
          <p:cNvPr id="38" name="Straight Arrow Connector 37">
            <a:extLst>
              <a:ext uri="{FF2B5EF4-FFF2-40B4-BE49-F238E27FC236}">
                <a16:creationId xmlns:a16="http://schemas.microsoft.com/office/drawing/2014/main" id="{278B15AF-F1A9-49FF-A002-28275B79405B}"/>
              </a:ext>
            </a:extLst>
          </p:cNvPr>
          <p:cNvCxnSpPr>
            <a:cxnSpLocks/>
            <a:stCxn id="16" idx="0"/>
            <a:endCxn id="34" idx="1"/>
          </p:cNvCxnSpPr>
          <p:nvPr/>
        </p:nvCxnSpPr>
        <p:spPr>
          <a:xfrm flipV="1">
            <a:off x="8396641" y="761423"/>
            <a:ext cx="1288171" cy="72483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D926280D-77F2-9B7C-0127-47ABC1375955}"/>
              </a:ext>
            </a:extLst>
          </p:cNvPr>
          <p:cNvSpPr/>
          <p:nvPr/>
        </p:nvSpPr>
        <p:spPr>
          <a:xfrm>
            <a:off x="4188855" y="3729844"/>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452484C-47A3-ED84-15E0-969A0AF5EB60}"/>
              </a:ext>
            </a:extLst>
          </p:cNvPr>
          <p:cNvSpPr/>
          <p:nvPr/>
        </p:nvSpPr>
        <p:spPr>
          <a:xfrm>
            <a:off x="4189385" y="3840317"/>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8949F8E-895C-B672-5DFE-1276A437269E}"/>
              </a:ext>
            </a:extLst>
          </p:cNvPr>
          <p:cNvSpPr/>
          <p:nvPr/>
        </p:nvSpPr>
        <p:spPr>
          <a:xfrm>
            <a:off x="4188854" y="3959539"/>
            <a:ext cx="504095" cy="10344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1AA9FC9-A8F0-CFC4-BD88-250AE655B425}"/>
              </a:ext>
            </a:extLst>
          </p:cNvPr>
          <p:cNvSpPr/>
          <p:nvPr/>
        </p:nvSpPr>
        <p:spPr>
          <a:xfrm>
            <a:off x="4188854" y="4092578"/>
            <a:ext cx="504095" cy="10344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BD26AAF-36F8-CC41-6FB1-DE1CDFB233D6}"/>
              </a:ext>
            </a:extLst>
          </p:cNvPr>
          <p:cNvSpPr/>
          <p:nvPr/>
        </p:nvSpPr>
        <p:spPr>
          <a:xfrm>
            <a:off x="4188855" y="4219764"/>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8E58BAE-8A59-11A4-073B-A9497710B72C}"/>
              </a:ext>
            </a:extLst>
          </p:cNvPr>
          <p:cNvSpPr/>
          <p:nvPr/>
        </p:nvSpPr>
        <p:spPr>
          <a:xfrm>
            <a:off x="4221956" y="4336532"/>
            <a:ext cx="504095" cy="10344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64A2DEB-5246-97F6-9CDA-E20A99BD41B5}"/>
              </a:ext>
            </a:extLst>
          </p:cNvPr>
          <p:cNvSpPr/>
          <p:nvPr/>
        </p:nvSpPr>
        <p:spPr>
          <a:xfrm>
            <a:off x="4188855" y="4457263"/>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4C2F051-5833-0482-31C1-5FA907505938}"/>
              </a:ext>
            </a:extLst>
          </p:cNvPr>
          <p:cNvSpPr/>
          <p:nvPr/>
        </p:nvSpPr>
        <p:spPr>
          <a:xfrm>
            <a:off x="4192635" y="4592491"/>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4579621-BB19-C71E-BF13-BA1C5237A727}"/>
              </a:ext>
            </a:extLst>
          </p:cNvPr>
          <p:cNvSpPr/>
          <p:nvPr/>
        </p:nvSpPr>
        <p:spPr>
          <a:xfrm>
            <a:off x="4188854" y="4722843"/>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6931D36C-311E-7E53-2B45-376027EA980A}"/>
              </a:ext>
            </a:extLst>
          </p:cNvPr>
          <p:cNvCxnSpPr>
            <a:cxnSpLocks/>
          </p:cNvCxnSpPr>
          <p:nvPr/>
        </p:nvCxnSpPr>
        <p:spPr>
          <a:xfrm>
            <a:off x="4621209" y="3783299"/>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F096CD1A-1E17-F9D1-D592-6B17FD20B65B}"/>
              </a:ext>
            </a:extLst>
          </p:cNvPr>
          <p:cNvCxnSpPr>
            <a:cxnSpLocks/>
          </p:cNvCxnSpPr>
          <p:nvPr/>
        </p:nvCxnSpPr>
        <p:spPr>
          <a:xfrm>
            <a:off x="4621603" y="3882807"/>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E8CA8F20-4A10-E989-5537-EDB39C7EE44E}"/>
              </a:ext>
            </a:extLst>
          </p:cNvPr>
          <p:cNvCxnSpPr>
            <a:cxnSpLocks/>
          </p:cNvCxnSpPr>
          <p:nvPr/>
        </p:nvCxnSpPr>
        <p:spPr>
          <a:xfrm>
            <a:off x="4692949" y="4007304"/>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BAC34613-D261-39A3-8626-84F23DDDEEEA}"/>
              </a:ext>
            </a:extLst>
          </p:cNvPr>
          <p:cNvCxnSpPr>
            <a:cxnSpLocks/>
          </p:cNvCxnSpPr>
          <p:nvPr/>
        </p:nvCxnSpPr>
        <p:spPr>
          <a:xfrm>
            <a:off x="4700104" y="4144298"/>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91359E0D-953F-0156-06B5-D463170DB702}"/>
              </a:ext>
            </a:extLst>
          </p:cNvPr>
          <p:cNvCxnSpPr>
            <a:cxnSpLocks/>
          </p:cNvCxnSpPr>
          <p:nvPr/>
        </p:nvCxnSpPr>
        <p:spPr>
          <a:xfrm>
            <a:off x="4625435" y="4262254"/>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9CF7858F-E3EB-0A9D-A84A-BDB1F97EF2B6}"/>
              </a:ext>
            </a:extLst>
          </p:cNvPr>
          <p:cNvCxnSpPr>
            <a:cxnSpLocks/>
          </p:cNvCxnSpPr>
          <p:nvPr/>
        </p:nvCxnSpPr>
        <p:spPr>
          <a:xfrm>
            <a:off x="4726051" y="4388252"/>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57AB1E5F-8D03-C890-A178-44A8F8AA823D}"/>
              </a:ext>
            </a:extLst>
          </p:cNvPr>
          <p:cNvCxnSpPr>
            <a:cxnSpLocks/>
          </p:cNvCxnSpPr>
          <p:nvPr/>
        </p:nvCxnSpPr>
        <p:spPr>
          <a:xfrm>
            <a:off x="4613054" y="4514068"/>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E2B0F026-07A0-7A33-CDC5-EB78B3C6D3F3}"/>
              </a:ext>
            </a:extLst>
          </p:cNvPr>
          <p:cNvCxnSpPr>
            <a:cxnSpLocks/>
          </p:cNvCxnSpPr>
          <p:nvPr/>
        </p:nvCxnSpPr>
        <p:spPr>
          <a:xfrm>
            <a:off x="4632919" y="4634981"/>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3A66D961-242A-8592-DAD8-EBEE942C43B3}"/>
              </a:ext>
            </a:extLst>
          </p:cNvPr>
          <p:cNvCxnSpPr>
            <a:cxnSpLocks/>
          </p:cNvCxnSpPr>
          <p:nvPr/>
        </p:nvCxnSpPr>
        <p:spPr>
          <a:xfrm>
            <a:off x="4625435" y="4765333"/>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Rectangle 62">
            <a:extLst>
              <a:ext uri="{FF2B5EF4-FFF2-40B4-BE49-F238E27FC236}">
                <a16:creationId xmlns:a16="http://schemas.microsoft.com/office/drawing/2014/main" id="{05230DD9-3ACD-F700-D62F-437FE33F080A}"/>
              </a:ext>
            </a:extLst>
          </p:cNvPr>
          <p:cNvSpPr/>
          <p:nvPr/>
        </p:nvSpPr>
        <p:spPr>
          <a:xfrm>
            <a:off x="4730633" y="4637664"/>
            <a:ext cx="308416" cy="261610"/>
          </a:xfrm>
          <a:prstGeom prst="rect">
            <a:avLst/>
          </a:prstGeom>
          <a:noFill/>
        </p:spPr>
        <p:txBody>
          <a:bodyPr wrap="square" lIns="91440" tIns="45720" rIns="91440" bIns="45720">
            <a:spAutoFit/>
          </a:bodyPr>
          <a:lstStyle/>
          <a:p>
            <a:pPr algn="ctr"/>
            <a:r>
              <a:rPr lang="en-US" sz="1100" dirty="0">
                <a:ln w="0"/>
                <a:solidFill>
                  <a:schemeClr val="bg1"/>
                </a:solidFill>
                <a:effectLst>
                  <a:outerShdw blurRad="38100" dist="19050" dir="2700000" algn="tl" rotWithShape="0">
                    <a:schemeClr val="dk1">
                      <a:alpha val="40000"/>
                    </a:schemeClr>
                  </a:outerShdw>
                </a:effectLst>
              </a:rPr>
              <a:t>i</a:t>
            </a:r>
            <a:endParaRPr lang="en-US" sz="1100"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324945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2C624-D3F0-4786-9A36-DB0E6245A6E0}"/>
              </a:ext>
            </a:extLst>
          </p:cNvPr>
          <p:cNvSpPr>
            <a:spLocks noGrp="1"/>
          </p:cNvSpPr>
          <p:nvPr>
            <p:ph type="title"/>
          </p:nvPr>
        </p:nvSpPr>
        <p:spPr>
          <a:xfrm>
            <a:off x="495299" y="172405"/>
            <a:ext cx="11201401" cy="523220"/>
          </a:xfrm>
        </p:spPr>
        <p:txBody>
          <a:bodyPr/>
          <a:lstStyle/>
          <a:p>
            <a:r>
              <a:rPr lang="en-AU" sz="2800" b="1" dirty="0">
                <a:latin typeface="+mn-lt"/>
              </a:rPr>
              <a:t>Asset Details</a:t>
            </a:r>
            <a:endParaRPr lang="en-US" sz="2800" dirty="0"/>
          </a:p>
        </p:txBody>
      </p:sp>
      <p:sp>
        <p:nvSpPr>
          <p:cNvPr id="7" name="Rectangle 6">
            <a:extLst>
              <a:ext uri="{FF2B5EF4-FFF2-40B4-BE49-F238E27FC236}">
                <a16:creationId xmlns:a16="http://schemas.microsoft.com/office/drawing/2014/main" id="{FAB50BA7-38CA-4FA7-A1D7-CCCB60790627}"/>
              </a:ext>
            </a:extLst>
          </p:cNvPr>
          <p:cNvSpPr/>
          <p:nvPr/>
        </p:nvSpPr>
        <p:spPr>
          <a:xfrm>
            <a:off x="399618" y="766571"/>
            <a:ext cx="11173283" cy="1569660"/>
          </a:xfrm>
          <a:prstGeom prst="rect">
            <a:avLst/>
          </a:prstGeom>
        </p:spPr>
        <p:txBody>
          <a:bodyPr wrap="square" anchor="t">
            <a:spAutoFit/>
          </a:bodyPr>
          <a:lstStyle/>
          <a:p>
            <a:pPr marL="342900" indent="-342900" fontAlgn="base">
              <a:spcAft>
                <a:spcPct val="0"/>
              </a:spcAft>
              <a:buFont typeface="+mj-lt"/>
              <a:buAutoNum type="arabicParenR"/>
            </a:pPr>
            <a:r>
              <a:rPr lang="en-AU" altLang="en-US" sz="1200" dirty="0">
                <a:solidFill>
                  <a:schemeClr val="tx1">
                    <a:lumMod val="50000"/>
                  </a:schemeClr>
                </a:solidFill>
                <a:cs typeface="Arial" panose="020B0604020202020204" pitchFamily="34" charset="0"/>
              </a:rPr>
              <a:t>To check the Asset Details for a selected asset you can Click on Asset Details. The following details are displayed-</a:t>
            </a:r>
          </a:p>
          <a:p>
            <a:pPr marL="800100" lvl="1" indent="-342900" fontAlgn="base">
              <a:spcAft>
                <a:spcPct val="0"/>
              </a:spcAft>
              <a:buFont typeface="+mj-lt"/>
              <a:buAutoNum type="alphaLcPeriod"/>
            </a:pPr>
            <a:r>
              <a:rPr lang="en-AU" altLang="en-US" sz="1200" dirty="0">
                <a:solidFill>
                  <a:schemeClr val="tx1">
                    <a:lumMod val="50000"/>
                  </a:schemeClr>
                </a:solidFill>
                <a:cs typeface="Arial"/>
              </a:rPr>
              <a:t>Asset</a:t>
            </a:r>
          </a:p>
          <a:p>
            <a:pPr marL="800100" lvl="1" indent="-342900" fontAlgn="base">
              <a:spcAft>
                <a:spcPct val="0"/>
              </a:spcAft>
              <a:buFont typeface="+mj-lt"/>
              <a:buAutoNum type="alphaLcPeriod"/>
            </a:pPr>
            <a:r>
              <a:rPr lang="en-AU" altLang="en-US" sz="1200" dirty="0">
                <a:solidFill>
                  <a:schemeClr val="tx1">
                    <a:lumMod val="50000"/>
                  </a:schemeClr>
                </a:solidFill>
                <a:cs typeface="Arial"/>
              </a:rPr>
              <a:t>Current Status</a:t>
            </a:r>
          </a:p>
          <a:p>
            <a:pPr marL="800100" lvl="1" indent="-342900" fontAlgn="base">
              <a:spcAft>
                <a:spcPct val="0"/>
              </a:spcAft>
              <a:buFont typeface="+mj-lt"/>
              <a:buAutoNum type="alphaLcPeriod"/>
            </a:pPr>
            <a:r>
              <a:rPr lang="en-AU" altLang="en-US" sz="1200" dirty="0">
                <a:solidFill>
                  <a:schemeClr val="tx1">
                    <a:lumMod val="50000"/>
                  </a:schemeClr>
                </a:solidFill>
                <a:cs typeface="Arial"/>
              </a:rPr>
              <a:t>Current State/ Date Since</a:t>
            </a:r>
          </a:p>
          <a:p>
            <a:pPr marL="800100" lvl="1" indent="-342900" fontAlgn="base">
              <a:spcAft>
                <a:spcPct val="0"/>
              </a:spcAft>
              <a:buFont typeface="+mj-lt"/>
              <a:buAutoNum type="alphaLcPeriod"/>
            </a:pPr>
            <a:r>
              <a:rPr lang="en-AU" altLang="en-US" sz="1200" dirty="0">
                <a:solidFill>
                  <a:schemeClr val="tx1">
                    <a:lumMod val="50000"/>
                  </a:schemeClr>
                </a:solidFill>
                <a:cs typeface="Arial"/>
              </a:rPr>
              <a:t>Running hours since most recent reset </a:t>
            </a:r>
            <a:endParaRPr lang="en-AU" altLang="en-US" sz="12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200" dirty="0">
                <a:solidFill>
                  <a:schemeClr val="tx1">
                    <a:lumMod val="50000"/>
                  </a:schemeClr>
                </a:solidFill>
                <a:cs typeface="Arial"/>
              </a:rPr>
              <a:t>Cumulative running hours (total)</a:t>
            </a:r>
          </a:p>
          <a:p>
            <a:pPr marL="800100" lvl="1" indent="-342900" fontAlgn="base">
              <a:spcAft>
                <a:spcPct val="0"/>
              </a:spcAft>
              <a:buFont typeface="+mj-lt"/>
              <a:buAutoNum type="alphaLcPeriod"/>
            </a:pPr>
            <a:r>
              <a:rPr lang="en-AU" altLang="en-US" sz="1200" dirty="0">
                <a:solidFill>
                  <a:schemeClr val="tx1">
                    <a:lumMod val="50000"/>
                  </a:schemeClr>
                </a:solidFill>
                <a:cs typeface="Arial"/>
              </a:rPr>
              <a:t>Description of the Asset</a:t>
            </a:r>
          </a:p>
          <a:p>
            <a:pPr marL="800100" lvl="1" indent="-342900" fontAlgn="base">
              <a:spcAft>
                <a:spcPct val="0"/>
              </a:spcAft>
              <a:buFont typeface="+mj-lt"/>
              <a:buAutoNum type="alphaLcPeriod"/>
            </a:pPr>
            <a:r>
              <a:rPr lang="en-AU" altLang="en-US" sz="1200" dirty="0">
                <a:solidFill>
                  <a:schemeClr val="tx1">
                    <a:lumMod val="50000"/>
                  </a:schemeClr>
                </a:solidFill>
                <a:cs typeface="Arial"/>
              </a:rPr>
              <a:t>Changes done in the Description if any	</a:t>
            </a:r>
          </a:p>
        </p:txBody>
      </p:sp>
      <p:grpSp>
        <p:nvGrpSpPr>
          <p:cNvPr id="3" name="Group 2">
            <a:extLst>
              <a:ext uri="{FF2B5EF4-FFF2-40B4-BE49-F238E27FC236}">
                <a16:creationId xmlns:a16="http://schemas.microsoft.com/office/drawing/2014/main" id="{FCE91F4A-CCCD-AD2D-D866-B9E4757D16D0}"/>
              </a:ext>
            </a:extLst>
          </p:cNvPr>
          <p:cNvGrpSpPr/>
          <p:nvPr/>
        </p:nvGrpSpPr>
        <p:grpSpPr>
          <a:xfrm>
            <a:off x="608529" y="2593277"/>
            <a:ext cx="11145064" cy="3565987"/>
            <a:chOff x="608529" y="2834813"/>
            <a:chExt cx="11145064" cy="3565987"/>
          </a:xfrm>
        </p:grpSpPr>
        <p:pic>
          <p:nvPicPr>
            <p:cNvPr id="5" name="Picture 4">
              <a:extLst>
                <a:ext uri="{FF2B5EF4-FFF2-40B4-BE49-F238E27FC236}">
                  <a16:creationId xmlns:a16="http://schemas.microsoft.com/office/drawing/2014/main" id="{B06501C5-987B-4776-B902-518BD1EE198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8529" y="2834813"/>
              <a:ext cx="10764865" cy="3565987"/>
            </a:xfrm>
            <a:prstGeom prst="rect">
              <a:avLst/>
            </a:prstGeom>
          </p:spPr>
        </p:pic>
        <p:sp>
          <p:nvSpPr>
            <p:cNvPr id="8" name="Rectangle 7">
              <a:extLst>
                <a:ext uri="{FF2B5EF4-FFF2-40B4-BE49-F238E27FC236}">
                  <a16:creationId xmlns:a16="http://schemas.microsoft.com/office/drawing/2014/main" id="{8E5175FC-AB4E-4908-8B5C-4E94C5CBB3C3}"/>
                </a:ext>
              </a:extLst>
            </p:cNvPr>
            <p:cNvSpPr/>
            <p:nvPr/>
          </p:nvSpPr>
          <p:spPr>
            <a:xfrm>
              <a:off x="2850833" y="3208718"/>
              <a:ext cx="432298" cy="9300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4E2A497-1FB0-40E7-962A-FADF589C5C91}"/>
                </a:ext>
              </a:extLst>
            </p:cNvPr>
            <p:cNvSpPr/>
            <p:nvPr/>
          </p:nvSpPr>
          <p:spPr>
            <a:xfrm>
              <a:off x="2861037" y="3335016"/>
              <a:ext cx="772750" cy="12278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CB2F4B-8D93-48DB-A54D-7E5FDE77CB57}"/>
                </a:ext>
              </a:extLst>
            </p:cNvPr>
            <p:cNvSpPr/>
            <p:nvPr/>
          </p:nvSpPr>
          <p:spPr>
            <a:xfrm>
              <a:off x="10154194" y="3188070"/>
              <a:ext cx="822302" cy="11203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1AAEBE1-9746-4EC2-BCC7-AF29E3B33533}"/>
                </a:ext>
              </a:extLst>
            </p:cNvPr>
            <p:cNvSpPr/>
            <p:nvPr/>
          </p:nvSpPr>
          <p:spPr>
            <a:xfrm>
              <a:off x="9958011" y="3327171"/>
              <a:ext cx="1221356" cy="10845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1BE8CF-4034-4D0E-B70F-BCE1297B81EB}"/>
                </a:ext>
              </a:extLst>
            </p:cNvPr>
            <p:cNvSpPr/>
            <p:nvPr/>
          </p:nvSpPr>
          <p:spPr>
            <a:xfrm>
              <a:off x="9788932" y="3456932"/>
              <a:ext cx="1187564" cy="14116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BAB7BA-243B-4CE1-BF72-E6B9C7A08240}"/>
                </a:ext>
              </a:extLst>
            </p:cNvPr>
            <p:cNvSpPr/>
            <p:nvPr/>
          </p:nvSpPr>
          <p:spPr>
            <a:xfrm>
              <a:off x="2871739" y="3661061"/>
              <a:ext cx="2013768" cy="105251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DDBA544-18BD-4915-B4BE-8AD22549D8AF}"/>
                </a:ext>
              </a:extLst>
            </p:cNvPr>
            <p:cNvSpPr/>
            <p:nvPr/>
          </p:nvSpPr>
          <p:spPr>
            <a:xfrm>
              <a:off x="2872242" y="5294652"/>
              <a:ext cx="8501150" cy="110614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377C523B-8A6F-4614-9E5B-72CE9376C63E}"/>
                </a:ext>
              </a:extLst>
            </p:cNvPr>
            <p:cNvCxnSpPr>
              <a:cxnSpLocks/>
              <a:stCxn id="8" idx="3"/>
            </p:cNvCxnSpPr>
            <p:nvPr/>
          </p:nvCxnSpPr>
          <p:spPr>
            <a:xfrm flipV="1">
              <a:off x="3283131" y="3248483"/>
              <a:ext cx="1038225" cy="673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CA0A72A-1AF8-4C15-8718-EEE5C309725D}"/>
                </a:ext>
              </a:extLst>
            </p:cNvPr>
            <p:cNvCxnSpPr>
              <a:cxnSpLocks/>
            </p:cNvCxnSpPr>
            <p:nvPr/>
          </p:nvCxnSpPr>
          <p:spPr>
            <a:xfrm flipV="1">
              <a:off x="3633787" y="3396407"/>
              <a:ext cx="779694" cy="274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6649D03-4FE3-47E8-8E7E-4E555FCB3FD8}"/>
                </a:ext>
              </a:extLst>
            </p:cNvPr>
            <p:cNvCxnSpPr>
              <a:cxnSpLocks/>
            </p:cNvCxnSpPr>
            <p:nvPr/>
          </p:nvCxnSpPr>
          <p:spPr>
            <a:xfrm flipV="1">
              <a:off x="10967369" y="3248475"/>
              <a:ext cx="471488" cy="357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AB2510E-ED62-4D5C-B74C-8328B816D3CE}"/>
                </a:ext>
              </a:extLst>
            </p:cNvPr>
            <p:cNvCxnSpPr>
              <a:cxnSpLocks/>
            </p:cNvCxnSpPr>
            <p:nvPr/>
          </p:nvCxnSpPr>
          <p:spPr>
            <a:xfrm>
              <a:off x="11180969" y="3396407"/>
              <a:ext cx="295275"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846FB63-6766-42DF-9477-D99CD491961F}"/>
                </a:ext>
              </a:extLst>
            </p:cNvPr>
            <p:cNvCxnSpPr>
              <a:cxnSpLocks/>
              <a:stCxn id="12" idx="3"/>
              <a:endCxn id="28" idx="2"/>
            </p:cNvCxnSpPr>
            <p:nvPr/>
          </p:nvCxnSpPr>
          <p:spPr>
            <a:xfrm flipV="1">
              <a:off x="10976496" y="3526564"/>
              <a:ext cx="570099" cy="94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BABBB55B-1A39-44CD-A141-CEBF8E50FB66}"/>
                </a:ext>
              </a:extLst>
            </p:cNvPr>
            <p:cNvSpPr/>
            <p:nvPr/>
          </p:nvSpPr>
          <p:spPr>
            <a:xfrm>
              <a:off x="919870" y="5386774"/>
              <a:ext cx="409322" cy="11087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AD47A31F-2E4A-4B59-9015-8472272D8AF3}"/>
                </a:ext>
              </a:extLst>
            </p:cNvPr>
            <p:cNvCxnSpPr>
              <a:cxnSpLocks/>
            </p:cNvCxnSpPr>
            <p:nvPr/>
          </p:nvCxnSpPr>
          <p:spPr>
            <a:xfrm flipV="1">
              <a:off x="4885507" y="3457799"/>
              <a:ext cx="626447" cy="26910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936DE55-270B-4143-B1E1-C1586DCC1AA0}"/>
                </a:ext>
              </a:extLst>
            </p:cNvPr>
            <p:cNvCxnSpPr>
              <a:cxnSpLocks/>
            </p:cNvCxnSpPr>
            <p:nvPr/>
          </p:nvCxnSpPr>
          <p:spPr>
            <a:xfrm flipV="1">
              <a:off x="7247980" y="4943200"/>
              <a:ext cx="0" cy="35145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353403C3-AA18-40D4-96F3-67AE258A13E7}"/>
                </a:ext>
              </a:extLst>
            </p:cNvPr>
            <p:cNvSpPr/>
            <p:nvPr/>
          </p:nvSpPr>
          <p:spPr>
            <a:xfrm>
              <a:off x="1404673" y="5269831"/>
              <a:ext cx="306495"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t>
              </a:r>
            </a:p>
          </p:txBody>
        </p:sp>
        <p:cxnSp>
          <p:nvCxnSpPr>
            <p:cNvPr id="24" name="Straight Arrow Connector 23">
              <a:extLst>
                <a:ext uri="{FF2B5EF4-FFF2-40B4-BE49-F238E27FC236}">
                  <a16:creationId xmlns:a16="http://schemas.microsoft.com/office/drawing/2014/main" id="{55B1E498-01DB-416D-B490-5592D516FFA6}"/>
                </a:ext>
              </a:extLst>
            </p:cNvPr>
            <p:cNvCxnSpPr>
              <a:cxnSpLocks/>
              <a:stCxn id="20" idx="3"/>
            </p:cNvCxnSpPr>
            <p:nvPr/>
          </p:nvCxnSpPr>
          <p:spPr>
            <a:xfrm>
              <a:off x="1329192" y="5442210"/>
              <a:ext cx="150963" cy="245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F7668E25-1314-432F-A105-9D52EEB1407E}"/>
                </a:ext>
              </a:extLst>
            </p:cNvPr>
            <p:cNvSpPr/>
            <p:nvPr/>
          </p:nvSpPr>
          <p:spPr>
            <a:xfrm>
              <a:off x="4264242" y="3027076"/>
              <a:ext cx="298479"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a</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26" name="Rectangle 25">
              <a:extLst>
                <a:ext uri="{FF2B5EF4-FFF2-40B4-BE49-F238E27FC236}">
                  <a16:creationId xmlns:a16="http://schemas.microsoft.com/office/drawing/2014/main" id="{30FDFD04-C0E9-4EBE-AB63-15F6808A7A26}"/>
                </a:ext>
              </a:extLst>
            </p:cNvPr>
            <p:cNvSpPr/>
            <p:nvPr/>
          </p:nvSpPr>
          <p:spPr>
            <a:xfrm>
              <a:off x="4371675" y="3203399"/>
              <a:ext cx="306495" cy="338554"/>
            </a:xfrm>
            <a:prstGeom prst="rect">
              <a:avLst/>
            </a:prstGeom>
            <a:noFill/>
          </p:spPr>
          <p:txBody>
            <a:bodyPr wrap="square" lIns="91440" tIns="45720" rIns="91440" bIns="45720">
              <a:spAutoFit/>
            </a:bodyPr>
            <a:lstStyle/>
            <a:p>
              <a:pPr algn="ctr"/>
              <a:r>
                <a:rPr lang="en-US" sz="1600" dirty="0">
                  <a:ln w="0"/>
                  <a:effectLst>
                    <a:outerShdw blurRad="38100" dist="19050" dir="2700000" algn="tl" rotWithShape="0">
                      <a:schemeClr val="dk1">
                        <a:alpha val="40000"/>
                      </a:schemeClr>
                    </a:outerShdw>
                  </a:effectLst>
                </a:rPr>
                <a:t>b</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27" name="Rectangle 26">
              <a:extLst>
                <a:ext uri="{FF2B5EF4-FFF2-40B4-BE49-F238E27FC236}">
                  <a16:creationId xmlns:a16="http://schemas.microsoft.com/office/drawing/2014/main" id="{204DCB40-0D9B-4063-9054-C309EA00F2FA}"/>
                </a:ext>
              </a:extLst>
            </p:cNvPr>
            <p:cNvSpPr/>
            <p:nvPr/>
          </p:nvSpPr>
          <p:spPr>
            <a:xfrm>
              <a:off x="11328607" y="3064899"/>
              <a:ext cx="306495" cy="307777"/>
            </a:xfrm>
            <a:prstGeom prst="rect">
              <a:avLst/>
            </a:prstGeom>
            <a:noFill/>
          </p:spPr>
          <p:txBody>
            <a:bodyPr wrap="square" lIns="91440" tIns="45720" rIns="91440" bIns="45720">
              <a:spAutoFit/>
            </a:bodyPr>
            <a:lstStyle/>
            <a:p>
              <a:pPr algn="ctr"/>
              <a:r>
                <a:rPr lang="en-US" sz="1400" dirty="0">
                  <a:ln w="0"/>
                  <a:effectLst>
                    <a:outerShdw blurRad="38100" dist="19050" dir="2700000" algn="tl" rotWithShape="0">
                      <a:schemeClr val="dk1">
                        <a:alpha val="40000"/>
                      </a:schemeClr>
                    </a:outerShdw>
                  </a:effectLst>
                </a:rPr>
                <a:t>c</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28" name="Rectangle 27">
              <a:extLst>
                <a:ext uri="{FF2B5EF4-FFF2-40B4-BE49-F238E27FC236}">
                  <a16:creationId xmlns:a16="http://schemas.microsoft.com/office/drawing/2014/main" id="{D480E853-5801-4DE2-96F5-310C1FDACFD9}"/>
                </a:ext>
              </a:extLst>
            </p:cNvPr>
            <p:cNvSpPr/>
            <p:nvPr/>
          </p:nvSpPr>
          <p:spPr>
            <a:xfrm>
              <a:off x="11404569" y="3218787"/>
              <a:ext cx="284052"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62FBFECE-E2CE-4F38-9234-DBF0B3237C4C}"/>
                </a:ext>
              </a:extLst>
            </p:cNvPr>
            <p:cNvSpPr/>
            <p:nvPr/>
          </p:nvSpPr>
          <p:spPr>
            <a:xfrm>
              <a:off x="11469541" y="3381397"/>
              <a:ext cx="284052"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e</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30" name="Rectangle 29">
              <a:extLst>
                <a:ext uri="{FF2B5EF4-FFF2-40B4-BE49-F238E27FC236}">
                  <a16:creationId xmlns:a16="http://schemas.microsoft.com/office/drawing/2014/main" id="{BF98B1A5-148E-4FB9-B906-C8EC8B41E28B}"/>
                </a:ext>
              </a:extLst>
            </p:cNvPr>
            <p:cNvSpPr/>
            <p:nvPr/>
          </p:nvSpPr>
          <p:spPr>
            <a:xfrm>
              <a:off x="6842544" y="4573868"/>
              <a:ext cx="810872" cy="338554"/>
            </a:xfrm>
            <a:prstGeom prst="rect">
              <a:avLst/>
            </a:prstGeom>
            <a:noFill/>
          </p:spPr>
          <p:txBody>
            <a:bodyPr wrap="square" lIns="91440" tIns="45720" rIns="91440" bIns="45720">
              <a:spAutoFit/>
            </a:bodyPr>
            <a:lstStyle/>
            <a:p>
              <a:pPr algn="ctr"/>
              <a:r>
                <a:rPr lang="en-US" sz="1600" dirty="0">
                  <a:ln w="0"/>
                  <a:effectLst>
                    <a:outerShdw blurRad="38100" dist="19050" dir="2700000" algn="tl" rotWithShape="0">
                      <a:schemeClr val="dk1">
                        <a:alpha val="40000"/>
                      </a:schemeClr>
                    </a:outerShdw>
                  </a:effectLst>
                </a:rPr>
                <a:t>g</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31" name="Rectangle 30">
              <a:extLst>
                <a:ext uri="{FF2B5EF4-FFF2-40B4-BE49-F238E27FC236}">
                  <a16:creationId xmlns:a16="http://schemas.microsoft.com/office/drawing/2014/main" id="{0CC77709-EEE0-45A4-B378-1AE45F87D547}"/>
                </a:ext>
              </a:extLst>
            </p:cNvPr>
            <p:cNvSpPr/>
            <p:nvPr/>
          </p:nvSpPr>
          <p:spPr>
            <a:xfrm>
              <a:off x="5438569" y="3259539"/>
              <a:ext cx="256069" cy="338554"/>
            </a:xfrm>
            <a:prstGeom prst="rect">
              <a:avLst/>
            </a:prstGeom>
            <a:noFill/>
          </p:spPr>
          <p:txBody>
            <a:bodyPr wrap="square" lIns="91440" tIns="45720" rIns="91440" bIns="45720">
              <a:spAutoFit/>
            </a:bodyPr>
            <a:lstStyle/>
            <a:p>
              <a:pPr algn="ctr"/>
              <a:r>
                <a:rPr lang="en-US" sz="1600" dirty="0">
                  <a:ln w="0"/>
                  <a:effectLst>
                    <a:outerShdw blurRad="38100" dist="19050" dir="2700000" algn="tl" rotWithShape="0">
                      <a:schemeClr val="dk1">
                        <a:alpha val="40000"/>
                      </a:schemeClr>
                    </a:outerShdw>
                  </a:effectLst>
                </a:rPr>
                <a:t>f</a:t>
              </a:r>
              <a:endParaRPr lang="en-US" sz="1600" b="0" cap="none" spc="0" dirty="0">
                <a:ln w="0"/>
                <a:solidFill>
                  <a:schemeClr val="tx1"/>
                </a:solidFill>
                <a:effectLst>
                  <a:outerShdw blurRad="38100" dist="19050" dir="2700000" algn="tl" rotWithShape="0">
                    <a:schemeClr val="dk1">
                      <a:alpha val="40000"/>
                    </a:schemeClr>
                  </a:outerShdw>
                </a:effectLst>
              </a:endParaRPr>
            </a:p>
          </p:txBody>
        </p:sp>
      </p:grpSp>
      <p:sp>
        <p:nvSpPr>
          <p:cNvPr id="32" name="Slide Number Placeholder 1">
            <a:extLst>
              <a:ext uri="{FF2B5EF4-FFF2-40B4-BE49-F238E27FC236}">
                <a16:creationId xmlns:a16="http://schemas.microsoft.com/office/drawing/2014/main" id="{FFB53586-570D-4B93-B91F-80594EF5254A}"/>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31703703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C3B239F-1B95-41D8-B20E-EDA949428B73}"/>
              </a:ext>
            </a:extLst>
          </p:cNvPr>
          <p:cNvSpPr txBox="1">
            <a:spLocks/>
          </p:cNvSpPr>
          <p:nvPr/>
        </p:nvSpPr>
        <p:spPr>
          <a:xfrm>
            <a:off x="594370" y="182880"/>
            <a:ext cx="11017663" cy="68345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AU" b="1" dirty="0"/>
              <a:t>Asset GRAPHICS</a:t>
            </a:r>
            <a:endParaRPr lang="en-US" b="1" dirty="0"/>
          </a:p>
        </p:txBody>
      </p:sp>
      <p:pic>
        <p:nvPicPr>
          <p:cNvPr id="5" name="Picture 4">
            <a:extLst>
              <a:ext uri="{FF2B5EF4-FFF2-40B4-BE49-F238E27FC236}">
                <a16:creationId xmlns:a16="http://schemas.microsoft.com/office/drawing/2014/main" id="{91D4D2A5-52DF-4150-F8C6-A155FE2984F7}"/>
              </a:ext>
            </a:extLst>
          </p:cNvPr>
          <p:cNvPicPr>
            <a:picLocks noChangeAspect="1"/>
          </p:cNvPicPr>
          <p:nvPr/>
        </p:nvPicPr>
        <p:blipFill>
          <a:blip r:embed="rId3"/>
          <a:stretch>
            <a:fillRect/>
          </a:stretch>
        </p:blipFill>
        <p:spPr>
          <a:xfrm>
            <a:off x="685800" y="794175"/>
            <a:ext cx="10926233" cy="5543969"/>
          </a:xfrm>
          <a:prstGeom prst="rect">
            <a:avLst/>
          </a:prstGeom>
        </p:spPr>
      </p:pic>
    </p:spTree>
    <p:extLst>
      <p:ext uri="{BB962C8B-B14F-4D97-AF65-F5344CB8AC3E}">
        <p14:creationId xmlns:p14="http://schemas.microsoft.com/office/powerpoint/2010/main" val="12063384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Fault tree</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4009322" cy="4604885"/>
          </a:xfrm>
        </p:spPr>
        <p:txBody>
          <a:bodyPr/>
          <a:lstStyle/>
          <a:p>
            <a:pPr marL="171450" lvl="2" indent="-171450">
              <a:buClrTx/>
              <a:buFont typeface="Arial" panose="020B0604020202020204" pitchFamily="34" charset="0"/>
              <a:buChar char="•"/>
            </a:pPr>
            <a:r>
              <a:rPr lang="en-GB" sz="1200" dirty="0"/>
              <a:t>Fault tree is like a fish bone diagram.</a:t>
            </a:r>
          </a:p>
          <a:p>
            <a:pPr marL="171450" lvl="2" indent="-171450">
              <a:buClrTx/>
              <a:buFont typeface="Arial" panose="020B0604020202020204" pitchFamily="34" charset="0"/>
              <a:buChar char="•"/>
            </a:pPr>
            <a:r>
              <a:rPr lang="en-US" sz="1200" dirty="0"/>
              <a:t>It is a graphical representation in the form of tree for all the possible events (active or inactive) of one asset or of one group of assets or unit or entire site</a:t>
            </a:r>
          </a:p>
          <a:p>
            <a:pPr marL="171450" lvl="2" indent="-171450">
              <a:buClrTx/>
              <a:buFont typeface="Arial" panose="020B0604020202020204" pitchFamily="34" charset="0"/>
              <a:buChar char="•"/>
            </a:pPr>
            <a:r>
              <a:rPr lang="en-US" sz="1200" dirty="0"/>
              <a:t>The red color represent the active events. The grey are inactive events.</a:t>
            </a:r>
          </a:p>
          <a:p>
            <a:pPr marL="171450" lvl="2" indent="-171450">
              <a:buClrTx/>
              <a:buFont typeface="Arial" panose="020B0604020202020204" pitchFamily="34" charset="0"/>
              <a:buChar char="•"/>
            </a:pPr>
            <a:r>
              <a:rPr lang="en-US" sz="1200" dirty="0"/>
              <a:t>As the color is propagating in the asset hierarchy this fault tree is important to understand what is the root cause of the problems at the unit level.</a:t>
            </a:r>
          </a:p>
          <a:p>
            <a:pPr marL="171450" lvl="2" indent="-171450">
              <a:buClrTx/>
              <a:buFont typeface="Arial" panose="020B0604020202020204" pitchFamily="34" charset="0"/>
              <a:buChar char="•"/>
            </a:pPr>
            <a:endParaRPr lang="en-GB" sz="1200" dirty="0"/>
          </a:p>
        </p:txBody>
      </p:sp>
      <p:pic>
        <p:nvPicPr>
          <p:cNvPr id="4" name="Picture 3">
            <a:extLst>
              <a:ext uri="{FF2B5EF4-FFF2-40B4-BE49-F238E27FC236}">
                <a16:creationId xmlns:a16="http://schemas.microsoft.com/office/drawing/2014/main" id="{21794A3D-B9DF-45D4-A0EC-3F7758AA8DE2}"/>
              </a:ext>
            </a:extLst>
          </p:cNvPr>
          <p:cNvPicPr>
            <a:picLocks noChangeAspect="1"/>
          </p:cNvPicPr>
          <p:nvPr/>
        </p:nvPicPr>
        <p:blipFill>
          <a:blip r:embed="rId3"/>
          <a:stretch>
            <a:fillRect/>
          </a:stretch>
        </p:blipFill>
        <p:spPr>
          <a:xfrm>
            <a:off x="5259460" y="1072087"/>
            <a:ext cx="6572250" cy="4143375"/>
          </a:xfrm>
          <a:prstGeom prst="rect">
            <a:avLst/>
          </a:prstGeom>
        </p:spPr>
      </p:pic>
    </p:spTree>
    <p:extLst>
      <p:ext uri="{BB962C8B-B14F-4D97-AF65-F5344CB8AC3E}">
        <p14:creationId xmlns:p14="http://schemas.microsoft.com/office/powerpoint/2010/main" val="3873399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Event trends</a:t>
            </a:r>
          </a:p>
        </p:txBody>
      </p:sp>
      <p:sp>
        <p:nvSpPr>
          <p:cNvPr id="3" name="Content Placeholder 2">
            <a:extLst>
              <a:ext uri="{FF2B5EF4-FFF2-40B4-BE49-F238E27FC236}">
                <a16:creationId xmlns:a16="http://schemas.microsoft.com/office/drawing/2014/main" id="{677E9501-AA4E-4267-A355-34A6D1DEB1AE}"/>
              </a:ext>
            </a:extLst>
          </p:cNvPr>
          <p:cNvSpPr>
            <a:spLocks noGrp="1"/>
          </p:cNvSpPr>
          <p:nvPr>
            <p:ph idx="1"/>
          </p:nvPr>
        </p:nvSpPr>
        <p:spPr>
          <a:xfrm>
            <a:off x="495301" y="977768"/>
            <a:ext cx="4009322" cy="4604885"/>
          </a:xfrm>
        </p:spPr>
        <p:txBody>
          <a:bodyPr/>
          <a:lstStyle/>
          <a:p>
            <a:pPr marL="214313" indent="-214313">
              <a:buFont typeface="Arial" panose="020B0604020202020204" pitchFamily="34" charset="0"/>
              <a:buChar char="•"/>
            </a:pPr>
            <a:r>
              <a:rPr lang="en-US" sz="1200" b="0" dirty="0"/>
              <a:t>From Event monitor right click on the fault</a:t>
            </a:r>
          </a:p>
          <a:p>
            <a:pPr marL="214313" indent="-214313">
              <a:buFont typeface="Arial" panose="020B0604020202020204" pitchFamily="34" charset="0"/>
              <a:buChar char="•"/>
            </a:pPr>
            <a:r>
              <a:rPr lang="en-US" sz="1200" dirty="0"/>
              <a:t>Select open event trends</a:t>
            </a:r>
          </a:p>
          <a:p>
            <a:pPr marL="214313" indent="-214313">
              <a:buFont typeface="Arial" panose="020B0604020202020204" pitchFamily="34" charset="0"/>
              <a:buChar char="•"/>
            </a:pPr>
            <a:r>
              <a:rPr lang="en-US" sz="1200" dirty="0"/>
              <a:t>Window is opened with high, low, expected and actual values.</a:t>
            </a:r>
          </a:p>
          <a:p>
            <a:pPr marL="214313" indent="-214313">
              <a:buFont typeface="Arial" panose="020B0604020202020204" pitchFamily="34" charset="0"/>
              <a:buChar char="•"/>
            </a:pPr>
            <a:r>
              <a:rPr lang="en-US" sz="1200" b="0" dirty="0"/>
              <a:t>By </a:t>
            </a:r>
            <a:r>
              <a:rPr lang="en-US" sz="1200" b="0" dirty="0" err="1"/>
              <a:t>analysing</a:t>
            </a:r>
            <a:r>
              <a:rPr lang="en-US" sz="1200" b="0" dirty="0"/>
              <a:t> the trends we come to kn</a:t>
            </a:r>
            <a:r>
              <a:rPr lang="en-US" sz="1200" dirty="0"/>
              <a:t>ow that why and when the fault is triggered.</a:t>
            </a:r>
            <a:endParaRPr lang="en-US" sz="1200" b="0" dirty="0"/>
          </a:p>
          <a:p>
            <a:pPr marL="0" lvl="2" indent="0">
              <a:buClrTx/>
              <a:buNone/>
            </a:pPr>
            <a:endParaRPr lang="en-GB" sz="1200" dirty="0"/>
          </a:p>
        </p:txBody>
      </p:sp>
      <p:pic>
        <p:nvPicPr>
          <p:cNvPr id="4" name="Picture 3">
            <a:extLst>
              <a:ext uri="{FF2B5EF4-FFF2-40B4-BE49-F238E27FC236}">
                <a16:creationId xmlns:a16="http://schemas.microsoft.com/office/drawing/2014/main" id="{3BCEEE5A-F1A8-BC91-2195-B229B5252675}"/>
              </a:ext>
            </a:extLst>
          </p:cNvPr>
          <p:cNvPicPr>
            <a:picLocks noChangeAspect="1"/>
          </p:cNvPicPr>
          <p:nvPr/>
        </p:nvPicPr>
        <p:blipFill>
          <a:blip r:embed="rId3"/>
          <a:stretch>
            <a:fillRect/>
          </a:stretch>
        </p:blipFill>
        <p:spPr>
          <a:xfrm>
            <a:off x="4871904" y="606426"/>
            <a:ext cx="6523262" cy="3370663"/>
          </a:xfrm>
          <a:prstGeom prst="rect">
            <a:avLst/>
          </a:prstGeom>
        </p:spPr>
      </p:pic>
      <p:pic>
        <p:nvPicPr>
          <p:cNvPr id="7" name="Picture 6">
            <a:extLst>
              <a:ext uri="{FF2B5EF4-FFF2-40B4-BE49-F238E27FC236}">
                <a16:creationId xmlns:a16="http://schemas.microsoft.com/office/drawing/2014/main" id="{5D432BEB-5F3B-2FAE-5E71-3AF4CDBA6563}"/>
              </a:ext>
            </a:extLst>
          </p:cNvPr>
          <p:cNvPicPr>
            <a:picLocks noChangeAspect="1"/>
          </p:cNvPicPr>
          <p:nvPr/>
        </p:nvPicPr>
        <p:blipFill>
          <a:blip r:embed="rId4"/>
          <a:stretch>
            <a:fillRect/>
          </a:stretch>
        </p:blipFill>
        <p:spPr>
          <a:xfrm>
            <a:off x="4871904" y="3806328"/>
            <a:ext cx="6431402" cy="2694483"/>
          </a:xfrm>
          <a:prstGeom prst="rect">
            <a:avLst/>
          </a:prstGeom>
        </p:spPr>
      </p:pic>
    </p:spTree>
    <p:extLst>
      <p:ext uri="{BB962C8B-B14F-4D97-AF65-F5344CB8AC3E}">
        <p14:creationId xmlns:p14="http://schemas.microsoft.com/office/powerpoint/2010/main" val="39151911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Monitor external data sources</a:t>
            </a:r>
            <a:endParaRPr lang="en-US" dirty="0">
              <a:highlight>
                <a:srgbClr val="FFFF00"/>
              </a:highlight>
            </a:endParaRPr>
          </a:p>
        </p:txBody>
      </p:sp>
      <p:pic>
        <p:nvPicPr>
          <p:cNvPr id="3" name="Picture 2">
            <a:extLst>
              <a:ext uri="{FF2B5EF4-FFF2-40B4-BE49-F238E27FC236}">
                <a16:creationId xmlns:a16="http://schemas.microsoft.com/office/drawing/2014/main" id="{0910289E-D0D0-181D-8614-E66EBA1D1CA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9058" y="1456285"/>
            <a:ext cx="10658262" cy="4686300"/>
          </a:xfrm>
          <a:prstGeom prst="rect">
            <a:avLst/>
          </a:prstGeom>
        </p:spPr>
      </p:pic>
    </p:spTree>
    <p:extLst>
      <p:ext uri="{BB962C8B-B14F-4D97-AF65-F5344CB8AC3E}">
        <p14:creationId xmlns:p14="http://schemas.microsoft.com/office/powerpoint/2010/main" val="34395433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Calculation status viewer</a:t>
            </a:r>
          </a:p>
        </p:txBody>
      </p:sp>
      <p:pic>
        <p:nvPicPr>
          <p:cNvPr id="3" name="Picture 2">
            <a:extLst>
              <a:ext uri="{FF2B5EF4-FFF2-40B4-BE49-F238E27FC236}">
                <a16:creationId xmlns:a16="http://schemas.microsoft.com/office/drawing/2014/main" id="{3C9E2E11-1158-644D-82DE-8210C358C41E}"/>
              </a:ext>
            </a:extLst>
          </p:cNvPr>
          <p:cNvPicPr>
            <a:picLocks noChangeAspect="1"/>
          </p:cNvPicPr>
          <p:nvPr/>
        </p:nvPicPr>
        <p:blipFill>
          <a:blip r:embed="rId3"/>
          <a:stretch>
            <a:fillRect/>
          </a:stretch>
        </p:blipFill>
        <p:spPr>
          <a:xfrm>
            <a:off x="713232" y="932987"/>
            <a:ext cx="11058788" cy="5440382"/>
          </a:xfrm>
          <a:prstGeom prst="rect">
            <a:avLst/>
          </a:prstGeom>
        </p:spPr>
      </p:pic>
    </p:spTree>
    <p:extLst>
      <p:ext uri="{BB962C8B-B14F-4D97-AF65-F5344CB8AC3E}">
        <p14:creationId xmlns:p14="http://schemas.microsoft.com/office/powerpoint/2010/main" val="2409973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CB5315-9E3D-47AB-A2B4-8E0D35354282}"/>
              </a:ext>
            </a:extLst>
          </p:cNvPr>
          <p:cNvPicPr>
            <a:picLocks noChangeAspect="1"/>
          </p:cNvPicPr>
          <p:nvPr/>
        </p:nvPicPr>
        <p:blipFill>
          <a:blip r:embed="rId4"/>
          <a:stretch>
            <a:fillRect/>
          </a:stretch>
        </p:blipFill>
        <p:spPr>
          <a:xfrm>
            <a:off x="7853362" y="767346"/>
            <a:ext cx="4257675" cy="5455893"/>
          </a:xfrm>
          <a:prstGeom prst="rect">
            <a:avLst/>
          </a:prstGeom>
        </p:spPr>
      </p:pic>
      <p:sp>
        <p:nvSpPr>
          <p:cNvPr id="3" name="Title 1">
            <a:extLst>
              <a:ext uri="{FF2B5EF4-FFF2-40B4-BE49-F238E27FC236}">
                <a16:creationId xmlns:a16="http://schemas.microsoft.com/office/drawing/2014/main" id="{EB5F79BA-D5EC-4858-A5C0-B0C9BCDDBA8A}"/>
              </a:ext>
            </a:extLst>
          </p:cNvPr>
          <p:cNvSpPr txBox="1">
            <a:spLocks/>
          </p:cNvSpPr>
          <p:nvPr/>
        </p:nvSpPr>
        <p:spPr>
          <a:xfrm>
            <a:off x="594370" y="182880"/>
            <a:ext cx="11017663" cy="68345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AU" b="1" dirty="0"/>
              <a:t>Reports</a:t>
            </a:r>
            <a:endParaRPr lang="en-US" b="1" dirty="0"/>
          </a:p>
        </p:txBody>
      </p:sp>
      <p:sp>
        <p:nvSpPr>
          <p:cNvPr id="4" name="Rectangle 3">
            <a:extLst>
              <a:ext uri="{FF2B5EF4-FFF2-40B4-BE49-F238E27FC236}">
                <a16:creationId xmlns:a16="http://schemas.microsoft.com/office/drawing/2014/main" id="{6B206D16-483D-4761-8AC1-8463F1BF8784}"/>
              </a:ext>
            </a:extLst>
          </p:cNvPr>
          <p:cNvSpPr/>
          <p:nvPr/>
        </p:nvSpPr>
        <p:spPr>
          <a:xfrm>
            <a:off x="594371" y="866332"/>
            <a:ext cx="5344465" cy="3046988"/>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To check the Reports configured in Asset Sentinel you can click on Reports on the Content Tree.</a:t>
            </a:r>
          </a:p>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You can click on the Mouse over to open the reports on a new page.</a:t>
            </a:r>
          </a:p>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The SQL server reporting services(SSRS) reports page will get displayed.</a:t>
            </a:r>
          </a:p>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In </a:t>
            </a:r>
            <a:r>
              <a:rPr lang="en-AU" altLang="en-US" sz="1600" dirty="0" err="1">
                <a:solidFill>
                  <a:schemeClr val="tx1">
                    <a:lumMod val="50000"/>
                  </a:schemeClr>
                </a:solidFill>
                <a:cs typeface="Arial" panose="020B0604020202020204" pitchFamily="34" charset="0"/>
              </a:rPr>
              <a:t>AMReports</a:t>
            </a:r>
            <a:r>
              <a:rPr lang="en-AU" altLang="en-US" sz="1600" dirty="0">
                <a:solidFill>
                  <a:schemeClr val="tx1">
                    <a:lumMod val="50000"/>
                  </a:schemeClr>
                </a:solidFill>
                <a:cs typeface="Arial" panose="020B0604020202020204" pitchFamily="34" charset="0"/>
              </a:rPr>
              <a:t> there are 2 Sections- Folders and Paginated Reports.</a:t>
            </a:r>
          </a:p>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In Folders we have reports based on-</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Assets</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Faults</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KPI Reports</a:t>
            </a:r>
          </a:p>
        </p:txBody>
      </p:sp>
      <p:pic>
        <p:nvPicPr>
          <p:cNvPr id="5" name="Picture 4">
            <a:extLst>
              <a:ext uri="{FF2B5EF4-FFF2-40B4-BE49-F238E27FC236}">
                <a16:creationId xmlns:a16="http://schemas.microsoft.com/office/drawing/2014/main" id="{57418E17-6CDA-422F-B3BE-F9B64E53D0B8}"/>
              </a:ext>
            </a:extLst>
          </p:cNvPr>
          <p:cNvPicPr/>
          <p:nvPr/>
        </p:nvPicPr>
        <p:blipFill>
          <a:blip r:embed="rId5"/>
          <a:stretch>
            <a:fillRect/>
          </a:stretch>
        </p:blipFill>
        <p:spPr>
          <a:xfrm>
            <a:off x="5938837" y="767346"/>
            <a:ext cx="1914525" cy="5430254"/>
          </a:xfrm>
          <a:prstGeom prst="rect">
            <a:avLst/>
          </a:prstGeom>
          <a:ln>
            <a:solidFill>
              <a:srgbClr val="000000"/>
            </a:solidFill>
          </a:ln>
        </p:spPr>
      </p:pic>
      <p:sp>
        <p:nvSpPr>
          <p:cNvPr id="7" name="Rectangle 6">
            <a:extLst>
              <a:ext uri="{FF2B5EF4-FFF2-40B4-BE49-F238E27FC236}">
                <a16:creationId xmlns:a16="http://schemas.microsoft.com/office/drawing/2014/main" id="{52137EB8-757D-4389-A466-5302579E6669}"/>
              </a:ext>
            </a:extLst>
          </p:cNvPr>
          <p:cNvSpPr/>
          <p:nvPr/>
        </p:nvSpPr>
        <p:spPr>
          <a:xfrm>
            <a:off x="6134100" y="4427220"/>
            <a:ext cx="701040" cy="1981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F16E578-BF83-402B-B455-A24D5329F9C7}"/>
              </a:ext>
            </a:extLst>
          </p:cNvPr>
          <p:cNvSpPr/>
          <p:nvPr/>
        </p:nvSpPr>
        <p:spPr>
          <a:xfrm>
            <a:off x="9576700" y="2867756"/>
            <a:ext cx="748399" cy="5993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DB499-02A2-4FE6-980D-0862C0CD516D}"/>
              </a:ext>
            </a:extLst>
          </p:cNvPr>
          <p:cNvSpPr/>
          <p:nvPr/>
        </p:nvSpPr>
        <p:spPr>
          <a:xfrm>
            <a:off x="8725959" y="2871566"/>
            <a:ext cx="789516" cy="5955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45059BE-3992-480D-9821-EB3F4FDF7841}"/>
              </a:ext>
            </a:extLst>
          </p:cNvPr>
          <p:cNvSpPr/>
          <p:nvPr/>
        </p:nvSpPr>
        <p:spPr>
          <a:xfrm>
            <a:off x="7844896" y="2871566"/>
            <a:ext cx="841903" cy="5955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EABC26B-5654-47A1-86E1-5613044421C6}"/>
              </a:ext>
            </a:extLst>
          </p:cNvPr>
          <p:cNvSpPr/>
          <p:nvPr/>
        </p:nvSpPr>
        <p:spPr>
          <a:xfrm>
            <a:off x="7853358" y="2644236"/>
            <a:ext cx="2713041" cy="93716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2BCC2F-3C29-438E-8EEE-C6CEF812D0BC}"/>
              </a:ext>
            </a:extLst>
          </p:cNvPr>
          <p:cNvSpPr/>
          <p:nvPr/>
        </p:nvSpPr>
        <p:spPr>
          <a:xfrm>
            <a:off x="7853360" y="1379604"/>
            <a:ext cx="4193440" cy="481799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F365CCAF-507F-403B-AD2E-23EFC95DF021}"/>
              </a:ext>
            </a:extLst>
          </p:cNvPr>
          <p:cNvCxnSpPr>
            <a:stCxn id="7" idx="3"/>
          </p:cNvCxnSpPr>
          <p:nvPr/>
        </p:nvCxnSpPr>
        <p:spPr>
          <a:xfrm>
            <a:off x="6835140" y="4526280"/>
            <a:ext cx="321310" cy="127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2C64476-5E12-48F5-8DA0-F17A7B005CE3}"/>
              </a:ext>
            </a:extLst>
          </p:cNvPr>
          <p:cNvCxnSpPr/>
          <p:nvPr/>
        </p:nvCxnSpPr>
        <p:spPr>
          <a:xfrm flipV="1">
            <a:off x="9169400" y="1143000"/>
            <a:ext cx="0" cy="23660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2418C91-E278-429C-8938-C7A7F9FA878B}"/>
              </a:ext>
            </a:extLst>
          </p:cNvPr>
          <p:cNvCxnSpPr/>
          <p:nvPr/>
        </p:nvCxnSpPr>
        <p:spPr>
          <a:xfrm flipV="1">
            <a:off x="9766300" y="1143000"/>
            <a:ext cx="0" cy="150123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267F916-01E8-4F79-B2C2-8A17295991AB}"/>
              </a:ext>
            </a:extLst>
          </p:cNvPr>
          <p:cNvCxnSpPr/>
          <p:nvPr/>
        </p:nvCxnSpPr>
        <p:spPr>
          <a:xfrm flipV="1">
            <a:off x="10096500" y="1143000"/>
            <a:ext cx="0" cy="172475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3E5C76E-C0B3-49EA-9834-2D53A42F8456}"/>
              </a:ext>
            </a:extLst>
          </p:cNvPr>
          <p:cNvCxnSpPr>
            <a:cxnSpLocks/>
          </p:cNvCxnSpPr>
          <p:nvPr/>
        </p:nvCxnSpPr>
        <p:spPr>
          <a:xfrm flipV="1">
            <a:off x="8458200" y="1549400"/>
            <a:ext cx="0" cy="131835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DFF3D12-F59F-43F3-9180-B5974610D563}"/>
              </a:ext>
            </a:extLst>
          </p:cNvPr>
          <p:cNvCxnSpPr/>
          <p:nvPr/>
        </p:nvCxnSpPr>
        <p:spPr>
          <a:xfrm flipV="1">
            <a:off x="9451975" y="1143000"/>
            <a:ext cx="0" cy="172475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B2889973-4418-4D65-BD69-B9B66FD88D24}"/>
              </a:ext>
            </a:extLst>
          </p:cNvPr>
          <p:cNvSpPr/>
          <p:nvPr/>
        </p:nvSpPr>
        <p:spPr>
          <a:xfrm>
            <a:off x="7033523" y="4341614"/>
            <a:ext cx="306495"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t>
            </a:r>
          </a:p>
        </p:txBody>
      </p:sp>
      <p:sp>
        <p:nvSpPr>
          <p:cNvPr id="25" name="Rectangle 24">
            <a:extLst>
              <a:ext uri="{FF2B5EF4-FFF2-40B4-BE49-F238E27FC236}">
                <a16:creationId xmlns:a16="http://schemas.microsoft.com/office/drawing/2014/main" id="{A3655E5A-A333-412B-830D-0956AA8D0D1C}"/>
              </a:ext>
            </a:extLst>
          </p:cNvPr>
          <p:cNvSpPr/>
          <p:nvPr/>
        </p:nvSpPr>
        <p:spPr>
          <a:xfrm>
            <a:off x="9007818" y="883722"/>
            <a:ext cx="306495"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2</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26" name="Rectangle 25">
            <a:extLst>
              <a:ext uri="{FF2B5EF4-FFF2-40B4-BE49-F238E27FC236}">
                <a16:creationId xmlns:a16="http://schemas.microsoft.com/office/drawing/2014/main" id="{121E1471-D334-4479-80BD-9D40A27B10D3}"/>
              </a:ext>
            </a:extLst>
          </p:cNvPr>
          <p:cNvSpPr/>
          <p:nvPr/>
        </p:nvSpPr>
        <p:spPr>
          <a:xfrm>
            <a:off x="9619641" y="881962"/>
            <a:ext cx="306495"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5</a:t>
            </a:r>
          </a:p>
        </p:txBody>
      </p:sp>
      <p:sp>
        <p:nvSpPr>
          <p:cNvPr id="27" name="Rectangle 26">
            <a:extLst>
              <a:ext uri="{FF2B5EF4-FFF2-40B4-BE49-F238E27FC236}">
                <a16:creationId xmlns:a16="http://schemas.microsoft.com/office/drawing/2014/main" id="{A6EB43D9-32A1-42E7-9644-264577BCFCE7}"/>
              </a:ext>
            </a:extLst>
          </p:cNvPr>
          <p:cNvSpPr/>
          <p:nvPr/>
        </p:nvSpPr>
        <p:spPr>
          <a:xfrm>
            <a:off x="9832943" y="881962"/>
            <a:ext cx="505267"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5.c</a:t>
            </a:r>
          </a:p>
        </p:txBody>
      </p:sp>
      <p:sp>
        <p:nvSpPr>
          <p:cNvPr id="29" name="Rectangle 28">
            <a:extLst>
              <a:ext uri="{FF2B5EF4-FFF2-40B4-BE49-F238E27FC236}">
                <a16:creationId xmlns:a16="http://schemas.microsoft.com/office/drawing/2014/main" id="{7E13B8D9-AFED-4527-A647-E56C399F0CF6}"/>
              </a:ext>
            </a:extLst>
          </p:cNvPr>
          <p:cNvSpPr/>
          <p:nvPr/>
        </p:nvSpPr>
        <p:spPr>
          <a:xfrm>
            <a:off x="9185300" y="882842"/>
            <a:ext cx="519694"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5.b</a:t>
            </a:r>
          </a:p>
        </p:txBody>
      </p:sp>
      <p:sp>
        <p:nvSpPr>
          <p:cNvPr id="31" name="Rectangle 30">
            <a:extLst>
              <a:ext uri="{FF2B5EF4-FFF2-40B4-BE49-F238E27FC236}">
                <a16:creationId xmlns:a16="http://schemas.microsoft.com/office/drawing/2014/main" id="{61E9E2C4-A5BA-4928-B12C-4AD351627286}"/>
              </a:ext>
            </a:extLst>
          </p:cNvPr>
          <p:cNvSpPr/>
          <p:nvPr/>
        </p:nvSpPr>
        <p:spPr>
          <a:xfrm>
            <a:off x="8199785" y="1276390"/>
            <a:ext cx="513282"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5.a</a:t>
            </a:r>
          </a:p>
        </p:txBody>
      </p:sp>
      <p:sp>
        <p:nvSpPr>
          <p:cNvPr id="28" name="Rectangle 27">
            <a:extLst>
              <a:ext uri="{FF2B5EF4-FFF2-40B4-BE49-F238E27FC236}">
                <a16:creationId xmlns:a16="http://schemas.microsoft.com/office/drawing/2014/main" id="{0732B076-80C1-4A2B-A42A-05261A982356}"/>
              </a:ext>
            </a:extLst>
          </p:cNvPr>
          <p:cNvSpPr/>
          <p:nvPr/>
        </p:nvSpPr>
        <p:spPr>
          <a:xfrm>
            <a:off x="7881284" y="958068"/>
            <a:ext cx="1167677" cy="251209"/>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C6B66F2-C9E0-462A-A358-7AAE0B9DD36A}"/>
              </a:ext>
            </a:extLst>
          </p:cNvPr>
          <p:cNvSpPr/>
          <p:nvPr/>
        </p:nvSpPr>
        <p:spPr>
          <a:xfrm>
            <a:off x="8374578" y="666678"/>
            <a:ext cx="243554"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3</a:t>
            </a:r>
          </a:p>
        </p:txBody>
      </p:sp>
    </p:spTree>
    <p:extLst>
      <p:ext uri="{BB962C8B-B14F-4D97-AF65-F5344CB8AC3E}">
        <p14:creationId xmlns:p14="http://schemas.microsoft.com/office/powerpoint/2010/main" val="3034085913"/>
      </p:ext>
    </p:extLst>
  </p:cSld>
  <p:clrMapOvr>
    <a:masterClrMapping/>
  </p:clrMapOvr>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DF3-C531-4B58-84BD-111CED4DC031}"/>
              </a:ext>
            </a:extLst>
          </p:cNvPr>
          <p:cNvSpPr txBox="1">
            <a:spLocks/>
          </p:cNvSpPr>
          <p:nvPr/>
        </p:nvSpPr>
        <p:spPr>
          <a:xfrm>
            <a:off x="594370" y="182880"/>
            <a:ext cx="11017663" cy="68345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AU" b="1" dirty="0"/>
              <a:t>Reports (Contd.)</a:t>
            </a:r>
            <a:endParaRPr lang="en-US" b="1" dirty="0"/>
          </a:p>
        </p:txBody>
      </p:sp>
      <p:sp>
        <p:nvSpPr>
          <p:cNvPr id="3" name="Rectangle 2">
            <a:extLst>
              <a:ext uri="{FF2B5EF4-FFF2-40B4-BE49-F238E27FC236}">
                <a16:creationId xmlns:a16="http://schemas.microsoft.com/office/drawing/2014/main" id="{092A49CB-B9E2-49D5-84A0-E12086F014E3}"/>
              </a:ext>
            </a:extLst>
          </p:cNvPr>
          <p:cNvSpPr/>
          <p:nvPr/>
        </p:nvSpPr>
        <p:spPr>
          <a:xfrm>
            <a:off x="594371" y="866332"/>
            <a:ext cx="5344465" cy="4524315"/>
          </a:xfrm>
          <a:prstGeom prst="rect">
            <a:avLst/>
          </a:prstGeom>
        </p:spPr>
        <p:txBody>
          <a:bodyPr wrap="square">
            <a:spAutoFit/>
          </a:bodyPr>
          <a:lstStyle/>
          <a:p>
            <a:pPr marL="342900" indent="-342900" fontAlgn="base">
              <a:spcAft>
                <a:spcPct val="0"/>
              </a:spcAft>
              <a:buFont typeface="+mj-lt"/>
              <a:buAutoNum type="arabicParenR" startAt="7"/>
            </a:pPr>
            <a:r>
              <a:rPr lang="en-AU" altLang="en-US" sz="1600" dirty="0">
                <a:solidFill>
                  <a:schemeClr val="tx1">
                    <a:lumMod val="50000"/>
                  </a:schemeClr>
                </a:solidFill>
                <a:cs typeface="Arial" panose="020B0604020202020204" pitchFamily="34" charset="0"/>
              </a:rPr>
              <a:t>On clicking on the Asset Tab, a new page that consist of all the Asset related reports will open.</a:t>
            </a:r>
          </a:p>
          <a:p>
            <a:pPr marL="342900" indent="-342900" fontAlgn="base">
              <a:spcAft>
                <a:spcPct val="0"/>
              </a:spcAft>
              <a:buFont typeface="+mj-lt"/>
              <a:buAutoNum type="arabicParenR" startAt="7"/>
            </a:pPr>
            <a:r>
              <a:rPr lang="en-AU" altLang="en-US" sz="1600" dirty="0">
                <a:solidFill>
                  <a:schemeClr val="tx1">
                    <a:lumMod val="50000"/>
                  </a:schemeClr>
                </a:solidFill>
                <a:cs typeface="Arial" panose="020B0604020202020204" pitchFamily="34" charset="0"/>
              </a:rPr>
              <a:t>The page displays the below Reports-</a:t>
            </a: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AssetStatus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AssetStatus_OLD</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ImportantPriorityAssets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MonitoredAssets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NormalPriorityAssets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OutofService</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UnMonitoredAssets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UrgentPriorityAssets</a:t>
            </a:r>
            <a:endParaRPr lang="en-AU" altLang="en-US" sz="1600" dirty="0">
              <a:solidFill>
                <a:schemeClr val="tx1">
                  <a:lumMod val="50000"/>
                </a:schemeClr>
              </a:solidFill>
              <a:cs typeface="Arial" panose="020B0604020202020204" pitchFamily="34" charset="0"/>
            </a:endParaRPr>
          </a:p>
          <a:p>
            <a:pPr marL="342900" indent="-342900" fontAlgn="base">
              <a:spcAft>
                <a:spcPct val="0"/>
              </a:spcAft>
              <a:buFont typeface="+mj-lt"/>
              <a:buAutoNum type="arabicParenR" startAt="7"/>
            </a:pPr>
            <a:r>
              <a:rPr lang="en-AU" altLang="en-US" sz="1600" dirty="0">
                <a:solidFill>
                  <a:schemeClr val="tx1">
                    <a:lumMod val="50000"/>
                  </a:schemeClr>
                </a:solidFill>
                <a:cs typeface="Arial" panose="020B0604020202020204" pitchFamily="34" charset="0"/>
              </a:rPr>
              <a:t>You can click on the reports to open them.</a:t>
            </a:r>
          </a:p>
          <a:p>
            <a:pPr marL="342900" indent="-342900" fontAlgn="base">
              <a:spcAft>
                <a:spcPct val="0"/>
              </a:spcAft>
              <a:buFont typeface="+mj-lt"/>
              <a:buAutoNum type="arabicParenR" startAt="7"/>
            </a:pPr>
            <a:r>
              <a:rPr lang="en-AU" altLang="en-US" sz="1600" dirty="0">
                <a:solidFill>
                  <a:schemeClr val="tx1">
                    <a:lumMod val="50000"/>
                  </a:schemeClr>
                </a:solidFill>
                <a:cs typeface="Arial" panose="020B0604020202020204" pitchFamily="34" charset="0"/>
              </a:rPr>
              <a:t>The other options available are-</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Manage Folder</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New</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Upload</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View</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Search</a:t>
            </a:r>
          </a:p>
        </p:txBody>
      </p:sp>
      <p:pic>
        <p:nvPicPr>
          <p:cNvPr id="4" name="Picture 3">
            <a:extLst>
              <a:ext uri="{FF2B5EF4-FFF2-40B4-BE49-F238E27FC236}">
                <a16:creationId xmlns:a16="http://schemas.microsoft.com/office/drawing/2014/main" id="{B6DFBD90-C47C-4876-A628-758BA81C8D27}"/>
              </a:ext>
            </a:extLst>
          </p:cNvPr>
          <p:cNvPicPr/>
          <p:nvPr/>
        </p:nvPicPr>
        <p:blipFill>
          <a:blip r:embed="rId3"/>
          <a:stretch>
            <a:fillRect/>
          </a:stretch>
        </p:blipFill>
        <p:spPr>
          <a:xfrm>
            <a:off x="6103201" y="866332"/>
            <a:ext cx="5943600" cy="5077267"/>
          </a:xfrm>
          <a:prstGeom prst="rect">
            <a:avLst/>
          </a:prstGeom>
          <a:ln>
            <a:solidFill>
              <a:srgbClr val="000000"/>
            </a:solidFill>
          </a:ln>
        </p:spPr>
      </p:pic>
      <p:sp>
        <p:nvSpPr>
          <p:cNvPr id="5" name="Rectangle 4">
            <a:extLst>
              <a:ext uri="{FF2B5EF4-FFF2-40B4-BE49-F238E27FC236}">
                <a16:creationId xmlns:a16="http://schemas.microsoft.com/office/drawing/2014/main" id="{964C8BED-CE66-40DF-BE08-5ACA24902EAE}"/>
              </a:ext>
            </a:extLst>
          </p:cNvPr>
          <p:cNvSpPr/>
          <p:nvPr/>
        </p:nvSpPr>
        <p:spPr>
          <a:xfrm>
            <a:off x="6103201" y="1188720"/>
            <a:ext cx="5943600" cy="272460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E215D8D-6A6B-4229-91B9-6FA219D77145}"/>
              </a:ext>
            </a:extLst>
          </p:cNvPr>
          <p:cNvSpPr/>
          <p:nvPr/>
        </p:nvSpPr>
        <p:spPr>
          <a:xfrm>
            <a:off x="6138863" y="2386013"/>
            <a:ext cx="1119187" cy="6286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21891CE-442D-46E1-9E4A-CD4934F331F5}"/>
              </a:ext>
            </a:extLst>
          </p:cNvPr>
          <p:cNvSpPr/>
          <p:nvPr/>
        </p:nvSpPr>
        <p:spPr>
          <a:xfrm>
            <a:off x="6138862" y="3090640"/>
            <a:ext cx="1119187" cy="6286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32CFFB3-75C4-431B-B19D-79F1D2EC54AB}"/>
              </a:ext>
            </a:extLst>
          </p:cNvPr>
          <p:cNvSpPr/>
          <p:nvPr/>
        </p:nvSpPr>
        <p:spPr>
          <a:xfrm>
            <a:off x="7308056" y="3090640"/>
            <a:ext cx="1119187" cy="6286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1842C56-B610-4895-9152-4C9CED27976F}"/>
              </a:ext>
            </a:extLst>
          </p:cNvPr>
          <p:cNvSpPr/>
          <p:nvPr/>
        </p:nvSpPr>
        <p:spPr>
          <a:xfrm>
            <a:off x="8467725" y="3090640"/>
            <a:ext cx="1119187" cy="6286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A5ABC2F-D00E-48F3-B3F4-65FE0467230D}"/>
              </a:ext>
            </a:extLst>
          </p:cNvPr>
          <p:cNvSpPr/>
          <p:nvPr/>
        </p:nvSpPr>
        <p:spPr>
          <a:xfrm>
            <a:off x="7308056" y="2386013"/>
            <a:ext cx="1119187" cy="6286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9ABB88B-7930-4AE9-A4DF-17725FD11457}"/>
              </a:ext>
            </a:extLst>
          </p:cNvPr>
          <p:cNvSpPr/>
          <p:nvPr/>
        </p:nvSpPr>
        <p:spPr>
          <a:xfrm>
            <a:off x="8467725" y="2386013"/>
            <a:ext cx="1119187" cy="6286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4CE7C39-10D1-4F58-AFE0-F9EF46CAD1B8}"/>
              </a:ext>
            </a:extLst>
          </p:cNvPr>
          <p:cNvSpPr/>
          <p:nvPr/>
        </p:nvSpPr>
        <p:spPr>
          <a:xfrm>
            <a:off x="9636919" y="2386013"/>
            <a:ext cx="1119187" cy="6286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0E7BAB7-0C97-4273-A5FE-003F623C1C7F}"/>
              </a:ext>
            </a:extLst>
          </p:cNvPr>
          <p:cNvSpPr/>
          <p:nvPr/>
        </p:nvSpPr>
        <p:spPr>
          <a:xfrm>
            <a:off x="10806113" y="2386013"/>
            <a:ext cx="1119187" cy="6286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0C91F4D9-026C-4735-B3B7-FE36E2F2BA10}"/>
              </a:ext>
            </a:extLst>
          </p:cNvPr>
          <p:cNvCxnSpPr/>
          <p:nvPr/>
        </p:nvCxnSpPr>
        <p:spPr>
          <a:xfrm flipV="1">
            <a:off x="8686800" y="1019175"/>
            <a:ext cx="0" cy="16954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2D33015-99BF-4CFC-8193-165B1B8E61C6}"/>
              </a:ext>
            </a:extLst>
          </p:cNvPr>
          <p:cNvCxnSpPr/>
          <p:nvPr/>
        </p:nvCxnSpPr>
        <p:spPr>
          <a:xfrm flipV="1">
            <a:off x="7258049" y="1188720"/>
            <a:ext cx="0" cy="119729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03B31C1-F8D7-4104-A020-61C4B8DDAB46}"/>
              </a:ext>
            </a:extLst>
          </p:cNvPr>
          <p:cNvCxnSpPr>
            <a:cxnSpLocks/>
          </p:cNvCxnSpPr>
          <p:nvPr/>
        </p:nvCxnSpPr>
        <p:spPr>
          <a:xfrm flipV="1">
            <a:off x="7816849" y="1188720"/>
            <a:ext cx="0" cy="190192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3BBF088-3056-4991-AA5E-AEF78826AF80}"/>
              </a:ext>
            </a:extLst>
          </p:cNvPr>
          <p:cNvCxnSpPr/>
          <p:nvPr/>
        </p:nvCxnSpPr>
        <p:spPr>
          <a:xfrm flipV="1">
            <a:off x="8953499" y="1188720"/>
            <a:ext cx="0" cy="119729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7372565-4C7C-4FCF-AE07-30A8B568DB95}"/>
              </a:ext>
            </a:extLst>
          </p:cNvPr>
          <p:cNvCxnSpPr>
            <a:cxnSpLocks/>
          </p:cNvCxnSpPr>
          <p:nvPr/>
        </p:nvCxnSpPr>
        <p:spPr>
          <a:xfrm flipV="1">
            <a:off x="7016749" y="1188720"/>
            <a:ext cx="0" cy="190192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1489B72-C3D2-4335-9549-B479EB891A8D}"/>
              </a:ext>
            </a:extLst>
          </p:cNvPr>
          <p:cNvCxnSpPr/>
          <p:nvPr/>
        </p:nvCxnSpPr>
        <p:spPr>
          <a:xfrm flipV="1">
            <a:off x="8369299" y="1188720"/>
            <a:ext cx="0" cy="119729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580EB8F-16E9-42ED-BAC5-E361816955D9}"/>
              </a:ext>
            </a:extLst>
          </p:cNvPr>
          <p:cNvCxnSpPr/>
          <p:nvPr/>
        </p:nvCxnSpPr>
        <p:spPr>
          <a:xfrm flipV="1">
            <a:off x="11867826" y="1188720"/>
            <a:ext cx="0" cy="119729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F774473-5AD4-4CFA-9AA3-EC7BA2ECF6C7}"/>
              </a:ext>
            </a:extLst>
          </p:cNvPr>
          <p:cNvCxnSpPr>
            <a:cxnSpLocks/>
          </p:cNvCxnSpPr>
          <p:nvPr/>
        </p:nvCxnSpPr>
        <p:spPr>
          <a:xfrm flipV="1">
            <a:off x="10515599" y="1930400"/>
            <a:ext cx="0" cy="45561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0406438-5B1E-4088-BB66-4C503E6440CB}"/>
              </a:ext>
            </a:extLst>
          </p:cNvPr>
          <p:cNvCxnSpPr>
            <a:cxnSpLocks/>
          </p:cNvCxnSpPr>
          <p:nvPr/>
        </p:nvCxnSpPr>
        <p:spPr>
          <a:xfrm flipV="1">
            <a:off x="9288462" y="1188720"/>
            <a:ext cx="0" cy="190954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2FEE97CE-4899-4968-ADAA-18E66BBF1EA2}"/>
              </a:ext>
            </a:extLst>
          </p:cNvPr>
          <p:cNvSpPr/>
          <p:nvPr/>
        </p:nvSpPr>
        <p:spPr>
          <a:xfrm>
            <a:off x="8533552" y="765981"/>
            <a:ext cx="306495"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7</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24" name="Rectangle 23">
            <a:extLst>
              <a:ext uri="{FF2B5EF4-FFF2-40B4-BE49-F238E27FC236}">
                <a16:creationId xmlns:a16="http://schemas.microsoft.com/office/drawing/2014/main" id="{4A3B2A86-5CE0-4444-99D6-067D7B88E806}"/>
              </a:ext>
            </a:extLst>
          </p:cNvPr>
          <p:cNvSpPr/>
          <p:nvPr/>
        </p:nvSpPr>
        <p:spPr>
          <a:xfrm>
            <a:off x="8675837" y="853849"/>
            <a:ext cx="505267"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8.</a:t>
            </a:r>
            <a:r>
              <a:rPr lang="en-US" b="0" cap="none" spc="0" dirty="0">
                <a:ln w="0"/>
                <a:solidFill>
                  <a:schemeClr val="bg1"/>
                </a:solidFill>
                <a:effectLst>
                  <a:outerShdw blurRad="38100" dist="19050" dir="2700000" algn="tl" rotWithShape="0">
                    <a:schemeClr val="dk1">
                      <a:alpha val="40000"/>
                    </a:schemeClr>
                  </a:outerShdw>
                </a:effectLst>
              </a:rPr>
              <a:t>c</a:t>
            </a:r>
          </a:p>
        </p:txBody>
      </p:sp>
      <p:sp>
        <p:nvSpPr>
          <p:cNvPr id="25" name="Rectangle 24">
            <a:extLst>
              <a:ext uri="{FF2B5EF4-FFF2-40B4-BE49-F238E27FC236}">
                <a16:creationId xmlns:a16="http://schemas.microsoft.com/office/drawing/2014/main" id="{6C079E3D-25D7-42D0-9ACD-3A0F628EE66A}"/>
              </a:ext>
            </a:extLst>
          </p:cNvPr>
          <p:cNvSpPr/>
          <p:nvPr/>
        </p:nvSpPr>
        <p:spPr>
          <a:xfrm>
            <a:off x="10255752" y="1615785"/>
            <a:ext cx="519693"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8.</a:t>
            </a:r>
            <a:r>
              <a:rPr lang="en-US" b="0" cap="none" spc="0" dirty="0">
                <a:ln w="0"/>
                <a:effectLst>
                  <a:outerShdw blurRad="38100" dist="19050" dir="2700000" algn="tl" rotWithShape="0">
                    <a:schemeClr val="dk1">
                      <a:alpha val="40000"/>
                    </a:schemeClr>
                  </a:outerShdw>
                </a:effectLst>
              </a:rPr>
              <a:t>d</a:t>
            </a:r>
          </a:p>
        </p:txBody>
      </p:sp>
      <p:sp>
        <p:nvSpPr>
          <p:cNvPr id="26" name="Rectangle 25">
            <a:extLst>
              <a:ext uri="{FF2B5EF4-FFF2-40B4-BE49-F238E27FC236}">
                <a16:creationId xmlns:a16="http://schemas.microsoft.com/office/drawing/2014/main" id="{39D5A51F-0351-483B-9FD1-5194249D0B64}"/>
              </a:ext>
            </a:extLst>
          </p:cNvPr>
          <p:cNvSpPr/>
          <p:nvPr/>
        </p:nvSpPr>
        <p:spPr>
          <a:xfrm>
            <a:off x="11628465" y="854223"/>
            <a:ext cx="518091"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8.</a:t>
            </a:r>
            <a:r>
              <a:rPr lang="en-US" b="0" cap="none" spc="0" dirty="0">
                <a:ln w="0"/>
                <a:solidFill>
                  <a:schemeClr val="bg1"/>
                </a:solidFill>
                <a:effectLst>
                  <a:outerShdw blurRad="38100" dist="19050" dir="2700000" algn="tl" rotWithShape="0">
                    <a:schemeClr val="dk1">
                      <a:alpha val="40000"/>
                    </a:schemeClr>
                  </a:outerShdw>
                </a:effectLst>
              </a:rPr>
              <a:t>e</a:t>
            </a:r>
          </a:p>
        </p:txBody>
      </p:sp>
      <p:sp>
        <p:nvSpPr>
          <p:cNvPr id="27" name="Rectangle 26">
            <a:extLst>
              <a:ext uri="{FF2B5EF4-FFF2-40B4-BE49-F238E27FC236}">
                <a16:creationId xmlns:a16="http://schemas.microsoft.com/office/drawing/2014/main" id="{6C3183F4-DA77-40A0-B593-ACCF52CB23A8}"/>
              </a:ext>
            </a:extLst>
          </p:cNvPr>
          <p:cNvSpPr/>
          <p:nvPr/>
        </p:nvSpPr>
        <p:spPr>
          <a:xfrm>
            <a:off x="9031002" y="860199"/>
            <a:ext cx="518091"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8.</a:t>
            </a:r>
            <a:r>
              <a:rPr lang="en-US" b="0" cap="none" spc="0" dirty="0">
                <a:ln w="0"/>
                <a:solidFill>
                  <a:schemeClr val="bg1"/>
                </a:solidFill>
                <a:effectLst>
                  <a:outerShdw blurRad="38100" dist="19050" dir="2700000" algn="tl" rotWithShape="0">
                    <a:schemeClr val="dk1">
                      <a:alpha val="40000"/>
                    </a:schemeClr>
                  </a:outerShdw>
                </a:effectLst>
              </a:rPr>
              <a:t>h</a:t>
            </a:r>
          </a:p>
        </p:txBody>
      </p:sp>
      <p:sp>
        <p:nvSpPr>
          <p:cNvPr id="28" name="Rectangle 27">
            <a:extLst>
              <a:ext uri="{FF2B5EF4-FFF2-40B4-BE49-F238E27FC236}">
                <a16:creationId xmlns:a16="http://schemas.microsoft.com/office/drawing/2014/main" id="{FDF441E9-859C-42BF-A0FE-738F6C38E66F}"/>
              </a:ext>
            </a:extLst>
          </p:cNvPr>
          <p:cNvSpPr/>
          <p:nvPr/>
        </p:nvSpPr>
        <p:spPr>
          <a:xfrm>
            <a:off x="8115802" y="866332"/>
            <a:ext cx="519693"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8.</a:t>
            </a:r>
            <a:r>
              <a:rPr lang="en-US" b="0" cap="none" spc="0" dirty="0">
                <a:ln w="0"/>
                <a:solidFill>
                  <a:schemeClr val="bg1"/>
                </a:solidFill>
                <a:effectLst>
                  <a:outerShdw blurRad="38100" dist="19050" dir="2700000" algn="tl" rotWithShape="0">
                    <a:schemeClr val="dk1">
                      <a:alpha val="40000"/>
                    </a:schemeClr>
                  </a:outerShdw>
                </a:effectLst>
              </a:rPr>
              <a:t>b</a:t>
            </a:r>
          </a:p>
        </p:txBody>
      </p:sp>
      <p:sp>
        <p:nvSpPr>
          <p:cNvPr id="29" name="Rectangle 28">
            <a:extLst>
              <a:ext uri="{FF2B5EF4-FFF2-40B4-BE49-F238E27FC236}">
                <a16:creationId xmlns:a16="http://schemas.microsoft.com/office/drawing/2014/main" id="{18721685-4B4B-463E-A9F1-051544CB6F47}"/>
              </a:ext>
            </a:extLst>
          </p:cNvPr>
          <p:cNvSpPr/>
          <p:nvPr/>
        </p:nvSpPr>
        <p:spPr>
          <a:xfrm>
            <a:off x="7573681" y="866332"/>
            <a:ext cx="506869"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8.</a:t>
            </a:r>
            <a:r>
              <a:rPr lang="en-US" b="0" cap="none" spc="0" dirty="0">
                <a:ln w="0"/>
                <a:solidFill>
                  <a:schemeClr val="bg1"/>
                </a:solidFill>
                <a:effectLst>
                  <a:outerShdw blurRad="38100" dist="19050" dir="2700000" algn="tl" rotWithShape="0">
                    <a:schemeClr val="dk1">
                      <a:alpha val="40000"/>
                    </a:schemeClr>
                  </a:outerShdw>
                </a:effectLst>
              </a:rPr>
              <a:t>g</a:t>
            </a:r>
          </a:p>
        </p:txBody>
      </p:sp>
      <p:sp>
        <p:nvSpPr>
          <p:cNvPr id="30" name="Rectangle 29">
            <a:extLst>
              <a:ext uri="{FF2B5EF4-FFF2-40B4-BE49-F238E27FC236}">
                <a16:creationId xmlns:a16="http://schemas.microsoft.com/office/drawing/2014/main" id="{3893F085-A9CE-4C5B-B587-65F4CD5EBADD}"/>
              </a:ext>
            </a:extLst>
          </p:cNvPr>
          <p:cNvSpPr/>
          <p:nvPr/>
        </p:nvSpPr>
        <p:spPr>
          <a:xfrm>
            <a:off x="7109359" y="866332"/>
            <a:ext cx="513282"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8.a</a:t>
            </a:r>
          </a:p>
        </p:txBody>
      </p:sp>
      <p:sp>
        <p:nvSpPr>
          <p:cNvPr id="31" name="Rectangle 30">
            <a:extLst>
              <a:ext uri="{FF2B5EF4-FFF2-40B4-BE49-F238E27FC236}">
                <a16:creationId xmlns:a16="http://schemas.microsoft.com/office/drawing/2014/main" id="{7AD0853A-4A61-4619-A3E3-7CA8702F670F}"/>
              </a:ext>
            </a:extLst>
          </p:cNvPr>
          <p:cNvSpPr/>
          <p:nvPr/>
        </p:nvSpPr>
        <p:spPr>
          <a:xfrm>
            <a:off x="6772193" y="866332"/>
            <a:ext cx="476413"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8.f</a:t>
            </a:r>
          </a:p>
        </p:txBody>
      </p:sp>
      <p:sp>
        <p:nvSpPr>
          <p:cNvPr id="32" name="Rectangle 31">
            <a:extLst>
              <a:ext uri="{FF2B5EF4-FFF2-40B4-BE49-F238E27FC236}">
                <a16:creationId xmlns:a16="http://schemas.microsoft.com/office/drawing/2014/main" id="{E00D3C47-BFF0-47C7-B6FD-DDDCBBD43B6D}"/>
              </a:ext>
            </a:extLst>
          </p:cNvPr>
          <p:cNvSpPr/>
          <p:nvPr/>
        </p:nvSpPr>
        <p:spPr>
          <a:xfrm>
            <a:off x="9436100" y="937947"/>
            <a:ext cx="565150" cy="18466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9827DE6-1DF6-4258-931C-C244B1F52676}"/>
              </a:ext>
            </a:extLst>
          </p:cNvPr>
          <p:cNvSpPr/>
          <p:nvPr/>
        </p:nvSpPr>
        <p:spPr>
          <a:xfrm>
            <a:off x="10052992" y="932439"/>
            <a:ext cx="414270" cy="19017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9C3FE13-C9D6-4523-9972-10F2A5CE3061}"/>
              </a:ext>
            </a:extLst>
          </p:cNvPr>
          <p:cNvSpPr/>
          <p:nvPr/>
        </p:nvSpPr>
        <p:spPr>
          <a:xfrm>
            <a:off x="10510901" y="937947"/>
            <a:ext cx="408518" cy="18466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66379BE-7581-4F9C-9AB4-1B605DE1C0FF}"/>
              </a:ext>
            </a:extLst>
          </p:cNvPr>
          <p:cNvSpPr/>
          <p:nvPr/>
        </p:nvSpPr>
        <p:spPr>
          <a:xfrm>
            <a:off x="10947636" y="937947"/>
            <a:ext cx="399814" cy="18466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D16B144-F4E6-43C9-8A79-0E4C2DEF51C6}"/>
              </a:ext>
            </a:extLst>
          </p:cNvPr>
          <p:cNvSpPr/>
          <p:nvPr/>
        </p:nvSpPr>
        <p:spPr>
          <a:xfrm>
            <a:off x="11369605" y="937947"/>
            <a:ext cx="333445" cy="18466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E383DE55-C333-46EA-A1EA-AF8F86D9A4E6}"/>
              </a:ext>
            </a:extLst>
          </p:cNvPr>
          <p:cNvCxnSpPr>
            <a:stCxn id="32" idx="2"/>
          </p:cNvCxnSpPr>
          <p:nvPr/>
        </p:nvCxnSpPr>
        <p:spPr>
          <a:xfrm flipH="1">
            <a:off x="9715500" y="1122613"/>
            <a:ext cx="3175" cy="28391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593B1F4-D66F-4432-8D01-07E26225D933}"/>
              </a:ext>
            </a:extLst>
          </p:cNvPr>
          <p:cNvCxnSpPr/>
          <p:nvPr/>
        </p:nvCxnSpPr>
        <p:spPr>
          <a:xfrm flipH="1">
            <a:off x="10695188" y="1122613"/>
            <a:ext cx="3175" cy="28391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182F94B1-7C4C-4764-B4D3-A4C2CC30A3D8}"/>
              </a:ext>
            </a:extLst>
          </p:cNvPr>
          <p:cNvCxnSpPr/>
          <p:nvPr/>
        </p:nvCxnSpPr>
        <p:spPr>
          <a:xfrm flipH="1">
            <a:off x="11147543" y="1122613"/>
            <a:ext cx="3175" cy="28391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B1A39E04-F7E5-430A-B4F8-5D474FBA2662}"/>
              </a:ext>
            </a:extLst>
          </p:cNvPr>
          <p:cNvCxnSpPr/>
          <p:nvPr/>
        </p:nvCxnSpPr>
        <p:spPr>
          <a:xfrm flipH="1">
            <a:off x="11633485" y="1122613"/>
            <a:ext cx="3175" cy="28391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8051DF91-7D3E-4DFF-83B5-5BEB02CE5E71}"/>
              </a:ext>
            </a:extLst>
          </p:cNvPr>
          <p:cNvCxnSpPr/>
          <p:nvPr/>
        </p:nvCxnSpPr>
        <p:spPr>
          <a:xfrm flipH="1">
            <a:off x="10203688" y="1125272"/>
            <a:ext cx="3175" cy="28391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076F9DAB-A302-4FD2-854B-2F96B64B06B7}"/>
              </a:ext>
            </a:extLst>
          </p:cNvPr>
          <p:cNvSpPr/>
          <p:nvPr/>
        </p:nvSpPr>
        <p:spPr>
          <a:xfrm>
            <a:off x="9337491" y="1254629"/>
            <a:ext cx="635110"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10.a</a:t>
            </a:r>
            <a:endParaRPr lang="en-US" b="0" cap="none" spc="0" dirty="0">
              <a:ln w="0"/>
              <a:effectLst>
                <a:outerShdw blurRad="38100" dist="19050" dir="2700000" algn="tl" rotWithShape="0">
                  <a:schemeClr val="dk1">
                    <a:alpha val="40000"/>
                  </a:schemeClr>
                </a:outerShdw>
              </a:effectLst>
            </a:endParaRPr>
          </a:p>
        </p:txBody>
      </p:sp>
      <p:sp>
        <p:nvSpPr>
          <p:cNvPr id="43" name="Rectangle 42">
            <a:extLst>
              <a:ext uri="{FF2B5EF4-FFF2-40B4-BE49-F238E27FC236}">
                <a16:creationId xmlns:a16="http://schemas.microsoft.com/office/drawing/2014/main" id="{2ADFA65A-94E7-4F0F-B978-5C11C6C7DF74}"/>
              </a:ext>
            </a:extLst>
          </p:cNvPr>
          <p:cNvSpPr/>
          <p:nvPr/>
        </p:nvSpPr>
        <p:spPr>
          <a:xfrm>
            <a:off x="9813759" y="1254629"/>
            <a:ext cx="641522"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10.b</a:t>
            </a:r>
            <a:endParaRPr lang="en-US" b="0" cap="none" spc="0" dirty="0">
              <a:ln w="0"/>
              <a:effectLst>
                <a:outerShdw blurRad="38100" dist="19050" dir="2700000" algn="tl" rotWithShape="0">
                  <a:schemeClr val="dk1">
                    <a:alpha val="40000"/>
                  </a:schemeClr>
                </a:outerShdw>
              </a:effectLst>
            </a:endParaRPr>
          </a:p>
        </p:txBody>
      </p:sp>
      <p:sp>
        <p:nvSpPr>
          <p:cNvPr id="44" name="Rectangle 43">
            <a:extLst>
              <a:ext uri="{FF2B5EF4-FFF2-40B4-BE49-F238E27FC236}">
                <a16:creationId xmlns:a16="http://schemas.microsoft.com/office/drawing/2014/main" id="{A6C852F1-56A5-4180-A825-5DB6CA553FF3}"/>
              </a:ext>
            </a:extLst>
          </p:cNvPr>
          <p:cNvSpPr/>
          <p:nvPr/>
        </p:nvSpPr>
        <p:spPr>
          <a:xfrm>
            <a:off x="10318120" y="1254629"/>
            <a:ext cx="627095"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10.c</a:t>
            </a:r>
            <a:endParaRPr lang="en-US" b="0" cap="none" spc="0" dirty="0">
              <a:ln w="0"/>
              <a:effectLst>
                <a:outerShdw blurRad="38100" dist="19050" dir="2700000" algn="tl" rotWithShape="0">
                  <a:schemeClr val="dk1">
                    <a:alpha val="40000"/>
                  </a:schemeClr>
                </a:outerShdw>
              </a:effectLst>
            </a:endParaRPr>
          </a:p>
        </p:txBody>
      </p:sp>
      <p:sp>
        <p:nvSpPr>
          <p:cNvPr id="45" name="Rectangle 44">
            <a:extLst>
              <a:ext uri="{FF2B5EF4-FFF2-40B4-BE49-F238E27FC236}">
                <a16:creationId xmlns:a16="http://schemas.microsoft.com/office/drawing/2014/main" id="{0B1E3C76-94E5-4824-8C71-F7083C823C31}"/>
              </a:ext>
            </a:extLst>
          </p:cNvPr>
          <p:cNvSpPr/>
          <p:nvPr/>
        </p:nvSpPr>
        <p:spPr>
          <a:xfrm>
            <a:off x="10772869" y="1255134"/>
            <a:ext cx="641522"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10.d</a:t>
            </a:r>
            <a:endParaRPr lang="en-US" b="0" cap="none" spc="0" dirty="0">
              <a:ln w="0"/>
              <a:effectLst>
                <a:outerShdw blurRad="38100" dist="19050" dir="2700000" algn="tl" rotWithShape="0">
                  <a:schemeClr val="dk1">
                    <a:alpha val="40000"/>
                  </a:schemeClr>
                </a:outerShdw>
              </a:effectLst>
            </a:endParaRPr>
          </a:p>
        </p:txBody>
      </p:sp>
      <p:sp>
        <p:nvSpPr>
          <p:cNvPr id="46" name="Rectangle 45">
            <a:extLst>
              <a:ext uri="{FF2B5EF4-FFF2-40B4-BE49-F238E27FC236}">
                <a16:creationId xmlns:a16="http://schemas.microsoft.com/office/drawing/2014/main" id="{BC99EC3A-F55B-49AA-87E0-F06995147942}"/>
              </a:ext>
            </a:extLst>
          </p:cNvPr>
          <p:cNvSpPr/>
          <p:nvPr/>
        </p:nvSpPr>
        <p:spPr>
          <a:xfrm>
            <a:off x="11267487" y="1252550"/>
            <a:ext cx="639919"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10.e</a:t>
            </a:r>
            <a:endParaRPr lang="en-US" b="0" cap="none" spc="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902138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95BF327C-AFFD-46AE-B727-DAF0B3CDFF3D}"/>
              </a:ext>
            </a:extLst>
          </p:cNvPr>
          <p:cNvPicPr>
            <a:picLocks noChangeAspect="1"/>
          </p:cNvPicPr>
          <p:nvPr/>
        </p:nvPicPr>
        <p:blipFill>
          <a:blip r:embed="rId3"/>
          <a:stretch>
            <a:fillRect/>
          </a:stretch>
        </p:blipFill>
        <p:spPr>
          <a:xfrm>
            <a:off x="6174639" y="864708"/>
            <a:ext cx="5886450" cy="4686300"/>
          </a:xfrm>
          <a:prstGeom prst="rect">
            <a:avLst/>
          </a:prstGeom>
        </p:spPr>
      </p:pic>
      <p:sp>
        <p:nvSpPr>
          <p:cNvPr id="2" name="Title 1">
            <a:extLst>
              <a:ext uri="{FF2B5EF4-FFF2-40B4-BE49-F238E27FC236}">
                <a16:creationId xmlns:a16="http://schemas.microsoft.com/office/drawing/2014/main" id="{F128F9A3-A956-4269-85A8-5F2CC999E7E3}"/>
              </a:ext>
            </a:extLst>
          </p:cNvPr>
          <p:cNvSpPr txBox="1">
            <a:spLocks/>
          </p:cNvSpPr>
          <p:nvPr/>
        </p:nvSpPr>
        <p:spPr>
          <a:xfrm>
            <a:off x="594370" y="182880"/>
            <a:ext cx="11017663" cy="68345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AU" b="1" dirty="0"/>
              <a:t>Reports (Contd.)</a:t>
            </a:r>
            <a:endParaRPr lang="en-US" b="1" dirty="0"/>
          </a:p>
        </p:txBody>
      </p:sp>
      <p:sp>
        <p:nvSpPr>
          <p:cNvPr id="3" name="Rectangle 2">
            <a:extLst>
              <a:ext uri="{FF2B5EF4-FFF2-40B4-BE49-F238E27FC236}">
                <a16:creationId xmlns:a16="http://schemas.microsoft.com/office/drawing/2014/main" id="{69EAB626-AA5D-42BB-AE0B-22523F6C888A}"/>
              </a:ext>
            </a:extLst>
          </p:cNvPr>
          <p:cNvSpPr/>
          <p:nvPr/>
        </p:nvSpPr>
        <p:spPr>
          <a:xfrm>
            <a:off x="594371" y="866332"/>
            <a:ext cx="5344465" cy="4278094"/>
          </a:xfrm>
          <a:prstGeom prst="rect">
            <a:avLst/>
          </a:prstGeom>
        </p:spPr>
        <p:txBody>
          <a:bodyPr wrap="square">
            <a:spAutoFit/>
          </a:bodyPr>
          <a:lstStyle/>
          <a:p>
            <a:pPr marL="342900" indent="-342900" fontAlgn="base">
              <a:spcAft>
                <a:spcPct val="0"/>
              </a:spcAft>
              <a:buFont typeface="+mj-lt"/>
              <a:buAutoNum type="arabicParenR" startAt="11"/>
            </a:pPr>
            <a:r>
              <a:rPr lang="en-AU" altLang="en-US" sz="1600" dirty="0">
                <a:solidFill>
                  <a:schemeClr val="tx1">
                    <a:lumMod val="50000"/>
                  </a:schemeClr>
                </a:solidFill>
                <a:cs typeface="Arial" panose="020B0604020202020204" pitchFamily="34" charset="0"/>
              </a:rPr>
              <a:t>On clicking on the Fault Tab, a new page that consist of all the Fault related reports will open.</a:t>
            </a:r>
          </a:p>
          <a:p>
            <a:pPr marL="342900" indent="-342900" fontAlgn="base">
              <a:spcAft>
                <a:spcPct val="0"/>
              </a:spcAft>
              <a:buFont typeface="+mj-lt"/>
              <a:buAutoNum type="arabicParenR" startAt="11"/>
            </a:pPr>
            <a:r>
              <a:rPr lang="en-AU" altLang="en-US" sz="1600" dirty="0">
                <a:solidFill>
                  <a:schemeClr val="tx1">
                    <a:lumMod val="50000"/>
                  </a:schemeClr>
                </a:solidFill>
                <a:cs typeface="Arial" panose="020B0604020202020204" pitchFamily="34" charset="0"/>
              </a:rPr>
              <a:t>The page displays the below Reports-</a:t>
            </a: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AMFaultReport</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ClosedOutFaults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ContextHistory</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EstimatedFaults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LatchedFaults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ManuallyInitiatedFaults</a:t>
            </a:r>
            <a:endParaRPr lang="en-AU" altLang="en-US" sz="1600" dirty="0">
              <a:solidFill>
                <a:schemeClr val="tx1">
                  <a:lumMod val="50000"/>
                </a:schemeClr>
              </a:solidFill>
              <a:cs typeface="Arial" panose="020B0604020202020204" pitchFamily="34" charset="0"/>
            </a:endParaRPr>
          </a:p>
          <a:p>
            <a:pPr marL="342900" indent="-342900" fontAlgn="base">
              <a:spcAft>
                <a:spcPct val="0"/>
              </a:spcAft>
              <a:buFont typeface="+mj-lt"/>
              <a:buAutoNum type="arabicParenR" startAt="11"/>
            </a:pPr>
            <a:r>
              <a:rPr lang="en-AU" altLang="en-US" sz="1600" dirty="0">
                <a:solidFill>
                  <a:schemeClr val="tx1">
                    <a:lumMod val="50000"/>
                  </a:schemeClr>
                </a:solidFill>
                <a:cs typeface="Arial" panose="020B0604020202020204" pitchFamily="34" charset="0"/>
              </a:rPr>
              <a:t>You can click on the reports to open them.(Refer slide Faults Reports and Metrics)</a:t>
            </a:r>
          </a:p>
          <a:p>
            <a:pPr marL="342900" indent="-342900" fontAlgn="base">
              <a:spcAft>
                <a:spcPct val="0"/>
              </a:spcAft>
              <a:buFont typeface="+mj-lt"/>
              <a:buAutoNum type="arabicParenR" startAt="11"/>
            </a:pPr>
            <a:r>
              <a:rPr lang="en-AU" altLang="en-US" sz="1600" dirty="0">
                <a:solidFill>
                  <a:schemeClr val="tx1">
                    <a:lumMod val="50000"/>
                  </a:schemeClr>
                </a:solidFill>
                <a:cs typeface="Arial" panose="020B0604020202020204" pitchFamily="34" charset="0"/>
              </a:rPr>
              <a:t>The other options available are-</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Manage Folder</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New</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Upload</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View</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Search</a:t>
            </a:r>
          </a:p>
        </p:txBody>
      </p:sp>
      <p:sp>
        <p:nvSpPr>
          <p:cNvPr id="5" name="Rectangle 4">
            <a:extLst>
              <a:ext uri="{FF2B5EF4-FFF2-40B4-BE49-F238E27FC236}">
                <a16:creationId xmlns:a16="http://schemas.microsoft.com/office/drawing/2014/main" id="{75B8D789-7A41-4C3B-AE5D-88A13D4CA5FD}"/>
              </a:ext>
            </a:extLst>
          </p:cNvPr>
          <p:cNvSpPr/>
          <p:nvPr/>
        </p:nvSpPr>
        <p:spPr>
          <a:xfrm>
            <a:off x="6187440" y="1173480"/>
            <a:ext cx="5859360" cy="284226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DE7C9E8-CDD7-42E0-A97F-DAB7193161D9}"/>
              </a:ext>
            </a:extLst>
          </p:cNvPr>
          <p:cNvSpPr/>
          <p:nvPr/>
        </p:nvSpPr>
        <p:spPr>
          <a:xfrm>
            <a:off x="6187440" y="2324100"/>
            <a:ext cx="1150620" cy="60198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8237DE2-CB2C-46A8-87AC-8FD54DA263B0}"/>
              </a:ext>
            </a:extLst>
          </p:cNvPr>
          <p:cNvSpPr/>
          <p:nvPr/>
        </p:nvSpPr>
        <p:spPr>
          <a:xfrm>
            <a:off x="6184899" y="3005379"/>
            <a:ext cx="1150620" cy="60198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0C31092-4C9C-43C1-BC8B-C4530CCC446D}"/>
              </a:ext>
            </a:extLst>
          </p:cNvPr>
          <p:cNvSpPr/>
          <p:nvPr/>
        </p:nvSpPr>
        <p:spPr>
          <a:xfrm>
            <a:off x="7352880" y="3005379"/>
            <a:ext cx="1150620" cy="60198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17C822-93FD-4938-9538-8B928BBBA628}"/>
              </a:ext>
            </a:extLst>
          </p:cNvPr>
          <p:cNvSpPr/>
          <p:nvPr/>
        </p:nvSpPr>
        <p:spPr>
          <a:xfrm>
            <a:off x="8527620" y="2324100"/>
            <a:ext cx="1150620" cy="60198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000E31-E84B-4DEB-9763-02E47AE47870}"/>
              </a:ext>
            </a:extLst>
          </p:cNvPr>
          <p:cNvSpPr/>
          <p:nvPr/>
        </p:nvSpPr>
        <p:spPr>
          <a:xfrm>
            <a:off x="9693060" y="2324100"/>
            <a:ext cx="1150620" cy="60198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115FA6C-578A-4D8D-ABEC-E23E118AF904}"/>
              </a:ext>
            </a:extLst>
          </p:cNvPr>
          <p:cNvSpPr/>
          <p:nvPr/>
        </p:nvSpPr>
        <p:spPr>
          <a:xfrm>
            <a:off x="9502140" y="929640"/>
            <a:ext cx="586740" cy="18053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B5F5761-308C-45A5-A77D-C42CB3EA2ACA}"/>
              </a:ext>
            </a:extLst>
          </p:cNvPr>
          <p:cNvSpPr/>
          <p:nvPr/>
        </p:nvSpPr>
        <p:spPr>
          <a:xfrm>
            <a:off x="10104120" y="929640"/>
            <a:ext cx="487680" cy="18053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47580AF-521C-4A0A-9C42-0B4AC1A6E196}"/>
              </a:ext>
            </a:extLst>
          </p:cNvPr>
          <p:cNvSpPr/>
          <p:nvPr/>
        </p:nvSpPr>
        <p:spPr>
          <a:xfrm>
            <a:off x="10607040" y="929640"/>
            <a:ext cx="411480" cy="18053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5D1C8A9-F8F2-40C5-B2FB-6652BD123223}"/>
              </a:ext>
            </a:extLst>
          </p:cNvPr>
          <p:cNvSpPr/>
          <p:nvPr/>
        </p:nvSpPr>
        <p:spPr>
          <a:xfrm>
            <a:off x="11033760" y="929640"/>
            <a:ext cx="357293" cy="18053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6FF0D68-C52A-4BA0-9EEB-04D27A650219}"/>
              </a:ext>
            </a:extLst>
          </p:cNvPr>
          <p:cNvSpPr/>
          <p:nvPr/>
        </p:nvSpPr>
        <p:spPr>
          <a:xfrm>
            <a:off x="11406293" y="929640"/>
            <a:ext cx="411480" cy="18053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08384C6F-6C6F-4A12-BEE3-721495518ABC}"/>
              </a:ext>
            </a:extLst>
          </p:cNvPr>
          <p:cNvCxnSpPr>
            <a:cxnSpLocks/>
          </p:cNvCxnSpPr>
          <p:nvPr/>
        </p:nvCxnSpPr>
        <p:spPr>
          <a:xfrm flipV="1">
            <a:off x="7109460" y="1433513"/>
            <a:ext cx="0" cy="8905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C615BE1-A2C9-4F29-ABB3-E9F95EB2FCA4}"/>
              </a:ext>
            </a:extLst>
          </p:cNvPr>
          <p:cNvCxnSpPr>
            <a:cxnSpLocks/>
          </p:cNvCxnSpPr>
          <p:nvPr/>
        </p:nvCxnSpPr>
        <p:spPr>
          <a:xfrm flipV="1">
            <a:off x="7688580" y="1138883"/>
            <a:ext cx="0" cy="118521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2233744-F23F-4186-8C10-FDD7EB13820F}"/>
              </a:ext>
            </a:extLst>
          </p:cNvPr>
          <p:cNvCxnSpPr>
            <a:cxnSpLocks/>
          </p:cNvCxnSpPr>
          <p:nvPr/>
        </p:nvCxnSpPr>
        <p:spPr>
          <a:xfrm flipV="1">
            <a:off x="8336648" y="1141827"/>
            <a:ext cx="0" cy="186355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6030815-319B-4256-AC4C-05AF14FE4E50}"/>
              </a:ext>
            </a:extLst>
          </p:cNvPr>
          <p:cNvCxnSpPr>
            <a:cxnSpLocks/>
          </p:cNvCxnSpPr>
          <p:nvPr/>
        </p:nvCxnSpPr>
        <p:spPr>
          <a:xfrm flipV="1">
            <a:off x="7327899" y="1173480"/>
            <a:ext cx="0" cy="183189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E1CCD1D-944A-4ED3-82B5-7FDEAC24EFFD}"/>
              </a:ext>
            </a:extLst>
          </p:cNvPr>
          <p:cNvCxnSpPr>
            <a:cxnSpLocks/>
          </p:cNvCxnSpPr>
          <p:nvPr/>
        </p:nvCxnSpPr>
        <p:spPr>
          <a:xfrm flipV="1">
            <a:off x="9014460" y="1937980"/>
            <a:ext cx="0" cy="3886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2BF5A94-5510-466A-BDA5-86FA8243117E}"/>
              </a:ext>
            </a:extLst>
          </p:cNvPr>
          <p:cNvCxnSpPr>
            <a:cxnSpLocks/>
          </p:cNvCxnSpPr>
          <p:nvPr/>
        </p:nvCxnSpPr>
        <p:spPr>
          <a:xfrm flipV="1">
            <a:off x="10275990" y="1935480"/>
            <a:ext cx="0" cy="3886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69C1C95-5628-47F3-A975-437C030FB95A}"/>
              </a:ext>
            </a:extLst>
          </p:cNvPr>
          <p:cNvCxnSpPr>
            <a:cxnSpLocks/>
          </p:cNvCxnSpPr>
          <p:nvPr/>
        </p:nvCxnSpPr>
        <p:spPr>
          <a:xfrm>
            <a:off x="9654540" y="1105409"/>
            <a:ext cx="0" cy="25380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C2BD44A5-AEE7-46E1-A176-4B0281F4AB78}"/>
              </a:ext>
            </a:extLst>
          </p:cNvPr>
          <p:cNvCxnSpPr>
            <a:cxnSpLocks/>
          </p:cNvCxnSpPr>
          <p:nvPr/>
        </p:nvCxnSpPr>
        <p:spPr>
          <a:xfrm>
            <a:off x="10247939" y="1104458"/>
            <a:ext cx="0" cy="25380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F5F588C0-2963-4215-9055-FAF65E08C95C}"/>
              </a:ext>
            </a:extLst>
          </p:cNvPr>
          <p:cNvCxnSpPr>
            <a:cxnSpLocks/>
          </p:cNvCxnSpPr>
          <p:nvPr/>
        </p:nvCxnSpPr>
        <p:spPr>
          <a:xfrm>
            <a:off x="10750865" y="1102552"/>
            <a:ext cx="0" cy="25380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81702BD-5109-4E79-B86A-50F5E91FF1F9}"/>
              </a:ext>
            </a:extLst>
          </p:cNvPr>
          <p:cNvCxnSpPr>
            <a:cxnSpLocks/>
          </p:cNvCxnSpPr>
          <p:nvPr/>
        </p:nvCxnSpPr>
        <p:spPr>
          <a:xfrm>
            <a:off x="11204257" y="1110172"/>
            <a:ext cx="0" cy="24142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1DD2E5F-C603-4012-B502-0A2728CE11C0}"/>
              </a:ext>
            </a:extLst>
          </p:cNvPr>
          <p:cNvCxnSpPr>
            <a:cxnSpLocks/>
          </p:cNvCxnSpPr>
          <p:nvPr/>
        </p:nvCxnSpPr>
        <p:spPr>
          <a:xfrm>
            <a:off x="11719676" y="1110172"/>
            <a:ext cx="0" cy="25380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46EE33B-BC23-4CA0-8800-35A42873E56C}"/>
              </a:ext>
            </a:extLst>
          </p:cNvPr>
          <p:cNvCxnSpPr>
            <a:cxnSpLocks/>
          </p:cNvCxnSpPr>
          <p:nvPr/>
        </p:nvCxnSpPr>
        <p:spPr>
          <a:xfrm flipV="1">
            <a:off x="9099120" y="1019906"/>
            <a:ext cx="0" cy="1535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E96A6BB4-7FA2-4717-850E-CC6253F9759F}"/>
              </a:ext>
            </a:extLst>
          </p:cNvPr>
          <p:cNvSpPr/>
          <p:nvPr/>
        </p:nvSpPr>
        <p:spPr>
          <a:xfrm>
            <a:off x="8884543" y="772494"/>
            <a:ext cx="428323"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11</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32" name="Rectangle 31">
            <a:extLst>
              <a:ext uri="{FF2B5EF4-FFF2-40B4-BE49-F238E27FC236}">
                <a16:creationId xmlns:a16="http://schemas.microsoft.com/office/drawing/2014/main" id="{29ABCA7C-C11F-4F17-A6A1-1AC97E11E579}"/>
              </a:ext>
            </a:extLst>
          </p:cNvPr>
          <p:cNvSpPr/>
          <p:nvPr/>
        </p:nvSpPr>
        <p:spPr>
          <a:xfrm>
            <a:off x="6730526" y="1138883"/>
            <a:ext cx="635110" cy="369332"/>
          </a:xfrm>
          <a:prstGeom prst="rect">
            <a:avLst/>
          </a:prstGeom>
          <a:noFill/>
        </p:spPr>
        <p:txBody>
          <a:bodyPr wrap="non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12.a</a:t>
            </a:r>
          </a:p>
        </p:txBody>
      </p:sp>
      <p:sp>
        <p:nvSpPr>
          <p:cNvPr id="33" name="Rectangle 32">
            <a:extLst>
              <a:ext uri="{FF2B5EF4-FFF2-40B4-BE49-F238E27FC236}">
                <a16:creationId xmlns:a16="http://schemas.microsoft.com/office/drawing/2014/main" id="{71B9F5DA-13F7-4D3F-911A-CAC844EC1D5B}"/>
              </a:ext>
            </a:extLst>
          </p:cNvPr>
          <p:cNvSpPr/>
          <p:nvPr/>
        </p:nvSpPr>
        <p:spPr>
          <a:xfrm>
            <a:off x="6926586" y="863688"/>
            <a:ext cx="633507"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12.e</a:t>
            </a:r>
          </a:p>
        </p:txBody>
      </p:sp>
      <p:sp>
        <p:nvSpPr>
          <p:cNvPr id="34" name="Rectangle 33">
            <a:extLst>
              <a:ext uri="{FF2B5EF4-FFF2-40B4-BE49-F238E27FC236}">
                <a16:creationId xmlns:a16="http://schemas.microsoft.com/office/drawing/2014/main" id="{A3F38279-FB53-4C9A-BC8D-86AC6AB3F301}"/>
              </a:ext>
            </a:extLst>
          </p:cNvPr>
          <p:cNvSpPr/>
          <p:nvPr/>
        </p:nvSpPr>
        <p:spPr>
          <a:xfrm>
            <a:off x="7423311" y="845812"/>
            <a:ext cx="633507"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12.b</a:t>
            </a:r>
          </a:p>
        </p:txBody>
      </p:sp>
      <p:sp>
        <p:nvSpPr>
          <p:cNvPr id="35" name="Rectangle 34">
            <a:extLst>
              <a:ext uri="{FF2B5EF4-FFF2-40B4-BE49-F238E27FC236}">
                <a16:creationId xmlns:a16="http://schemas.microsoft.com/office/drawing/2014/main" id="{B4C59411-AB21-4860-A225-048A6A62F51F}"/>
              </a:ext>
            </a:extLst>
          </p:cNvPr>
          <p:cNvSpPr/>
          <p:nvPr/>
        </p:nvSpPr>
        <p:spPr>
          <a:xfrm>
            <a:off x="7984659" y="861639"/>
            <a:ext cx="569387"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12.f</a:t>
            </a:r>
          </a:p>
        </p:txBody>
      </p:sp>
      <p:sp>
        <p:nvSpPr>
          <p:cNvPr id="37" name="Rectangle 36">
            <a:extLst>
              <a:ext uri="{FF2B5EF4-FFF2-40B4-BE49-F238E27FC236}">
                <a16:creationId xmlns:a16="http://schemas.microsoft.com/office/drawing/2014/main" id="{B594603B-5ACE-4E93-A767-C70CDDBD5D5E}"/>
              </a:ext>
            </a:extLst>
          </p:cNvPr>
          <p:cNvSpPr/>
          <p:nvPr/>
        </p:nvSpPr>
        <p:spPr>
          <a:xfrm>
            <a:off x="8666910" y="1628332"/>
            <a:ext cx="620683" cy="369332"/>
          </a:xfrm>
          <a:prstGeom prst="rect">
            <a:avLst/>
          </a:prstGeom>
          <a:noFill/>
        </p:spPr>
        <p:txBody>
          <a:bodyPr wrap="non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12.c</a:t>
            </a:r>
          </a:p>
        </p:txBody>
      </p:sp>
      <p:sp>
        <p:nvSpPr>
          <p:cNvPr id="38" name="Rectangle 37">
            <a:extLst>
              <a:ext uri="{FF2B5EF4-FFF2-40B4-BE49-F238E27FC236}">
                <a16:creationId xmlns:a16="http://schemas.microsoft.com/office/drawing/2014/main" id="{CEB6E0A5-C74B-4278-B55C-80EAC7CB6C75}"/>
              </a:ext>
            </a:extLst>
          </p:cNvPr>
          <p:cNvSpPr/>
          <p:nvPr/>
        </p:nvSpPr>
        <p:spPr>
          <a:xfrm>
            <a:off x="9937864" y="1631035"/>
            <a:ext cx="633507" cy="369332"/>
          </a:xfrm>
          <a:prstGeom prst="rect">
            <a:avLst/>
          </a:prstGeom>
          <a:noFill/>
        </p:spPr>
        <p:txBody>
          <a:bodyPr wrap="non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12.d</a:t>
            </a:r>
          </a:p>
        </p:txBody>
      </p:sp>
      <p:sp>
        <p:nvSpPr>
          <p:cNvPr id="39" name="Rectangle 38">
            <a:extLst>
              <a:ext uri="{FF2B5EF4-FFF2-40B4-BE49-F238E27FC236}">
                <a16:creationId xmlns:a16="http://schemas.microsoft.com/office/drawing/2014/main" id="{778E8AB4-5F3D-4821-91CC-51A34DA66D3E}"/>
              </a:ext>
            </a:extLst>
          </p:cNvPr>
          <p:cNvSpPr/>
          <p:nvPr/>
        </p:nvSpPr>
        <p:spPr>
          <a:xfrm>
            <a:off x="9272393" y="1173600"/>
            <a:ext cx="635110" cy="369332"/>
          </a:xfrm>
          <a:prstGeom prst="rect">
            <a:avLst/>
          </a:prstGeom>
          <a:noFill/>
        </p:spPr>
        <p:txBody>
          <a:bodyPr wrap="non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14.a</a:t>
            </a:r>
          </a:p>
        </p:txBody>
      </p:sp>
      <p:sp>
        <p:nvSpPr>
          <p:cNvPr id="40" name="Rectangle 39">
            <a:extLst>
              <a:ext uri="{FF2B5EF4-FFF2-40B4-BE49-F238E27FC236}">
                <a16:creationId xmlns:a16="http://schemas.microsoft.com/office/drawing/2014/main" id="{8290BAD8-43F9-4B56-AF91-4378769BEB05}"/>
              </a:ext>
            </a:extLst>
          </p:cNvPr>
          <p:cNvSpPr/>
          <p:nvPr/>
        </p:nvSpPr>
        <p:spPr>
          <a:xfrm>
            <a:off x="9885090" y="1170716"/>
            <a:ext cx="641522" cy="369332"/>
          </a:xfrm>
          <a:prstGeom prst="rect">
            <a:avLst/>
          </a:prstGeom>
          <a:noFill/>
        </p:spPr>
        <p:txBody>
          <a:bodyPr wrap="non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14.</a:t>
            </a:r>
            <a:r>
              <a:rPr lang="en-US" dirty="0">
                <a:ln w="0"/>
                <a:effectLst>
                  <a:outerShdw blurRad="38100" dist="19050" dir="2700000" algn="tl" rotWithShape="0">
                    <a:schemeClr val="dk1">
                      <a:alpha val="40000"/>
                    </a:schemeClr>
                  </a:outerShdw>
                </a:effectLst>
              </a:rPr>
              <a:t>b</a:t>
            </a:r>
            <a:endParaRPr lang="en-US" b="0" cap="none" spc="0" dirty="0">
              <a:ln w="0"/>
              <a:effectLst>
                <a:outerShdw blurRad="38100" dist="19050" dir="2700000" algn="tl" rotWithShape="0">
                  <a:schemeClr val="dk1">
                    <a:alpha val="40000"/>
                  </a:schemeClr>
                </a:outerShdw>
              </a:effectLst>
            </a:endParaRPr>
          </a:p>
        </p:txBody>
      </p:sp>
      <p:sp>
        <p:nvSpPr>
          <p:cNvPr id="41" name="Rectangle 40">
            <a:extLst>
              <a:ext uri="{FF2B5EF4-FFF2-40B4-BE49-F238E27FC236}">
                <a16:creationId xmlns:a16="http://schemas.microsoft.com/office/drawing/2014/main" id="{055C4E58-1EF7-46A7-86B9-B8A2A7B7D961}"/>
              </a:ext>
            </a:extLst>
          </p:cNvPr>
          <p:cNvSpPr/>
          <p:nvPr/>
        </p:nvSpPr>
        <p:spPr>
          <a:xfrm>
            <a:off x="10402659" y="1165536"/>
            <a:ext cx="627095" cy="369332"/>
          </a:xfrm>
          <a:prstGeom prst="rect">
            <a:avLst/>
          </a:prstGeom>
          <a:noFill/>
        </p:spPr>
        <p:txBody>
          <a:bodyPr wrap="non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14.</a:t>
            </a:r>
            <a:r>
              <a:rPr lang="en-US" dirty="0">
                <a:ln w="0"/>
                <a:effectLst>
                  <a:outerShdw blurRad="38100" dist="19050" dir="2700000" algn="tl" rotWithShape="0">
                    <a:schemeClr val="dk1">
                      <a:alpha val="40000"/>
                    </a:schemeClr>
                  </a:outerShdw>
                </a:effectLst>
              </a:rPr>
              <a:t>c</a:t>
            </a:r>
            <a:endParaRPr lang="en-US" b="0" cap="none" spc="0" dirty="0">
              <a:ln w="0"/>
              <a:effectLst>
                <a:outerShdw blurRad="38100" dist="19050" dir="2700000" algn="tl" rotWithShape="0">
                  <a:schemeClr val="dk1">
                    <a:alpha val="40000"/>
                  </a:schemeClr>
                </a:outerShdw>
              </a:effectLst>
            </a:endParaRPr>
          </a:p>
        </p:txBody>
      </p:sp>
      <p:sp>
        <p:nvSpPr>
          <p:cNvPr id="42" name="Rectangle 41">
            <a:extLst>
              <a:ext uri="{FF2B5EF4-FFF2-40B4-BE49-F238E27FC236}">
                <a16:creationId xmlns:a16="http://schemas.microsoft.com/office/drawing/2014/main" id="{17550D7F-0569-447B-8ECA-4C67420DE33E}"/>
              </a:ext>
            </a:extLst>
          </p:cNvPr>
          <p:cNvSpPr/>
          <p:nvPr/>
        </p:nvSpPr>
        <p:spPr>
          <a:xfrm>
            <a:off x="10855200" y="1178673"/>
            <a:ext cx="641522" cy="369332"/>
          </a:xfrm>
          <a:prstGeom prst="rect">
            <a:avLst/>
          </a:prstGeom>
          <a:noFill/>
        </p:spPr>
        <p:txBody>
          <a:bodyPr wrap="non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14.</a:t>
            </a:r>
            <a:r>
              <a:rPr lang="en-US" dirty="0">
                <a:ln w="0"/>
                <a:effectLst>
                  <a:outerShdw blurRad="38100" dist="19050" dir="2700000" algn="tl" rotWithShape="0">
                    <a:schemeClr val="dk1">
                      <a:alpha val="40000"/>
                    </a:schemeClr>
                  </a:outerShdw>
                </a:effectLst>
              </a:rPr>
              <a:t>d</a:t>
            </a:r>
            <a:endParaRPr lang="en-US" b="0" cap="none" spc="0" dirty="0">
              <a:ln w="0"/>
              <a:effectLst>
                <a:outerShdw blurRad="38100" dist="19050" dir="2700000" algn="tl" rotWithShape="0">
                  <a:schemeClr val="dk1">
                    <a:alpha val="40000"/>
                  </a:schemeClr>
                </a:outerShdw>
              </a:effectLst>
            </a:endParaRPr>
          </a:p>
        </p:txBody>
      </p:sp>
      <p:sp>
        <p:nvSpPr>
          <p:cNvPr id="43" name="Rectangle 42">
            <a:extLst>
              <a:ext uri="{FF2B5EF4-FFF2-40B4-BE49-F238E27FC236}">
                <a16:creationId xmlns:a16="http://schemas.microsoft.com/office/drawing/2014/main" id="{B21B97EA-94B8-4C35-AF7B-CD0F84F11485}"/>
              </a:ext>
            </a:extLst>
          </p:cNvPr>
          <p:cNvSpPr/>
          <p:nvPr/>
        </p:nvSpPr>
        <p:spPr>
          <a:xfrm>
            <a:off x="11361048" y="1165536"/>
            <a:ext cx="639919" cy="369332"/>
          </a:xfrm>
          <a:prstGeom prst="rect">
            <a:avLst/>
          </a:prstGeom>
          <a:noFill/>
        </p:spPr>
        <p:txBody>
          <a:bodyPr wrap="non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14.</a:t>
            </a:r>
            <a:r>
              <a:rPr lang="en-US" dirty="0">
                <a:ln w="0"/>
                <a:effectLst>
                  <a:outerShdw blurRad="38100" dist="19050" dir="2700000" algn="tl" rotWithShape="0">
                    <a:schemeClr val="dk1">
                      <a:alpha val="40000"/>
                    </a:schemeClr>
                  </a:outerShdw>
                </a:effectLst>
              </a:rPr>
              <a:t>e</a:t>
            </a:r>
            <a:endParaRPr lang="en-US" b="0" cap="none" spc="0" dirty="0">
              <a:ln w="0"/>
              <a:effectLst>
                <a:outerShdw blurRad="38100" dist="19050" dir="2700000" algn="tl" rotWithShape="0">
                  <a:schemeClr val="dk1">
                    <a:alpha val="40000"/>
                  </a:schemeClr>
                </a:outerShdw>
              </a:effectLst>
            </a:endParaRPr>
          </a:p>
        </p:txBody>
      </p:sp>
      <p:sp>
        <p:nvSpPr>
          <p:cNvPr id="45" name="Rectangle 44">
            <a:extLst>
              <a:ext uri="{FF2B5EF4-FFF2-40B4-BE49-F238E27FC236}">
                <a16:creationId xmlns:a16="http://schemas.microsoft.com/office/drawing/2014/main" id="{2A4BF5C2-0C35-44FE-9488-C72C909EA101}"/>
              </a:ext>
            </a:extLst>
          </p:cNvPr>
          <p:cNvSpPr/>
          <p:nvPr/>
        </p:nvSpPr>
        <p:spPr>
          <a:xfrm>
            <a:off x="7345680" y="2326961"/>
            <a:ext cx="1150620" cy="60198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81203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594370" y="182880"/>
            <a:ext cx="11017663" cy="68345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AU" b="1" dirty="0"/>
              <a:t>Reports (Contd.)</a:t>
            </a:r>
            <a:endParaRPr lang="en-US" b="1" dirty="0"/>
          </a:p>
        </p:txBody>
      </p:sp>
      <p:sp>
        <p:nvSpPr>
          <p:cNvPr id="3" name="Rectangle 2">
            <a:extLst>
              <a:ext uri="{FF2B5EF4-FFF2-40B4-BE49-F238E27FC236}">
                <a16:creationId xmlns:a16="http://schemas.microsoft.com/office/drawing/2014/main" id="{7FA96E3E-9677-4CAE-9D28-E90C5F55D3AE}"/>
              </a:ext>
            </a:extLst>
          </p:cNvPr>
          <p:cNvSpPr/>
          <p:nvPr/>
        </p:nvSpPr>
        <p:spPr>
          <a:xfrm>
            <a:off x="594371" y="866332"/>
            <a:ext cx="5344465" cy="4524315"/>
          </a:xfrm>
          <a:prstGeom prst="rect">
            <a:avLst/>
          </a:prstGeom>
        </p:spPr>
        <p:txBody>
          <a:bodyPr wrap="square">
            <a:spAutoFit/>
          </a:bodyPr>
          <a:lstStyle/>
          <a:p>
            <a:pPr marL="342900" indent="-342900" fontAlgn="base">
              <a:spcAft>
                <a:spcPct val="0"/>
              </a:spcAft>
              <a:buFont typeface="+mj-lt"/>
              <a:buAutoNum type="arabicParenR" startAt="15"/>
            </a:pPr>
            <a:r>
              <a:rPr lang="en-AU" altLang="en-US" sz="1600" dirty="0">
                <a:solidFill>
                  <a:schemeClr val="tx1">
                    <a:lumMod val="50000"/>
                  </a:schemeClr>
                </a:solidFill>
                <a:cs typeface="Arial" panose="020B0604020202020204" pitchFamily="34" charset="0"/>
              </a:rPr>
              <a:t>On clicking on the Fault Tab, a new page that consist of all the Fault related reports will open.</a:t>
            </a:r>
          </a:p>
          <a:p>
            <a:pPr marL="342900" indent="-342900" fontAlgn="base">
              <a:spcAft>
                <a:spcPct val="0"/>
              </a:spcAft>
              <a:buFont typeface="+mj-lt"/>
              <a:buAutoNum type="arabicParenR" startAt="15"/>
            </a:pPr>
            <a:r>
              <a:rPr lang="en-AU" altLang="en-US" sz="1600" dirty="0">
                <a:solidFill>
                  <a:schemeClr val="tx1">
                    <a:lumMod val="50000"/>
                  </a:schemeClr>
                </a:solidFill>
                <a:cs typeface="Arial" panose="020B0604020202020204" pitchFamily="34" charset="0"/>
              </a:rPr>
              <a:t>The page displays the below Reports-</a:t>
            </a: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AssetDownTime</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AssetFailureRate</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AssetHealthIndex</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AssetRunningHours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BadActors</a:t>
            </a:r>
            <a:r>
              <a:rPr lang="en-AU" altLang="en-US" sz="1600" dirty="0">
                <a:solidFill>
                  <a:schemeClr val="tx1">
                    <a:lumMod val="50000"/>
                  </a:schemeClr>
                </a:solidFill>
                <a:cs typeface="Arial" panose="020B0604020202020204" pitchFamily="34" charset="0"/>
              </a:rPr>
              <a:t>-Asset</a:t>
            </a:r>
          </a:p>
          <a:p>
            <a:pPr marL="800100" lvl="1" indent="-342900" fontAlgn="base">
              <a:spcAft>
                <a:spcPct val="0"/>
              </a:spcAft>
              <a:buFont typeface="+mj-lt"/>
              <a:buAutoNum type="alphaLcPeriod"/>
            </a:pPr>
            <a:r>
              <a:rPr lang="en-AU" altLang="en-US" sz="1600" dirty="0" err="1">
                <a:solidFill>
                  <a:schemeClr val="tx1">
                    <a:lumMod val="50000"/>
                  </a:schemeClr>
                </a:solidFill>
                <a:cs typeface="Arial" panose="020B0604020202020204" pitchFamily="34" charset="0"/>
              </a:rPr>
              <a:t>BadActors-FaultAndSymptoms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MTBF</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MTTR</a:t>
            </a:r>
          </a:p>
          <a:p>
            <a:pPr marL="342900" indent="-342900" fontAlgn="base">
              <a:spcAft>
                <a:spcPct val="0"/>
              </a:spcAft>
              <a:buFont typeface="+mj-lt"/>
              <a:buAutoNum type="arabicParenR" startAt="15"/>
            </a:pPr>
            <a:r>
              <a:rPr lang="en-AU" altLang="en-US" sz="1600" dirty="0">
                <a:solidFill>
                  <a:schemeClr val="tx1">
                    <a:lumMod val="50000"/>
                  </a:schemeClr>
                </a:solidFill>
                <a:cs typeface="Arial" panose="020B0604020202020204" pitchFamily="34" charset="0"/>
              </a:rPr>
              <a:t>You can click on the reports to open them</a:t>
            </a:r>
          </a:p>
          <a:p>
            <a:pPr marL="342900" indent="-342900" fontAlgn="base">
              <a:spcAft>
                <a:spcPct val="0"/>
              </a:spcAft>
              <a:buFont typeface="+mj-lt"/>
              <a:buAutoNum type="arabicParenR" startAt="15"/>
            </a:pPr>
            <a:r>
              <a:rPr lang="en-AU" altLang="en-US" sz="1600" dirty="0">
                <a:solidFill>
                  <a:schemeClr val="tx1">
                    <a:lumMod val="50000"/>
                  </a:schemeClr>
                </a:solidFill>
                <a:cs typeface="Arial" panose="020B0604020202020204" pitchFamily="34" charset="0"/>
              </a:rPr>
              <a:t>The other options available are-</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Manage Folder</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New</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Upload</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View</a:t>
            </a:r>
          </a:p>
          <a:p>
            <a:pPr marL="800100" lvl="1" indent="-342900" fontAlgn="base">
              <a:spcAft>
                <a:spcPct val="0"/>
              </a:spcAft>
              <a:buFont typeface="+mj-lt"/>
              <a:buAutoNum type="alphaLcPeriod"/>
            </a:pPr>
            <a:r>
              <a:rPr lang="en-AU" altLang="en-US" sz="1600" dirty="0">
                <a:solidFill>
                  <a:schemeClr val="tx1">
                    <a:lumMod val="50000"/>
                  </a:schemeClr>
                </a:solidFill>
                <a:cs typeface="Arial" panose="020B0604020202020204" pitchFamily="34" charset="0"/>
              </a:rPr>
              <a:t>Search</a:t>
            </a:r>
          </a:p>
        </p:txBody>
      </p:sp>
      <p:pic>
        <p:nvPicPr>
          <p:cNvPr id="4" name="Picture 3">
            <a:extLst>
              <a:ext uri="{FF2B5EF4-FFF2-40B4-BE49-F238E27FC236}">
                <a16:creationId xmlns:a16="http://schemas.microsoft.com/office/drawing/2014/main" id="{6332BCA4-E27D-4B49-85DC-EC7E75201D37}"/>
              </a:ext>
            </a:extLst>
          </p:cNvPr>
          <p:cNvPicPr/>
          <p:nvPr/>
        </p:nvPicPr>
        <p:blipFill>
          <a:blip r:embed="rId3"/>
          <a:stretch>
            <a:fillRect/>
          </a:stretch>
        </p:blipFill>
        <p:spPr>
          <a:xfrm>
            <a:off x="6022237" y="866332"/>
            <a:ext cx="5943600" cy="4810568"/>
          </a:xfrm>
          <a:prstGeom prst="rect">
            <a:avLst/>
          </a:prstGeom>
          <a:ln>
            <a:solidFill>
              <a:srgbClr val="000000"/>
            </a:solidFill>
          </a:ln>
        </p:spPr>
      </p:pic>
      <p:sp>
        <p:nvSpPr>
          <p:cNvPr id="5" name="Rectangle 4">
            <a:extLst>
              <a:ext uri="{FF2B5EF4-FFF2-40B4-BE49-F238E27FC236}">
                <a16:creationId xmlns:a16="http://schemas.microsoft.com/office/drawing/2014/main" id="{29F1FC3F-EB9B-4E80-B9CB-5350E1AE8965}"/>
              </a:ext>
            </a:extLst>
          </p:cNvPr>
          <p:cNvSpPr/>
          <p:nvPr/>
        </p:nvSpPr>
        <p:spPr>
          <a:xfrm>
            <a:off x="6051550" y="2520950"/>
            <a:ext cx="1136650" cy="6794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7EFEDD0-9111-482F-AA5E-2C6E0EA0B2BF}"/>
              </a:ext>
            </a:extLst>
          </p:cNvPr>
          <p:cNvSpPr/>
          <p:nvPr/>
        </p:nvSpPr>
        <p:spPr>
          <a:xfrm>
            <a:off x="6051550" y="3277966"/>
            <a:ext cx="1136650" cy="6794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5E5B031-E34C-4D4D-BD49-37C26DC3D4C9}"/>
              </a:ext>
            </a:extLst>
          </p:cNvPr>
          <p:cNvSpPr/>
          <p:nvPr/>
        </p:nvSpPr>
        <p:spPr>
          <a:xfrm>
            <a:off x="7212700" y="3277966"/>
            <a:ext cx="1136650" cy="6794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F0D256D-3388-4485-B5DB-3E7536F3451D}"/>
              </a:ext>
            </a:extLst>
          </p:cNvPr>
          <p:cNvSpPr/>
          <p:nvPr/>
        </p:nvSpPr>
        <p:spPr>
          <a:xfrm>
            <a:off x="8378825" y="3277966"/>
            <a:ext cx="1136650" cy="6794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E0CA3E-7211-454F-B6ED-5ADF50129A0F}"/>
              </a:ext>
            </a:extLst>
          </p:cNvPr>
          <p:cNvSpPr/>
          <p:nvPr/>
        </p:nvSpPr>
        <p:spPr>
          <a:xfrm>
            <a:off x="7212700" y="2520950"/>
            <a:ext cx="1136650" cy="6794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FC7548B-C766-4087-ADB5-E5C839843EC2}"/>
              </a:ext>
            </a:extLst>
          </p:cNvPr>
          <p:cNvSpPr/>
          <p:nvPr/>
        </p:nvSpPr>
        <p:spPr>
          <a:xfrm>
            <a:off x="8382950" y="2520950"/>
            <a:ext cx="1136650" cy="6794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065A3EF-60CB-4CB1-8121-C91800F0DF93}"/>
              </a:ext>
            </a:extLst>
          </p:cNvPr>
          <p:cNvSpPr/>
          <p:nvPr/>
        </p:nvSpPr>
        <p:spPr>
          <a:xfrm>
            <a:off x="9540450" y="2520950"/>
            <a:ext cx="1136650" cy="6794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7E2EDFB-EBB8-4115-BF02-D1DFD1B96061}"/>
              </a:ext>
            </a:extLst>
          </p:cNvPr>
          <p:cNvSpPr/>
          <p:nvPr/>
        </p:nvSpPr>
        <p:spPr>
          <a:xfrm>
            <a:off x="10706100" y="2520950"/>
            <a:ext cx="1136650" cy="6794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281715-4DF3-40C7-B197-3279F19046E7}"/>
              </a:ext>
            </a:extLst>
          </p:cNvPr>
          <p:cNvSpPr/>
          <p:nvPr/>
        </p:nvSpPr>
        <p:spPr>
          <a:xfrm>
            <a:off x="6022237" y="1210059"/>
            <a:ext cx="5943600" cy="313334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1F37FB-28B2-4C8E-96CD-54C59F745315}"/>
              </a:ext>
            </a:extLst>
          </p:cNvPr>
          <p:cNvSpPr/>
          <p:nvPr/>
        </p:nvSpPr>
        <p:spPr>
          <a:xfrm>
            <a:off x="9353550" y="943898"/>
            <a:ext cx="596900" cy="18859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54857-21E7-4743-B177-A76974C98F86}"/>
              </a:ext>
            </a:extLst>
          </p:cNvPr>
          <p:cNvSpPr/>
          <p:nvPr/>
        </p:nvSpPr>
        <p:spPr>
          <a:xfrm>
            <a:off x="9992149" y="943898"/>
            <a:ext cx="404019" cy="18859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AE2A09D-E27D-46B5-A541-D7E96DD09CC3}"/>
              </a:ext>
            </a:extLst>
          </p:cNvPr>
          <p:cNvSpPr/>
          <p:nvPr/>
        </p:nvSpPr>
        <p:spPr>
          <a:xfrm>
            <a:off x="10452100" y="943898"/>
            <a:ext cx="364700" cy="18859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6D55A1F-A75C-4B37-A926-B90C5F9B849F}"/>
              </a:ext>
            </a:extLst>
          </p:cNvPr>
          <p:cNvSpPr/>
          <p:nvPr/>
        </p:nvSpPr>
        <p:spPr>
          <a:xfrm>
            <a:off x="10858500" y="943897"/>
            <a:ext cx="415500" cy="18859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668B96E-1E16-48EB-ABB4-BBFEEA051049}"/>
              </a:ext>
            </a:extLst>
          </p:cNvPr>
          <p:cNvSpPr/>
          <p:nvPr/>
        </p:nvSpPr>
        <p:spPr>
          <a:xfrm>
            <a:off x="11315700" y="943898"/>
            <a:ext cx="355600" cy="18859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B1F08F6E-3EE7-4146-8C33-E0B12A56084D}"/>
              </a:ext>
            </a:extLst>
          </p:cNvPr>
          <p:cNvCxnSpPr/>
          <p:nvPr/>
        </p:nvCxnSpPr>
        <p:spPr>
          <a:xfrm flipV="1">
            <a:off x="6940550" y="1612900"/>
            <a:ext cx="0" cy="90805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AE93516-CB92-4388-B9C4-A577D3329BBA}"/>
              </a:ext>
            </a:extLst>
          </p:cNvPr>
          <p:cNvCxnSpPr/>
          <p:nvPr/>
        </p:nvCxnSpPr>
        <p:spPr>
          <a:xfrm flipV="1">
            <a:off x="7816850" y="1612900"/>
            <a:ext cx="0" cy="90805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972BF29-79B0-49D3-BD64-E3F4FD9A4D59}"/>
              </a:ext>
            </a:extLst>
          </p:cNvPr>
          <p:cNvCxnSpPr/>
          <p:nvPr/>
        </p:nvCxnSpPr>
        <p:spPr>
          <a:xfrm flipV="1">
            <a:off x="8858250" y="1612900"/>
            <a:ext cx="0" cy="90805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F096998-0581-4072-AD13-6205910F3FBC}"/>
              </a:ext>
            </a:extLst>
          </p:cNvPr>
          <p:cNvCxnSpPr>
            <a:cxnSpLocks/>
          </p:cNvCxnSpPr>
          <p:nvPr/>
        </p:nvCxnSpPr>
        <p:spPr>
          <a:xfrm flipV="1">
            <a:off x="7131050" y="1210059"/>
            <a:ext cx="0" cy="206790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56B8017-1118-4D58-8625-1D22CFF04E0D}"/>
              </a:ext>
            </a:extLst>
          </p:cNvPr>
          <p:cNvCxnSpPr>
            <a:cxnSpLocks/>
          </p:cNvCxnSpPr>
          <p:nvPr/>
        </p:nvCxnSpPr>
        <p:spPr>
          <a:xfrm flipV="1">
            <a:off x="11842750" y="2066925"/>
            <a:ext cx="0" cy="45402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F66BD13-B645-4839-BF76-10E12E37FC66}"/>
              </a:ext>
            </a:extLst>
          </p:cNvPr>
          <p:cNvCxnSpPr>
            <a:cxnSpLocks/>
          </p:cNvCxnSpPr>
          <p:nvPr/>
        </p:nvCxnSpPr>
        <p:spPr>
          <a:xfrm flipV="1">
            <a:off x="10396168" y="2066925"/>
            <a:ext cx="0" cy="45402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2F27161-90A1-4B83-A025-AA4BC51AB448}"/>
              </a:ext>
            </a:extLst>
          </p:cNvPr>
          <p:cNvCxnSpPr>
            <a:cxnSpLocks/>
          </p:cNvCxnSpPr>
          <p:nvPr/>
        </p:nvCxnSpPr>
        <p:spPr>
          <a:xfrm flipV="1">
            <a:off x="8070850" y="1210059"/>
            <a:ext cx="0" cy="206790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7E56215-1991-4C7D-8008-78E9884064B5}"/>
              </a:ext>
            </a:extLst>
          </p:cNvPr>
          <p:cNvCxnSpPr>
            <a:cxnSpLocks/>
          </p:cNvCxnSpPr>
          <p:nvPr/>
        </p:nvCxnSpPr>
        <p:spPr>
          <a:xfrm flipV="1">
            <a:off x="9144000" y="1210059"/>
            <a:ext cx="0" cy="206790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61A0C31-3CAE-401F-AA0D-C75E58DE8F98}"/>
              </a:ext>
            </a:extLst>
          </p:cNvPr>
          <p:cNvCxnSpPr>
            <a:cxnSpLocks/>
          </p:cNvCxnSpPr>
          <p:nvPr/>
        </p:nvCxnSpPr>
        <p:spPr>
          <a:xfrm>
            <a:off x="9405568" y="1132493"/>
            <a:ext cx="0" cy="39785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C0CD443C-50FC-45AB-B6E9-A719E31BA66C}"/>
              </a:ext>
            </a:extLst>
          </p:cNvPr>
          <p:cNvCxnSpPr>
            <a:cxnSpLocks/>
          </p:cNvCxnSpPr>
          <p:nvPr/>
        </p:nvCxnSpPr>
        <p:spPr>
          <a:xfrm>
            <a:off x="10015168" y="1132493"/>
            <a:ext cx="0" cy="39785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B027D51-F582-4F43-AED1-E6C97DF0F863}"/>
              </a:ext>
            </a:extLst>
          </p:cNvPr>
          <p:cNvCxnSpPr>
            <a:cxnSpLocks/>
          </p:cNvCxnSpPr>
          <p:nvPr/>
        </p:nvCxnSpPr>
        <p:spPr>
          <a:xfrm>
            <a:off x="11570918" y="1132493"/>
            <a:ext cx="0" cy="39785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2A0532FA-D9C9-4427-8CC1-B9E8DF6BC103}"/>
              </a:ext>
            </a:extLst>
          </p:cNvPr>
          <p:cNvCxnSpPr>
            <a:cxnSpLocks/>
          </p:cNvCxnSpPr>
          <p:nvPr/>
        </p:nvCxnSpPr>
        <p:spPr>
          <a:xfrm>
            <a:off x="11062918" y="1132493"/>
            <a:ext cx="0" cy="39785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A7BBF986-B33A-4CC1-90B1-35DEAE8AC0FD}"/>
              </a:ext>
            </a:extLst>
          </p:cNvPr>
          <p:cNvCxnSpPr>
            <a:cxnSpLocks/>
          </p:cNvCxnSpPr>
          <p:nvPr/>
        </p:nvCxnSpPr>
        <p:spPr>
          <a:xfrm>
            <a:off x="10528300" y="1132493"/>
            <a:ext cx="0" cy="39785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2F0035A-7093-4724-8348-B5B35C95B531}"/>
              </a:ext>
            </a:extLst>
          </p:cNvPr>
          <p:cNvCxnSpPr>
            <a:cxnSpLocks/>
          </p:cNvCxnSpPr>
          <p:nvPr/>
        </p:nvCxnSpPr>
        <p:spPr>
          <a:xfrm flipV="1">
            <a:off x="8757868" y="1035050"/>
            <a:ext cx="0" cy="17500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B3750179-DB50-4F07-A1F2-9F50A25D1017}"/>
              </a:ext>
            </a:extLst>
          </p:cNvPr>
          <p:cNvSpPr/>
          <p:nvPr/>
        </p:nvSpPr>
        <p:spPr>
          <a:xfrm>
            <a:off x="8540314" y="789543"/>
            <a:ext cx="428323"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15</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34" name="Rectangle 33">
            <a:extLst>
              <a:ext uri="{FF2B5EF4-FFF2-40B4-BE49-F238E27FC236}">
                <a16:creationId xmlns:a16="http://schemas.microsoft.com/office/drawing/2014/main" id="{AAF7A627-35FB-4576-809A-E689753C92B2}"/>
              </a:ext>
            </a:extLst>
          </p:cNvPr>
          <p:cNvSpPr/>
          <p:nvPr/>
        </p:nvSpPr>
        <p:spPr>
          <a:xfrm>
            <a:off x="6587824" y="1345684"/>
            <a:ext cx="635110"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16.a</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35" name="Rectangle 34">
            <a:extLst>
              <a:ext uri="{FF2B5EF4-FFF2-40B4-BE49-F238E27FC236}">
                <a16:creationId xmlns:a16="http://schemas.microsoft.com/office/drawing/2014/main" id="{EF5637A7-C203-4053-AAFB-4476CCC817F5}"/>
              </a:ext>
            </a:extLst>
          </p:cNvPr>
          <p:cNvSpPr/>
          <p:nvPr/>
        </p:nvSpPr>
        <p:spPr>
          <a:xfrm>
            <a:off x="7436373" y="1337111"/>
            <a:ext cx="641522"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16.b</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36" name="Rectangle 35">
            <a:extLst>
              <a:ext uri="{FF2B5EF4-FFF2-40B4-BE49-F238E27FC236}">
                <a16:creationId xmlns:a16="http://schemas.microsoft.com/office/drawing/2014/main" id="{13F8DEBD-18E8-4A7E-9DD4-925B23512F73}"/>
              </a:ext>
            </a:extLst>
          </p:cNvPr>
          <p:cNvSpPr/>
          <p:nvPr/>
        </p:nvSpPr>
        <p:spPr>
          <a:xfrm>
            <a:off x="8488154" y="1337111"/>
            <a:ext cx="627095"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16.c</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37" name="Rectangle 36">
            <a:extLst>
              <a:ext uri="{FF2B5EF4-FFF2-40B4-BE49-F238E27FC236}">
                <a16:creationId xmlns:a16="http://schemas.microsoft.com/office/drawing/2014/main" id="{50D39BE7-5031-4F99-A44E-C75D81711FA3}"/>
              </a:ext>
            </a:extLst>
          </p:cNvPr>
          <p:cNvSpPr/>
          <p:nvPr/>
        </p:nvSpPr>
        <p:spPr>
          <a:xfrm>
            <a:off x="10020695" y="1795089"/>
            <a:ext cx="641522"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16.d</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38" name="Rectangle 37">
            <a:extLst>
              <a:ext uri="{FF2B5EF4-FFF2-40B4-BE49-F238E27FC236}">
                <a16:creationId xmlns:a16="http://schemas.microsoft.com/office/drawing/2014/main" id="{BD94453C-B1BC-4F2F-90CC-C88823E4174A}"/>
              </a:ext>
            </a:extLst>
          </p:cNvPr>
          <p:cNvSpPr/>
          <p:nvPr/>
        </p:nvSpPr>
        <p:spPr>
          <a:xfrm>
            <a:off x="11423572" y="1809892"/>
            <a:ext cx="639919"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16.e</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39" name="Rectangle 38">
            <a:extLst>
              <a:ext uri="{FF2B5EF4-FFF2-40B4-BE49-F238E27FC236}">
                <a16:creationId xmlns:a16="http://schemas.microsoft.com/office/drawing/2014/main" id="{3100DDDA-E642-414C-B582-275B412C7D40}"/>
              </a:ext>
            </a:extLst>
          </p:cNvPr>
          <p:cNvSpPr/>
          <p:nvPr/>
        </p:nvSpPr>
        <p:spPr>
          <a:xfrm>
            <a:off x="6793676" y="908540"/>
            <a:ext cx="598242"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16.f</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40" name="Rectangle 39">
            <a:extLst>
              <a:ext uri="{FF2B5EF4-FFF2-40B4-BE49-F238E27FC236}">
                <a16:creationId xmlns:a16="http://schemas.microsoft.com/office/drawing/2014/main" id="{54069445-E48F-4A63-9AE4-EA0D615DC14C}"/>
              </a:ext>
            </a:extLst>
          </p:cNvPr>
          <p:cNvSpPr/>
          <p:nvPr/>
        </p:nvSpPr>
        <p:spPr>
          <a:xfrm>
            <a:off x="8775068" y="917516"/>
            <a:ext cx="639919"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16.h</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41" name="Rectangle 40">
            <a:extLst>
              <a:ext uri="{FF2B5EF4-FFF2-40B4-BE49-F238E27FC236}">
                <a16:creationId xmlns:a16="http://schemas.microsoft.com/office/drawing/2014/main" id="{E6EB2930-14E5-4980-B99F-CAF21C419D0D}"/>
              </a:ext>
            </a:extLst>
          </p:cNvPr>
          <p:cNvSpPr/>
          <p:nvPr/>
        </p:nvSpPr>
        <p:spPr>
          <a:xfrm>
            <a:off x="7699307" y="928996"/>
            <a:ext cx="628698" cy="369332"/>
          </a:xfrm>
          <a:prstGeom prst="rect">
            <a:avLst/>
          </a:prstGeom>
          <a:noFill/>
        </p:spPr>
        <p:txBody>
          <a:bodyPr wrap="non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16.g</a:t>
            </a:r>
            <a:endParaRPr lang="en-US" b="0" cap="none" spc="0" dirty="0">
              <a:ln w="0"/>
              <a:solidFill>
                <a:schemeClr val="bg1"/>
              </a:solidFill>
              <a:effectLst>
                <a:outerShdw blurRad="38100" dist="19050" dir="2700000" algn="tl" rotWithShape="0">
                  <a:schemeClr val="dk1">
                    <a:alpha val="40000"/>
                  </a:schemeClr>
                </a:outerShdw>
              </a:effectLst>
            </a:endParaRPr>
          </a:p>
        </p:txBody>
      </p:sp>
      <p:sp>
        <p:nvSpPr>
          <p:cNvPr id="42" name="Rectangle 41">
            <a:extLst>
              <a:ext uri="{FF2B5EF4-FFF2-40B4-BE49-F238E27FC236}">
                <a16:creationId xmlns:a16="http://schemas.microsoft.com/office/drawing/2014/main" id="{5F4EC6C4-601A-47A2-8C61-0F2D6ACE14EE}"/>
              </a:ext>
            </a:extLst>
          </p:cNvPr>
          <p:cNvSpPr/>
          <p:nvPr/>
        </p:nvSpPr>
        <p:spPr>
          <a:xfrm>
            <a:off x="9052912" y="1408936"/>
            <a:ext cx="635110"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18.a</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43" name="Rectangle 42">
            <a:extLst>
              <a:ext uri="{FF2B5EF4-FFF2-40B4-BE49-F238E27FC236}">
                <a16:creationId xmlns:a16="http://schemas.microsoft.com/office/drawing/2014/main" id="{94F67BB5-7B43-41E1-A204-AC4A3287EE53}"/>
              </a:ext>
            </a:extLst>
          </p:cNvPr>
          <p:cNvSpPr/>
          <p:nvPr/>
        </p:nvSpPr>
        <p:spPr>
          <a:xfrm>
            <a:off x="9618577" y="1408936"/>
            <a:ext cx="641522"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18.b</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44" name="Rectangle 43">
            <a:extLst>
              <a:ext uri="{FF2B5EF4-FFF2-40B4-BE49-F238E27FC236}">
                <a16:creationId xmlns:a16="http://schemas.microsoft.com/office/drawing/2014/main" id="{DF39DF29-45EE-4CF1-A80E-8B03CDD01938}"/>
              </a:ext>
            </a:extLst>
          </p:cNvPr>
          <p:cNvSpPr/>
          <p:nvPr/>
        </p:nvSpPr>
        <p:spPr>
          <a:xfrm>
            <a:off x="10137430" y="1402910"/>
            <a:ext cx="627095"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18.c</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45" name="Rectangle 44">
            <a:extLst>
              <a:ext uri="{FF2B5EF4-FFF2-40B4-BE49-F238E27FC236}">
                <a16:creationId xmlns:a16="http://schemas.microsoft.com/office/drawing/2014/main" id="{A4E56156-CBEB-4A46-A48D-0924EF5FEE46}"/>
              </a:ext>
            </a:extLst>
          </p:cNvPr>
          <p:cNvSpPr/>
          <p:nvPr/>
        </p:nvSpPr>
        <p:spPr>
          <a:xfrm>
            <a:off x="10680888" y="1405923"/>
            <a:ext cx="641522"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18.d</a:t>
            </a: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46" name="Rectangle 45">
            <a:extLst>
              <a:ext uri="{FF2B5EF4-FFF2-40B4-BE49-F238E27FC236}">
                <a16:creationId xmlns:a16="http://schemas.microsoft.com/office/drawing/2014/main" id="{C2FFAEA3-0E42-4D10-8D96-729DE57341DD}"/>
              </a:ext>
            </a:extLst>
          </p:cNvPr>
          <p:cNvSpPr/>
          <p:nvPr/>
        </p:nvSpPr>
        <p:spPr>
          <a:xfrm>
            <a:off x="11217494" y="1408936"/>
            <a:ext cx="639919"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18.e</a:t>
            </a:r>
            <a:endParaRPr lang="en-US"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190816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6F66A5-B986-730E-9746-37B3B02AFF24}"/>
              </a:ext>
            </a:extLst>
          </p:cNvPr>
          <p:cNvSpPr txBox="1"/>
          <p:nvPr/>
        </p:nvSpPr>
        <p:spPr>
          <a:xfrm>
            <a:off x="2605177" y="2432973"/>
            <a:ext cx="6159260" cy="1446550"/>
          </a:xfrm>
          <a:prstGeom prst="rect">
            <a:avLst/>
          </a:prstGeom>
          <a:noFill/>
        </p:spPr>
        <p:txBody>
          <a:bodyPr wrap="square">
            <a:spAutoFit/>
          </a:bodyPr>
          <a:lstStyle/>
          <a:p>
            <a:pPr lvl="0"/>
            <a:r>
              <a:rPr lang="en-US" sz="2800" b="1" dirty="0"/>
              <a:t>		</a:t>
            </a:r>
            <a:r>
              <a:rPr lang="en-US" sz="4400" b="1" dirty="0"/>
              <a:t>MODULE 2</a:t>
            </a:r>
          </a:p>
          <a:p>
            <a:pPr lvl="0"/>
            <a:r>
              <a:rPr lang="en-US" sz="4400" b="1" dirty="0"/>
              <a:t>	       APM DCT</a:t>
            </a:r>
          </a:p>
        </p:txBody>
      </p:sp>
    </p:spTree>
    <p:extLst>
      <p:ext uri="{BB962C8B-B14F-4D97-AF65-F5344CB8AC3E}">
        <p14:creationId xmlns:p14="http://schemas.microsoft.com/office/powerpoint/2010/main" val="15683222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APM  </a:t>
            </a:r>
            <a:r>
              <a:rPr lang="en-US" dirty="0" err="1"/>
              <a:t>dct</a:t>
            </a:r>
            <a:endParaRPr lang="en-US" dirty="0"/>
          </a:p>
        </p:txBody>
      </p:sp>
      <p:sp>
        <p:nvSpPr>
          <p:cNvPr id="2" name="Content Placeholder 1">
            <a:extLst>
              <a:ext uri="{FF2B5EF4-FFF2-40B4-BE49-F238E27FC236}">
                <a16:creationId xmlns:a16="http://schemas.microsoft.com/office/drawing/2014/main" id="{00E71918-4BB9-4964-A7DD-21455C6D203F}"/>
              </a:ext>
            </a:extLst>
          </p:cNvPr>
          <p:cNvSpPr>
            <a:spLocks noGrp="1"/>
          </p:cNvSpPr>
          <p:nvPr>
            <p:ph idx="1"/>
          </p:nvPr>
        </p:nvSpPr>
        <p:spPr>
          <a:xfrm>
            <a:off x="495299" y="1072815"/>
            <a:ext cx="11201401" cy="4457701"/>
          </a:xfrm>
        </p:spPr>
        <p:txBody>
          <a:bodyPr/>
          <a:lstStyle/>
          <a:p>
            <a:pPr marL="214313" lvl="1" indent="-214313">
              <a:buFont typeface="Arial" panose="020B0604020202020204" pitchFamily="34" charset="0"/>
              <a:buChar char="•"/>
            </a:pPr>
            <a:r>
              <a:rPr lang="en-US" sz="1200" dirty="0"/>
              <a:t>The Data Collection Template (DCT) is the pre-requisite for doing the Asset Sentinel Configurations/data loading.</a:t>
            </a:r>
          </a:p>
        </p:txBody>
      </p:sp>
      <p:graphicFrame>
        <p:nvGraphicFramePr>
          <p:cNvPr id="4" name="Object 3">
            <a:extLst>
              <a:ext uri="{FF2B5EF4-FFF2-40B4-BE49-F238E27FC236}">
                <a16:creationId xmlns:a16="http://schemas.microsoft.com/office/drawing/2014/main" id="{B42FAFF4-041C-4CD7-9564-F28D4A237286}"/>
              </a:ext>
            </a:extLst>
          </p:cNvPr>
          <p:cNvGraphicFramePr>
            <a:graphicFrameLocks noChangeAspect="1"/>
          </p:cNvGraphicFramePr>
          <p:nvPr>
            <p:extLst>
              <p:ext uri="{D42A27DB-BD31-4B8C-83A1-F6EECF244321}">
                <p14:modId xmlns:p14="http://schemas.microsoft.com/office/powerpoint/2010/main" val="2568776054"/>
              </p:ext>
            </p:extLst>
          </p:nvPr>
        </p:nvGraphicFramePr>
        <p:xfrm>
          <a:off x="4627563" y="2268538"/>
          <a:ext cx="979487" cy="2074862"/>
        </p:xfrm>
        <a:graphic>
          <a:graphicData uri="http://schemas.openxmlformats.org/presentationml/2006/ole">
            <mc:AlternateContent xmlns:mc="http://schemas.openxmlformats.org/markup-compatibility/2006">
              <mc:Choice xmlns:v="urn:schemas-microsoft-com:vml" Requires="v">
                <p:oleObj name="Worksheet" showAsIcon="1" r:id="rId3" imgW="380753" imgH="806406" progId="Excel.Sheet.12">
                  <p:embed/>
                </p:oleObj>
              </mc:Choice>
              <mc:Fallback>
                <p:oleObj name="Worksheet" showAsIcon="1" r:id="rId3" imgW="380753" imgH="806406" progId="Excel.Sheet.12">
                  <p:embed/>
                  <p:pic>
                    <p:nvPicPr>
                      <p:cNvPr id="4" name="Object 3">
                        <a:extLst>
                          <a:ext uri="{FF2B5EF4-FFF2-40B4-BE49-F238E27FC236}">
                            <a16:creationId xmlns:a16="http://schemas.microsoft.com/office/drawing/2014/main" id="{B42FAFF4-041C-4CD7-9564-F28D4A237286}"/>
                          </a:ext>
                        </a:extLst>
                      </p:cNvPr>
                      <p:cNvPicPr/>
                      <p:nvPr/>
                    </p:nvPicPr>
                    <p:blipFill>
                      <a:blip r:embed="rId4"/>
                      <a:stretch>
                        <a:fillRect/>
                      </a:stretch>
                    </p:blipFill>
                    <p:spPr>
                      <a:xfrm>
                        <a:off x="4627563" y="2268538"/>
                        <a:ext cx="979487" cy="2074862"/>
                      </a:xfrm>
                      <a:prstGeom prst="rect">
                        <a:avLst/>
                      </a:prstGeom>
                    </p:spPr>
                  </p:pic>
                </p:oleObj>
              </mc:Fallback>
            </mc:AlternateContent>
          </a:graphicData>
        </a:graphic>
      </p:graphicFrame>
    </p:spTree>
    <p:extLst>
      <p:ext uri="{BB962C8B-B14F-4D97-AF65-F5344CB8AC3E}">
        <p14:creationId xmlns:p14="http://schemas.microsoft.com/office/powerpoint/2010/main" val="22568375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951663" y="2967335"/>
            <a:ext cx="4288675" cy="923330"/>
          </a:xfrm>
          <a:prstGeom prst="rect">
            <a:avLst/>
          </a:prstGeom>
          <a:noFill/>
        </p:spPr>
        <p:txBody>
          <a:bodyPr wrap="non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1927272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fD1ZsHZybwBHB3NFGab2xQ"/>
</p:tagLst>
</file>

<file path=ppt/tags/tag3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Honeywell Single Image Cover">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A46E5CB9-61F2-4002-8D5D-82FCE510D994}"/>
    </a:ext>
  </a:extLst>
</a:theme>
</file>

<file path=ppt/theme/theme2.xml><?xml version="1.0" encoding="utf-8"?>
<a:theme xmlns:a="http://schemas.openxmlformats.org/drawingml/2006/main" name="Honeywell PPT Template 16X9 Wide V3.5">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FF3B1608-4820-49AC-A191-42C42200868D}"/>
    </a:ext>
  </a:extLst>
</a:theme>
</file>

<file path=ppt/theme/theme3.xml><?xml version="1.0" encoding="utf-8"?>
<a:theme xmlns:a="http://schemas.openxmlformats.org/drawingml/2006/main" name="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629F3C93-1033-47FA-975F-B4D6656B8A81}"/>
    </a:ext>
  </a:extLst>
</a:theme>
</file>

<file path=ppt/theme/theme4.xml><?xml version="1.0" encoding="utf-8"?>
<a:theme xmlns:a="http://schemas.openxmlformats.org/drawingml/2006/main" name="1_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5D0043DD-25DB-4999-8F41-D9CD3E5D122F}"/>
    </a:ext>
  </a:extLst>
</a:theme>
</file>

<file path=ppt/theme/theme5.xml><?xml version="1.0" encoding="utf-8"?>
<a:theme xmlns:a="http://schemas.openxmlformats.org/drawingml/2006/main" name="Uniformance Suite Template 16x9 2016">
  <a:themeElements>
    <a:clrScheme name="Honeywell Branded Colors">
      <a:dk1>
        <a:srgbClr val="000000"/>
      </a:dk1>
      <a:lt1>
        <a:srgbClr val="FFFFFF"/>
      </a:lt1>
      <a:dk2>
        <a:srgbClr val="E1261C"/>
      </a:dk2>
      <a:lt2>
        <a:srgbClr val="FFFFFF"/>
      </a:lt2>
      <a:accent1>
        <a:srgbClr val="000000"/>
      </a:accent1>
      <a:accent2>
        <a:srgbClr val="707070"/>
      </a:accent2>
      <a:accent3>
        <a:srgbClr val="E1261C"/>
      </a:accent3>
      <a:accent4>
        <a:srgbClr val="F37021"/>
      </a:accent4>
      <a:accent5>
        <a:srgbClr val="FFC627"/>
      </a:accent5>
      <a:accent6>
        <a:srgbClr val="1792E5"/>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9525" cmpd="sng">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niformance Suite Template 16x9 2016" id="{00CC5119-FAE4-4223-A78E-21C035F2F570}" vid="{52C0AB9A-E6D4-4EFA-8103-788B77A677E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213af126-92eb-4bb5-8bfd-1661103a2928" xsi:nil="true"/>
    <_ip_UnifiedCompliancePolicyProperties xmlns="http://schemas.microsoft.com/sharepoint/v3" xsi:nil="true"/>
    <lcf76f155ced4ddcb4097134ff3c332f xmlns="b8c76253-90db-4ba9-a7f2-9ad644a92a7d">
      <Terms xmlns="http://schemas.microsoft.com/office/infopath/2007/PartnerControls"/>
    </lcf76f155ced4ddcb4097134ff3c332f>
    <SharedWithUsers xmlns="320503c4-c8b6-41b8-96d7-fd11e83f324e">
      <UserInfo>
        <DisplayName/>
        <AccountId xsi:nil="true"/>
        <AccountType/>
      </UserInfo>
    </SharedWithUsers>
    <MediaLengthInSeconds xmlns="b8c76253-90db-4ba9-a7f2-9ad644a92a7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BD3B0FE2260AD4E9D647CA19CD43082" ma:contentTypeVersion="19" ma:contentTypeDescription="Create a new document." ma:contentTypeScope="" ma:versionID="06bc411f51365bda14318519cc3f82d4">
  <xsd:schema xmlns:xsd="http://www.w3.org/2001/XMLSchema" xmlns:xs="http://www.w3.org/2001/XMLSchema" xmlns:p="http://schemas.microsoft.com/office/2006/metadata/properties" xmlns:ns1="http://schemas.microsoft.com/sharepoint/v3" xmlns:ns2="b8c76253-90db-4ba9-a7f2-9ad644a92a7d" xmlns:ns3="320503c4-c8b6-41b8-96d7-fd11e83f324e" xmlns:ns4="213af126-92eb-4bb5-8bfd-1661103a2928" targetNamespace="http://schemas.microsoft.com/office/2006/metadata/properties" ma:root="true" ma:fieldsID="80619e4ad4f73b621c8a5dd39dd9b384" ns1:_="" ns2:_="" ns3:_="" ns4:_="">
    <xsd:import namespace="http://schemas.microsoft.com/sharepoint/v3"/>
    <xsd:import namespace="b8c76253-90db-4ba9-a7f2-9ad644a92a7d"/>
    <xsd:import namespace="320503c4-c8b6-41b8-96d7-fd11e83f324e"/>
    <xsd:import namespace="213af126-92eb-4bb5-8bfd-1661103a292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1:_ip_UnifiedCompliancePolicyProperties" minOccurs="0"/>
                <xsd:element ref="ns1:_ip_UnifiedCompliancePolicyUIAction"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c76253-90db-4ba9-a7f2-9ad644a92a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8bc46713-8fa2-488a-ac8b-ad618560c9d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20503c4-c8b6-41b8-96d7-fd11e83f324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3af126-92eb-4bb5-8bfd-1661103a2928"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06144f2f-3b8d-4359-aee3-11dd9fecbf3c}" ma:internalName="TaxCatchAll" ma:showField="CatchAllData" ma:web="320503c4-c8b6-41b8-96d7-fd11e83f32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sisl xmlns:xsd="http://www.w3.org/2001/XMLSchema" xmlns:xsi="http://www.w3.org/2001/XMLSchema-instance" xmlns="http://www.boldonjames.com/2008/01/sie/internal/label" sislVersion="0" policy="bf276872-af07-4968-a71d-1c83e80bd0bf" origin="userSelected">
  <element uid="id_protectivemarking_protect" value=""/>
</sisl>
</file>

<file path=customXml/itemProps1.xml><?xml version="1.0" encoding="utf-8"?>
<ds:datastoreItem xmlns:ds="http://schemas.openxmlformats.org/officeDocument/2006/customXml" ds:itemID="{5A1CA79F-0DCA-42D5-83EB-3BF17581FFDC}">
  <ds:schemaRefs>
    <ds:schemaRef ds:uri="213af126-92eb-4bb5-8bfd-1661103a2928"/>
    <ds:schemaRef ds:uri="http://schemas.microsoft.com/office/2006/metadata/properties"/>
    <ds:schemaRef ds:uri="http://purl.org/dc/terms/"/>
    <ds:schemaRef ds:uri="http://schemas.microsoft.com/office/infopath/2007/PartnerControls"/>
    <ds:schemaRef ds:uri="http://www.w3.org/XML/1998/namespace"/>
    <ds:schemaRef ds:uri="http://schemas.openxmlformats.org/package/2006/metadata/core-properties"/>
    <ds:schemaRef ds:uri="http://schemas.microsoft.com/office/2006/documentManagement/types"/>
    <ds:schemaRef ds:uri="320503c4-c8b6-41b8-96d7-fd11e83f324e"/>
    <ds:schemaRef ds:uri="b8c76253-90db-4ba9-a7f2-9ad644a92a7d"/>
    <ds:schemaRef ds:uri="http://schemas.microsoft.com/sharepoint/v3"/>
    <ds:schemaRef ds:uri="http://purl.org/dc/dcmitype/"/>
    <ds:schemaRef ds:uri="http://purl.org/dc/elements/1.1/"/>
  </ds:schemaRefs>
</ds:datastoreItem>
</file>

<file path=customXml/itemProps2.xml><?xml version="1.0" encoding="utf-8"?>
<ds:datastoreItem xmlns:ds="http://schemas.openxmlformats.org/officeDocument/2006/customXml" ds:itemID="{226270A4-DBAA-4B2C-9A17-0E481C866110}">
  <ds:schemaRefs>
    <ds:schemaRef ds:uri="http://schemas.microsoft.com/sharepoint/v3/contenttype/forms"/>
  </ds:schemaRefs>
</ds:datastoreItem>
</file>

<file path=customXml/itemProps3.xml><?xml version="1.0" encoding="utf-8"?>
<ds:datastoreItem xmlns:ds="http://schemas.openxmlformats.org/officeDocument/2006/customXml" ds:itemID="{6A72C936-A37D-4C1A-A863-817DF7DB7D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8c76253-90db-4ba9-a7f2-9ad644a92a7d"/>
    <ds:schemaRef ds:uri="320503c4-c8b6-41b8-96d7-fd11e83f324e"/>
    <ds:schemaRef ds:uri="213af126-92eb-4bb5-8bfd-1661103a29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A4FBFFB-6B19-4F41-A16D-823A0A73ED8D}">
  <ds:schemaRefs>
    <ds:schemaRef ds:uri="http://www.w3.org/2001/XMLSchema"/>
    <ds:schemaRef ds:uri="http://www.boldonjames.com/2008/01/sie/internal/label"/>
  </ds:schemaRefs>
</ds:datastoreItem>
</file>

<file path=docMetadata/LabelInfo.xml><?xml version="1.0" encoding="utf-8"?>
<clbl:labelList xmlns:clbl="http://schemas.microsoft.com/office/2020/mipLabelMetadata">
  <clbl:label id="{d546e5e1-5d42-4630-bacd-c69bfdcbd5e8}" enabled="1" method="Standard" siteId="{96ece526-9c7d-48b0-8daf-8b93c90a5d18}" removed="0"/>
</clbl:labelList>
</file>

<file path=docProps/app.xml><?xml version="1.0" encoding="utf-8"?>
<Properties xmlns="http://schemas.openxmlformats.org/officeDocument/2006/extended-properties" xmlns:vt="http://schemas.openxmlformats.org/officeDocument/2006/docPropsVTypes">
  <Template>HON_Honeywell PPT Template 16X9_F pptx</Template>
  <TotalTime>9598</TotalTime>
  <Words>6185</Words>
  <Application>Microsoft Office PowerPoint</Application>
  <PresentationFormat>Widescreen</PresentationFormat>
  <Paragraphs>912</Paragraphs>
  <Slides>59</Slides>
  <Notes>49</Notes>
  <HiddenSlides>0</HiddenSlides>
  <MMClips>0</MMClips>
  <ScaleCrop>false</ScaleCrop>
  <HeadingPairs>
    <vt:vector size="8" baseType="variant">
      <vt:variant>
        <vt:lpstr>Fonts Used</vt:lpstr>
      </vt:variant>
      <vt:variant>
        <vt:i4>11</vt:i4>
      </vt:variant>
      <vt:variant>
        <vt:lpstr>Theme</vt:lpstr>
      </vt:variant>
      <vt:variant>
        <vt:i4>5</vt:i4>
      </vt:variant>
      <vt:variant>
        <vt:lpstr>Embedded OLE Servers</vt:lpstr>
      </vt:variant>
      <vt:variant>
        <vt:i4>2</vt:i4>
      </vt:variant>
      <vt:variant>
        <vt:lpstr>Slide Titles</vt:lpstr>
      </vt:variant>
      <vt:variant>
        <vt:i4>59</vt:i4>
      </vt:variant>
    </vt:vector>
  </HeadingPairs>
  <TitlesOfParts>
    <vt:vector size="77" baseType="lpstr">
      <vt:lpstr>Arial</vt:lpstr>
      <vt:lpstr>Arial Black</vt:lpstr>
      <vt:lpstr>Calibri</vt:lpstr>
      <vt:lpstr>Courier New</vt:lpstr>
      <vt:lpstr>Helvetica 55 Roman</vt:lpstr>
      <vt:lpstr>Helvetica Neue</vt:lpstr>
      <vt:lpstr>HelveticaNeue BoldCond</vt:lpstr>
      <vt:lpstr>HelveticaNeue MediumCond</vt:lpstr>
      <vt:lpstr>Segoe UI</vt:lpstr>
      <vt:lpstr>Times New Roman</vt:lpstr>
      <vt:lpstr>Wingdings</vt:lpstr>
      <vt:lpstr>Honeywell Single Image Cover</vt:lpstr>
      <vt:lpstr>Honeywell PPT Template 16X9 Wide V3.5</vt:lpstr>
      <vt:lpstr>Honeywell Theme</vt:lpstr>
      <vt:lpstr>1_Honeywell Theme</vt:lpstr>
      <vt:lpstr>Uniformance Suite Template 16x9 2016</vt:lpstr>
      <vt:lpstr>think-cell Slide</vt:lpstr>
      <vt:lpstr>Worksheet</vt:lpstr>
      <vt:lpstr>PowerPoint Presentation</vt:lpstr>
      <vt:lpstr>PowerPoint Presentation</vt:lpstr>
      <vt:lpstr>Agenda</vt:lpstr>
      <vt:lpstr>PowerPoint Presentation</vt:lpstr>
      <vt:lpstr>PowerPoint Presentation</vt:lpstr>
      <vt:lpstr>Key Features of Asset Sentinel</vt:lpstr>
      <vt:lpstr>APM Overview</vt:lpstr>
      <vt:lpstr>PowerPoint Presentation</vt:lpstr>
      <vt:lpstr>Integrated Workflow – Detect &amp; Decide</vt:lpstr>
      <vt:lpstr>Integrated Workflow – Detect &amp; Decide</vt:lpstr>
      <vt:lpstr>Integrated Workflow – Decide</vt:lpstr>
      <vt:lpstr>Event Investigation – Trends &amp; Graphics</vt:lpstr>
      <vt:lpstr>Event Resolution / Close-out</vt:lpstr>
      <vt:lpstr>PowerPoint Presentation</vt:lpstr>
      <vt:lpstr>Asset class &amp; Types</vt:lpstr>
      <vt:lpstr>Assets &amp; asset hierarchy</vt:lpstr>
      <vt:lpstr>Asset attributes</vt:lpstr>
      <vt:lpstr>Attribute PROPERTY</vt:lpstr>
      <vt:lpstr>Asset models</vt:lpstr>
      <vt:lpstr>Asset models</vt:lpstr>
      <vt:lpstr>Asset models</vt:lpstr>
      <vt:lpstr>In-built calculation models</vt:lpstr>
      <vt:lpstr>Asset indices</vt:lpstr>
      <vt:lpstr>Asset status &amp; rating</vt:lpstr>
      <vt:lpstr>Asset links</vt:lpstr>
      <vt:lpstr>Asset metrics</vt:lpstr>
      <vt:lpstr>Data cleansing</vt:lpstr>
      <vt:lpstr>PowerPoint Presentation</vt:lpstr>
      <vt:lpstr>PowerPoint Presentation</vt:lpstr>
      <vt:lpstr>System access</vt:lpstr>
      <vt:lpstr>Asset sentinel</vt:lpstr>
      <vt:lpstr>Contents Tab</vt:lpstr>
      <vt:lpstr>Asset Hierarchy</vt:lpstr>
      <vt:lpstr>asset status-heat map</vt:lpstr>
      <vt:lpstr>Asset Status Dashboard</vt:lpstr>
      <vt:lpstr>Asset Status Dashboard (Contd.)</vt:lpstr>
      <vt:lpstr>Attribute overview</vt:lpstr>
      <vt:lpstr>Attribute Overview </vt:lpstr>
      <vt:lpstr>Attribute Overview-Cont </vt:lpstr>
      <vt:lpstr>Event workflow</vt:lpstr>
      <vt:lpstr>Event Management</vt:lpstr>
      <vt:lpstr>Event monitor</vt:lpstr>
      <vt:lpstr>Event monitor (Contd.)</vt:lpstr>
      <vt:lpstr>Investigate</vt:lpstr>
      <vt:lpstr>History</vt:lpstr>
      <vt:lpstr>Details View</vt:lpstr>
      <vt:lpstr>Asset Details</vt:lpstr>
      <vt:lpstr>PowerPoint Presentation</vt:lpstr>
      <vt:lpstr>Fault tree</vt:lpstr>
      <vt:lpstr>Event trends</vt:lpstr>
      <vt:lpstr>Monitor external data sources</vt:lpstr>
      <vt:lpstr>Calculation status viewer</vt:lpstr>
      <vt:lpstr>PowerPoint Presentation</vt:lpstr>
      <vt:lpstr>PowerPoint Presentation</vt:lpstr>
      <vt:lpstr>PowerPoint Presentation</vt:lpstr>
      <vt:lpstr>PowerPoint Presentation</vt:lpstr>
      <vt:lpstr>PowerPoint Presentation</vt:lpstr>
      <vt:lpstr>APM  dct</vt:lpstr>
      <vt:lpstr>PowerPoint Presentation</vt:lpstr>
    </vt:vector>
  </TitlesOfParts>
  <Manager>Suresh Kesavan</Manager>
  <Company>Honeywell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Training</dc:title>
  <dc:creator>Honeywell;Suresh.Kesavan@Honeywell.com</dc:creator>
  <cp:lastModifiedBy>Lohakare, Amit</cp:lastModifiedBy>
  <cp:revision>175</cp:revision>
  <dcterms:created xsi:type="dcterms:W3CDTF">2017-07-05T08:47:16Z</dcterms:created>
  <dcterms:modified xsi:type="dcterms:W3CDTF">2024-06-28T11:10:31Z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936474c3-38c3-49b2-ab93-9588b6930ffa</vt:lpwstr>
  </property>
  <property fmtid="{D5CDD505-2E9C-101B-9397-08002B2CF9AE}" pid="3" name="bjSaver">
    <vt:lpwstr>V0b7q78v43NednO1fphKtnnd/im1h9K4</vt:lpwstr>
  </property>
  <property fmtid="{D5CDD505-2E9C-101B-9397-08002B2CF9AE}" pid="4" name="bjDocumentLabelXML">
    <vt:lpwstr>&lt;?xml version="1.0" encoding="us-ascii"?&gt;&lt;sisl xmlns:xsd="http://www.w3.org/2001/XMLSchema" xmlns:xsi="http://www.w3.org/2001/XMLSchema-instance" sislVersion="0" policy="bf276872-af07-4968-a71d-1c83e80bd0bf" origin="userSelected" xmlns="http://www.boldonj</vt:lpwstr>
  </property>
  <property fmtid="{D5CDD505-2E9C-101B-9397-08002B2CF9AE}" pid="5" name="bjDocumentLabelXML-0">
    <vt:lpwstr>ames.com/2008/01/sie/internal/label"&gt;&lt;element uid="id_protectivemarking_protect" value="" /&gt;&lt;/sisl&gt;</vt:lpwstr>
  </property>
  <property fmtid="{D5CDD505-2E9C-101B-9397-08002B2CF9AE}" pid="6" name="bjDocumentSecurityLabel">
    <vt:lpwstr>Honeywell Internal</vt:lpwstr>
  </property>
  <property fmtid="{D5CDD505-2E9C-101B-9397-08002B2CF9AE}" pid="7" name="BJClassification">
    <vt:lpwstr>Honeywell Internal</vt:lpwstr>
  </property>
  <property fmtid="{D5CDD505-2E9C-101B-9397-08002B2CF9AE}" pid="8" name="bjSlideMasterFooterText">
    <vt:lpwstr>Honeywell Internal</vt:lpwstr>
  </property>
  <property fmtid="{D5CDD505-2E9C-101B-9397-08002B2CF9AE}" pid="9" name="ContentTypeId">
    <vt:lpwstr>0x0101005BD3B0FE2260AD4E9D647CA19CD43082</vt:lpwstr>
  </property>
  <property fmtid="{D5CDD505-2E9C-101B-9397-08002B2CF9AE}" pid="10" name="MSIP_Label_d546e5e1-5d42-4630-bacd-c69bfdcbd5e8_Enabled">
    <vt:lpwstr>true</vt:lpwstr>
  </property>
  <property fmtid="{D5CDD505-2E9C-101B-9397-08002B2CF9AE}" pid="11" name="MSIP_Label_d546e5e1-5d42-4630-bacd-c69bfdcbd5e8_SetDate">
    <vt:lpwstr>2021-04-18T09:56:59Z</vt:lpwstr>
  </property>
  <property fmtid="{D5CDD505-2E9C-101B-9397-08002B2CF9AE}" pid="12" name="MSIP_Label_d546e5e1-5d42-4630-bacd-c69bfdcbd5e8_Method">
    <vt:lpwstr>Standard</vt:lpwstr>
  </property>
  <property fmtid="{D5CDD505-2E9C-101B-9397-08002B2CF9AE}" pid="13" name="MSIP_Label_d546e5e1-5d42-4630-bacd-c69bfdcbd5e8_Name">
    <vt:lpwstr>d546e5e1-5d42-4630-bacd-c69bfdcbd5e8</vt:lpwstr>
  </property>
  <property fmtid="{D5CDD505-2E9C-101B-9397-08002B2CF9AE}" pid="14" name="MSIP_Label_d546e5e1-5d42-4630-bacd-c69bfdcbd5e8_SiteId">
    <vt:lpwstr>96ece526-9c7d-48b0-8daf-8b93c90a5d18</vt:lpwstr>
  </property>
  <property fmtid="{D5CDD505-2E9C-101B-9397-08002B2CF9AE}" pid="15" name="MSIP_Label_d546e5e1-5d42-4630-bacd-c69bfdcbd5e8_ActionId">
    <vt:lpwstr>d53c6399-737b-413e-a527-76314349be7d</vt:lpwstr>
  </property>
  <property fmtid="{D5CDD505-2E9C-101B-9397-08002B2CF9AE}" pid="16" name="MSIP_Label_d546e5e1-5d42-4630-bacd-c69bfdcbd5e8_ContentBits">
    <vt:lpwstr>0</vt:lpwstr>
  </property>
  <property fmtid="{D5CDD505-2E9C-101B-9397-08002B2CF9AE}" pid="17" name="SmartTag">
    <vt:lpwstr>4</vt:lpwstr>
  </property>
  <property fmtid="{D5CDD505-2E9C-101B-9397-08002B2CF9AE}" pid="18" name="MediaServiceImageTags">
    <vt:lpwstr/>
  </property>
  <property fmtid="{D5CDD505-2E9C-101B-9397-08002B2CF9AE}" pid="19" name="Order">
    <vt:r8>549800</vt:r8>
  </property>
  <property fmtid="{D5CDD505-2E9C-101B-9397-08002B2CF9AE}" pid="20" name="xd_Signature">
    <vt:bool>false</vt:bool>
  </property>
  <property fmtid="{D5CDD505-2E9C-101B-9397-08002B2CF9AE}" pid="21" name="xd_ProgID">
    <vt:lpwstr/>
  </property>
  <property fmtid="{D5CDD505-2E9C-101B-9397-08002B2CF9AE}" pid="22" name="ComplianceAssetId">
    <vt:lpwstr/>
  </property>
  <property fmtid="{D5CDD505-2E9C-101B-9397-08002B2CF9AE}" pid="23" name="TemplateUrl">
    <vt:lpwstr/>
  </property>
  <property fmtid="{D5CDD505-2E9C-101B-9397-08002B2CF9AE}" pid="24" name="_ExtendedDescription">
    <vt:lpwstr/>
  </property>
  <property fmtid="{D5CDD505-2E9C-101B-9397-08002B2CF9AE}" pid="25" name="TriggerFlowInfo">
    <vt:lpwstr/>
  </property>
</Properties>
</file>