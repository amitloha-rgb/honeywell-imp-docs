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4.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5.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heme/theme6.xml" ContentType="application/vnd.openxmlformats-officedocument.theme+xml"/>
  <Override PartName="/ppt/tags/tag41.xml" ContentType="application/vnd.openxmlformats-officedocument.presentationml.tags+xml"/>
  <Override PartName="/ppt/theme/theme7.xml" ContentType="application/vnd.openxmlformats-officedocument.theme+xml"/>
  <Override PartName="/ppt/tags/tag42.xml" ContentType="application/vnd.openxmlformats-officedocument.presentationml.tags+xml"/>
  <Override PartName="/ppt/tags/tag43.xml" ContentType="application/vnd.openxmlformats-officedocument.presentationml.tags+xml"/>
  <Override PartName="/ppt/notesSlides/notesSlide1.xml" ContentType="application/vnd.openxmlformats-officedocument.presentationml.notesSlide+xml"/>
  <Override PartName="/ppt/tags/tag44.xml" ContentType="application/vnd.openxmlformats-officedocument.presentationml.tags+xml"/>
  <Override PartName="/ppt/notesSlides/notesSlide2.xml" ContentType="application/vnd.openxmlformats-officedocument.presentationml.notesSlide+xml"/>
  <Override PartName="/ppt/tags/tag45.xml" ContentType="application/vnd.openxmlformats-officedocument.presentationml.tags+xml"/>
  <Override PartName="/ppt/comments/modernComment_228_DF2DEE50.xml" ContentType="application/vnd.ms-powerpoint.comments+xml"/>
  <Override PartName="/ppt/tags/tag46.xml" ContentType="application/vnd.openxmlformats-officedocument.presentationml.tags+xml"/>
  <Override PartName="/ppt/tags/tag47.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 id="2147483663" r:id="rId6"/>
    <p:sldMasterId id="2147483665" r:id="rId7"/>
    <p:sldMasterId id="2147483671" r:id="rId8"/>
    <p:sldMasterId id="2147483676" r:id="rId9"/>
  </p:sldMasterIdLst>
  <p:notesMasterIdLst>
    <p:notesMasterId r:id="rId76"/>
  </p:notesMasterIdLst>
  <p:handoutMasterIdLst>
    <p:handoutMasterId r:id="rId77"/>
  </p:handoutMasterIdLst>
  <p:sldIdLst>
    <p:sldId id="256" r:id="rId10"/>
    <p:sldId id="266" r:id="rId11"/>
    <p:sldId id="538" r:id="rId12"/>
    <p:sldId id="1990" r:id="rId13"/>
    <p:sldId id="1991" r:id="rId14"/>
    <p:sldId id="1992" r:id="rId15"/>
    <p:sldId id="552" r:id="rId16"/>
    <p:sldId id="1993" r:id="rId17"/>
    <p:sldId id="1994" r:id="rId18"/>
    <p:sldId id="1995" r:id="rId19"/>
    <p:sldId id="554" r:id="rId20"/>
    <p:sldId id="539" r:id="rId21"/>
    <p:sldId id="1998" r:id="rId22"/>
    <p:sldId id="1999" r:id="rId23"/>
    <p:sldId id="2000" r:id="rId24"/>
    <p:sldId id="616" r:id="rId25"/>
    <p:sldId id="540" r:id="rId26"/>
    <p:sldId id="541" r:id="rId27"/>
    <p:sldId id="617" r:id="rId28"/>
    <p:sldId id="542" r:id="rId29"/>
    <p:sldId id="544" r:id="rId30"/>
    <p:sldId id="618" r:id="rId31"/>
    <p:sldId id="545" r:id="rId32"/>
    <p:sldId id="619" r:id="rId33"/>
    <p:sldId id="1996" r:id="rId34"/>
    <p:sldId id="546" r:id="rId35"/>
    <p:sldId id="543" r:id="rId36"/>
    <p:sldId id="622" r:id="rId37"/>
    <p:sldId id="621" r:id="rId38"/>
    <p:sldId id="623" r:id="rId39"/>
    <p:sldId id="624" r:id="rId40"/>
    <p:sldId id="625" r:id="rId41"/>
    <p:sldId id="626" r:id="rId42"/>
    <p:sldId id="627" r:id="rId43"/>
    <p:sldId id="628" r:id="rId44"/>
    <p:sldId id="629" r:id="rId45"/>
    <p:sldId id="630" r:id="rId46"/>
    <p:sldId id="631" r:id="rId47"/>
    <p:sldId id="632" r:id="rId48"/>
    <p:sldId id="633" r:id="rId49"/>
    <p:sldId id="634" r:id="rId50"/>
    <p:sldId id="547" r:id="rId51"/>
    <p:sldId id="548" r:id="rId52"/>
    <p:sldId id="635" r:id="rId53"/>
    <p:sldId id="636" r:id="rId54"/>
    <p:sldId id="657" r:id="rId55"/>
    <p:sldId id="656" r:id="rId56"/>
    <p:sldId id="1997" r:id="rId57"/>
    <p:sldId id="637" r:id="rId58"/>
    <p:sldId id="638" r:id="rId59"/>
    <p:sldId id="660" r:id="rId60"/>
    <p:sldId id="659" r:id="rId61"/>
    <p:sldId id="658" r:id="rId62"/>
    <p:sldId id="639" r:id="rId63"/>
    <p:sldId id="640" r:id="rId64"/>
    <p:sldId id="641" r:id="rId65"/>
    <p:sldId id="642" r:id="rId66"/>
    <p:sldId id="643" r:id="rId67"/>
    <p:sldId id="644" r:id="rId68"/>
    <p:sldId id="645" r:id="rId69"/>
    <p:sldId id="646" r:id="rId70"/>
    <p:sldId id="615" r:id="rId71"/>
    <p:sldId id="647" r:id="rId72"/>
    <p:sldId id="648" r:id="rId73"/>
    <p:sldId id="1989" r:id="rId74"/>
    <p:sldId id="390"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B049B88-8168-4BC9-8C12-B79F95F498A1}">
          <p14:sldIdLst>
            <p14:sldId id="256"/>
            <p14:sldId id="266"/>
          </p14:sldIdLst>
        </p14:section>
        <p14:section name="Module 1" id="{15F2FE31-3BED-45B9-936D-71DEB5413EF4}">
          <p14:sldIdLst>
            <p14:sldId id="538"/>
            <p14:sldId id="1990"/>
            <p14:sldId id="1991"/>
            <p14:sldId id="1992"/>
            <p14:sldId id="552"/>
            <p14:sldId id="1993"/>
          </p14:sldIdLst>
        </p14:section>
        <p14:section name="Module 2" id="{A2026765-A843-44E5-AEC3-E7920E8A1A55}">
          <p14:sldIdLst>
            <p14:sldId id="1994"/>
          </p14:sldIdLst>
        </p14:section>
        <p14:section name="Module 3" id="{E096F718-C813-49BE-81FD-55469D0C3C00}">
          <p14:sldIdLst>
            <p14:sldId id="1995"/>
            <p14:sldId id="554"/>
            <p14:sldId id="539"/>
            <p14:sldId id="1998"/>
            <p14:sldId id="1999"/>
            <p14:sldId id="2000"/>
            <p14:sldId id="616"/>
            <p14:sldId id="540"/>
            <p14:sldId id="541"/>
            <p14:sldId id="617"/>
            <p14:sldId id="542"/>
            <p14:sldId id="544"/>
            <p14:sldId id="618"/>
            <p14:sldId id="545"/>
            <p14:sldId id="619"/>
          </p14:sldIdLst>
        </p14:section>
        <p14:section name="Module 4" id="{6DDCAF5C-BC47-45EF-A884-526D5F0D989C}">
          <p14:sldIdLst>
            <p14:sldId id="1996"/>
            <p14:sldId id="546"/>
            <p14:sldId id="543"/>
            <p14:sldId id="622"/>
            <p14:sldId id="621"/>
            <p14:sldId id="623"/>
            <p14:sldId id="624"/>
            <p14:sldId id="625"/>
            <p14:sldId id="626"/>
            <p14:sldId id="627"/>
            <p14:sldId id="628"/>
            <p14:sldId id="629"/>
            <p14:sldId id="630"/>
            <p14:sldId id="631"/>
            <p14:sldId id="632"/>
            <p14:sldId id="633"/>
            <p14:sldId id="634"/>
            <p14:sldId id="547"/>
            <p14:sldId id="548"/>
            <p14:sldId id="635"/>
            <p14:sldId id="636"/>
            <p14:sldId id="657"/>
            <p14:sldId id="656"/>
            <p14:sldId id="1997"/>
            <p14:sldId id="637"/>
            <p14:sldId id="638"/>
            <p14:sldId id="660"/>
            <p14:sldId id="659"/>
            <p14:sldId id="658"/>
            <p14:sldId id="639"/>
            <p14:sldId id="640"/>
            <p14:sldId id="641"/>
            <p14:sldId id="642"/>
            <p14:sldId id="643"/>
            <p14:sldId id="644"/>
            <p14:sldId id="645"/>
            <p14:sldId id="646"/>
          </p14:sldIdLst>
        </p14:section>
        <p14:section name="Module 5" id="{7261FB81-2EAE-4EB2-BB68-E95F143B8DFD}">
          <p14:sldIdLst>
            <p14:sldId id="615"/>
            <p14:sldId id="647"/>
            <p14:sldId id="648"/>
            <p14:sldId id="1989"/>
            <p14:sldId id="390"/>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C4C725-04A1-C9CF-FF2F-85CCD1F4F144}" name="Pavnekar, Sandeep" initials="PS" userId="S::Sandeep.Pavnekar@Honeywell.com::f0a6949b-e351-4291-8ea1-24819c06ed26" providerId="AD"/>
  <p188:author id="{C0F3FD89-3E22-E6AF-191F-B6EAC9BD42E0}" name="Lohakare, Amit" initials="AL" userId="S::AmitHiramanjiLohakare.Lohakare@Honeywell.com::d0c59914-2652-45d2-9cc8-c7584646f742" providerId="AD"/>
  <p188:author id="{8B045ECA-DB19-16EB-47E4-9566064D1C23}" name="Navaskhan, Salim (TC02)" initials="NS(" userId="S::Salim.Navaskhan@Honeywell.com::bf4bdd0b-c749-4d0a-89a9-5bb18547fa40" providerId="AD"/>
  <p188:author id="{BD673AD0-305F-B3BD-6546-DB813CCDBACF}" name="Alam, Naushad" initials="AN" userId="S::naushad.alam@honeywell.com::29d02005-c929-4d9d-bcfd-7988fbb13f8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C124C6-DA17-4CA7-8A96-0AE71A5F14CB}" v="7" dt="2024-03-19T08:44:53.0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slide" Target="slides/slide59.xml"/><Relationship Id="rId84" Type="http://schemas.microsoft.com/office/2018/10/relationships/authors" Target="authors.xml"/><Relationship Id="rId16" Type="http://schemas.openxmlformats.org/officeDocument/2006/relationships/slide" Target="slides/slide7.xml"/><Relationship Id="rId11" Type="http://schemas.openxmlformats.org/officeDocument/2006/relationships/slide" Target="slides/slide2.xml"/><Relationship Id="rId32" Type="http://schemas.openxmlformats.org/officeDocument/2006/relationships/slide" Target="slides/slide23.xml"/><Relationship Id="rId37" Type="http://schemas.openxmlformats.org/officeDocument/2006/relationships/slide" Target="slides/slide28.xml"/><Relationship Id="rId53" Type="http://schemas.openxmlformats.org/officeDocument/2006/relationships/slide" Target="slides/slide44.xml"/><Relationship Id="rId58" Type="http://schemas.openxmlformats.org/officeDocument/2006/relationships/slide" Target="slides/slide49.xml"/><Relationship Id="rId74" Type="http://schemas.openxmlformats.org/officeDocument/2006/relationships/slide" Target="slides/slide65.xml"/><Relationship Id="rId79" Type="http://schemas.openxmlformats.org/officeDocument/2006/relationships/viewProps" Target="viewProps.xml"/><Relationship Id="rId5" Type="http://schemas.openxmlformats.org/officeDocument/2006/relationships/slideMaster" Target="slideMasters/slideMaster1.xml"/><Relationship Id="rId61" Type="http://schemas.openxmlformats.org/officeDocument/2006/relationships/slide" Target="slides/slide52.xml"/><Relationship Id="rId82" Type="http://schemas.microsoft.com/office/2016/11/relationships/changesInfo" Target="changesInfos/changesInfo1.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slide" Target="slides/slide47.xml"/><Relationship Id="rId64" Type="http://schemas.openxmlformats.org/officeDocument/2006/relationships/slide" Target="slides/slide55.xml"/><Relationship Id="rId69" Type="http://schemas.openxmlformats.org/officeDocument/2006/relationships/slide" Target="slides/slide60.xml"/><Relationship Id="rId77" Type="http://schemas.openxmlformats.org/officeDocument/2006/relationships/handoutMaster" Target="handoutMasters/handoutMaster1.xml"/><Relationship Id="rId8" Type="http://schemas.openxmlformats.org/officeDocument/2006/relationships/slideMaster" Target="slideMasters/slideMaster4.xml"/><Relationship Id="rId51" Type="http://schemas.openxmlformats.org/officeDocument/2006/relationships/slide" Target="slides/slide42.xml"/><Relationship Id="rId72" Type="http://schemas.openxmlformats.org/officeDocument/2006/relationships/slide" Target="slides/slide63.xml"/><Relationship Id="rId80"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slide" Target="slides/slide58.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70" Type="http://schemas.openxmlformats.org/officeDocument/2006/relationships/slide" Target="slides/slide61.xml"/><Relationship Id="rId75" Type="http://schemas.openxmlformats.org/officeDocument/2006/relationships/slide" Target="slides/slide66.xml"/><Relationship Id="rId83"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73" Type="http://schemas.openxmlformats.org/officeDocument/2006/relationships/slide" Target="slides/slide64.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notesMaster" Target="notesMasters/notesMaster1.xml"/><Relationship Id="rId7" Type="http://schemas.openxmlformats.org/officeDocument/2006/relationships/slideMaster" Target="slideMasters/slideMaster3.xml"/><Relationship Id="rId71" Type="http://schemas.openxmlformats.org/officeDocument/2006/relationships/slide" Target="slides/slide62.xml"/><Relationship Id="rId2" Type="http://schemas.openxmlformats.org/officeDocument/2006/relationships/customXml" Target="../customXml/item2.xml"/><Relationship Id="rId29" Type="http://schemas.openxmlformats.org/officeDocument/2006/relationships/slide" Target="slides/slide20.xml"/><Relationship Id="rId24" Type="http://schemas.openxmlformats.org/officeDocument/2006/relationships/slide" Target="slides/slide15.xml"/><Relationship Id="rId40" Type="http://schemas.openxmlformats.org/officeDocument/2006/relationships/slide" Target="slides/slide31.xml"/><Relationship Id="rId45" Type="http://schemas.openxmlformats.org/officeDocument/2006/relationships/slide" Target="slides/slide36.xml"/><Relationship Id="rId66" Type="http://schemas.openxmlformats.org/officeDocument/2006/relationships/slide" Target="slides/slide5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hakare, Amit" userId="d0c59914-2652-45d2-9cc8-c7584646f742" providerId="ADAL" clId="{16C124C6-DA17-4CA7-8A96-0AE71A5F14CB}"/>
    <pc:docChg chg="undo redo custSel addSld delSld modSld modSection">
      <pc:chgData name="Lohakare, Amit" userId="d0c59914-2652-45d2-9cc8-c7584646f742" providerId="ADAL" clId="{16C124C6-DA17-4CA7-8A96-0AE71A5F14CB}" dt="2024-03-24T11:10:47.516" v="565" actId="20577"/>
      <pc:docMkLst>
        <pc:docMk/>
      </pc:docMkLst>
      <pc:sldChg chg="modSp mod">
        <pc:chgData name="Lohakare, Amit" userId="d0c59914-2652-45d2-9cc8-c7584646f742" providerId="ADAL" clId="{16C124C6-DA17-4CA7-8A96-0AE71A5F14CB}" dt="2024-03-24T10:59:57.381" v="432" actId="20577"/>
        <pc:sldMkLst>
          <pc:docMk/>
          <pc:sldMk cId="2376356744" sldId="256"/>
        </pc:sldMkLst>
        <pc:spChg chg="mod">
          <ac:chgData name="Lohakare, Amit" userId="d0c59914-2652-45d2-9cc8-c7584646f742" providerId="ADAL" clId="{16C124C6-DA17-4CA7-8A96-0AE71A5F14CB}" dt="2024-03-24T10:59:57.381" v="432" actId="20577"/>
          <ac:spMkLst>
            <pc:docMk/>
            <pc:sldMk cId="2376356744" sldId="256"/>
            <ac:spMk id="2" creationId="{00000000-0000-0000-0000-000000000000}"/>
          </ac:spMkLst>
        </pc:spChg>
        <pc:spChg chg="mod">
          <ac:chgData name="Lohakare, Amit" userId="d0c59914-2652-45d2-9cc8-c7584646f742" providerId="ADAL" clId="{16C124C6-DA17-4CA7-8A96-0AE71A5F14CB}" dt="2024-03-24T10:59:42.482" v="396" actId="20577"/>
          <ac:spMkLst>
            <pc:docMk/>
            <pc:sldMk cId="2376356744" sldId="256"/>
            <ac:spMk id="3" creationId="{00000000-0000-0000-0000-000000000000}"/>
          </ac:spMkLst>
        </pc:spChg>
      </pc:sldChg>
      <pc:sldChg chg="modSp mod">
        <pc:chgData name="Lohakare, Amit" userId="d0c59914-2652-45d2-9cc8-c7584646f742" providerId="ADAL" clId="{16C124C6-DA17-4CA7-8A96-0AE71A5F14CB}" dt="2024-03-24T11:00:48.550" v="476" actId="20577"/>
        <pc:sldMkLst>
          <pc:docMk/>
          <pc:sldMk cId="809690931" sldId="266"/>
        </pc:sldMkLst>
        <pc:spChg chg="mod">
          <ac:chgData name="Lohakare, Amit" userId="d0c59914-2652-45d2-9cc8-c7584646f742" providerId="ADAL" clId="{16C124C6-DA17-4CA7-8A96-0AE71A5F14CB}" dt="2024-03-24T11:00:48.550" v="476" actId="20577"/>
          <ac:spMkLst>
            <pc:docMk/>
            <pc:sldMk cId="809690931" sldId="266"/>
            <ac:spMk id="5" creationId="{00000000-0000-0000-0000-000000000000}"/>
          </ac:spMkLst>
        </pc:spChg>
      </pc:sldChg>
      <pc:sldChg chg="modSp mod">
        <pc:chgData name="Lohakare, Amit" userId="d0c59914-2652-45d2-9cc8-c7584646f742" providerId="ADAL" clId="{16C124C6-DA17-4CA7-8A96-0AE71A5F14CB}" dt="2024-03-24T11:00:55.040" v="477"/>
        <pc:sldMkLst>
          <pc:docMk/>
          <pc:sldMk cId="3041054638" sldId="538"/>
        </pc:sldMkLst>
        <pc:spChg chg="mod">
          <ac:chgData name="Lohakare, Amit" userId="d0c59914-2652-45d2-9cc8-c7584646f742" providerId="ADAL" clId="{16C124C6-DA17-4CA7-8A96-0AE71A5F14CB}" dt="2024-03-24T11:00:55.040" v="477"/>
          <ac:spMkLst>
            <pc:docMk/>
            <pc:sldMk cId="3041054638" sldId="538"/>
            <ac:spMk id="2" creationId="{8DD64707-8FB4-4837-8F2A-424463829031}"/>
          </ac:spMkLst>
        </pc:spChg>
      </pc:sldChg>
      <pc:sldChg chg="addSp modSp mod delCm modCm">
        <pc:chgData name="Lohakare, Amit" userId="d0c59914-2652-45d2-9cc8-c7584646f742" providerId="ADAL" clId="{16C124C6-DA17-4CA7-8A96-0AE71A5F14CB}" dt="2024-03-24T11:02:48.832" v="499" actId="20577"/>
        <pc:sldMkLst>
          <pc:docMk/>
          <pc:sldMk cId="455914289" sldId="539"/>
        </pc:sldMkLst>
        <pc:spChg chg="mod">
          <ac:chgData name="Lohakare, Amit" userId="d0c59914-2652-45d2-9cc8-c7584646f742" providerId="ADAL" clId="{16C124C6-DA17-4CA7-8A96-0AE71A5F14CB}" dt="2024-03-24T11:02:48.832" v="499" actId="20577"/>
          <ac:spMkLst>
            <pc:docMk/>
            <pc:sldMk cId="455914289" sldId="539"/>
            <ac:spMk id="2" creationId="{B9353F1B-6376-441E-9B0B-A1647DB38846}"/>
          </ac:spMkLst>
        </pc:spChg>
        <pc:picChg chg="add mod">
          <ac:chgData name="Lohakare, Amit" userId="d0c59914-2652-45d2-9cc8-c7584646f742" providerId="ADAL" clId="{16C124C6-DA17-4CA7-8A96-0AE71A5F14CB}" dt="2024-03-19T06:25:35.621" v="44" actId="14100"/>
          <ac:picMkLst>
            <pc:docMk/>
            <pc:sldMk cId="455914289" sldId="539"/>
            <ac:picMk id="3" creationId="{08838757-C7D2-7719-EAFB-5C6694B70DCE}"/>
          </ac:picMkLst>
        </pc:picChg>
        <pc:picChg chg="mod">
          <ac:chgData name="Lohakare, Amit" userId="d0c59914-2652-45d2-9cc8-c7584646f742" providerId="ADAL" clId="{16C124C6-DA17-4CA7-8A96-0AE71A5F14CB}" dt="2024-03-19T06:24:41.577" v="40" actId="14100"/>
          <ac:picMkLst>
            <pc:docMk/>
            <pc:sldMk cId="455914289" sldId="539"/>
            <ac:picMk id="5" creationId="{80F760AA-1A61-43A5-8344-9C73CC35C2AE}"/>
          </ac:picMkLst>
        </pc:picChg>
        <pc:extLst>
          <p:ext xmlns:p="http://schemas.openxmlformats.org/presentationml/2006/main" uri="{D6D511B9-2390-475A-947B-AFAB55BFBCF1}">
            <pc226:cmChg xmlns:pc226="http://schemas.microsoft.com/office/powerpoint/2022/06/main/command" chg="del mod">
              <pc226:chgData name="Lohakare, Amit" userId="d0c59914-2652-45d2-9cc8-c7584646f742" providerId="ADAL" clId="{16C124C6-DA17-4CA7-8A96-0AE71A5F14CB}" dt="2024-03-19T06:59:31.571" v="104"/>
              <pc2:cmMkLst xmlns:pc2="http://schemas.microsoft.com/office/powerpoint/2019/9/main/command">
                <pc:docMk/>
                <pc:sldMk cId="455914289" sldId="539"/>
                <pc2:cmMk id="{10A73C1E-9239-42B3-93F9-7E3302A5D215}"/>
              </pc2:cmMkLst>
            </pc226:cmChg>
          </p:ext>
        </pc:extLst>
      </pc:sldChg>
      <pc:sldChg chg="modSp mod">
        <pc:chgData name="Lohakare, Amit" userId="d0c59914-2652-45d2-9cc8-c7584646f742" providerId="ADAL" clId="{16C124C6-DA17-4CA7-8A96-0AE71A5F14CB}" dt="2024-03-24T11:03:21.704" v="514" actId="20577"/>
        <pc:sldMkLst>
          <pc:docMk/>
          <pc:sldMk cId="285090969" sldId="540"/>
        </pc:sldMkLst>
        <pc:spChg chg="mod">
          <ac:chgData name="Lohakare, Amit" userId="d0c59914-2652-45d2-9cc8-c7584646f742" providerId="ADAL" clId="{16C124C6-DA17-4CA7-8A96-0AE71A5F14CB}" dt="2024-03-24T11:03:21.704" v="514" actId="20577"/>
          <ac:spMkLst>
            <pc:docMk/>
            <pc:sldMk cId="285090969" sldId="540"/>
            <ac:spMk id="3" creationId="{DE9843D5-B717-4BF2-AF6E-91D4CD0626D1}"/>
          </ac:spMkLst>
        </pc:spChg>
      </pc:sldChg>
      <pc:sldChg chg="addSp delSp modSp mod">
        <pc:chgData name="Lohakare, Amit" userId="d0c59914-2652-45d2-9cc8-c7584646f742" providerId="ADAL" clId="{16C124C6-DA17-4CA7-8A96-0AE71A5F14CB}" dt="2024-03-19T06:41:24.169" v="102" actId="14100"/>
        <pc:sldMkLst>
          <pc:docMk/>
          <pc:sldMk cId="4223666808" sldId="541"/>
        </pc:sldMkLst>
        <pc:spChg chg="add del">
          <ac:chgData name="Lohakare, Amit" userId="d0c59914-2652-45d2-9cc8-c7584646f742" providerId="ADAL" clId="{16C124C6-DA17-4CA7-8A96-0AE71A5F14CB}" dt="2024-03-19T05:49:49.179" v="32" actId="11529"/>
          <ac:spMkLst>
            <pc:docMk/>
            <pc:sldMk cId="4223666808" sldId="541"/>
            <ac:spMk id="6" creationId="{BC56F750-49E8-2891-ABEB-F4CC7F381D50}"/>
          </ac:spMkLst>
        </pc:spChg>
        <pc:picChg chg="mod">
          <ac:chgData name="Lohakare, Amit" userId="d0c59914-2652-45d2-9cc8-c7584646f742" providerId="ADAL" clId="{16C124C6-DA17-4CA7-8A96-0AE71A5F14CB}" dt="2024-03-19T06:41:24.169" v="102" actId="14100"/>
          <ac:picMkLst>
            <pc:docMk/>
            <pc:sldMk cId="4223666808" sldId="541"/>
            <ac:picMk id="5" creationId="{D50A3B0D-E851-4387-9A87-6057CCE8C6E1}"/>
          </ac:picMkLst>
        </pc:picChg>
      </pc:sldChg>
      <pc:sldChg chg="modSp mod">
        <pc:chgData name="Lohakare, Amit" userId="d0c59914-2652-45d2-9cc8-c7584646f742" providerId="ADAL" clId="{16C124C6-DA17-4CA7-8A96-0AE71A5F14CB}" dt="2024-03-24T11:06:16.070" v="532" actId="404"/>
        <pc:sldMkLst>
          <pc:docMk/>
          <pc:sldMk cId="1005124943" sldId="543"/>
        </pc:sldMkLst>
        <pc:spChg chg="mod">
          <ac:chgData name="Lohakare, Amit" userId="d0c59914-2652-45d2-9cc8-c7584646f742" providerId="ADAL" clId="{16C124C6-DA17-4CA7-8A96-0AE71A5F14CB}" dt="2024-03-24T11:06:16.070" v="532" actId="404"/>
          <ac:spMkLst>
            <pc:docMk/>
            <pc:sldMk cId="1005124943" sldId="543"/>
            <ac:spMk id="3" creationId="{8C612DB9-6F53-44C0-869A-0FEB2873326E}"/>
          </ac:spMkLst>
        </pc:spChg>
      </pc:sldChg>
      <pc:sldChg chg="addSp delSp modSp mod">
        <pc:chgData name="Lohakare, Amit" userId="d0c59914-2652-45d2-9cc8-c7584646f742" providerId="ADAL" clId="{16C124C6-DA17-4CA7-8A96-0AE71A5F14CB}" dt="2024-03-24T11:05:19.265" v="520" actId="255"/>
        <pc:sldMkLst>
          <pc:docMk/>
          <pc:sldMk cId="1095965356" sldId="545"/>
        </pc:sldMkLst>
        <pc:spChg chg="mod">
          <ac:chgData name="Lohakare, Amit" userId="d0c59914-2652-45d2-9cc8-c7584646f742" providerId="ADAL" clId="{16C124C6-DA17-4CA7-8A96-0AE71A5F14CB}" dt="2024-03-24T11:05:19.265" v="520" actId="255"/>
          <ac:spMkLst>
            <pc:docMk/>
            <pc:sldMk cId="1095965356" sldId="545"/>
            <ac:spMk id="5" creationId="{A5EC1755-296F-4B9F-BBDB-8C7BC530D922}"/>
          </ac:spMkLst>
        </pc:spChg>
        <pc:picChg chg="add mod">
          <ac:chgData name="Lohakare, Amit" userId="d0c59914-2652-45d2-9cc8-c7584646f742" providerId="ADAL" clId="{16C124C6-DA17-4CA7-8A96-0AE71A5F14CB}" dt="2024-03-19T09:26:07.989" v="360" actId="14100"/>
          <ac:picMkLst>
            <pc:docMk/>
            <pc:sldMk cId="1095965356" sldId="545"/>
            <ac:picMk id="6" creationId="{F4A23AD2-8543-0402-9384-EC17A605FA36}"/>
          </ac:picMkLst>
        </pc:picChg>
        <pc:picChg chg="add del mod">
          <ac:chgData name="Lohakare, Amit" userId="d0c59914-2652-45d2-9cc8-c7584646f742" providerId="ADAL" clId="{16C124C6-DA17-4CA7-8A96-0AE71A5F14CB}" dt="2024-03-19T09:25:15.935" v="356" actId="478"/>
          <ac:picMkLst>
            <pc:docMk/>
            <pc:sldMk cId="1095965356" sldId="545"/>
            <ac:picMk id="8" creationId="{C8387C4E-F3FF-EA95-F12D-93B18892EE77}"/>
          </ac:picMkLst>
        </pc:picChg>
        <pc:picChg chg="add mod">
          <ac:chgData name="Lohakare, Amit" userId="d0c59914-2652-45d2-9cc8-c7584646f742" providerId="ADAL" clId="{16C124C6-DA17-4CA7-8A96-0AE71A5F14CB}" dt="2024-03-19T09:26:03.423" v="359" actId="14100"/>
          <ac:picMkLst>
            <pc:docMk/>
            <pc:sldMk cId="1095965356" sldId="545"/>
            <ac:picMk id="10" creationId="{38E9648E-0726-5F44-9552-7EDEF94F3355}"/>
          </ac:picMkLst>
        </pc:picChg>
        <pc:picChg chg="del">
          <ac:chgData name="Lohakare, Amit" userId="d0c59914-2652-45d2-9cc8-c7584646f742" providerId="ADAL" clId="{16C124C6-DA17-4CA7-8A96-0AE71A5F14CB}" dt="2024-03-19T09:24:18.794" v="351" actId="478"/>
          <ac:picMkLst>
            <pc:docMk/>
            <pc:sldMk cId="1095965356" sldId="545"/>
            <ac:picMk id="67" creationId="{E4460299-A22D-4409-964D-B69A0D506A25}"/>
          </ac:picMkLst>
        </pc:picChg>
      </pc:sldChg>
      <pc:sldChg chg="modSp mod">
        <pc:chgData name="Lohakare, Amit" userId="d0c59914-2652-45d2-9cc8-c7584646f742" providerId="ADAL" clId="{16C124C6-DA17-4CA7-8A96-0AE71A5F14CB}" dt="2024-03-24T11:05:51.445" v="528" actId="20577"/>
        <pc:sldMkLst>
          <pc:docMk/>
          <pc:sldMk cId="3895135425" sldId="546"/>
        </pc:sldMkLst>
        <pc:spChg chg="mod">
          <ac:chgData name="Lohakare, Amit" userId="d0c59914-2652-45d2-9cc8-c7584646f742" providerId="ADAL" clId="{16C124C6-DA17-4CA7-8A96-0AE71A5F14CB}" dt="2024-03-24T11:05:51.445" v="528" actId="20577"/>
          <ac:spMkLst>
            <pc:docMk/>
            <pc:sldMk cId="3895135425" sldId="546"/>
            <ac:spMk id="2" creationId="{B2963385-B96E-47E8-BA13-46E680AB4F5F}"/>
          </ac:spMkLst>
        </pc:spChg>
      </pc:sldChg>
      <pc:sldChg chg="modSp mod">
        <pc:chgData name="Lohakare, Amit" userId="d0c59914-2652-45d2-9cc8-c7584646f742" providerId="ADAL" clId="{16C124C6-DA17-4CA7-8A96-0AE71A5F14CB}" dt="2024-03-24T11:08:42.761" v="549" actId="20577"/>
        <pc:sldMkLst>
          <pc:docMk/>
          <pc:sldMk cId="1299606018" sldId="547"/>
        </pc:sldMkLst>
        <pc:spChg chg="mod">
          <ac:chgData name="Lohakare, Amit" userId="d0c59914-2652-45d2-9cc8-c7584646f742" providerId="ADAL" clId="{16C124C6-DA17-4CA7-8A96-0AE71A5F14CB}" dt="2024-03-24T11:08:42.761" v="549" actId="20577"/>
          <ac:spMkLst>
            <pc:docMk/>
            <pc:sldMk cId="1299606018" sldId="547"/>
            <ac:spMk id="2" creationId="{585E1320-2529-4064-9439-E0AD406D9E84}"/>
          </ac:spMkLst>
        </pc:spChg>
      </pc:sldChg>
      <pc:sldChg chg="modSp mod addCm delCm">
        <pc:chgData name="Lohakare, Amit" userId="d0c59914-2652-45d2-9cc8-c7584646f742" providerId="ADAL" clId="{16C124C6-DA17-4CA7-8A96-0AE71A5F14CB}" dt="2024-03-24T11:01:33.535" v="480"/>
        <pc:sldMkLst>
          <pc:docMk/>
          <pc:sldMk cId="3744329296" sldId="552"/>
        </pc:sldMkLst>
        <pc:spChg chg="mod">
          <ac:chgData name="Lohakare, Amit" userId="d0c59914-2652-45d2-9cc8-c7584646f742" providerId="ADAL" clId="{16C124C6-DA17-4CA7-8A96-0AE71A5F14CB}" dt="2024-03-24T11:01:33.535" v="480"/>
          <ac:spMkLst>
            <pc:docMk/>
            <pc:sldMk cId="3744329296" sldId="552"/>
            <ac:spMk id="3" creationId="{FB402644-EB69-491D-856F-6DC8A5EC8E98}"/>
          </ac:spMkLst>
        </pc:spChg>
        <pc:extLst>
          <p:ext xmlns:p="http://schemas.openxmlformats.org/presentationml/2006/main" uri="{D6D511B9-2390-475A-947B-AFAB55BFBCF1}">
            <pc226:cmChg xmlns:pc226="http://schemas.microsoft.com/office/powerpoint/2022/06/main/command" chg="add del">
              <pc226:chgData name="Lohakare, Amit" userId="d0c59914-2652-45d2-9cc8-c7584646f742" providerId="ADAL" clId="{16C124C6-DA17-4CA7-8A96-0AE71A5F14CB}" dt="2024-03-18T11:43:22.988" v="4"/>
              <pc2:cmMkLst xmlns:pc2="http://schemas.microsoft.com/office/powerpoint/2019/9/main/command">
                <pc:docMk/>
                <pc:sldMk cId="3744329296" sldId="552"/>
                <pc2:cmMk id="{1E22A744-17AB-4AE1-BB8B-90846D2F0206}"/>
              </pc2:cmMkLst>
            </pc226:cmChg>
          </p:ext>
        </pc:extLst>
      </pc:sldChg>
      <pc:sldChg chg="modSp mod">
        <pc:chgData name="Lohakare, Amit" userId="d0c59914-2652-45d2-9cc8-c7584646f742" providerId="ADAL" clId="{16C124C6-DA17-4CA7-8A96-0AE71A5F14CB}" dt="2024-03-24T11:02:34.871" v="496"/>
        <pc:sldMkLst>
          <pc:docMk/>
          <pc:sldMk cId="3453583063" sldId="554"/>
        </pc:sldMkLst>
        <pc:spChg chg="mod">
          <ac:chgData name="Lohakare, Amit" userId="d0c59914-2652-45d2-9cc8-c7584646f742" providerId="ADAL" clId="{16C124C6-DA17-4CA7-8A96-0AE71A5F14CB}" dt="2024-03-24T11:02:18.446" v="493" actId="255"/>
          <ac:spMkLst>
            <pc:docMk/>
            <pc:sldMk cId="3453583063" sldId="554"/>
            <ac:spMk id="2" creationId="{106AFD28-67CD-4096-9AF0-42E844D5099C}"/>
          </ac:spMkLst>
        </pc:spChg>
        <pc:spChg chg="mod">
          <ac:chgData name="Lohakare, Amit" userId="d0c59914-2652-45d2-9cc8-c7584646f742" providerId="ADAL" clId="{16C124C6-DA17-4CA7-8A96-0AE71A5F14CB}" dt="2024-03-24T11:02:34.871" v="496"/>
          <ac:spMkLst>
            <pc:docMk/>
            <pc:sldMk cId="3453583063" sldId="554"/>
            <ac:spMk id="3" creationId="{60C088D1-3B30-47D7-ABCC-7C97C262C4C7}"/>
          </ac:spMkLst>
        </pc:spChg>
      </pc:sldChg>
      <pc:sldChg chg="modSp mod">
        <pc:chgData name="Lohakare, Amit" userId="d0c59914-2652-45d2-9cc8-c7584646f742" providerId="ADAL" clId="{16C124C6-DA17-4CA7-8A96-0AE71A5F14CB}" dt="2024-03-24T11:10:36.208" v="562" actId="20577"/>
        <pc:sldMkLst>
          <pc:docMk/>
          <pc:sldMk cId="2507476992" sldId="615"/>
        </pc:sldMkLst>
        <pc:spChg chg="mod">
          <ac:chgData name="Lohakare, Amit" userId="d0c59914-2652-45d2-9cc8-c7584646f742" providerId="ADAL" clId="{16C124C6-DA17-4CA7-8A96-0AE71A5F14CB}" dt="2024-03-24T11:10:36.208" v="562" actId="20577"/>
          <ac:spMkLst>
            <pc:docMk/>
            <pc:sldMk cId="2507476992" sldId="615"/>
            <ac:spMk id="2" creationId="{75CBEBCD-AB1C-4A74-818B-81930952BA38}"/>
          </ac:spMkLst>
        </pc:spChg>
      </pc:sldChg>
      <pc:sldChg chg="modSp mod">
        <pc:chgData name="Lohakare, Amit" userId="d0c59914-2652-45d2-9cc8-c7584646f742" providerId="ADAL" clId="{16C124C6-DA17-4CA7-8A96-0AE71A5F14CB}" dt="2024-03-24T11:03:11.691" v="511" actId="20577"/>
        <pc:sldMkLst>
          <pc:docMk/>
          <pc:sldMk cId="265317705" sldId="616"/>
        </pc:sldMkLst>
        <pc:spChg chg="mod">
          <ac:chgData name="Lohakare, Amit" userId="d0c59914-2652-45d2-9cc8-c7584646f742" providerId="ADAL" clId="{16C124C6-DA17-4CA7-8A96-0AE71A5F14CB}" dt="2024-03-24T11:03:11.691" v="511" actId="20577"/>
          <ac:spMkLst>
            <pc:docMk/>
            <pc:sldMk cId="265317705" sldId="616"/>
            <ac:spMk id="2" creationId="{F91D499D-159C-49A6-A242-73B11799E0AA}"/>
          </ac:spMkLst>
        </pc:spChg>
      </pc:sldChg>
      <pc:sldChg chg="addSp delSp modSp mod addCm delCm modCm chgLayout">
        <pc:chgData name="Lohakare, Amit" userId="d0c59914-2652-45d2-9cc8-c7584646f742" providerId="ADAL" clId="{16C124C6-DA17-4CA7-8A96-0AE71A5F14CB}" dt="2024-03-24T11:04:39.614" v="518" actId="478"/>
        <pc:sldMkLst>
          <pc:docMk/>
          <pc:sldMk cId="100113643" sldId="617"/>
        </pc:sldMkLst>
        <pc:spChg chg="mod ord">
          <ac:chgData name="Lohakare, Amit" userId="d0c59914-2652-45d2-9cc8-c7584646f742" providerId="ADAL" clId="{16C124C6-DA17-4CA7-8A96-0AE71A5F14CB}" dt="2024-03-19T11:33:48.311" v="387" actId="6264"/>
          <ac:spMkLst>
            <pc:docMk/>
            <pc:sldMk cId="100113643" sldId="617"/>
            <ac:spMk id="2" creationId="{B691D112-11DB-42EF-9E33-8103059B4CC3}"/>
          </ac:spMkLst>
        </pc:spChg>
        <pc:spChg chg="mod ord">
          <ac:chgData name="Lohakare, Amit" userId="d0c59914-2652-45d2-9cc8-c7584646f742" providerId="ADAL" clId="{16C124C6-DA17-4CA7-8A96-0AE71A5F14CB}" dt="2024-03-24T11:04:18.256" v="516" actId="255"/>
          <ac:spMkLst>
            <pc:docMk/>
            <pc:sldMk cId="100113643" sldId="617"/>
            <ac:spMk id="3" creationId="{2AE15501-FF02-4F9D-B592-ACEE78F6FDB5}"/>
          </ac:spMkLst>
        </pc:spChg>
        <pc:spChg chg="mod ord">
          <ac:chgData name="Lohakare, Amit" userId="d0c59914-2652-45d2-9cc8-c7584646f742" providerId="ADAL" clId="{16C124C6-DA17-4CA7-8A96-0AE71A5F14CB}" dt="2024-03-19T11:33:48.311" v="387" actId="6264"/>
          <ac:spMkLst>
            <pc:docMk/>
            <pc:sldMk cId="100113643" sldId="617"/>
            <ac:spMk id="4" creationId="{32BF7A3C-13AD-4563-B4AD-BB914BE4D911}"/>
          </ac:spMkLst>
        </pc:spChg>
        <pc:spChg chg="add del mod">
          <ac:chgData name="Lohakare, Amit" userId="d0c59914-2652-45d2-9cc8-c7584646f742" providerId="ADAL" clId="{16C124C6-DA17-4CA7-8A96-0AE71A5F14CB}" dt="2024-03-19T11:33:48.311" v="387" actId="6264"/>
          <ac:spMkLst>
            <pc:docMk/>
            <pc:sldMk cId="100113643" sldId="617"/>
            <ac:spMk id="5" creationId="{FFFE22F1-3201-F351-B374-47B614D0E19E}"/>
          </ac:spMkLst>
        </pc:spChg>
        <pc:spChg chg="add del mod">
          <ac:chgData name="Lohakare, Amit" userId="d0c59914-2652-45d2-9cc8-c7584646f742" providerId="ADAL" clId="{16C124C6-DA17-4CA7-8A96-0AE71A5F14CB}" dt="2024-03-19T11:33:48.311" v="387" actId="6264"/>
          <ac:spMkLst>
            <pc:docMk/>
            <pc:sldMk cId="100113643" sldId="617"/>
            <ac:spMk id="10" creationId="{44104FE6-E3FA-D39C-71A2-5834DDF53578}"/>
          </ac:spMkLst>
        </pc:spChg>
        <pc:spChg chg="add del mod">
          <ac:chgData name="Lohakare, Amit" userId="d0c59914-2652-45d2-9cc8-c7584646f742" providerId="ADAL" clId="{16C124C6-DA17-4CA7-8A96-0AE71A5F14CB}" dt="2024-03-19T11:33:48.311" v="387" actId="6264"/>
          <ac:spMkLst>
            <pc:docMk/>
            <pc:sldMk cId="100113643" sldId="617"/>
            <ac:spMk id="11" creationId="{AB9B8000-2BC1-F7C7-D8B2-8B4433BC244F}"/>
          </ac:spMkLst>
        </pc:spChg>
        <pc:spChg chg="add del mod ord">
          <ac:chgData name="Lohakare, Amit" userId="d0c59914-2652-45d2-9cc8-c7584646f742" providerId="ADAL" clId="{16C124C6-DA17-4CA7-8A96-0AE71A5F14CB}" dt="2024-03-24T11:04:39.614" v="518" actId="478"/>
          <ac:spMkLst>
            <pc:docMk/>
            <pc:sldMk cId="100113643" sldId="617"/>
            <ac:spMk id="12" creationId="{B317D97D-771B-B1F2-2911-66C3877299E1}"/>
          </ac:spMkLst>
        </pc:spChg>
        <pc:extLst>
          <p:ext xmlns:p="http://schemas.openxmlformats.org/presentationml/2006/main" uri="{D6D511B9-2390-475A-947B-AFAB55BFBCF1}">
            <pc226:cmChg xmlns:pc226="http://schemas.microsoft.com/office/powerpoint/2022/06/main/command" chg="add del mod modRxn">
              <pc226:chgData name="Lohakare, Amit" userId="d0c59914-2652-45d2-9cc8-c7584646f742" providerId="ADAL" clId="{16C124C6-DA17-4CA7-8A96-0AE71A5F14CB}" dt="2024-03-19T11:34:54.298" v="389"/>
              <pc2:cmMkLst xmlns:pc2="http://schemas.microsoft.com/office/powerpoint/2019/9/main/command">
                <pc:docMk/>
                <pc:sldMk cId="100113643" sldId="617"/>
                <pc2:cmMk id="{B2A93DA4-0CF0-410D-AB66-49F66A1A025D}"/>
              </pc2:cmMkLst>
            </pc226:cmChg>
          </p:ext>
        </pc:extLst>
      </pc:sldChg>
      <pc:sldChg chg="addCm delCm">
        <pc:chgData name="Lohakare, Amit" userId="d0c59914-2652-45d2-9cc8-c7584646f742" providerId="ADAL" clId="{16C124C6-DA17-4CA7-8A96-0AE71A5F14CB}" dt="2024-03-19T11:35:03.412" v="390"/>
        <pc:sldMkLst>
          <pc:docMk/>
          <pc:sldMk cId="1750741824" sldId="618"/>
        </pc:sldMkLst>
        <pc:extLst>
          <p:ext xmlns:p="http://schemas.openxmlformats.org/presentationml/2006/main" uri="{D6D511B9-2390-475A-947B-AFAB55BFBCF1}">
            <pc226:cmChg xmlns:pc226="http://schemas.microsoft.com/office/powerpoint/2022/06/main/command" chg="add del">
              <pc226:chgData name="Lohakare, Amit" userId="d0c59914-2652-45d2-9cc8-c7584646f742" providerId="ADAL" clId="{16C124C6-DA17-4CA7-8A96-0AE71A5F14CB}" dt="2024-03-19T11:35:03.412" v="390"/>
              <pc2:cmMkLst xmlns:pc2="http://schemas.microsoft.com/office/powerpoint/2019/9/main/command">
                <pc:docMk/>
                <pc:sldMk cId="1750741824" sldId="618"/>
                <pc2:cmMk id="{3F63C2AC-5B7F-4B12-A3F2-5C2EE69C79EC}"/>
              </pc2:cmMkLst>
            </pc226:cmChg>
          </p:ext>
        </pc:extLst>
      </pc:sldChg>
      <pc:sldChg chg="modSp mod">
        <pc:chgData name="Lohakare, Amit" userId="d0c59914-2652-45d2-9cc8-c7584646f742" providerId="ADAL" clId="{16C124C6-DA17-4CA7-8A96-0AE71A5F14CB}" dt="2024-03-24T11:05:36.379" v="522" actId="403"/>
        <pc:sldMkLst>
          <pc:docMk/>
          <pc:sldMk cId="3633314723" sldId="619"/>
        </pc:sldMkLst>
        <pc:spChg chg="mod">
          <ac:chgData name="Lohakare, Amit" userId="d0c59914-2652-45d2-9cc8-c7584646f742" providerId="ADAL" clId="{16C124C6-DA17-4CA7-8A96-0AE71A5F14CB}" dt="2024-03-24T11:05:36.379" v="522" actId="403"/>
          <ac:spMkLst>
            <pc:docMk/>
            <pc:sldMk cId="3633314723" sldId="619"/>
            <ac:spMk id="3" creationId="{FC14B7D6-5B28-4DFF-A9CB-74ED393B5F09}"/>
          </ac:spMkLst>
        </pc:spChg>
        <pc:picChg chg="mod">
          <ac:chgData name="Lohakare, Amit" userId="d0c59914-2652-45d2-9cc8-c7584646f742" providerId="ADAL" clId="{16C124C6-DA17-4CA7-8A96-0AE71A5F14CB}" dt="2024-03-19T09:29:52" v="362" actId="14100"/>
          <ac:picMkLst>
            <pc:docMk/>
            <pc:sldMk cId="3633314723" sldId="619"/>
            <ac:picMk id="6" creationId="{F759A568-4424-4927-8318-20E5ECBE3516}"/>
          </ac:picMkLst>
        </pc:picChg>
      </pc:sldChg>
      <pc:sldChg chg="modSp mod">
        <pc:chgData name="Lohakare, Amit" userId="d0c59914-2652-45d2-9cc8-c7584646f742" providerId="ADAL" clId="{16C124C6-DA17-4CA7-8A96-0AE71A5F14CB}" dt="2024-03-24T11:06:43.696" v="534" actId="403"/>
        <pc:sldMkLst>
          <pc:docMk/>
          <pc:sldMk cId="2324669045" sldId="621"/>
        </pc:sldMkLst>
        <pc:spChg chg="mod">
          <ac:chgData name="Lohakare, Amit" userId="d0c59914-2652-45d2-9cc8-c7584646f742" providerId="ADAL" clId="{16C124C6-DA17-4CA7-8A96-0AE71A5F14CB}" dt="2024-03-24T11:06:43.696" v="534" actId="403"/>
          <ac:spMkLst>
            <pc:docMk/>
            <pc:sldMk cId="2324669045" sldId="621"/>
            <ac:spMk id="3" creationId="{1E939036-351B-48DA-AB8E-1CD72CF2FB56}"/>
          </ac:spMkLst>
        </pc:spChg>
      </pc:sldChg>
      <pc:sldChg chg="modSp mod">
        <pc:chgData name="Lohakare, Amit" userId="d0c59914-2652-45d2-9cc8-c7584646f742" providerId="ADAL" clId="{16C124C6-DA17-4CA7-8A96-0AE71A5F14CB}" dt="2024-03-24T11:07:15.305" v="537" actId="20577"/>
        <pc:sldMkLst>
          <pc:docMk/>
          <pc:sldMk cId="1789542919" sldId="624"/>
        </pc:sldMkLst>
        <pc:spChg chg="mod">
          <ac:chgData name="Lohakare, Amit" userId="d0c59914-2652-45d2-9cc8-c7584646f742" providerId="ADAL" clId="{16C124C6-DA17-4CA7-8A96-0AE71A5F14CB}" dt="2024-03-24T11:07:15.305" v="537" actId="20577"/>
          <ac:spMkLst>
            <pc:docMk/>
            <pc:sldMk cId="1789542919" sldId="624"/>
            <ac:spMk id="2" creationId="{A2B85723-3577-468A-968E-ABA313EB6368}"/>
          </ac:spMkLst>
        </pc:spChg>
      </pc:sldChg>
      <pc:sldChg chg="modSp mod">
        <pc:chgData name="Lohakare, Amit" userId="d0c59914-2652-45d2-9cc8-c7584646f742" providerId="ADAL" clId="{16C124C6-DA17-4CA7-8A96-0AE71A5F14CB}" dt="2024-03-24T11:07:20.479" v="540" actId="20577"/>
        <pc:sldMkLst>
          <pc:docMk/>
          <pc:sldMk cId="2752941532" sldId="625"/>
        </pc:sldMkLst>
        <pc:spChg chg="mod">
          <ac:chgData name="Lohakare, Amit" userId="d0c59914-2652-45d2-9cc8-c7584646f742" providerId="ADAL" clId="{16C124C6-DA17-4CA7-8A96-0AE71A5F14CB}" dt="2024-03-24T11:07:20.479" v="540" actId="20577"/>
          <ac:spMkLst>
            <pc:docMk/>
            <pc:sldMk cId="2752941532" sldId="625"/>
            <ac:spMk id="2" creationId="{A2B85723-3577-468A-968E-ABA313EB6368}"/>
          </ac:spMkLst>
        </pc:spChg>
      </pc:sldChg>
      <pc:sldChg chg="modSp mod">
        <pc:chgData name="Lohakare, Amit" userId="d0c59914-2652-45d2-9cc8-c7584646f742" providerId="ADAL" clId="{16C124C6-DA17-4CA7-8A96-0AE71A5F14CB}" dt="2024-03-24T11:07:26.868" v="543" actId="20577"/>
        <pc:sldMkLst>
          <pc:docMk/>
          <pc:sldMk cId="1256258918" sldId="626"/>
        </pc:sldMkLst>
        <pc:spChg chg="mod">
          <ac:chgData name="Lohakare, Amit" userId="d0c59914-2652-45d2-9cc8-c7584646f742" providerId="ADAL" clId="{16C124C6-DA17-4CA7-8A96-0AE71A5F14CB}" dt="2024-03-24T11:07:26.868" v="543" actId="20577"/>
          <ac:spMkLst>
            <pc:docMk/>
            <pc:sldMk cId="1256258918" sldId="626"/>
            <ac:spMk id="2" creationId="{A2B85723-3577-468A-968E-ABA313EB6368}"/>
          </ac:spMkLst>
        </pc:spChg>
      </pc:sldChg>
      <pc:sldChg chg="modSp mod">
        <pc:chgData name="Lohakare, Amit" userId="d0c59914-2652-45d2-9cc8-c7584646f742" providerId="ADAL" clId="{16C124C6-DA17-4CA7-8A96-0AE71A5F14CB}" dt="2024-03-24T11:07:58.731" v="546" actId="255"/>
        <pc:sldMkLst>
          <pc:docMk/>
          <pc:sldMk cId="1147732127" sldId="627"/>
        </pc:sldMkLst>
        <pc:spChg chg="mod">
          <ac:chgData name="Lohakare, Amit" userId="d0c59914-2652-45d2-9cc8-c7584646f742" providerId="ADAL" clId="{16C124C6-DA17-4CA7-8A96-0AE71A5F14CB}" dt="2024-03-24T11:07:58.731" v="546" actId="255"/>
          <ac:spMkLst>
            <pc:docMk/>
            <pc:sldMk cId="1147732127" sldId="627"/>
            <ac:spMk id="3" creationId="{1E939036-351B-48DA-AB8E-1CD72CF2FB56}"/>
          </ac:spMkLst>
        </pc:spChg>
      </pc:sldChg>
      <pc:sldChg chg="modSp mod">
        <pc:chgData name="Lohakare, Amit" userId="d0c59914-2652-45d2-9cc8-c7584646f742" providerId="ADAL" clId="{16C124C6-DA17-4CA7-8A96-0AE71A5F14CB}" dt="2024-03-24T11:09:15.295" v="554" actId="403"/>
        <pc:sldMkLst>
          <pc:docMk/>
          <pc:sldMk cId="871332674" sldId="637"/>
        </pc:sldMkLst>
        <pc:spChg chg="mod">
          <ac:chgData name="Lohakare, Amit" userId="d0c59914-2652-45d2-9cc8-c7584646f742" providerId="ADAL" clId="{16C124C6-DA17-4CA7-8A96-0AE71A5F14CB}" dt="2024-03-24T11:09:15.295" v="554" actId="403"/>
          <ac:spMkLst>
            <pc:docMk/>
            <pc:sldMk cId="871332674" sldId="637"/>
            <ac:spMk id="3" creationId="{A42A85D8-3BE5-4AAB-970B-83EABA1B8E8A}"/>
          </ac:spMkLst>
        </pc:spChg>
      </pc:sldChg>
      <pc:sldChg chg="modSp mod">
        <pc:chgData name="Lohakare, Amit" userId="d0c59914-2652-45d2-9cc8-c7584646f742" providerId="ADAL" clId="{16C124C6-DA17-4CA7-8A96-0AE71A5F14CB}" dt="2024-03-24T11:09:31.915" v="557" actId="20577"/>
        <pc:sldMkLst>
          <pc:docMk/>
          <pc:sldMk cId="2473835519" sldId="638"/>
        </pc:sldMkLst>
        <pc:spChg chg="mod">
          <ac:chgData name="Lohakare, Amit" userId="d0c59914-2652-45d2-9cc8-c7584646f742" providerId="ADAL" clId="{16C124C6-DA17-4CA7-8A96-0AE71A5F14CB}" dt="2024-03-24T11:09:31.915" v="557" actId="20577"/>
          <ac:spMkLst>
            <pc:docMk/>
            <pc:sldMk cId="2473835519" sldId="638"/>
            <ac:spMk id="2" creationId="{C1B1A8BD-3471-48CC-A7AD-556B23007C28}"/>
          </ac:spMkLst>
        </pc:spChg>
      </pc:sldChg>
      <pc:sldChg chg="modSp mod">
        <pc:chgData name="Lohakare, Amit" userId="d0c59914-2652-45d2-9cc8-c7584646f742" providerId="ADAL" clId="{16C124C6-DA17-4CA7-8A96-0AE71A5F14CB}" dt="2024-03-24T11:10:02.552" v="558"/>
        <pc:sldMkLst>
          <pc:docMk/>
          <pc:sldMk cId="2327852051" sldId="643"/>
        </pc:sldMkLst>
        <pc:spChg chg="mod">
          <ac:chgData name="Lohakare, Amit" userId="d0c59914-2652-45d2-9cc8-c7584646f742" providerId="ADAL" clId="{16C124C6-DA17-4CA7-8A96-0AE71A5F14CB}" dt="2024-03-24T11:10:02.552" v="558"/>
          <ac:spMkLst>
            <pc:docMk/>
            <pc:sldMk cId="2327852051" sldId="643"/>
            <ac:spMk id="3" creationId="{A42A85D8-3BE5-4AAB-970B-83EABA1B8E8A}"/>
          </ac:spMkLst>
        </pc:spChg>
      </pc:sldChg>
      <pc:sldChg chg="modSp mod">
        <pc:chgData name="Lohakare, Amit" userId="d0c59914-2652-45d2-9cc8-c7584646f742" providerId="ADAL" clId="{16C124C6-DA17-4CA7-8A96-0AE71A5F14CB}" dt="2024-03-24T11:10:12.735" v="559"/>
        <pc:sldMkLst>
          <pc:docMk/>
          <pc:sldMk cId="1262078778" sldId="644"/>
        </pc:sldMkLst>
        <pc:spChg chg="mod">
          <ac:chgData name="Lohakare, Amit" userId="d0c59914-2652-45d2-9cc8-c7584646f742" providerId="ADAL" clId="{16C124C6-DA17-4CA7-8A96-0AE71A5F14CB}" dt="2024-03-24T11:10:12.735" v="559"/>
          <ac:spMkLst>
            <pc:docMk/>
            <pc:sldMk cId="1262078778" sldId="644"/>
            <ac:spMk id="3" creationId="{A42A85D8-3BE5-4AAB-970B-83EABA1B8E8A}"/>
          </ac:spMkLst>
        </pc:spChg>
      </pc:sldChg>
      <pc:sldChg chg="modSp mod">
        <pc:chgData name="Lohakare, Amit" userId="d0c59914-2652-45d2-9cc8-c7584646f742" providerId="ADAL" clId="{16C124C6-DA17-4CA7-8A96-0AE71A5F14CB}" dt="2024-03-24T11:10:47.516" v="565" actId="20577"/>
        <pc:sldMkLst>
          <pc:docMk/>
          <pc:sldMk cId="272465094" sldId="648"/>
        </pc:sldMkLst>
        <pc:spChg chg="mod">
          <ac:chgData name="Lohakare, Amit" userId="d0c59914-2652-45d2-9cc8-c7584646f742" providerId="ADAL" clId="{16C124C6-DA17-4CA7-8A96-0AE71A5F14CB}" dt="2024-03-24T11:10:47.516" v="565" actId="20577"/>
          <ac:spMkLst>
            <pc:docMk/>
            <pc:sldMk cId="272465094" sldId="648"/>
            <ac:spMk id="3" creationId="{A42A85D8-3BE5-4AAB-970B-83EABA1B8E8A}"/>
          </ac:spMkLst>
        </pc:spChg>
      </pc:sldChg>
      <pc:sldChg chg="addSp delSp modSp mod">
        <pc:chgData name="Lohakare, Amit" userId="d0c59914-2652-45d2-9cc8-c7584646f742" providerId="ADAL" clId="{16C124C6-DA17-4CA7-8A96-0AE71A5F14CB}" dt="2024-03-19T11:12:38.703" v="384" actId="1076"/>
        <pc:sldMkLst>
          <pc:docMk/>
          <pc:sldMk cId="944841152" sldId="657"/>
        </pc:sldMkLst>
        <pc:spChg chg="add del">
          <ac:chgData name="Lohakare, Amit" userId="d0c59914-2652-45d2-9cc8-c7584646f742" providerId="ADAL" clId="{16C124C6-DA17-4CA7-8A96-0AE71A5F14CB}" dt="2024-03-19T11:06:08.067" v="374" actId="11529"/>
          <ac:spMkLst>
            <pc:docMk/>
            <pc:sldMk cId="944841152" sldId="657"/>
            <ac:spMk id="3" creationId="{7269C8B3-BFA9-A923-9A41-229C8D37D830}"/>
          </ac:spMkLst>
        </pc:spChg>
        <pc:spChg chg="mod">
          <ac:chgData name="Lohakare, Amit" userId="d0c59914-2652-45d2-9cc8-c7584646f742" providerId="ADAL" clId="{16C124C6-DA17-4CA7-8A96-0AE71A5F14CB}" dt="2024-03-19T11:05:46.904" v="372" actId="1076"/>
          <ac:spMkLst>
            <pc:docMk/>
            <pc:sldMk cId="944841152" sldId="657"/>
            <ac:spMk id="10" creationId="{8B5BB032-CAEB-410B-AA4D-77E5945BFA84}"/>
          </ac:spMkLst>
        </pc:spChg>
        <pc:picChg chg="mod">
          <ac:chgData name="Lohakare, Amit" userId="d0c59914-2652-45d2-9cc8-c7584646f742" providerId="ADAL" clId="{16C124C6-DA17-4CA7-8A96-0AE71A5F14CB}" dt="2024-03-19T11:12:38.703" v="384" actId="1076"/>
          <ac:picMkLst>
            <pc:docMk/>
            <pc:sldMk cId="944841152" sldId="657"/>
            <ac:picMk id="6" creationId="{F79D7C76-05A9-4742-B276-2BC0756C5360}"/>
          </ac:picMkLst>
        </pc:picChg>
        <pc:cxnChg chg="mod">
          <ac:chgData name="Lohakare, Amit" userId="d0c59914-2652-45d2-9cc8-c7584646f742" providerId="ADAL" clId="{16C124C6-DA17-4CA7-8A96-0AE71A5F14CB}" dt="2024-03-19T11:12:31.233" v="382" actId="1076"/>
          <ac:cxnSpMkLst>
            <pc:docMk/>
            <pc:sldMk cId="944841152" sldId="657"/>
            <ac:cxnSpMk id="8" creationId="{A9F8371A-43ED-4D74-8B5A-0C2F2A18A5CF}"/>
          </ac:cxnSpMkLst>
        </pc:cxnChg>
        <pc:cxnChg chg="add del mod">
          <ac:chgData name="Lohakare, Amit" userId="d0c59914-2652-45d2-9cc8-c7584646f742" providerId="ADAL" clId="{16C124C6-DA17-4CA7-8A96-0AE71A5F14CB}" dt="2024-03-19T11:07:19.016" v="378" actId="478"/>
          <ac:cxnSpMkLst>
            <pc:docMk/>
            <pc:sldMk cId="944841152" sldId="657"/>
            <ac:cxnSpMk id="17" creationId="{E9321F9B-A445-0A2A-85A0-AB934FDB1974}"/>
          </ac:cxnSpMkLst>
        </pc:cxnChg>
      </pc:sldChg>
      <pc:sldChg chg="modSp mod">
        <pc:chgData name="Lohakare, Amit" userId="d0c59914-2652-45d2-9cc8-c7584646f742" providerId="ADAL" clId="{16C124C6-DA17-4CA7-8A96-0AE71A5F14CB}" dt="2024-03-19T11:23:24.858" v="386" actId="1076"/>
        <pc:sldMkLst>
          <pc:docMk/>
          <pc:sldMk cId="2155198747" sldId="660"/>
        </pc:sldMkLst>
        <pc:spChg chg="mod">
          <ac:chgData name="Lohakare, Amit" userId="d0c59914-2652-45d2-9cc8-c7584646f742" providerId="ADAL" clId="{16C124C6-DA17-4CA7-8A96-0AE71A5F14CB}" dt="2024-03-19T11:23:24.858" v="386" actId="1076"/>
          <ac:spMkLst>
            <pc:docMk/>
            <pc:sldMk cId="2155198747" sldId="660"/>
            <ac:spMk id="9" creationId="{CF90C358-91AA-4924-B89E-57E150DC14AE}"/>
          </ac:spMkLst>
        </pc:spChg>
        <pc:picChg chg="mod">
          <ac:chgData name="Lohakare, Amit" userId="d0c59914-2652-45d2-9cc8-c7584646f742" providerId="ADAL" clId="{16C124C6-DA17-4CA7-8A96-0AE71A5F14CB}" dt="2024-03-19T11:23:04.332" v="385" actId="14826"/>
          <ac:picMkLst>
            <pc:docMk/>
            <pc:sldMk cId="2155198747" sldId="660"/>
            <ac:picMk id="6" creationId="{E05BCA2B-6B74-4CDD-8846-E3EF3CEA7770}"/>
          </ac:picMkLst>
        </pc:picChg>
      </pc:sldChg>
      <pc:sldChg chg="modSp mod">
        <pc:chgData name="Lohakare, Amit" userId="d0c59914-2652-45d2-9cc8-c7584646f742" providerId="ADAL" clId="{16C124C6-DA17-4CA7-8A96-0AE71A5F14CB}" dt="2024-03-24T11:01:08.268" v="478"/>
        <pc:sldMkLst>
          <pc:docMk/>
          <pc:sldMk cId="2571513658" sldId="1990"/>
        </pc:sldMkLst>
        <pc:spChg chg="mod">
          <ac:chgData name="Lohakare, Amit" userId="d0c59914-2652-45d2-9cc8-c7584646f742" providerId="ADAL" clId="{16C124C6-DA17-4CA7-8A96-0AE71A5F14CB}" dt="2024-03-24T11:01:08.268" v="478"/>
          <ac:spMkLst>
            <pc:docMk/>
            <pc:sldMk cId="2571513658" sldId="1990"/>
            <ac:spMk id="3" creationId="{A0A2537C-374A-4A2B-A428-0E9E28DB52A1}"/>
          </ac:spMkLst>
        </pc:spChg>
      </pc:sldChg>
      <pc:sldChg chg="modSp mod">
        <pc:chgData name="Lohakare, Amit" userId="d0c59914-2652-45d2-9cc8-c7584646f742" providerId="ADAL" clId="{16C124C6-DA17-4CA7-8A96-0AE71A5F14CB}" dt="2024-03-24T11:01:24.318" v="479"/>
        <pc:sldMkLst>
          <pc:docMk/>
          <pc:sldMk cId="3774027735" sldId="1992"/>
        </pc:sldMkLst>
        <pc:spChg chg="mod">
          <ac:chgData name="Lohakare, Amit" userId="d0c59914-2652-45d2-9cc8-c7584646f742" providerId="ADAL" clId="{16C124C6-DA17-4CA7-8A96-0AE71A5F14CB}" dt="2024-03-24T11:01:24.318" v="479"/>
          <ac:spMkLst>
            <pc:docMk/>
            <pc:sldMk cId="3774027735" sldId="1992"/>
            <ac:spMk id="3" creationId="{A42A85D8-3BE5-4AAB-970B-83EABA1B8E8A}"/>
          </ac:spMkLst>
        </pc:spChg>
      </pc:sldChg>
      <pc:sldChg chg="modSp mod">
        <pc:chgData name="Lohakare, Amit" userId="d0c59914-2652-45d2-9cc8-c7584646f742" providerId="ADAL" clId="{16C124C6-DA17-4CA7-8A96-0AE71A5F14CB}" dt="2024-03-24T11:01:42.458" v="483" actId="20577"/>
        <pc:sldMkLst>
          <pc:docMk/>
          <pc:sldMk cId="4199854852" sldId="1993"/>
        </pc:sldMkLst>
        <pc:spChg chg="mod">
          <ac:chgData name="Lohakare, Amit" userId="d0c59914-2652-45d2-9cc8-c7584646f742" providerId="ADAL" clId="{16C124C6-DA17-4CA7-8A96-0AE71A5F14CB}" dt="2024-03-24T11:01:42.458" v="483" actId="20577"/>
          <ac:spMkLst>
            <pc:docMk/>
            <pc:sldMk cId="4199854852" sldId="1993"/>
            <ac:spMk id="2" creationId="{DA874D19-2DAC-4ACF-B1D1-C249E0805002}"/>
          </ac:spMkLst>
        </pc:spChg>
      </pc:sldChg>
      <pc:sldChg chg="modSp mod">
        <pc:chgData name="Lohakare, Amit" userId="d0c59914-2652-45d2-9cc8-c7584646f742" providerId="ADAL" clId="{16C124C6-DA17-4CA7-8A96-0AE71A5F14CB}" dt="2024-03-24T11:01:49.710" v="486" actId="20577"/>
        <pc:sldMkLst>
          <pc:docMk/>
          <pc:sldMk cId="1119227717" sldId="1994"/>
        </pc:sldMkLst>
        <pc:spChg chg="mod">
          <ac:chgData name="Lohakare, Amit" userId="d0c59914-2652-45d2-9cc8-c7584646f742" providerId="ADAL" clId="{16C124C6-DA17-4CA7-8A96-0AE71A5F14CB}" dt="2024-03-24T11:01:49.710" v="486" actId="20577"/>
          <ac:spMkLst>
            <pc:docMk/>
            <pc:sldMk cId="1119227717" sldId="1994"/>
            <ac:spMk id="2" creationId="{8DD64707-8FB4-4837-8F2A-424463829031}"/>
          </ac:spMkLst>
        </pc:spChg>
      </pc:sldChg>
      <pc:sldChg chg="modSp mod">
        <pc:chgData name="Lohakare, Amit" userId="d0c59914-2652-45d2-9cc8-c7584646f742" providerId="ADAL" clId="{16C124C6-DA17-4CA7-8A96-0AE71A5F14CB}" dt="2024-03-24T11:01:55.134" v="489" actId="20577"/>
        <pc:sldMkLst>
          <pc:docMk/>
          <pc:sldMk cId="2099398738" sldId="1995"/>
        </pc:sldMkLst>
        <pc:spChg chg="mod">
          <ac:chgData name="Lohakare, Amit" userId="d0c59914-2652-45d2-9cc8-c7584646f742" providerId="ADAL" clId="{16C124C6-DA17-4CA7-8A96-0AE71A5F14CB}" dt="2024-03-24T11:01:55.134" v="489" actId="20577"/>
          <ac:spMkLst>
            <pc:docMk/>
            <pc:sldMk cId="2099398738" sldId="1995"/>
            <ac:spMk id="2" creationId="{8DD64707-8FB4-4837-8F2A-424463829031}"/>
          </ac:spMkLst>
        </pc:spChg>
      </pc:sldChg>
      <pc:sldChg chg="modSp mod">
        <pc:chgData name="Lohakare, Amit" userId="d0c59914-2652-45d2-9cc8-c7584646f742" providerId="ADAL" clId="{16C124C6-DA17-4CA7-8A96-0AE71A5F14CB}" dt="2024-03-24T11:05:46.179" v="525" actId="20577"/>
        <pc:sldMkLst>
          <pc:docMk/>
          <pc:sldMk cId="1205289060" sldId="1996"/>
        </pc:sldMkLst>
        <pc:spChg chg="mod">
          <ac:chgData name="Lohakare, Amit" userId="d0c59914-2652-45d2-9cc8-c7584646f742" providerId="ADAL" clId="{16C124C6-DA17-4CA7-8A96-0AE71A5F14CB}" dt="2024-03-24T11:05:46.179" v="525" actId="20577"/>
          <ac:spMkLst>
            <pc:docMk/>
            <pc:sldMk cId="1205289060" sldId="1996"/>
            <ac:spMk id="2" creationId="{8DD64707-8FB4-4837-8F2A-424463829031}"/>
          </ac:spMkLst>
        </pc:spChg>
      </pc:sldChg>
      <pc:sldChg chg="modSp mod">
        <pc:chgData name="Lohakare, Amit" userId="d0c59914-2652-45d2-9cc8-c7584646f742" providerId="ADAL" clId="{16C124C6-DA17-4CA7-8A96-0AE71A5F14CB}" dt="2024-03-24T11:09:02.265" v="552" actId="20577"/>
        <pc:sldMkLst>
          <pc:docMk/>
          <pc:sldMk cId="2672624795" sldId="1997"/>
        </pc:sldMkLst>
        <pc:spChg chg="mod">
          <ac:chgData name="Lohakare, Amit" userId="d0c59914-2652-45d2-9cc8-c7584646f742" providerId="ADAL" clId="{16C124C6-DA17-4CA7-8A96-0AE71A5F14CB}" dt="2024-03-24T11:09:02.265" v="552" actId="20577"/>
          <ac:spMkLst>
            <pc:docMk/>
            <pc:sldMk cId="2672624795" sldId="1997"/>
            <ac:spMk id="2" creationId="{585E1320-2529-4064-9439-E0AD406D9E84}"/>
          </ac:spMkLst>
        </pc:spChg>
      </pc:sldChg>
      <pc:sldChg chg="delSp modSp add mod">
        <pc:chgData name="Lohakare, Amit" userId="d0c59914-2652-45d2-9cc8-c7584646f742" providerId="ADAL" clId="{16C124C6-DA17-4CA7-8A96-0AE71A5F14CB}" dt="2024-03-24T11:02:56.939" v="502" actId="20577"/>
        <pc:sldMkLst>
          <pc:docMk/>
          <pc:sldMk cId="1798797851" sldId="1998"/>
        </pc:sldMkLst>
        <pc:spChg chg="mod">
          <ac:chgData name="Lohakare, Amit" userId="d0c59914-2652-45d2-9cc8-c7584646f742" providerId="ADAL" clId="{16C124C6-DA17-4CA7-8A96-0AE71A5F14CB}" dt="2024-03-24T11:02:56.939" v="502" actId="20577"/>
          <ac:spMkLst>
            <pc:docMk/>
            <pc:sldMk cId="1798797851" sldId="1998"/>
            <ac:spMk id="2" creationId="{42CE1084-2441-7ABF-FD03-CB435A0B6345}"/>
          </ac:spMkLst>
        </pc:spChg>
        <pc:picChg chg="del">
          <ac:chgData name="Lohakare, Amit" userId="d0c59914-2652-45d2-9cc8-c7584646f742" providerId="ADAL" clId="{16C124C6-DA17-4CA7-8A96-0AE71A5F14CB}" dt="2024-03-19T06:28:58.077" v="77" actId="478"/>
          <ac:picMkLst>
            <pc:docMk/>
            <pc:sldMk cId="1798797851" sldId="1998"/>
            <ac:picMk id="3" creationId="{C25CB0CB-347E-83F6-6EA0-B0B879C1071E}"/>
          </ac:picMkLst>
        </pc:picChg>
        <pc:picChg chg="mod">
          <ac:chgData name="Lohakare, Amit" userId="d0c59914-2652-45d2-9cc8-c7584646f742" providerId="ADAL" clId="{16C124C6-DA17-4CA7-8A96-0AE71A5F14CB}" dt="2024-03-19T06:29:17.211" v="83" actId="14100"/>
          <ac:picMkLst>
            <pc:docMk/>
            <pc:sldMk cId="1798797851" sldId="1998"/>
            <ac:picMk id="5" creationId="{DF48D07D-22F4-B74F-AE3A-2402F72B76A5}"/>
          </ac:picMkLst>
        </pc:picChg>
      </pc:sldChg>
      <pc:sldChg chg="modSp add mod">
        <pc:chgData name="Lohakare, Amit" userId="d0c59914-2652-45d2-9cc8-c7584646f742" providerId="ADAL" clId="{16C124C6-DA17-4CA7-8A96-0AE71A5F14CB}" dt="2024-03-24T11:03:02.614" v="505" actId="20577"/>
        <pc:sldMkLst>
          <pc:docMk/>
          <pc:sldMk cId="2940999942" sldId="1999"/>
        </pc:sldMkLst>
        <pc:spChg chg="mod">
          <ac:chgData name="Lohakare, Amit" userId="d0c59914-2652-45d2-9cc8-c7584646f742" providerId="ADAL" clId="{16C124C6-DA17-4CA7-8A96-0AE71A5F14CB}" dt="2024-03-24T11:03:02.614" v="505" actId="20577"/>
          <ac:spMkLst>
            <pc:docMk/>
            <pc:sldMk cId="2940999942" sldId="1999"/>
            <ac:spMk id="2" creationId="{16434672-433B-B386-69C1-4EBCD704FBED}"/>
          </ac:spMkLst>
        </pc:spChg>
        <pc:picChg chg="mod">
          <ac:chgData name="Lohakare, Amit" userId="d0c59914-2652-45d2-9cc8-c7584646f742" providerId="ADAL" clId="{16C124C6-DA17-4CA7-8A96-0AE71A5F14CB}" dt="2024-03-19T06:30:57.101" v="88" actId="14100"/>
          <ac:picMkLst>
            <pc:docMk/>
            <pc:sldMk cId="2940999942" sldId="1999"/>
            <ac:picMk id="5" creationId="{1BE7FBD3-FA1C-1899-C551-03040FFC722B}"/>
          </ac:picMkLst>
        </pc:picChg>
      </pc:sldChg>
      <pc:sldChg chg="modSp add mod">
        <pc:chgData name="Lohakare, Amit" userId="d0c59914-2652-45d2-9cc8-c7584646f742" providerId="ADAL" clId="{16C124C6-DA17-4CA7-8A96-0AE71A5F14CB}" dt="2024-03-24T11:03:06.967" v="508" actId="20577"/>
        <pc:sldMkLst>
          <pc:docMk/>
          <pc:sldMk cId="4092916892" sldId="2000"/>
        </pc:sldMkLst>
        <pc:spChg chg="mod">
          <ac:chgData name="Lohakare, Amit" userId="d0c59914-2652-45d2-9cc8-c7584646f742" providerId="ADAL" clId="{16C124C6-DA17-4CA7-8A96-0AE71A5F14CB}" dt="2024-03-24T11:03:06.967" v="508" actId="20577"/>
          <ac:spMkLst>
            <pc:docMk/>
            <pc:sldMk cId="4092916892" sldId="2000"/>
            <ac:spMk id="2" creationId="{FD731EB0-FB67-E850-A491-67C1B2FF8935}"/>
          </ac:spMkLst>
        </pc:spChg>
        <pc:picChg chg="mod">
          <ac:chgData name="Lohakare, Amit" userId="d0c59914-2652-45d2-9cc8-c7584646f742" providerId="ADAL" clId="{16C124C6-DA17-4CA7-8A96-0AE71A5F14CB}" dt="2024-03-19T06:32:23.358" v="94" actId="14100"/>
          <ac:picMkLst>
            <pc:docMk/>
            <pc:sldMk cId="4092916892" sldId="2000"/>
            <ac:picMk id="5" creationId="{BB175480-A2D4-D73D-244E-7723F847B9FB}"/>
          </ac:picMkLst>
        </pc:picChg>
      </pc:sldChg>
      <pc:sldChg chg="addSp delSp modSp new del mod">
        <pc:chgData name="Lohakare, Amit" userId="d0c59914-2652-45d2-9cc8-c7584646f742" providerId="ADAL" clId="{16C124C6-DA17-4CA7-8A96-0AE71A5F14CB}" dt="2024-03-19T09:18:41.213" v="349" actId="2696"/>
        <pc:sldMkLst>
          <pc:docMk/>
          <pc:sldMk cId="2042799058" sldId="2001"/>
        </pc:sldMkLst>
        <pc:spChg chg="del">
          <ac:chgData name="Lohakare, Amit" userId="d0c59914-2652-45d2-9cc8-c7584646f742" providerId="ADAL" clId="{16C124C6-DA17-4CA7-8A96-0AE71A5F14CB}" dt="2024-03-19T08:43:01.012" v="109" actId="478"/>
          <ac:spMkLst>
            <pc:docMk/>
            <pc:sldMk cId="2042799058" sldId="2001"/>
            <ac:spMk id="2" creationId="{A3C0D1F7-7F2F-6008-BF2A-A5791AEAB122}"/>
          </ac:spMkLst>
        </pc:spChg>
        <pc:spChg chg="del">
          <ac:chgData name="Lohakare, Amit" userId="d0c59914-2652-45d2-9cc8-c7584646f742" providerId="ADAL" clId="{16C124C6-DA17-4CA7-8A96-0AE71A5F14CB}" dt="2024-03-19T08:42:54.640" v="107" actId="478"/>
          <ac:spMkLst>
            <pc:docMk/>
            <pc:sldMk cId="2042799058" sldId="2001"/>
            <ac:spMk id="3" creationId="{3B33A404-8A41-A130-477B-63E9329AD657}"/>
          </ac:spMkLst>
        </pc:spChg>
        <pc:spChg chg="del">
          <ac:chgData name="Lohakare, Amit" userId="d0c59914-2652-45d2-9cc8-c7584646f742" providerId="ADAL" clId="{16C124C6-DA17-4CA7-8A96-0AE71A5F14CB}" dt="2024-03-19T08:42:57.519" v="108" actId="478"/>
          <ac:spMkLst>
            <pc:docMk/>
            <pc:sldMk cId="2042799058" sldId="2001"/>
            <ac:spMk id="5" creationId="{86562BEE-AB9C-3821-D585-CCC93D56A6F6}"/>
          </ac:spMkLst>
        </pc:spChg>
        <pc:spChg chg="add del mod">
          <ac:chgData name="Lohakare, Amit" userId="d0c59914-2652-45d2-9cc8-c7584646f742" providerId="ADAL" clId="{16C124C6-DA17-4CA7-8A96-0AE71A5F14CB}" dt="2024-03-19T08:43:30.272" v="113"/>
          <ac:spMkLst>
            <pc:docMk/>
            <pc:sldMk cId="2042799058" sldId="2001"/>
            <ac:spMk id="6" creationId="{A2A1A278-A7A5-EF03-6BA7-037F977BDBA9}"/>
          </ac:spMkLst>
        </pc:spChg>
        <pc:spChg chg="add mod">
          <ac:chgData name="Lohakare, Amit" userId="d0c59914-2652-45d2-9cc8-c7584646f742" providerId="ADAL" clId="{16C124C6-DA17-4CA7-8A96-0AE71A5F14CB}" dt="2024-03-19T08:44:44.854" v="138" actId="20577"/>
          <ac:spMkLst>
            <pc:docMk/>
            <pc:sldMk cId="2042799058" sldId="2001"/>
            <ac:spMk id="7" creationId="{9B60D2FA-C27D-B922-463A-304646CE7D8D}"/>
          </ac:spMkLst>
        </pc:spChg>
        <pc:spChg chg="add mod">
          <ac:chgData name="Lohakare, Amit" userId="d0c59914-2652-45d2-9cc8-c7584646f742" providerId="ADAL" clId="{16C124C6-DA17-4CA7-8A96-0AE71A5F14CB}" dt="2024-03-19T08:48:06.439" v="338" actId="108"/>
          <ac:spMkLst>
            <pc:docMk/>
            <pc:sldMk cId="2042799058" sldId="2001"/>
            <ac:spMk id="8" creationId="{CC7EFEF2-FE63-F4DF-AC86-020ED4D6F99E}"/>
          </ac:spMkLst>
        </pc:spChg>
        <pc:picChg chg="add mod">
          <ac:chgData name="Lohakare, Amit" userId="d0c59914-2652-45d2-9cc8-c7584646f742" providerId="ADAL" clId="{16C124C6-DA17-4CA7-8A96-0AE71A5F14CB}" dt="2024-03-19T08:51:44.110" v="348" actId="14100"/>
          <ac:picMkLst>
            <pc:docMk/>
            <pc:sldMk cId="2042799058" sldId="2001"/>
            <ac:picMk id="10" creationId="{614ABF16-11DA-F747-C628-5755B5903D96}"/>
          </ac:picMkLst>
        </pc:picChg>
        <pc:picChg chg="add mod">
          <ac:chgData name="Lohakare, Amit" userId="d0c59914-2652-45d2-9cc8-c7584646f742" providerId="ADAL" clId="{16C124C6-DA17-4CA7-8A96-0AE71A5F14CB}" dt="2024-03-19T08:51:39.852" v="347" actId="14100"/>
          <ac:picMkLst>
            <pc:docMk/>
            <pc:sldMk cId="2042799058" sldId="2001"/>
            <ac:picMk id="12" creationId="{6B69C656-B292-AB75-A3D7-5D1ADE53068A}"/>
          </ac:picMkLst>
        </pc:picChg>
      </pc:sldChg>
    </pc:docChg>
  </pc:docChgLst>
</pc:chgInfo>
</file>

<file path=ppt/comments/modernComment_228_DF2DEE50.xml><?xml version="1.0" encoding="utf-8"?>
<p188:cmLst xmlns:a="http://schemas.openxmlformats.org/drawingml/2006/main" xmlns:r="http://schemas.openxmlformats.org/officeDocument/2006/relationships" xmlns:p188="http://schemas.microsoft.com/office/powerpoint/2018/8/main">
  <p188:cm id="{1E22A744-17AB-4AE1-BB8B-90846D2F0206}" authorId="{C0F3FD89-3E22-E6AF-191F-B6EAC9BD42E0}" created="2024-03-18T11:35:47.508">
    <pc:sldMkLst xmlns:pc="http://schemas.microsoft.com/office/powerpoint/2013/main/command">
      <pc:docMk/>
      <pc:sldMk cId="3744329296" sldId="552"/>
    </pc:sldMkLst>
    <p188:txBody>
      <a:bodyPr/>
      <a:lstStyle/>
      <a:p>
        <a:r>
          <a:rPr lang="en-US"/>
          <a:t>Update the diagram</a:t>
        </a:r>
      </a:p>
    </p188:txBody>
  </p188:cm>
</p188:cmLst>
</file>

<file path=ppt/handoutMasters/_rels/handoutMaster1.xml.rels><?xml version="1.0" encoding="UTF-8" standalone="yes"?>
<Relationships xmlns="http://schemas.openxmlformats.org/package/2006/relationships"><Relationship Id="rId2" Type="http://schemas.openxmlformats.org/officeDocument/2006/relationships/tags" Target="../tags/tag42.xml"/><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0E889F8-3EAC-468D-9A6F-406DDA39752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18E204D-A662-4856-9E8F-09C08C04D71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FC2764-04F0-4F78-ACEC-190715F3E233}" type="datetimeFigureOut">
              <a:rPr lang="en-US" smtClean="0"/>
              <a:t>3/24/2024</a:t>
            </a:fld>
            <a:endParaRPr lang="en-US"/>
          </a:p>
        </p:txBody>
      </p:sp>
      <p:sp>
        <p:nvSpPr>
          <p:cNvPr id="4" name="Footer Placeholder 3">
            <a:extLst>
              <a:ext uri="{FF2B5EF4-FFF2-40B4-BE49-F238E27FC236}">
                <a16:creationId xmlns:a16="http://schemas.microsoft.com/office/drawing/2014/main" id="{7D6587FA-0CF9-4320-A441-3025C2A93AC4}"/>
              </a:ext>
            </a:extLst>
          </p:cNvPr>
          <p:cNvSpPr>
            <a:spLocks noGrp="1"/>
          </p:cNvSpPr>
          <p:nvPr>
            <p:ph type="ftr" sz="quarter" idx="2"/>
            <p:custDataLst>
              <p:tags r:id="rId2"/>
            </p:custDataLst>
          </p:nvPr>
        </p:nvSpPr>
        <p:spPr>
          <a:xfrm>
            <a:off x="0" y="8685213"/>
            <a:ext cx="6858000" cy="458787"/>
          </a:xfrm>
          <a:prstGeom prst="rect">
            <a:avLst/>
          </a:prstGeom>
        </p:spPr>
        <p:txBody>
          <a:bodyPr vert="horz" lIns="91440" tIns="45720" rIns="91440" bIns="45720" rtlCol="0" anchor="b"/>
          <a:lstStyle>
            <a:lvl1pPr algn="l">
              <a:defRPr sz="1200"/>
            </a:lvl1pPr>
          </a:lstStyle>
          <a:p>
            <a:r>
              <a:rPr lang="en-US" sz="700">
                <a:solidFill>
                  <a:srgbClr val="7F7F7F"/>
                </a:solidFill>
                <a:latin typeface="Arial" panose="020B0604020202020204" pitchFamily="34" charset="0"/>
              </a:rPr>
              <a:t>Honeywell Internal</a:t>
            </a:r>
          </a:p>
        </p:txBody>
      </p:sp>
      <p:sp>
        <p:nvSpPr>
          <p:cNvPr id="5" name="Slide Number Placeholder 4">
            <a:extLst>
              <a:ext uri="{FF2B5EF4-FFF2-40B4-BE49-F238E27FC236}">
                <a16:creationId xmlns:a16="http://schemas.microsoft.com/office/drawing/2014/main" id="{89224604-AC66-47CB-AF13-BB3CC6B4EEC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E4DE10D-F5AC-4AE8-AFF5-A71385AD45DC}" type="slidenum">
              <a:rPr lang="en-US" smtClean="0"/>
              <a:t>‹#›</a:t>
            </a:fld>
            <a:endParaRPr lang="en-US"/>
          </a:p>
        </p:txBody>
      </p:sp>
    </p:spTree>
    <p:extLst>
      <p:ext uri="{BB962C8B-B14F-4D97-AF65-F5344CB8AC3E}">
        <p14:creationId xmlns:p14="http://schemas.microsoft.com/office/powerpoint/2010/main" val="164632485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tags" Target="../tags/tag41.xml"/><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809AEB-DC28-4015-83A3-BAB3AEC31219}" type="datetimeFigureOut">
              <a:rPr lang="en-US" smtClean="0"/>
              <a:t>3/24/2024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custDataLst>
              <p:tags r:id="rId2"/>
            </p:custDataLst>
          </p:nvPr>
        </p:nvSpPr>
        <p:spPr>
          <a:xfrm>
            <a:off x="0" y="8685213"/>
            <a:ext cx="6858000" cy="458787"/>
          </a:xfrm>
          <a:prstGeom prst="rect">
            <a:avLst/>
          </a:prstGeom>
        </p:spPr>
        <p:txBody>
          <a:bodyPr vert="horz" lIns="91440" tIns="45720" rIns="91440" bIns="45720" rtlCol="0" anchor="b"/>
          <a:lstStyle>
            <a:lvl1pPr algn="l">
              <a:defRPr lang="en-US" sz="700" b="0" i="0" u="none">
                <a:solidFill>
                  <a:srgbClr val="7F7F7F"/>
                </a:solidFill>
                <a:latin typeface="Arial" panose="020B0604020202020204" pitchFamily="34" charset="0"/>
              </a:defRPr>
            </a:lvl1pPr>
          </a:lstStyle>
          <a:p>
            <a:r>
              <a:rPr lang="en-US"/>
              <a:t>Honeywell Internal</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D139E3-571A-4831-9A17-6CF75ED2A226}" type="slidenum">
              <a:rPr lang="en-US" smtClean="0"/>
              <a:t>‹#›</a:t>
            </a:fld>
            <a:endParaRPr lang="en-US"/>
          </a:p>
        </p:txBody>
      </p:sp>
    </p:spTree>
    <p:extLst>
      <p:ext uri="{BB962C8B-B14F-4D97-AF65-F5344CB8AC3E}">
        <p14:creationId xmlns:p14="http://schemas.microsoft.com/office/powerpoint/2010/main" val="2247196807"/>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ags" Target="../tags/tag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BD139E3-571A-4831-9A17-6CF75ED2A226}" type="slidenum">
              <a:rPr lang="en-US" smtClean="0"/>
              <a:t>1</a:t>
            </a:fld>
            <a:endParaRPr lang="en-US"/>
          </a:p>
        </p:txBody>
      </p:sp>
    </p:spTree>
    <p:extLst>
      <p:ext uri="{BB962C8B-B14F-4D97-AF65-F5344CB8AC3E}">
        <p14:creationId xmlns:p14="http://schemas.microsoft.com/office/powerpoint/2010/main" val="995694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Honeywell Internal</a:t>
            </a:r>
          </a:p>
        </p:txBody>
      </p:sp>
      <p:sp>
        <p:nvSpPr>
          <p:cNvPr id="6" name="Slide Number Placeholder 5"/>
          <p:cNvSpPr>
            <a:spLocks noGrp="1"/>
          </p:cNvSpPr>
          <p:nvPr>
            <p:ph type="sldNum" sz="quarter" idx="5"/>
          </p:nvPr>
        </p:nvSpPr>
        <p:spPr/>
        <p:txBody>
          <a:bodyPr/>
          <a:lstStyle/>
          <a:p>
            <a:fld id="{FBD139E3-571A-4831-9A17-6CF75ED2A226}" type="slidenum">
              <a:rPr lang="en-US" smtClean="0"/>
              <a:t>2</a:t>
            </a:fld>
            <a:endParaRPr lang="en-US"/>
          </a:p>
        </p:txBody>
      </p:sp>
    </p:spTree>
    <p:extLst>
      <p:ext uri="{BB962C8B-B14F-4D97-AF65-F5344CB8AC3E}">
        <p14:creationId xmlns:p14="http://schemas.microsoft.com/office/powerpoint/2010/main" val="4207838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5.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6.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7.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9.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0.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5.xml"/><Relationship Id="rId1" Type="http://schemas.openxmlformats.org/officeDocument/2006/relationships/tags" Target="../tags/tag14.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Master" Target="../slideMasters/slideMaster5.xml"/><Relationship Id="rId1" Type="http://schemas.openxmlformats.org/officeDocument/2006/relationships/tags" Target="../tags/tag15.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6.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7.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8.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9.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0.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1.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2.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3.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4.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5.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6.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7.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8.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9.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3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3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Master" Target="../slideMasters/slideMaster5.xml"/><Relationship Id="rId1" Type="http://schemas.openxmlformats.org/officeDocument/2006/relationships/tags" Target="../tags/tag32.xml"/><Relationship Id="rId4" Type="http://schemas.openxmlformats.org/officeDocument/2006/relationships/image" Target="../media/image18.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Master" Target="../slideMasters/slideMaster5.xml"/><Relationship Id="rId1" Type="http://schemas.openxmlformats.org/officeDocument/2006/relationships/tags" Target="../tags/tag33.xml"/><Relationship Id="rId4" Type="http://schemas.openxmlformats.org/officeDocument/2006/relationships/image" Target="../media/image18.png"/></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34.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35.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Master" Target="../slideMasters/slideMaster5.xml"/><Relationship Id="rId1" Type="http://schemas.openxmlformats.org/officeDocument/2006/relationships/tags" Target="../tags/tag36.xml"/></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image" Target="../media/image21.emf"/><Relationship Id="rId4" Type="http://schemas.openxmlformats.org/officeDocument/2006/relationships/oleObject" Target="../embeddings/oleObject1.bin"/></Relationships>
</file>

<file path=ppt/slideLayouts/_rels/slideLayout40.xml.rels><?xml version="1.0" encoding="UTF-8" standalone="yes"?>
<Relationships xmlns="http://schemas.openxmlformats.org/package/2006/relationships"><Relationship Id="rId3" Type="http://schemas.openxmlformats.org/officeDocument/2006/relationships/slideMaster" Target="../slideMasters/slideMaster5.xml"/><Relationship Id="rId7" Type="http://schemas.openxmlformats.org/officeDocument/2006/relationships/image" Target="../media/image23.sv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22.png"/><Relationship Id="rId5" Type="http://schemas.openxmlformats.org/officeDocument/2006/relationships/image" Target="../media/image21.emf"/><Relationship Id="rId4" Type="http://schemas.openxmlformats.org/officeDocument/2006/relationships/oleObject" Target="../embeddings/oleObject2.bin"/></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ingle-Image Cover">
    <p:spTree>
      <p:nvGrpSpPr>
        <p:cNvPr id="1" name=""/>
        <p:cNvGrpSpPr/>
        <p:nvPr/>
      </p:nvGrpSpPr>
      <p:grpSpPr>
        <a:xfrm>
          <a:off x="0" y="0"/>
          <a:ext cx="0" cy="0"/>
          <a:chOff x="0" y="0"/>
          <a:chExt cx="0" cy="0"/>
        </a:xfrm>
      </p:grpSpPr>
      <p:cxnSp>
        <p:nvCxnSpPr>
          <p:cNvPr id="6" name="Straight Connector 5"/>
          <p:cNvCxnSpPr/>
          <p:nvPr/>
        </p:nvCxnSpPr>
        <p:spPr>
          <a:xfrm>
            <a:off x="2852738" y="5959475"/>
            <a:ext cx="0" cy="49212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2851150" y="5959475"/>
            <a:ext cx="0" cy="492125"/>
          </a:xfrm>
          <a:prstGeom prst="line">
            <a:avLst/>
          </a:prstGeom>
          <a:ln w="9525" cmpd="sng">
            <a:solidFill>
              <a:schemeClr val="accent3"/>
            </a:solidFill>
          </a:ln>
          <a:effectLst/>
        </p:spPr>
        <p:style>
          <a:lnRef idx="2">
            <a:schemeClr val="accent1"/>
          </a:lnRef>
          <a:fillRef idx="0">
            <a:schemeClr val="accent1"/>
          </a:fillRef>
          <a:effectRef idx="1">
            <a:schemeClr val="accent1"/>
          </a:effectRef>
          <a:fontRef idx="minor">
            <a:schemeClr val="tx1"/>
          </a:fontRef>
        </p:style>
      </p:cxnSp>
      <p:sp>
        <p:nvSpPr>
          <p:cNvPr id="8" name="Text Placeholder 19"/>
          <p:cNvSpPr>
            <a:spLocks noGrp="1"/>
          </p:cNvSpPr>
          <p:nvPr>
            <p:ph type="body" sz="quarter" idx="13"/>
          </p:nvPr>
        </p:nvSpPr>
        <p:spPr>
          <a:xfrm>
            <a:off x="2864782" y="6222292"/>
            <a:ext cx="6617885" cy="254118"/>
          </a:xfrm>
          <a:prstGeom prst="rect">
            <a:avLst/>
          </a:prstGeom>
        </p:spPr>
        <p:txBody>
          <a:bodyPr vert="horz" anchor="ctr"/>
          <a:lstStyle>
            <a:lvl1pPr>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0" name="Text Placeholder 17"/>
          <p:cNvSpPr>
            <a:spLocks noGrp="1"/>
          </p:cNvSpPr>
          <p:nvPr>
            <p:ph type="body" sz="quarter" idx="12"/>
          </p:nvPr>
        </p:nvSpPr>
        <p:spPr>
          <a:xfrm>
            <a:off x="2864781" y="5960247"/>
            <a:ext cx="6617887" cy="249655"/>
          </a:xfrm>
          <a:prstGeom prst="rect">
            <a:avLst/>
          </a:prstGeom>
        </p:spPr>
        <p:txBody>
          <a:bodyPr vert="horz" anchor="ctr"/>
          <a:lstStyle>
            <a:lvl1pPr>
              <a:defRPr sz="2400" b="1" i="0" cap="all" baseline="0">
                <a:solidFill>
                  <a:schemeClr val="tx1"/>
                </a:solidFill>
                <a:latin typeface="Arial" pitchFamily="34" charset="0"/>
                <a:cs typeface="Arial" pitchFamily="34" charset="0"/>
              </a:defRPr>
            </a:lvl1pPr>
          </a:lstStyle>
          <a:p>
            <a:pPr lvl="0"/>
            <a:r>
              <a:rPr lang="en-US"/>
              <a:t>Click to edit Master text styles</a:t>
            </a:r>
          </a:p>
        </p:txBody>
      </p:sp>
      <p:sp>
        <p:nvSpPr>
          <p:cNvPr id="12" name="Content Placeholder 6"/>
          <p:cNvSpPr>
            <a:spLocks noGrp="1"/>
          </p:cNvSpPr>
          <p:nvPr>
            <p:ph sz="quarter" idx="10"/>
          </p:nvPr>
        </p:nvSpPr>
        <p:spPr>
          <a:xfrm>
            <a:off x="266700" y="5949950"/>
            <a:ext cx="2483273" cy="236792"/>
          </a:xfrm>
          <a:prstGeom prst="rect">
            <a:avLst/>
          </a:prstGeom>
        </p:spPr>
        <p:txBody>
          <a:bodyPr vert="horz" anchor="t"/>
          <a:lstStyle>
            <a:lvl1pPr algn="r">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3" name="Text Placeholder 8"/>
          <p:cNvSpPr>
            <a:spLocks noGrp="1"/>
          </p:cNvSpPr>
          <p:nvPr>
            <p:ph type="body" sz="quarter" idx="11"/>
          </p:nvPr>
        </p:nvSpPr>
        <p:spPr>
          <a:xfrm>
            <a:off x="266699" y="6199311"/>
            <a:ext cx="2483275" cy="248524"/>
          </a:xfrm>
          <a:prstGeom prst="rect">
            <a:avLst/>
          </a:prstGeom>
        </p:spPr>
        <p:txBody>
          <a:bodyPr vert="horz"/>
          <a:lstStyle>
            <a:lvl1pPr algn="r">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285315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1599D60A-9BBF-4307-A866-31648AA11793}" type="datetimeFigureOut">
              <a:rPr lang="en-US" smtClean="0"/>
              <a:t>3/24/2024</a:t>
            </a:fld>
            <a:endParaRPr lang="en-US"/>
          </a:p>
        </p:txBody>
      </p:sp>
      <p:sp>
        <p:nvSpPr>
          <p:cNvPr id="5" name="Footer Placeholder 4"/>
          <p:cNvSpPr>
            <a:spLocks noGrp="1"/>
          </p:cNvSpPr>
          <p:nvPr>
            <p:ph type="ftr" sz="quarter" idx="11"/>
            <p:custDataLst>
              <p:tags r:id="rId1"/>
            </p:custDataLst>
          </p:nvPr>
        </p:nvSpPr>
        <p:spPr>
          <a:xfrm>
            <a:off x="0" y="6356350"/>
            <a:ext cx="12192000" cy="365125"/>
          </a:xfrm>
          <a:prstGeom prst="rect">
            <a:avLst/>
          </a:prstGeo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643471AE-043A-4687-92E1-063725A8428B}" type="slidenum">
              <a:rPr lang="en-US" smtClean="0"/>
              <a:t>‹#›</a:t>
            </a:fld>
            <a:endParaRPr lang="en-US"/>
          </a:p>
        </p:txBody>
      </p:sp>
    </p:spTree>
    <p:extLst>
      <p:ext uri="{BB962C8B-B14F-4D97-AF65-F5344CB8AC3E}">
        <p14:creationId xmlns:p14="http://schemas.microsoft.com/office/powerpoint/2010/main" val="3053164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ulti-Image Cover">
    <p:spTree>
      <p:nvGrpSpPr>
        <p:cNvPr id="1" name=""/>
        <p:cNvGrpSpPr/>
        <p:nvPr/>
      </p:nvGrpSpPr>
      <p:grpSpPr>
        <a:xfrm>
          <a:off x="0" y="0"/>
          <a:ext cx="0" cy="0"/>
          <a:chOff x="0" y="0"/>
          <a:chExt cx="0" cy="0"/>
        </a:xfrm>
      </p:grpSpPr>
      <p:cxnSp>
        <p:nvCxnSpPr>
          <p:cNvPr id="6" name="Straight Connector 5"/>
          <p:cNvCxnSpPr/>
          <p:nvPr userDrawn="1"/>
        </p:nvCxnSpPr>
        <p:spPr>
          <a:xfrm>
            <a:off x="2851150" y="5959475"/>
            <a:ext cx="0" cy="492125"/>
          </a:xfrm>
          <a:prstGeom prst="line">
            <a:avLst/>
          </a:prstGeom>
          <a:ln w="9525" cmpd="sng">
            <a:solidFill>
              <a:schemeClr val="accent3"/>
            </a:solidFill>
          </a:ln>
          <a:effectLst/>
        </p:spPr>
        <p:style>
          <a:lnRef idx="2">
            <a:schemeClr val="accent1"/>
          </a:lnRef>
          <a:fillRef idx="0">
            <a:schemeClr val="accent1"/>
          </a:fillRef>
          <a:effectRef idx="1">
            <a:schemeClr val="accent1"/>
          </a:effectRef>
          <a:fontRef idx="minor">
            <a:schemeClr val="tx1"/>
          </a:fontRef>
        </p:style>
      </p:cxnSp>
      <p:sp>
        <p:nvSpPr>
          <p:cNvPr id="13" name="Text Placeholder 19"/>
          <p:cNvSpPr>
            <a:spLocks noGrp="1"/>
          </p:cNvSpPr>
          <p:nvPr>
            <p:ph type="body" sz="quarter" idx="13"/>
          </p:nvPr>
        </p:nvSpPr>
        <p:spPr>
          <a:xfrm>
            <a:off x="2864782" y="6222292"/>
            <a:ext cx="6617885" cy="254118"/>
          </a:xfrm>
          <a:prstGeom prst="rect">
            <a:avLst/>
          </a:prstGeom>
        </p:spPr>
        <p:txBody>
          <a:bodyPr vert="horz" anchor="ctr"/>
          <a:lstStyle>
            <a:lvl1pPr>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4" name="Text Placeholder 17"/>
          <p:cNvSpPr>
            <a:spLocks noGrp="1"/>
          </p:cNvSpPr>
          <p:nvPr>
            <p:ph type="body" sz="quarter" idx="12"/>
          </p:nvPr>
        </p:nvSpPr>
        <p:spPr>
          <a:xfrm>
            <a:off x="2864781" y="5960247"/>
            <a:ext cx="6617887" cy="249655"/>
          </a:xfrm>
          <a:prstGeom prst="rect">
            <a:avLst/>
          </a:prstGeom>
        </p:spPr>
        <p:txBody>
          <a:bodyPr vert="horz" anchor="ctr"/>
          <a:lstStyle>
            <a:lvl1pPr>
              <a:defRPr sz="2400" b="1" i="0" cap="all" baseline="0">
                <a:solidFill>
                  <a:schemeClr val="tx1"/>
                </a:solidFill>
                <a:latin typeface="Arial" pitchFamily="34" charset="0"/>
                <a:cs typeface="Arial" pitchFamily="34" charset="0"/>
              </a:defRPr>
            </a:lvl1pPr>
          </a:lstStyle>
          <a:p>
            <a:pPr lvl="0"/>
            <a:r>
              <a:rPr lang="en-US"/>
              <a:t>Click to edit Master text styles</a:t>
            </a:r>
          </a:p>
        </p:txBody>
      </p:sp>
      <p:sp>
        <p:nvSpPr>
          <p:cNvPr id="15" name="Content Placeholder 6"/>
          <p:cNvSpPr>
            <a:spLocks noGrp="1"/>
          </p:cNvSpPr>
          <p:nvPr>
            <p:ph sz="quarter" idx="10"/>
          </p:nvPr>
        </p:nvSpPr>
        <p:spPr>
          <a:xfrm>
            <a:off x="266700" y="5949950"/>
            <a:ext cx="2483273" cy="236792"/>
          </a:xfrm>
          <a:prstGeom prst="rect">
            <a:avLst/>
          </a:prstGeom>
        </p:spPr>
        <p:txBody>
          <a:bodyPr vert="horz" anchor="t"/>
          <a:lstStyle>
            <a:lvl1pPr algn="r">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6" name="Text Placeholder 8"/>
          <p:cNvSpPr>
            <a:spLocks noGrp="1"/>
          </p:cNvSpPr>
          <p:nvPr>
            <p:ph type="body" sz="quarter" idx="11"/>
          </p:nvPr>
        </p:nvSpPr>
        <p:spPr>
          <a:xfrm>
            <a:off x="266699" y="6199311"/>
            <a:ext cx="2483275" cy="248524"/>
          </a:xfrm>
          <a:prstGeom prst="rect">
            <a:avLst/>
          </a:prstGeom>
        </p:spPr>
        <p:txBody>
          <a:bodyPr vert="horz"/>
          <a:lstStyle>
            <a:lvl1pPr algn="r">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25297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mple Text">
    <p:spTree>
      <p:nvGrpSpPr>
        <p:cNvPr id="1" name=""/>
        <p:cNvGrpSpPr/>
        <p:nvPr/>
      </p:nvGrpSpPr>
      <p:grpSpPr>
        <a:xfrm>
          <a:off x="0" y="0"/>
          <a:ext cx="0" cy="0"/>
          <a:chOff x="0" y="0"/>
          <a:chExt cx="0" cy="0"/>
        </a:xfrm>
      </p:grpSpPr>
      <p:sp>
        <p:nvSpPr>
          <p:cNvPr id="6" name="Title 1"/>
          <p:cNvSpPr>
            <a:spLocks noGrp="1"/>
          </p:cNvSpPr>
          <p:nvPr>
            <p:ph type="title"/>
          </p:nvPr>
        </p:nvSpPr>
        <p:spPr>
          <a:xfrm>
            <a:off x="714568" y="357810"/>
            <a:ext cx="10507948" cy="498610"/>
          </a:xfrm>
        </p:spPr>
        <p:txBody>
          <a:bodyPr/>
          <a:lstStyle>
            <a:lvl1pPr>
              <a:defRPr baseline="0">
                <a:solidFill>
                  <a:schemeClr val="tx1"/>
                </a:solidFill>
              </a:defRPr>
            </a:lvl1pPr>
          </a:lstStyle>
          <a:p>
            <a:r>
              <a:rPr lang="en-US"/>
              <a:t>Click to edit Master title style</a:t>
            </a:r>
          </a:p>
        </p:txBody>
      </p:sp>
      <p:sp>
        <p:nvSpPr>
          <p:cNvPr id="5" name="Content Placeholder 4"/>
          <p:cNvSpPr>
            <a:spLocks noGrp="1"/>
          </p:cNvSpPr>
          <p:nvPr>
            <p:ph sz="quarter" idx="12"/>
          </p:nvPr>
        </p:nvSpPr>
        <p:spPr>
          <a:xfrm>
            <a:off x="714568" y="1005840"/>
            <a:ext cx="10507947" cy="5053316"/>
          </a:xfrm>
          <a:prstGeom prst="rect">
            <a:avLst/>
          </a:prstGeom>
        </p:spPr>
        <p:txBody>
          <a:bodyPr/>
          <a:lstStyle>
            <a:lvl1pPr>
              <a:buClr>
                <a:schemeClr val="accent1"/>
              </a:buClr>
              <a:defRPr/>
            </a:lvl1pPr>
            <a:lvl2pPr>
              <a:buClr>
                <a:schemeClr val="accent3"/>
              </a:buClr>
              <a:defRPr/>
            </a:lvl2pPr>
            <a:lvl3pPr>
              <a:buClr>
                <a:schemeClr val="accent3"/>
              </a:buClr>
              <a:defRPr/>
            </a:lvl3pPr>
            <a:lvl4pPr marL="1600200" indent="-228600">
              <a:buClr>
                <a:schemeClr val="accent3"/>
              </a:buClr>
              <a:buFont typeface="Arial" panose="020B0604020202020204" pitchFamily="34" charset="0"/>
              <a:buChar char="-"/>
              <a:defRPr sz="1400">
                <a:latin typeface="Arial" panose="020B0604020202020204" pitchFamily="34" charset="0"/>
                <a:cs typeface="Arial" panose="020B0604020202020204" pitchFamily="34" charset="0"/>
              </a:defRPr>
            </a:lvl4pPr>
            <a:lvl5pPr>
              <a:buClr>
                <a:schemeClr val="accent3"/>
              </a:buCl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p:cNvSpPr>
            <a:spLocks noGrp="1"/>
          </p:cNvSpPr>
          <p:nvPr>
            <p:ph type="sldNum" sz="quarter" idx="13"/>
          </p:nvPr>
        </p:nvSpPr>
        <p:spPr/>
        <p:txBody>
          <a:bodyPr/>
          <a:lstStyle>
            <a:lvl1pPr>
              <a:defRPr/>
            </a:lvl1pPr>
          </a:lstStyle>
          <a:p>
            <a:pPr>
              <a:defRPr/>
            </a:pPr>
            <a:fld id="{65C380C9-3062-4F1D-A521-BEC000498A55}" type="slidenum">
              <a:rPr lang="en-US"/>
              <a:pPr>
                <a:defRPr/>
              </a:pPr>
              <a:t>‹#›</a:t>
            </a:fld>
            <a:endParaRPr lang="en-US"/>
          </a:p>
        </p:txBody>
      </p:sp>
      <p:sp>
        <p:nvSpPr>
          <p:cNvPr id="2" name="Footer Placeholder 1"/>
          <p:cNvSpPr>
            <a:spLocks noGrp="1"/>
          </p:cNvSpPr>
          <p:nvPr>
            <p:ph type="ftr" sz="quarter" idx="14"/>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406101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cxnSp>
        <p:nvCxnSpPr>
          <p:cNvPr id="5" name="Straight Connector 4"/>
          <p:cNvCxnSpPr/>
          <p:nvPr userDrawn="1"/>
        </p:nvCxnSpPr>
        <p:spPr bwMode="auto">
          <a:xfrm>
            <a:off x="6008688" y="996950"/>
            <a:ext cx="0" cy="5122496"/>
          </a:xfrm>
          <a:prstGeom prst="line">
            <a:avLst/>
          </a:prstGeom>
          <a:noFill/>
          <a:ln w="9525" cap="flat" cmpd="sng" algn="ctr">
            <a:solidFill>
              <a:schemeClr val="accent3"/>
            </a:solidFill>
            <a:prstDash val="solid"/>
            <a:round/>
            <a:headEnd type="none" w="med" len="med"/>
            <a:tailEnd type="none" w="med" len="med"/>
          </a:ln>
          <a:effectLst/>
        </p:spPr>
      </p:cxnSp>
      <p:sp>
        <p:nvSpPr>
          <p:cNvPr id="13" name="Title 1"/>
          <p:cNvSpPr>
            <a:spLocks noGrp="1"/>
          </p:cNvSpPr>
          <p:nvPr>
            <p:ph type="title"/>
          </p:nvPr>
        </p:nvSpPr>
        <p:spPr>
          <a:xfrm>
            <a:off x="714567" y="357810"/>
            <a:ext cx="10499918" cy="498610"/>
          </a:xfrm>
        </p:spPr>
        <p:txBody>
          <a:bodyPr/>
          <a:lstStyle/>
          <a:p>
            <a:r>
              <a:rPr lang="en-US"/>
              <a:t>Click to edit Master title style</a:t>
            </a:r>
          </a:p>
        </p:txBody>
      </p:sp>
      <p:sp>
        <p:nvSpPr>
          <p:cNvPr id="7" name="Content Placeholder 4"/>
          <p:cNvSpPr>
            <a:spLocks noGrp="1"/>
          </p:cNvSpPr>
          <p:nvPr>
            <p:ph sz="quarter" idx="12"/>
          </p:nvPr>
        </p:nvSpPr>
        <p:spPr>
          <a:xfrm>
            <a:off x="714793" y="1005840"/>
            <a:ext cx="5160304" cy="5113606"/>
          </a:xfrm>
          <a:prstGeom prst="rect">
            <a:avLst/>
          </a:prstGeom>
        </p:spPr>
        <p:txBody>
          <a:bodyPr/>
          <a:lstStyle>
            <a:lvl1pPr>
              <a:buClr>
                <a:schemeClr val="tx2"/>
              </a:buCl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4"/>
          <p:cNvSpPr>
            <a:spLocks noGrp="1"/>
          </p:cNvSpPr>
          <p:nvPr>
            <p:ph sz="quarter" idx="15"/>
          </p:nvPr>
        </p:nvSpPr>
        <p:spPr>
          <a:xfrm>
            <a:off x="6150445" y="1005840"/>
            <a:ext cx="5064040" cy="5113606"/>
          </a:xfrm>
          <a:prstGeom prst="rect">
            <a:avLst/>
          </a:prstGeom>
        </p:spPr>
        <p:txBody>
          <a:bodyPr/>
          <a:lstStyle>
            <a:lvl1pPr>
              <a:defRPr>
                <a:latin typeface="+mn-lt"/>
              </a:defRPr>
            </a:lvl1pPr>
            <a:lvl2pPr>
              <a:defRPr>
                <a:latin typeface="+mn-lt"/>
              </a:defRPr>
            </a:lvl2pPr>
            <a:lvl3pP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6"/>
          </p:nvPr>
        </p:nvSpPr>
        <p:spPr/>
        <p:txBody>
          <a:bodyPr/>
          <a:lstStyle>
            <a:lvl1pPr>
              <a:defRPr/>
            </a:lvl1pPr>
          </a:lstStyle>
          <a:p>
            <a:pPr>
              <a:defRPr/>
            </a:pPr>
            <a:fld id="{F0121559-6FAE-4C9F-95D5-751370D9C50E}" type="slidenum">
              <a:rPr lang="en-US"/>
              <a:pPr>
                <a:defRPr/>
              </a:pPr>
              <a:t>‹#›</a:t>
            </a:fld>
            <a:endParaRPr lang="en-US"/>
          </a:p>
        </p:txBody>
      </p:sp>
      <p:sp>
        <p:nvSpPr>
          <p:cNvPr id="2" name="Footer Placeholder 1"/>
          <p:cNvSpPr>
            <a:spLocks noGrp="1"/>
          </p:cNvSpPr>
          <p:nvPr>
            <p:ph type="ftr" sz="quarter" idx="17"/>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737009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Up Layout">
    <p:spTree>
      <p:nvGrpSpPr>
        <p:cNvPr id="1" name=""/>
        <p:cNvGrpSpPr/>
        <p:nvPr/>
      </p:nvGrpSpPr>
      <p:grpSpPr>
        <a:xfrm>
          <a:off x="0" y="0"/>
          <a:ext cx="0" cy="0"/>
          <a:chOff x="0" y="0"/>
          <a:chExt cx="0" cy="0"/>
        </a:xfrm>
      </p:grpSpPr>
      <p:cxnSp>
        <p:nvCxnSpPr>
          <p:cNvPr id="7" name="Straight Connector 6"/>
          <p:cNvCxnSpPr/>
          <p:nvPr userDrawn="1"/>
        </p:nvCxnSpPr>
        <p:spPr bwMode="auto">
          <a:xfrm flipH="1">
            <a:off x="714375" y="3709988"/>
            <a:ext cx="10531475" cy="0"/>
          </a:xfrm>
          <a:prstGeom prst="line">
            <a:avLst/>
          </a:prstGeom>
          <a:noFill/>
          <a:ln w="9525" cap="flat" cmpd="sng" algn="ctr">
            <a:solidFill>
              <a:schemeClr val="accent3"/>
            </a:solidFill>
            <a:prstDash val="solid"/>
            <a:round/>
            <a:headEnd type="none" w="med" len="med"/>
            <a:tailEnd type="none" w="med" len="med"/>
          </a:ln>
          <a:effectLst/>
        </p:spPr>
      </p:cxnSp>
      <p:cxnSp>
        <p:nvCxnSpPr>
          <p:cNvPr id="8" name="Straight Connector 7"/>
          <p:cNvCxnSpPr/>
          <p:nvPr userDrawn="1"/>
        </p:nvCxnSpPr>
        <p:spPr bwMode="auto">
          <a:xfrm>
            <a:off x="6008688" y="996950"/>
            <a:ext cx="0" cy="5192836"/>
          </a:xfrm>
          <a:prstGeom prst="line">
            <a:avLst/>
          </a:prstGeom>
          <a:noFill/>
          <a:ln w="9525" cap="flat" cmpd="sng" algn="ctr">
            <a:solidFill>
              <a:schemeClr val="accent3"/>
            </a:solidFill>
            <a:prstDash val="solid"/>
            <a:round/>
            <a:headEnd type="none" w="med" len="med"/>
            <a:tailEnd type="none" w="med" len="med"/>
          </a:ln>
          <a:effectLst/>
        </p:spPr>
      </p:cxnSp>
      <p:sp>
        <p:nvSpPr>
          <p:cNvPr id="9" name="TextBox 11"/>
          <p:cNvSpPr txBox="1">
            <a:spLocks noChangeArrowheads="1"/>
          </p:cNvSpPr>
          <p:nvPr userDrawn="1"/>
        </p:nvSpPr>
        <p:spPr bwMode="auto">
          <a:xfrm>
            <a:off x="1666875" y="6804025"/>
            <a:ext cx="185738"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ltLang="en-US"/>
          </a:p>
        </p:txBody>
      </p:sp>
      <p:sp>
        <p:nvSpPr>
          <p:cNvPr id="20" name="Title 1"/>
          <p:cNvSpPr>
            <a:spLocks noGrp="1"/>
          </p:cNvSpPr>
          <p:nvPr>
            <p:ph type="title"/>
          </p:nvPr>
        </p:nvSpPr>
        <p:spPr>
          <a:xfrm>
            <a:off x="714240" y="364798"/>
            <a:ext cx="10531033" cy="512064"/>
          </a:xfrm>
        </p:spPr>
        <p:txBody>
          <a:bodyPr/>
          <a:lstStyle/>
          <a:p>
            <a:r>
              <a:rPr lang="en-US"/>
              <a:t>Click to edit Master title style</a:t>
            </a:r>
          </a:p>
        </p:txBody>
      </p:sp>
      <p:sp>
        <p:nvSpPr>
          <p:cNvPr id="10" name="Content Placeholder 4"/>
          <p:cNvSpPr>
            <a:spLocks noGrp="1"/>
          </p:cNvSpPr>
          <p:nvPr>
            <p:ph sz="quarter" idx="12"/>
          </p:nvPr>
        </p:nvSpPr>
        <p:spPr>
          <a:xfrm>
            <a:off x="714240" y="1005841"/>
            <a:ext cx="5172338" cy="262442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4"/>
          <p:cNvSpPr>
            <a:spLocks noGrp="1"/>
          </p:cNvSpPr>
          <p:nvPr>
            <p:ph sz="quarter" idx="15"/>
          </p:nvPr>
        </p:nvSpPr>
        <p:spPr>
          <a:xfrm>
            <a:off x="6134782" y="1005841"/>
            <a:ext cx="5110491" cy="262442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4"/>
          <p:cNvSpPr>
            <a:spLocks noGrp="1"/>
          </p:cNvSpPr>
          <p:nvPr>
            <p:ph sz="quarter" idx="22"/>
          </p:nvPr>
        </p:nvSpPr>
        <p:spPr>
          <a:xfrm>
            <a:off x="714240" y="3796577"/>
            <a:ext cx="5172338" cy="239320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4"/>
          <p:cNvSpPr>
            <a:spLocks noGrp="1"/>
          </p:cNvSpPr>
          <p:nvPr>
            <p:ph sz="quarter" idx="23"/>
          </p:nvPr>
        </p:nvSpPr>
        <p:spPr>
          <a:xfrm>
            <a:off x="6134782" y="3796578"/>
            <a:ext cx="5110491" cy="2393208"/>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5"/>
          <p:cNvSpPr>
            <a:spLocks noGrp="1"/>
          </p:cNvSpPr>
          <p:nvPr>
            <p:ph type="sldNum" sz="quarter" idx="24"/>
          </p:nvPr>
        </p:nvSpPr>
        <p:spPr/>
        <p:txBody>
          <a:bodyPr/>
          <a:lstStyle>
            <a:lvl1pPr algn="l">
              <a:defRPr sz="1100" b="1" i="0">
                <a:solidFill>
                  <a:schemeClr val="bg1"/>
                </a:solidFill>
                <a:latin typeface="+mn-lt"/>
                <a:cs typeface="HelveticaNeue MediumCond"/>
              </a:defRPr>
            </a:lvl1pPr>
          </a:lstStyle>
          <a:p>
            <a:pPr>
              <a:defRPr/>
            </a:pPr>
            <a:fld id="{7A6399F0-1CB9-4AF2-8492-04A4C562147A}" type="slidenum">
              <a:rPr lang="en-US"/>
              <a:pPr>
                <a:defRPr/>
              </a:pPr>
              <a:t>‹#›</a:t>
            </a:fld>
            <a:endParaRPr lang="en-US"/>
          </a:p>
        </p:txBody>
      </p:sp>
      <p:sp>
        <p:nvSpPr>
          <p:cNvPr id="2" name="Footer Placeholder 1"/>
          <p:cNvSpPr>
            <a:spLocks noGrp="1"/>
          </p:cNvSpPr>
          <p:nvPr>
            <p:ph type="ftr" sz="quarter" idx="25"/>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220250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pen Layout">
    <p:spTree>
      <p:nvGrpSpPr>
        <p:cNvPr id="1" name=""/>
        <p:cNvGrpSpPr/>
        <p:nvPr/>
      </p:nvGrpSpPr>
      <p:grpSpPr>
        <a:xfrm>
          <a:off x="0" y="0"/>
          <a:ext cx="0" cy="0"/>
          <a:chOff x="0" y="0"/>
          <a:chExt cx="0" cy="0"/>
        </a:xfrm>
      </p:grpSpPr>
      <p:sp>
        <p:nvSpPr>
          <p:cNvPr id="2" name="Title 1"/>
          <p:cNvSpPr>
            <a:spLocks noGrp="1"/>
          </p:cNvSpPr>
          <p:nvPr>
            <p:ph type="title"/>
          </p:nvPr>
        </p:nvSpPr>
        <p:spPr>
          <a:xfrm>
            <a:off x="714240" y="357189"/>
            <a:ext cx="10523336" cy="498475"/>
          </a:xfrm>
        </p:spPr>
        <p:txBody>
          <a:bodyPr/>
          <a:lstStyle/>
          <a:p>
            <a:r>
              <a:rPr lang="en-US"/>
              <a:t>Click to edit Master title style</a:t>
            </a:r>
          </a:p>
        </p:txBody>
      </p:sp>
      <p:sp>
        <p:nvSpPr>
          <p:cNvPr id="3" name="Slide Number Placeholder 5"/>
          <p:cNvSpPr>
            <a:spLocks noGrp="1"/>
          </p:cNvSpPr>
          <p:nvPr>
            <p:ph type="sldNum" sz="quarter" idx="10"/>
          </p:nvPr>
        </p:nvSpPr>
        <p:spPr/>
        <p:txBody>
          <a:bodyPr/>
          <a:lstStyle>
            <a:lvl1pPr>
              <a:defRPr/>
            </a:lvl1pPr>
          </a:lstStyle>
          <a:p>
            <a:pPr>
              <a:defRPr/>
            </a:pPr>
            <a:fld id="{521D1E3F-96BE-4EC6-B772-60D92C1E53EA}" type="slidenum">
              <a:rPr lang="en-US"/>
              <a:pPr>
                <a:defRPr/>
              </a:pPr>
              <a:t>‹#›</a:t>
            </a:fld>
            <a:endParaRPr lang="en-US"/>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2896915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2" name="Title 1"/>
          <p:cNvSpPr>
            <a:spLocks noGrp="1"/>
          </p:cNvSpPr>
          <p:nvPr>
            <p:ph type="title"/>
          </p:nvPr>
        </p:nvSpPr>
        <p:spPr>
          <a:xfrm>
            <a:off x="0" y="2119726"/>
            <a:ext cx="12192000" cy="498475"/>
          </a:xfrm>
        </p:spPr>
        <p:txBody>
          <a:bodyPr/>
          <a:lstStyle>
            <a:lvl1pPr algn="ctr">
              <a:defRPr/>
            </a:lvl1pPr>
          </a:lstStyle>
          <a:p>
            <a:r>
              <a:rPr lang="en-US"/>
              <a:t>Click to edit Master title style</a:t>
            </a:r>
          </a:p>
        </p:txBody>
      </p:sp>
      <p:sp>
        <p:nvSpPr>
          <p:cNvPr id="3" name="Slide Number Placeholder 5"/>
          <p:cNvSpPr>
            <a:spLocks noGrp="1"/>
          </p:cNvSpPr>
          <p:nvPr>
            <p:ph type="sldNum" sz="quarter" idx="10"/>
          </p:nvPr>
        </p:nvSpPr>
        <p:spPr/>
        <p:txBody>
          <a:bodyPr/>
          <a:lstStyle>
            <a:lvl1pPr>
              <a:defRPr/>
            </a:lvl1pPr>
          </a:lstStyle>
          <a:p>
            <a:pPr>
              <a:defRPr/>
            </a:pPr>
            <a:fld id="{E7709538-BB9A-4E8C-A50F-1F4EB6EDDBD2}" type="slidenum">
              <a:rPr lang="en-US"/>
              <a:pPr>
                <a:defRPr/>
              </a:pPr>
              <a:t>‹#›</a:t>
            </a:fld>
            <a:endParaRPr lang="en-US"/>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346627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mple Text with Takeaway">
    <p:spTree>
      <p:nvGrpSpPr>
        <p:cNvPr id="1" name=""/>
        <p:cNvGrpSpPr/>
        <p:nvPr/>
      </p:nvGrpSpPr>
      <p:grpSpPr>
        <a:xfrm>
          <a:off x="0" y="0"/>
          <a:ext cx="0" cy="0"/>
          <a:chOff x="0" y="0"/>
          <a:chExt cx="0" cy="0"/>
        </a:xfrm>
      </p:grpSpPr>
      <p:sp>
        <p:nvSpPr>
          <p:cNvPr id="16" name="Title 1"/>
          <p:cNvSpPr>
            <a:spLocks noGrp="1"/>
          </p:cNvSpPr>
          <p:nvPr>
            <p:ph type="title"/>
          </p:nvPr>
        </p:nvSpPr>
        <p:spPr>
          <a:xfrm>
            <a:off x="709621" y="364015"/>
            <a:ext cx="10491779" cy="511862"/>
          </a:xfrm>
        </p:spPr>
        <p:txBody>
          <a:bodyPr/>
          <a:lstStyle/>
          <a:p>
            <a:r>
              <a:rPr lang="en-US"/>
              <a:t>Click to edit Master title style</a:t>
            </a:r>
          </a:p>
        </p:txBody>
      </p:sp>
      <p:sp>
        <p:nvSpPr>
          <p:cNvPr id="14" name="Text Placeholder 9"/>
          <p:cNvSpPr>
            <a:spLocks noGrp="1"/>
          </p:cNvSpPr>
          <p:nvPr>
            <p:ph type="body" sz="quarter" idx="15"/>
          </p:nvPr>
        </p:nvSpPr>
        <p:spPr>
          <a:xfrm>
            <a:off x="315384" y="640080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9" name="Content Placeholder 4"/>
          <p:cNvSpPr>
            <a:spLocks noGrp="1"/>
          </p:cNvSpPr>
          <p:nvPr>
            <p:ph sz="quarter" idx="12"/>
          </p:nvPr>
        </p:nvSpPr>
        <p:spPr>
          <a:xfrm>
            <a:off x="709621" y="1005463"/>
            <a:ext cx="10491779" cy="5075237"/>
          </a:xfrm>
          <a:prstGeom prst="rect">
            <a:avLst/>
          </a:prstGeom>
        </p:spPr>
        <p:txBody>
          <a:bodyPr/>
          <a:lstStyle>
            <a:lvl2pPr>
              <a:buClr>
                <a:schemeClr val="accent3"/>
              </a:buClr>
              <a:defRPr/>
            </a:lvl2pPr>
            <a:lvl3pPr>
              <a:buClr>
                <a:schemeClr val="accent3"/>
              </a:buClr>
              <a:defRPr/>
            </a:lvl3pPr>
            <a:lvl4pPr marL="1600200" indent="-228600">
              <a:buClr>
                <a:schemeClr val="accent3"/>
              </a:buClr>
              <a:buFont typeface="Arial" panose="020B0604020202020204" pitchFamily="34" charset="0"/>
              <a:buChar char="-"/>
              <a:defRPr sz="1400">
                <a:latin typeface="Arial" panose="020B0604020202020204" pitchFamily="34" charset="0"/>
                <a:cs typeface="Arial" panose="020B0604020202020204" pitchFamily="34" charset="0"/>
              </a:defRPr>
            </a:lvl4pPr>
            <a:lvl5pPr>
              <a:buClr>
                <a:schemeClr val="accent3"/>
              </a:buCl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p:cNvSpPr>
            <a:spLocks noGrp="1"/>
          </p:cNvSpPr>
          <p:nvPr>
            <p:ph type="sldNum" sz="quarter" idx="16"/>
          </p:nvPr>
        </p:nvSpPr>
        <p:spPr/>
        <p:txBody>
          <a:bodyPr/>
          <a:lstStyle>
            <a:lvl1pPr algn="l">
              <a:defRPr sz="1000" b="1" i="0">
                <a:solidFill>
                  <a:schemeClr val="bg1"/>
                </a:solidFill>
                <a:latin typeface="+mn-lt"/>
                <a:cs typeface="HelveticaNeue MediumCond"/>
              </a:defRPr>
            </a:lvl1pPr>
          </a:lstStyle>
          <a:p>
            <a:pPr>
              <a:defRPr/>
            </a:pPr>
            <a:fld id="{EDB926B2-095E-4571-A4EA-B3D2263F082D}" type="slidenum">
              <a:rPr lang="en-US"/>
              <a:pPr>
                <a:defRPr/>
              </a:pPr>
              <a:t>‹#›</a:t>
            </a:fld>
            <a:endParaRPr lang="en-US"/>
          </a:p>
        </p:txBody>
      </p:sp>
      <p:sp>
        <p:nvSpPr>
          <p:cNvPr id="3" name="Footer Placeholder 2"/>
          <p:cNvSpPr>
            <a:spLocks noGrp="1"/>
          </p:cNvSpPr>
          <p:nvPr>
            <p:ph type="ftr" sz="quarter" idx="17"/>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18339997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with Takeaway">
    <p:spTree>
      <p:nvGrpSpPr>
        <p:cNvPr id="1" name=""/>
        <p:cNvGrpSpPr/>
        <p:nvPr/>
      </p:nvGrpSpPr>
      <p:grpSpPr>
        <a:xfrm>
          <a:off x="0" y="0"/>
          <a:ext cx="0" cy="0"/>
          <a:chOff x="0" y="0"/>
          <a:chExt cx="0" cy="0"/>
        </a:xfrm>
      </p:grpSpPr>
      <p:cxnSp>
        <p:nvCxnSpPr>
          <p:cNvPr id="8" name="Straight Connector 7"/>
          <p:cNvCxnSpPr/>
          <p:nvPr userDrawn="1"/>
        </p:nvCxnSpPr>
        <p:spPr bwMode="auto">
          <a:xfrm>
            <a:off x="6008688" y="996950"/>
            <a:ext cx="0" cy="5056188"/>
          </a:xfrm>
          <a:prstGeom prst="line">
            <a:avLst/>
          </a:prstGeom>
          <a:noFill/>
          <a:ln w="9525" cap="flat" cmpd="sng" algn="ctr">
            <a:solidFill>
              <a:schemeClr val="accent3"/>
            </a:solidFill>
            <a:prstDash val="solid"/>
            <a:round/>
            <a:headEnd type="none" w="med" len="med"/>
            <a:tailEnd type="none" w="med" len="med"/>
          </a:ln>
          <a:effectLst/>
        </p:spPr>
      </p:cxnSp>
      <p:sp>
        <p:nvSpPr>
          <p:cNvPr id="11" name="Content Placeholder 4"/>
          <p:cNvSpPr>
            <a:spLocks noGrp="1"/>
          </p:cNvSpPr>
          <p:nvPr>
            <p:ph sz="quarter" idx="12"/>
          </p:nvPr>
        </p:nvSpPr>
        <p:spPr>
          <a:xfrm>
            <a:off x="714108" y="1005840"/>
            <a:ext cx="5172300" cy="5047934"/>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4"/>
          <p:cNvSpPr>
            <a:spLocks noGrp="1"/>
          </p:cNvSpPr>
          <p:nvPr>
            <p:ph sz="quarter" idx="16"/>
          </p:nvPr>
        </p:nvSpPr>
        <p:spPr>
          <a:xfrm>
            <a:off x="6143515" y="1005840"/>
            <a:ext cx="5050940" cy="5047934"/>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9" name="Slide Number Placeholder 2"/>
          <p:cNvSpPr>
            <a:spLocks noGrp="1"/>
          </p:cNvSpPr>
          <p:nvPr>
            <p:ph type="sldNum" sz="quarter" idx="17"/>
          </p:nvPr>
        </p:nvSpPr>
        <p:spPr/>
        <p:txBody>
          <a:bodyPr/>
          <a:lstStyle>
            <a:lvl1pPr>
              <a:defRPr/>
            </a:lvl1pPr>
          </a:lstStyle>
          <a:p>
            <a:pPr>
              <a:defRPr/>
            </a:pPr>
            <a:fld id="{E55B2C39-C6CC-42D0-AE05-9F96B4FF368A}" type="slidenum">
              <a:rPr lang="en-US"/>
              <a:pPr>
                <a:defRPr/>
              </a:pPr>
              <a:t>‹#›</a:t>
            </a:fld>
            <a:endParaRPr lang="en-US"/>
          </a:p>
        </p:txBody>
      </p:sp>
      <p:sp>
        <p:nvSpPr>
          <p:cNvPr id="4" name="Title 3"/>
          <p:cNvSpPr>
            <a:spLocks noGrp="1"/>
          </p:cNvSpPr>
          <p:nvPr>
            <p:ph type="title"/>
          </p:nvPr>
        </p:nvSpPr>
        <p:spPr/>
        <p:txBody>
          <a:bodyPr/>
          <a:lstStyle/>
          <a:p>
            <a:r>
              <a:rPr lang="en-US"/>
              <a:t>Click to edit Master title style</a:t>
            </a:r>
          </a:p>
        </p:txBody>
      </p:sp>
      <p:sp>
        <p:nvSpPr>
          <p:cNvPr id="2" name="Footer Placeholder 1"/>
          <p:cNvSpPr>
            <a:spLocks noGrp="1"/>
          </p:cNvSpPr>
          <p:nvPr>
            <p:ph type="ftr" sz="quarter" idx="18"/>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1810980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Up Layout With Takeaway">
    <p:spTree>
      <p:nvGrpSpPr>
        <p:cNvPr id="1" name=""/>
        <p:cNvGrpSpPr/>
        <p:nvPr/>
      </p:nvGrpSpPr>
      <p:grpSpPr>
        <a:xfrm>
          <a:off x="0" y="0"/>
          <a:ext cx="0" cy="0"/>
          <a:chOff x="0" y="0"/>
          <a:chExt cx="0" cy="0"/>
        </a:xfrm>
      </p:grpSpPr>
      <p:cxnSp>
        <p:nvCxnSpPr>
          <p:cNvPr id="10" name="Straight Connector 9"/>
          <p:cNvCxnSpPr/>
          <p:nvPr userDrawn="1"/>
        </p:nvCxnSpPr>
        <p:spPr bwMode="auto">
          <a:xfrm flipH="1">
            <a:off x="714375" y="3709988"/>
            <a:ext cx="10531475" cy="0"/>
          </a:xfrm>
          <a:prstGeom prst="line">
            <a:avLst/>
          </a:prstGeom>
          <a:noFill/>
          <a:ln w="9525" cap="flat" cmpd="sng" algn="ctr">
            <a:solidFill>
              <a:schemeClr val="accent3"/>
            </a:solidFill>
            <a:prstDash val="solid"/>
            <a:round/>
            <a:headEnd type="none" w="med" len="med"/>
            <a:tailEnd type="none" w="med" len="med"/>
          </a:ln>
          <a:effectLst/>
        </p:spPr>
      </p:cxnSp>
      <p:cxnSp>
        <p:nvCxnSpPr>
          <p:cNvPr id="11" name="Straight Connector 10"/>
          <p:cNvCxnSpPr/>
          <p:nvPr userDrawn="1"/>
        </p:nvCxnSpPr>
        <p:spPr bwMode="auto">
          <a:xfrm>
            <a:off x="6008688" y="996950"/>
            <a:ext cx="0" cy="5184775"/>
          </a:xfrm>
          <a:prstGeom prst="line">
            <a:avLst/>
          </a:prstGeom>
          <a:noFill/>
          <a:ln w="9525" cap="flat" cmpd="sng" algn="ctr">
            <a:solidFill>
              <a:schemeClr val="accent3"/>
            </a:solidFill>
            <a:prstDash val="solid"/>
            <a:round/>
            <a:headEnd type="none" w="med" len="med"/>
            <a:tailEnd type="none" w="med" len="med"/>
          </a:ln>
          <a:effectLst/>
        </p:spPr>
      </p:cxnSp>
      <p:sp>
        <p:nvSpPr>
          <p:cNvPr id="16" name="Title 1"/>
          <p:cNvSpPr>
            <a:spLocks noGrp="1"/>
          </p:cNvSpPr>
          <p:nvPr>
            <p:ph type="title"/>
          </p:nvPr>
        </p:nvSpPr>
        <p:spPr>
          <a:xfrm>
            <a:off x="714108" y="364859"/>
            <a:ext cx="10472508" cy="485358"/>
          </a:xfrm>
        </p:spPr>
        <p:txBody>
          <a:bodyPr/>
          <a:lstStyle/>
          <a:p>
            <a:r>
              <a:rPr lang="en-US"/>
              <a:t>Click to edit Master title style</a:t>
            </a:r>
          </a:p>
        </p:txBody>
      </p:sp>
      <p:sp>
        <p:nvSpPr>
          <p:cNvPr id="25" name="Content Placeholder 4"/>
          <p:cNvSpPr>
            <a:spLocks noGrp="1"/>
          </p:cNvSpPr>
          <p:nvPr>
            <p:ph sz="quarter" idx="23"/>
          </p:nvPr>
        </p:nvSpPr>
        <p:spPr>
          <a:xfrm>
            <a:off x="714108" y="3796577"/>
            <a:ext cx="5165333" cy="238514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4"/>
          <p:cNvSpPr>
            <a:spLocks noGrp="1"/>
          </p:cNvSpPr>
          <p:nvPr>
            <p:ph sz="quarter" idx="24"/>
          </p:nvPr>
        </p:nvSpPr>
        <p:spPr>
          <a:xfrm>
            <a:off x="6123482" y="3796577"/>
            <a:ext cx="5063134" cy="238514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4"/>
          <p:cNvSpPr>
            <a:spLocks noGrp="1"/>
          </p:cNvSpPr>
          <p:nvPr>
            <p:ph sz="quarter" idx="12"/>
          </p:nvPr>
        </p:nvSpPr>
        <p:spPr>
          <a:xfrm>
            <a:off x="714108" y="1005841"/>
            <a:ext cx="5165333" cy="262442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Content Placeholder 4"/>
          <p:cNvSpPr>
            <a:spLocks noGrp="1"/>
          </p:cNvSpPr>
          <p:nvPr>
            <p:ph sz="quarter" idx="25"/>
          </p:nvPr>
        </p:nvSpPr>
        <p:spPr>
          <a:xfrm>
            <a:off x="6123482" y="1005841"/>
            <a:ext cx="5063134" cy="2624429"/>
          </a:xfrm>
          <a:prstGeom prst="rect">
            <a:avLst/>
          </a:prstGeom>
        </p:spPr>
        <p:txBody>
          <a:bodyPr/>
          <a:lstStyle>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12" name="Slide Number Placeholder 5"/>
          <p:cNvSpPr>
            <a:spLocks noGrp="1"/>
          </p:cNvSpPr>
          <p:nvPr>
            <p:ph type="sldNum" sz="quarter" idx="26"/>
          </p:nvPr>
        </p:nvSpPr>
        <p:spPr/>
        <p:txBody>
          <a:bodyPr/>
          <a:lstStyle>
            <a:lvl1pPr algn="l">
              <a:defRPr sz="1100" b="1" i="0">
                <a:solidFill>
                  <a:schemeClr val="bg1"/>
                </a:solidFill>
                <a:latin typeface="+mn-lt"/>
                <a:cs typeface="HelveticaNeue MediumCond"/>
              </a:defRPr>
            </a:lvl1pPr>
          </a:lstStyle>
          <a:p>
            <a:pPr>
              <a:defRPr/>
            </a:pPr>
            <a:fld id="{5A60E25D-90C3-4421-A5B5-3BFD0CA09E3E}" type="slidenum">
              <a:rPr lang="en-US"/>
              <a:pPr>
                <a:defRPr/>
              </a:pPr>
              <a:t>‹#›</a:t>
            </a:fld>
            <a:endParaRPr lang="en-US"/>
          </a:p>
        </p:txBody>
      </p:sp>
      <p:sp>
        <p:nvSpPr>
          <p:cNvPr id="3" name="Footer Placeholder 2"/>
          <p:cNvSpPr>
            <a:spLocks noGrp="1"/>
          </p:cNvSpPr>
          <p:nvPr>
            <p:ph type="ftr" sz="quarter" idx="27"/>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6714715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pen Layout W/ Takeaway">
    <p:spTree>
      <p:nvGrpSpPr>
        <p:cNvPr id="1" name=""/>
        <p:cNvGrpSpPr/>
        <p:nvPr/>
      </p:nvGrpSpPr>
      <p:grpSpPr>
        <a:xfrm>
          <a:off x="0" y="0"/>
          <a:ext cx="0" cy="0"/>
          <a:chOff x="0" y="0"/>
          <a:chExt cx="0" cy="0"/>
        </a:xfrm>
      </p:grpSpPr>
      <p:sp>
        <p:nvSpPr>
          <p:cNvPr id="2" name="Title 1"/>
          <p:cNvSpPr>
            <a:spLocks noGrp="1"/>
          </p:cNvSpPr>
          <p:nvPr>
            <p:ph type="title"/>
          </p:nvPr>
        </p:nvSpPr>
        <p:spPr>
          <a:xfrm>
            <a:off x="714240" y="357189"/>
            <a:ext cx="10455164" cy="498475"/>
          </a:xfrm>
        </p:spPr>
        <p:txBody>
          <a:bodyPr/>
          <a:lstStyle/>
          <a:p>
            <a:r>
              <a:rPr lang="en-US"/>
              <a:t>Click to edit Master title style</a:t>
            </a:r>
          </a:p>
        </p:txBody>
      </p:sp>
      <p:sp>
        <p:nvSpPr>
          <p:cNvPr id="12"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6" name="Slide Number Placeholder 2"/>
          <p:cNvSpPr>
            <a:spLocks noGrp="1"/>
          </p:cNvSpPr>
          <p:nvPr>
            <p:ph type="sldNum" sz="quarter" idx="16"/>
          </p:nvPr>
        </p:nvSpPr>
        <p:spPr/>
        <p:txBody>
          <a:bodyPr/>
          <a:lstStyle>
            <a:lvl1pPr>
              <a:defRPr sz="1100"/>
            </a:lvl1pPr>
          </a:lstStyle>
          <a:p>
            <a:pPr>
              <a:defRPr/>
            </a:pPr>
            <a:fld id="{528D6B90-B26E-4C9F-854B-7A7111C42F8C}" type="slidenum">
              <a:rPr lang="en-US"/>
              <a:pPr>
                <a:defRPr/>
              </a:pPr>
              <a:t>‹#›</a:t>
            </a:fld>
            <a:endParaRPr lang="en-US"/>
          </a:p>
        </p:txBody>
      </p:sp>
      <p:sp>
        <p:nvSpPr>
          <p:cNvPr id="7" name="Footer Placeholder 6"/>
          <p:cNvSpPr>
            <a:spLocks noGrp="1"/>
          </p:cNvSpPr>
          <p:nvPr>
            <p:ph type="ftr" sz="quarter" idx="17"/>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3275962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 Image Behind">
    <p:bg>
      <p:bgPr>
        <a:solidFill>
          <a:schemeClr val="bg1">
            <a:lumMod val="85000"/>
          </a:schemeClr>
        </a:solidFill>
        <a:effectLst/>
      </p:bgPr>
    </p:bg>
    <p:spTree>
      <p:nvGrpSpPr>
        <p:cNvPr id="1" name=""/>
        <p:cNvGrpSpPr/>
        <p:nvPr/>
      </p:nvGrpSpPr>
      <p:grpSpPr>
        <a:xfrm>
          <a:off x="0" y="0"/>
          <a:ext cx="0" cy="0"/>
          <a:chOff x="0" y="0"/>
          <a:chExt cx="0" cy="0"/>
        </a:xfrm>
      </p:grpSpPr>
      <p:sp>
        <p:nvSpPr>
          <p:cNvPr id="26" name="Picture Placeholder 25"/>
          <p:cNvSpPr>
            <a:spLocks noGrp="1"/>
          </p:cNvSpPr>
          <p:nvPr>
            <p:ph type="pic" sz="quarter" idx="17"/>
          </p:nvPr>
        </p:nvSpPr>
        <p:spPr>
          <a:xfrm>
            <a:off x="0" y="4288536"/>
            <a:ext cx="12192000" cy="2569464"/>
          </a:xfrm>
          <a:prstGeom prst="rect">
            <a:avLst/>
          </a:prstGeom>
          <a:blipFill>
            <a:blip r:embed="rId2" cstate="email">
              <a:extLst>
                <a:ext uri="{28A0092B-C50C-407E-A947-70E740481C1C}">
                  <a14:useLocalDpi xmlns:a14="http://schemas.microsoft.com/office/drawing/2010/main"/>
                </a:ext>
              </a:extLst>
            </a:blip>
            <a:stretch>
              <a:fillRect/>
            </a:stretch>
          </a:blipFill>
        </p:spPr>
        <p:txBody>
          <a:bodyPr/>
          <a:lstStyle>
            <a:lvl1pPr>
              <a:defRPr sz="200"/>
            </a:lvl1pPr>
          </a:lstStyle>
          <a:p>
            <a:r>
              <a:rPr lang="en-US"/>
              <a:t>Click icon to add picture</a:t>
            </a:r>
          </a:p>
        </p:txBody>
      </p:sp>
      <p:sp>
        <p:nvSpPr>
          <p:cNvPr id="5" name="Text Placeholder 19"/>
          <p:cNvSpPr>
            <a:spLocks noGrp="1"/>
          </p:cNvSpPr>
          <p:nvPr>
            <p:ph type="body" sz="quarter" idx="13"/>
          </p:nvPr>
        </p:nvSpPr>
        <p:spPr>
          <a:xfrm>
            <a:off x="2864782" y="6222292"/>
            <a:ext cx="6617885" cy="254118"/>
          </a:xfrm>
          <a:prstGeom prst="rect">
            <a:avLst/>
          </a:prstGeom>
        </p:spPr>
        <p:txBody>
          <a:bodyPr vert="horz" anchor="ctr"/>
          <a:lstStyle>
            <a:lvl1pPr marL="0" indent="0">
              <a:buNone/>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7" name="Content Placeholder 6"/>
          <p:cNvSpPr>
            <a:spLocks noGrp="1"/>
          </p:cNvSpPr>
          <p:nvPr>
            <p:ph sz="quarter" idx="10"/>
          </p:nvPr>
        </p:nvSpPr>
        <p:spPr>
          <a:xfrm>
            <a:off x="266700" y="5949950"/>
            <a:ext cx="2483273" cy="236792"/>
          </a:xfrm>
          <a:prstGeom prst="rect">
            <a:avLst/>
          </a:prstGeom>
        </p:spPr>
        <p:txBody>
          <a:bodyPr vert="horz" anchor="t"/>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8" name="Text Placeholder 8"/>
          <p:cNvSpPr>
            <a:spLocks noGrp="1"/>
          </p:cNvSpPr>
          <p:nvPr>
            <p:ph type="body" sz="quarter" idx="11"/>
          </p:nvPr>
        </p:nvSpPr>
        <p:spPr>
          <a:xfrm>
            <a:off x="266699" y="6199311"/>
            <a:ext cx="2483275" cy="248524"/>
          </a:xfrm>
          <a:prstGeom prst="rect">
            <a:avLst/>
          </a:prstGeom>
        </p:spPr>
        <p:txBody>
          <a:bodyPr vert="horz"/>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3" name="Picture Placeholder 9"/>
          <p:cNvSpPr>
            <a:spLocks noGrp="1"/>
          </p:cNvSpPr>
          <p:nvPr>
            <p:ph type="pic" sz="quarter" idx="14"/>
          </p:nvPr>
        </p:nvSpPr>
        <p:spPr>
          <a:xfrm>
            <a:off x="9668256" y="6099048"/>
            <a:ext cx="1901952" cy="356616"/>
          </a:xfrm>
          <a:prstGeom prst="rect">
            <a:avLst/>
          </a:prstGeom>
          <a:blipFill>
            <a:blip r:embed="rId3" cstate="email">
              <a:extLst>
                <a:ext uri="{28A0092B-C50C-407E-A947-70E740481C1C}">
                  <a14:useLocalDpi xmlns:a14="http://schemas.microsoft.com/office/drawing/2010/main"/>
                </a:ext>
              </a:extLst>
            </a:blip>
            <a:stretch>
              <a:fillRect/>
            </a:stretch>
          </a:blipFill>
        </p:spPr>
        <p:txBody>
          <a:bodyPr/>
          <a:lstStyle>
            <a:lvl1pPr marL="0" indent="0">
              <a:buNone/>
              <a:defRPr sz="200"/>
            </a:lvl1pPr>
          </a:lstStyle>
          <a:p>
            <a:r>
              <a:rPr lang="en-US"/>
              <a:t>Click icon to add picture</a:t>
            </a:r>
          </a:p>
        </p:txBody>
      </p:sp>
      <p:sp>
        <p:nvSpPr>
          <p:cNvPr id="11" name="Text Placeholder 17"/>
          <p:cNvSpPr>
            <a:spLocks noGrp="1"/>
          </p:cNvSpPr>
          <p:nvPr>
            <p:ph type="body" sz="quarter" idx="12"/>
          </p:nvPr>
        </p:nvSpPr>
        <p:spPr>
          <a:xfrm>
            <a:off x="2864781" y="5960247"/>
            <a:ext cx="6617887" cy="249655"/>
          </a:xfrm>
          <a:prstGeom prst="rect">
            <a:avLst/>
          </a:prstGeom>
        </p:spPr>
        <p:txBody>
          <a:bodyPr vert="horz" anchor="ctr"/>
          <a:lstStyle>
            <a:lvl1pPr marL="0" indent="0">
              <a:buNone/>
              <a:defRPr sz="2400" b="1" i="0" cap="all" baseline="0">
                <a:solidFill>
                  <a:schemeClr val="tx1"/>
                </a:solidFill>
                <a:latin typeface="Arial" pitchFamily="34" charset="0"/>
                <a:cs typeface="Arial" pitchFamily="34" charset="0"/>
              </a:defRPr>
            </a:lvl1pPr>
          </a:lstStyle>
          <a:p>
            <a:pPr lvl="0"/>
            <a:r>
              <a:rPr lang="en-US"/>
              <a:t>Click to edit Master text styles</a:t>
            </a:r>
          </a:p>
        </p:txBody>
      </p:sp>
      <p:sp>
        <p:nvSpPr>
          <p:cNvPr id="23" name="Picture Placeholder 9"/>
          <p:cNvSpPr>
            <a:spLocks noGrp="1"/>
          </p:cNvSpPr>
          <p:nvPr>
            <p:ph type="pic" sz="quarter" idx="16"/>
          </p:nvPr>
        </p:nvSpPr>
        <p:spPr>
          <a:xfrm>
            <a:off x="2852928" y="5961888"/>
            <a:ext cx="12192" cy="502920"/>
          </a:xfrm>
          <a:prstGeom prst="rect">
            <a:avLst/>
          </a:prstGeom>
          <a:blipFill>
            <a:blip r:embed="rId4" cstate="screen">
              <a:extLst>
                <a:ext uri="{28A0092B-C50C-407E-A947-70E740481C1C}">
                  <a14:useLocalDpi xmlns:a14="http://schemas.microsoft.com/office/drawing/2010/main"/>
                </a:ext>
              </a:extLst>
            </a:blip>
            <a:stretch>
              <a:fillRect/>
            </a:stretch>
          </a:blipFill>
        </p:spPr>
        <p:txBody>
          <a:bodyPr/>
          <a:lstStyle>
            <a:lvl1pPr marL="0" indent="0">
              <a:buNone/>
              <a:defRPr sz="200" baseline="0">
                <a:solidFill>
                  <a:schemeClr val="bg1">
                    <a:lumMod val="75000"/>
                  </a:schemeClr>
                </a:solidFill>
              </a:defRPr>
            </a:lvl1pPr>
          </a:lstStyle>
          <a:p>
            <a:r>
              <a:rPr lang="en-US"/>
              <a:t>Click icon to add picture</a:t>
            </a:r>
          </a:p>
        </p:txBody>
      </p:sp>
    </p:spTree>
    <p:extLst>
      <p:ext uri="{BB962C8B-B14F-4D97-AF65-F5344CB8AC3E}">
        <p14:creationId xmlns:p14="http://schemas.microsoft.com/office/powerpoint/2010/main" val="40577228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 Image Shape">
    <p:bg>
      <p:bgPr>
        <a:solidFill>
          <a:schemeClr val="bg1"/>
        </a:solidFill>
        <a:effectLst/>
      </p:bgPr>
    </p:bg>
    <p:spTree>
      <p:nvGrpSpPr>
        <p:cNvPr id="1" name=""/>
        <p:cNvGrpSpPr/>
        <p:nvPr/>
      </p:nvGrpSpPr>
      <p:grpSpPr>
        <a:xfrm>
          <a:off x="0" y="0"/>
          <a:ext cx="0" cy="0"/>
          <a:chOff x="0" y="0"/>
          <a:chExt cx="0" cy="0"/>
        </a:xfrm>
      </p:grpSpPr>
      <p:sp>
        <p:nvSpPr>
          <p:cNvPr id="5" name="Text Placeholder 19"/>
          <p:cNvSpPr>
            <a:spLocks noGrp="1"/>
          </p:cNvSpPr>
          <p:nvPr>
            <p:ph type="body" sz="quarter" idx="13"/>
          </p:nvPr>
        </p:nvSpPr>
        <p:spPr>
          <a:xfrm>
            <a:off x="2882451" y="6222292"/>
            <a:ext cx="6617885" cy="254118"/>
          </a:xfrm>
          <a:prstGeom prst="rect">
            <a:avLst/>
          </a:prstGeom>
        </p:spPr>
        <p:txBody>
          <a:bodyPr vert="horz" anchor="ctr"/>
          <a:lstStyle>
            <a:lvl1pPr marL="0" indent="0">
              <a:buNone/>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7" name="Content Placeholder 6"/>
          <p:cNvSpPr>
            <a:spLocks noGrp="1"/>
          </p:cNvSpPr>
          <p:nvPr>
            <p:ph sz="quarter" idx="10"/>
          </p:nvPr>
        </p:nvSpPr>
        <p:spPr>
          <a:xfrm>
            <a:off x="266700" y="5949950"/>
            <a:ext cx="2483273" cy="236792"/>
          </a:xfrm>
          <a:prstGeom prst="rect">
            <a:avLst/>
          </a:prstGeom>
        </p:spPr>
        <p:txBody>
          <a:bodyPr vert="horz" anchor="t"/>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8" name="Text Placeholder 8"/>
          <p:cNvSpPr>
            <a:spLocks noGrp="1"/>
          </p:cNvSpPr>
          <p:nvPr>
            <p:ph type="body" sz="quarter" idx="11"/>
          </p:nvPr>
        </p:nvSpPr>
        <p:spPr>
          <a:xfrm>
            <a:off x="266699" y="6199311"/>
            <a:ext cx="2483275" cy="248524"/>
          </a:xfrm>
          <a:prstGeom prst="rect">
            <a:avLst/>
          </a:prstGeom>
        </p:spPr>
        <p:txBody>
          <a:bodyPr vert="horz"/>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3" name="Text Placeholder 17"/>
          <p:cNvSpPr>
            <a:spLocks noGrp="1"/>
          </p:cNvSpPr>
          <p:nvPr>
            <p:ph type="body" sz="quarter" idx="12"/>
          </p:nvPr>
        </p:nvSpPr>
        <p:spPr>
          <a:xfrm>
            <a:off x="2864781" y="5960247"/>
            <a:ext cx="6617887" cy="249655"/>
          </a:xfrm>
          <a:prstGeom prst="rect">
            <a:avLst/>
          </a:prstGeom>
        </p:spPr>
        <p:txBody>
          <a:bodyPr vert="horz" anchor="ctr"/>
          <a:lstStyle>
            <a:lvl1pPr marL="0" indent="0">
              <a:buNone/>
              <a:defRPr sz="2400" b="1" i="0" cap="all" baseline="0">
                <a:solidFill>
                  <a:schemeClr val="tx1"/>
                </a:solidFill>
                <a:latin typeface="Arial" pitchFamily="34" charset="0"/>
                <a:cs typeface="Arial" pitchFamily="34" charset="0"/>
              </a:defRPr>
            </a:lvl1pPr>
          </a:lstStyle>
          <a:p>
            <a:pPr lvl="0"/>
            <a:r>
              <a:rPr lang="en-US"/>
              <a:t>Click to edit Master text styles</a:t>
            </a:r>
          </a:p>
        </p:txBody>
      </p:sp>
      <p:cxnSp>
        <p:nvCxnSpPr>
          <p:cNvPr id="19" name="Straight Connector 18"/>
          <p:cNvCxnSpPr/>
          <p:nvPr userDrawn="1"/>
        </p:nvCxnSpPr>
        <p:spPr>
          <a:xfrm>
            <a:off x="2851856" y="5959477"/>
            <a:ext cx="0" cy="49212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3" name="Picture Placeholder 2"/>
          <p:cNvSpPr>
            <a:spLocks noGrp="1"/>
          </p:cNvSpPr>
          <p:nvPr>
            <p:ph type="pic" sz="quarter" idx="14"/>
          </p:nvPr>
        </p:nvSpPr>
        <p:spPr>
          <a:xfrm>
            <a:off x="-141" y="1"/>
            <a:ext cx="12192141" cy="5676983"/>
          </a:xfrm>
          <a:custGeom>
            <a:avLst/>
            <a:gdLst>
              <a:gd name="connsiteX0" fmla="*/ 0 w 9144000"/>
              <a:gd name="connsiteY0" fmla="*/ 0 h 5676900"/>
              <a:gd name="connsiteX1" fmla="*/ 9144000 w 9144000"/>
              <a:gd name="connsiteY1" fmla="*/ 0 h 5676900"/>
              <a:gd name="connsiteX2" fmla="*/ 9144000 w 9144000"/>
              <a:gd name="connsiteY2" fmla="*/ 5676900 h 5676900"/>
              <a:gd name="connsiteX3" fmla="*/ 0 w 9144000"/>
              <a:gd name="connsiteY3" fmla="*/ 5676900 h 5676900"/>
              <a:gd name="connsiteX4" fmla="*/ 0 w 9144000"/>
              <a:gd name="connsiteY4" fmla="*/ 0 h 5676900"/>
              <a:gd name="connsiteX0" fmla="*/ 0 w 9144000"/>
              <a:gd name="connsiteY0" fmla="*/ 0 h 5676900"/>
              <a:gd name="connsiteX1" fmla="*/ 9144000 w 9144000"/>
              <a:gd name="connsiteY1" fmla="*/ 0 h 5676900"/>
              <a:gd name="connsiteX2" fmla="*/ 9144000 w 9144000"/>
              <a:gd name="connsiteY2" fmla="*/ 5676900 h 5676900"/>
              <a:gd name="connsiteX3" fmla="*/ 323850 w 9144000"/>
              <a:gd name="connsiteY3" fmla="*/ 5657850 h 5676900"/>
              <a:gd name="connsiteX4" fmla="*/ 0 w 9144000"/>
              <a:gd name="connsiteY4" fmla="*/ 5676900 h 5676900"/>
              <a:gd name="connsiteX5" fmla="*/ 0 w 9144000"/>
              <a:gd name="connsiteY5" fmla="*/ 0 h 5676900"/>
              <a:gd name="connsiteX0" fmla="*/ 0 w 9144000"/>
              <a:gd name="connsiteY0" fmla="*/ 0 h 5679365"/>
              <a:gd name="connsiteX1" fmla="*/ 9144000 w 9144000"/>
              <a:gd name="connsiteY1" fmla="*/ 0 h 5679365"/>
              <a:gd name="connsiteX2" fmla="*/ 9144000 w 9144000"/>
              <a:gd name="connsiteY2" fmla="*/ 5676900 h 5679365"/>
              <a:gd name="connsiteX3" fmla="*/ 797186 w 9144000"/>
              <a:gd name="connsiteY3" fmla="*/ 5679365 h 5679365"/>
              <a:gd name="connsiteX4" fmla="*/ 0 w 9144000"/>
              <a:gd name="connsiteY4" fmla="*/ 5676900 h 5679365"/>
              <a:gd name="connsiteX5" fmla="*/ 0 w 9144000"/>
              <a:gd name="connsiteY5" fmla="*/ 0 h 5679365"/>
              <a:gd name="connsiteX0" fmla="*/ 123341 w 9267341"/>
              <a:gd name="connsiteY0" fmla="*/ 0 h 6098233"/>
              <a:gd name="connsiteX1" fmla="*/ 9267341 w 9267341"/>
              <a:gd name="connsiteY1" fmla="*/ 0 h 6098233"/>
              <a:gd name="connsiteX2" fmla="*/ 9267341 w 9267341"/>
              <a:gd name="connsiteY2" fmla="*/ 5676900 h 6098233"/>
              <a:gd name="connsiteX3" fmla="*/ 920527 w 9267341"/>
              <a:gd name="connsiteY3" fmla="*/ 5679365 h 6098233"/>
              <a:gd name="connsiteX4" fmla="*/ 123341 w 9267341"/>
              <a:gd name="connsiteY4" fmla="*/ 5676900 h 6098233"/>
              <a:gd name="connsiteX5" fmla="*/ 123341 w 9267341"/>
              <a:gd name="connsiteY5" fmla="*/ 0 h 6098233"/>
              <a:gd name="connsiteX0" fmla="*/ 0 w 9144000"/>
              <a:gd name="connsiteY0" fmla="*/ 0 h 6097615"/>
              <a:gd name="connsiteX1" fmla="*/ 9144000 w 9144000"/>
              <a:gd name="connsiteY1" fmla="*/ 0 h 6097615"/>
              <a:gd name="connsiteX2" fmla="*/ 9144000 w 9144000"/>
              <a:gd name="connsiteY2" fmla="*/ 5676900 h 6097615"/>
              <a:gd name="connsiteX3" fmla="*/ 1375830 w 9144000"/>
              <a:gd name="connsiteY3" fmla="*/ 5676983 h 6097615"/>
              <a:gd name="connsiteX4" fmla="*/ 0 w 9144000"/>
              <a:gd name="connsiteY4" fmla="*/ 5676900 h 6097615"/>
              <a:gd name="connsiteX5" fmla="*/ 0 w 9144000"/>
              <a:gd name="connsiteY5" fmla="*/ 0 h 6097615"/>
              <a:gd name="connsiteX0" fmla="*/ 2381 w 9146381"/>
              <a:gd name="connsiteY0" fmla="*/ 0 h 5676983"/>
              <a:gd name="connsiteX1" fmla="*/ 9146381 w 9146381"/>
              <a:gd name="connsiteY1" fmla="*/ 0 h 5676983"/>
              <a:gd name="connsiteX2" fmla="*/ 9146381 w 9146381"/>
              <a:gd name="connsiteY2" fmla="*/ 5676900 h 5676983"/>
              <a:gd name="connsiteX3" fmla="*/ 1378211 w 9146381"/>
              <a:gd name="connsiteY3" fmla="*/ 5676983 h 5676983"/>
              <a:gd name="connsiteX4" fmla="*/ 0 w 9146381"/>
              <a:gd name="connsiteY4" fmla="*/ 4464844 h 5676983"/>
              <a:gd name="connsiteX5" fmla="*/ 2381 w 9146381"/>
              <a:gd name="connsiteY5" fmla="*/ 0 h 5676983"/>
              <a:gd name="connsiteX0" fmla="*/ 106 w 9144106"/>
              <a:gd name="connsiteY0" fmla="*/ 0 h 5676983"/>
              <a:gd name="connsiteX1" fmla="*/ 9144106 w 9144106"/>
              <a:gd name="connsiteY1" fmla="*/ 0 h 5676983"/>
              <a:gd name="connsiteX2" fmla="*/ 9144106 w 9144106"/>
              <a:gd name="connsiteY2" fmla="*/ 5676900 h 5676983"/>
              <a:gd name="connsiteX3" fmla="*/ 1375936 w 9144106"/>
              <a:gd name="connsiteY3" fmla="*/ 5676983 h 5676983"/>
              <a:gd name="connsiteX4" fmla="*/ 2487 w 9144106"/>
              <a:gd name="connsiteY4" fmla="*/ 4305300 h 5676983"/>
              <a:gd name="connsiteX5" fmla="*/ 106 w 9144106"/>
              <a:gd name="connsiteY5" fmla="*/ 0 h 5676983"/>
              <a:gd name="connsiteX0" fmla="*/ 106 w 9144106"/>
              <a:gd name="connsiteY0" fmla="*/ 0 h 5676983"/>
              <a:gd name="connsiteX1" fmla="*/ 9144106 w 9144106"/>
              <a:gd name="connsiteY1" fmla="*/ 0 h 5676983"/>
              <a:gd name="connsiteX2" fmla="*/ 9144106 w 9144106"/>
              <a:gd name="connsiteY2" fmla="*/ 5676900 h 5676983"/>
              <a:gd name="connsiteX3" fmla="*/ 1375936 w 9144106"/>
              <a:gd name="connsiteY3" fmla="*/ 5676983 h 5676983"/>
              <a:gd name="connsiteX4" fmla="*/ 2487 w 9144106"/>
              <a:gd name="connsiteY4" fmla="*/ 4305300 h 5676983"/>
              <a:gd name="connsiteX5" fmla="*/ 106 w 9144106"/>
              <a:gd name="connsiteY5" fmla="*/ 0 h 5676983"/>
              <a:gd name="connsiteX0" fmla="*/ 106 w 9144106"/>
              <a:gd name="connsiteY0" fmla="*/ 0 h 5676983"/>
              <a:gd name="connsiteX1" fmla="*/ 9144106 w 9144106"/>
              <a:gd name="connsiteY1" fmla="*/ 0 h 5676983"/>
              <a:gd name="connsiteX2" fmla="*/ 9144106 w 9144106"/>
              <a:gd name="connsiteY2" fmla="*/ 5676900 h 5676983"/>
              <a:gd name="connsiteX3" fmla="*/ 1375936 w 9144106"/>
              <a:gd name="connsiteY3" fmla="*/ 5676983 h 5676983"/>
              <a:gd name="connsiteX4" fmla="*/ 2487 w 9144106"/>
              <a:gd name="connsiteY4" fmla="*/ 4305300 h 5676983"/>
              <a:gd name="connsiteX5" fmla="*/ 106 w 9144106"/>
              <a:gd name="connsiteY5" fmla="*/ 0 h 5676983"/>
              <a:gd name="connsiteX0" fmla="*/ 106 w 9144106"/>
              <a:gd name="connsiteY0" fmla="*/ 0 h 5676983"/>
              <a:gd name="connsiteX1" fmla="*/ 9144106 w 9144106"/>
              <a:gd name="connsiteY1" fmla="*/ 0 h 5676983"/>
              <a:gd name="connsiteX2" fmla="*/ 9144106 w 9144106"/>
              <a:gd name="connsiteY2" fmla="*/ 5676900 h 5676983"/>
              <a:gd name="connsiteX3" fmla="*/ 1375936 w 9144106"/>
              <a:gd name="connsiteY3" fmla="*/ 5676983 h 5676983"/>
              <a:gd name="connsiteX4" fmla="*/ 2487 w 9144106"/>
              <a:gd name="connsiteY4" fmla="*/ 4305300 h 5676983"/>
              <a:gd name="connsiteX5" fmla="*/ 106 w 9144106"/>
              <a:gd name="connsiteY5" fmla="*/ 0 h 5676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106" h="5676983">
                <a:moveTo>
                  <a:pt x="106" y="0"/>
                </a:moveTo>
                <a:lnTo>
                  <a:pt x="9144106" y="0"/>
                </a:lnTo>
                <a:lnTo>
                  <a:pt x="9144106" y="5676900"/>
                </a:lnTo>
                <a:lnTo>
                  <a:pt x="1375936" y="5676983"/>
                </a:lnTo>
                <a:cubicBezTo>
                  <a:pt x="628224" y="5674601"/>
                  <a:pt x="2001" y="5016118"/>
                  <a:pt x="2487" y="4305300"/>
                </a:cubicBezTo>
                <a:cubicBezTo>
                  <a:pt x="3281" y="2817019"/>
                  <a:pt x="-688" y="1488281"/>
                  <a:pt x="106" y="0"/>
                </a:cubicBezTo>
                <a:close/>
              </a:path>
            </a:pathLst>
          </a:custGeom>
          <a:solidFill>
            <a:schemeClr val="bg1">
              <a:lumMod val="85000"/>
            </a:schemeClr>
          </a:solidFill>
        </p:spPr>
        <p:txBody>
          <a:bodyPr/>
          <a:lstStyle>
            <a:lvl1pPr>
              <a:defRPr sz="200"/>
            </a:lvl1pPr>
          </a:lstStyle>
          <a:p>
            <a:r>
              <a:rPr lang="en-US"/>
              <a:t>Click icon to add picture</a:t>
            </a:r>
          </a:p>
        </p:txBody>
      </p:sp>
      <p:pic>
        <p:nvPicPr>
          <p:cNvPr id="9" name="Picture 8" descr="\\localhost\Volumes\DMS-Server\Clients\Honeywell PPT \Honeywell - Freestanding Logos\Honeywell - Freestanding Logo RGB.png"/>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9668934" y="6097589"/>
            <a:ext cx="1896092" cy="3537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89997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 Multi Image Shapes">
    <p:spTree>
      <p:nvGrpSpPr>
        <p:cNvPr id="1" name=""/>
        <p:cNvGrpSpPr/>
        <p:nvPr/>
      </p:nvGrpSpPr>
      <p:grpSpPr>
        <a:xfrm>
          <a:off x="0" y="0"/>
          <a:ext cx="0" cy="0"/>
          <a:chOff x="0" y="0"/>
          <a:chExt cx="0" cy="0"/>
        </a:xfrm>
      </p:grpSpPr>
      <p:sp>
        <p:nvSpPr>
          <p:cNvPr id="5" name="Text Placeholder 19"/>
          <p:cNvSpPr>
            <a:spLocks noGrp="1"/>
          </p:cNvSpPr>
          <p:nvPr>
            <p:ph type="body" sz="quarter" idx="13"/>
          </p:nvPr>
        </p:nvSpPr>
        <p:spPr>
          <a:xfrm>
            <a:off x="2882451" y="6222292"/>
            <a:ext cx="6617885" cy="254118"/>
          </a:xfrm>
          <a:prstGeom prst="rect">
            <a:avLst/>
          </a:prstGeom>
        </p:spPr>
        <p:txBody>
          <a:bodyPr vert="horz" anchor="ctr"/>
          <a:lstStyle>
            <a:lvl1pPr marL="0" indent="0">
              <a:buNone/>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7" name="Content Placeholder 6"/>
          <p:cNvSpPr>
            <a:spLocks noGrp="1"/>
          </p:cNvSpPr>
          <p:nvPr>
            <p:ph sz="quarter" idx="10"/>
          </p:nvPr>
        </p:nvSpPr>
        <p:spPr>
          <a:xfrm>
            <a:off x="266700" y="5949950"/>
            <a:ext cx="2483273" cy="236792"/>
          </a:xfrm>
          <a:prstGeom prst="rect">
            <a:avLst/>
          </a:prstGeom>
        </p:spPr>
        <p:txBody>
          <a:bodyPr vert="horz" anchor="t"/>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8" name="Text Placeholder 8"/>
          <p:cNvSpPr>
            <a:spLocks noGrp="1"/>
          </p:cNvSpPr>
          <p:nvPr>
            <p:ph type="body" sz="quarter" idx="11"/>
          </p:nvPr>
        </p:nvSpPr>
        <p:spPr>
          <a:xfrm>
            <a:off x="266699" y="6199311"/>
            <a:ext cx="2483275" cy="248524"/>
          </a:xfrm>
          <a:prstGeom prst="rect">
            <a:avLst/>
          </a:prstGeom>
        </p:spPr>
        <p:txBody>
          <a:bodyPr vert="horz"/>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3" name="Text Placeholder 17"/>
          <p:cNvSpPr>
            <a:spLocks noGrp="1"/>
          </p:cNvSpPr>
          <p:nvPr>
            <p:ph type="body" sz="quarter" idx="12"/>
          </p:nvPr>
        </p:nvSpPr>
        <p:spPr>
          <a:xfrm>
            <a:off x="2864781" y="5960247"/>
            <a:ext cx="6617887" cy="249655"/>
          </a:xfrm>
          <a:prstGeom prst="rect">
            <a:avLst/>
          </a:prstGeom>
        </p:spPr>
        <p:txBody>
          <a:bodyPr vert="horz" anchor="ctr"/>
          <a:lstStyle>
            <a:lvl1pPr marL="0" indent="0">
              <a:buNone/>
              <a:defRPr sz="2400" b="1" i="0" cap="all" baseline="0">
                <a:solidFill>
                  <a:schemeClr val="tx1"/>
                </a:solidFill>
                <a:latin typeface="Arial" pitchFamily="34" charset="0"/>
                <a:cs typeface="Arial" pitchFamily="34" charset="0"/>
              </a:defRPr>
            </a:lvl1pPr>
          </a:lstStyle>
          <a:p>
            <a:pPr lvl="0"/>
            <a:r>
              <a:rPr lang="en-US"/>
              <a:t>Click to edit Master text styles</a:t>
            </a:r>
          </a:p>
        </p:txBody>
      </p:sp>
      <p:cxnSp>
        <p:nvCxnSpPr>
          <p:cNvPr id="19" name="Straight Connector 18"/>
          <p:cNvCxnSpPr/>
          <p:nvPr userDrawn="1"/>
        </p:nvCxnSpPr>
        <p:spPr>
          <a:xfrm>
            <a:off x="2851856" y="5959477"/>
            <a:ext cx="0" cy="49212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3" name="Picture Placeholder 2"/>
          <p:cNvSpPr>
            <a:spLocks noGrp="1"/>
          </p:cNvSpPr>
          <p:nvPr>
            <p:ph type="pic" sz="quarter" idx="14"/>
          </p:nvPr>
        </p:nvSpPr>
        <p:spPr>
          <a:xfrm>
            <a:off x="0" y="-7940"/>
            <a:ext cx="4631880" cy="5648301"/>
          </a:xfrm>
          <a:custGeom>
            <a:avLst/>
            <a:gdLst>
              <a:gd name="connsiteX0" fmla="*/ 0 w 3473451"/>
              <a:gd name="connsiteY0" fmla="*/ 0 h 5632423"/>
              <a:gd name="connsiteX1" fmla="*/ 3473451 w 3473451"/>
              <a:gd name="connsiteY1" fmla="*/ 0 h 5632423"/>
              <a:gd name="connsiteX2" fmla="*/ 3473451 w 3473451"/>
              <a:gd name="connsiteY2" fmla="*/ 5632423 h 5632423"/>
              <a:gd name="connsiteX3" fmla="*/ 0 w 3473451"/>
              <a:gd name="connsiteY3" fmla="*/ 5632423 h 5632423"/>
              <a:gd name="connsiteX4" fmla="*/ 0 w 3473451"/>
              <a:gd name="connsiteY4" fmla="*/ 0 h 5632423"/>
              <a:gd name="connsiteX0" fmla="*/ 0 w 3473451"/>
              <a:gd name="connsiteY0" fmla="*/ 0 h 5632423"/>
              <a:gd name="connsiteX1" fmla="*/ 3473451 w 3473451"/>
              <a:gd name="connsiteY1" fmla="*/ 0 h 5632423"/>
              <a:gd name="connsiteX2" fmla="*/ 3473451 w 3473451"/>
              <a:gd name="connsiteY2" fmla="*/ 5632423 h 5632423"/>
              <a:gd name="connsiteX3" fmla="*/ 635001 w 3473451"/>
              <a:gd name="connsiteY3" fmla="*/ 5626100 h 5632423"/>
              <a:gd name="connsiteX4" fmla="*/ 0 w 3473451"/>
              <a:gd name="connsiteY4" fmla="*/ 5632423 h 5632423"/>
              <a:gd name="connsiteX5" fmla="*/ 0 w 3473451"/>
              <a:gd name="connsiteY5" fmla="*/ 0 h 5632423"/>
              <a:gd name="connsiteX0" fmla="*/ 0 w 3473451"/>
              <a:gd name="connsiteY0" fmla="*/ 0 h 6047537"/>
              <a:gd name="connsiteX1" fmla="*/ 3473451 w 3473451"/>
              <a:gd name="connsiteY1" fmla="*/ 0 h 6047537"/>
              <a:gd name="connsiteX2" fmla="*/ 3473451 w 3473451"/>
              <a:gd name="connsiteY2" fmla="*/ 5632423 h 6047537"/>
              <a:gd name="connsiteX3" fmla="*/ 635001 w 3473451"/>
              <a:gd name="connsiteY3" fmla="*/ 5626100 h 6047537"/>
              <a:gd name="connsiteX4" fmla="*/ 0 w 3473451"/>
              <a:gd name="connsiteY4" fmla="*/ 5632423 h 6047537"/>
              <a:gd name="connsiteX5" fmla="*/ 0 w 3473451"/>
              <a:gd name="connsiteY5" fmla="*/ 0 h 6047537"/>
              <a:gd name="connsiteX0" fmla="*/ 0 w 3473451"/>
              <a:gd name="connsiteY0" fmla="*/ 0 h 6047537"/>
              <a:gd name="connsiteX1" fmla="*/ 3473451 w 3473451"/>
              <a:gd name="connsiteY1" fmla="*/ 0 h 6047537"/>
              <a:gd name="connsiteX2" fmla="*/ 3473451 w 3473451"/>
              <a:gd name="connsiteY2" fmla="*/ 5632423 h 6047537"/>
              <a:gd name="connsiteX3" fmla="*/ 1277938 w 3473451"/>
              <a:gd name="connsiteY3" fmla="*/ 5626100 h 6047537"/>
              <a:gd name="connsiteX4" fmla="*/ 0 w 3473451"/>
              <a:gd name="connsiteY4" fmla="*/ 5632423 h 6047537"/>
              <a:gd name="connsiteX5" fmla="*/ 0 w 3473451"/>
              <a:gd name="connsiteY5" fmla="*/ 0 h 6047537"/>
              <a:gd name="connsiteX0" fmla="*/ 0 w 3473451"/>
              <a:gd name="connsiteY0" fmla="*/ 0 h 5632423"/>
              <a:gd name="connsiteX1" fmla="*/ 3473451 w 3473451"/>
              <a:gd name="connsiteY1" fmla="*/ 0 h 5632423"/>
              <a:gd name="connsiteX2" fmla="*/ 3473451 w 3473451"/>
              <a:gd name="connsiteY2" fmla="*/ 5632423 h 5632423"/>
              <a:gd name="connsiteX3" fmla="*/ 1277938 w 3473451"/>
              <a:gd name="connsiteY3" fmla="*/ 5626100 h 5632423"/>
              <a:gd name="connsiteX4" fmla="*/ 0 w 3473451"/>
              <a:gd name="connsiteY4" fmla="*/ 5632423 h 5632423"/>
              <a:gd name="connsiteX5" fmla="*/ 0 w 3473451"/>
              <a:gd name="connsiteY5" fmla="*/ 0 h 5632423"/>
              <a:gd name="connsiteX0" fmla="*/ 1 w 3473452"/>
              <a:gd name="connsiteY0" fmla="*/ 0 h 5632423"/>
              <a:gd name="connsiteX1" fmla="*/ 3473452 w 3473452"/>
              <a:gd name="connsiteY1" fmla="*/ 0 h 5632423"/>
              <a:gd name="connsiteX2" fmla="*/ 3473452 w 3473452"/>
              <a:gd name="connsiteY2" fmla="*/ 5632423 h 5632423"/>
              <a:gd name="connsiteX3" fmla="*/ 1277939 w 3473452"/>
              <a:gd name="connsiteY3" fmla="*/ 5626100 h 5632423"/>
              <a:gd name="connsiteX4" fmla="*/ 1 w 3473452"/>
              <a:gd name="connsiteY4" fmla="*/ 5632423 h 5632423"/>
              <a:gd name="connsiteX5" fmla="*/ 1 w 3473452"/>
              <a:gd name="connsiteY5" fmla="*/ 0 h 5632423"/>
              <a:gd name="connsiteX0" fmla="*/ 1 w 3473452"/>
              <a:gd name="connsiteY0" fmla="*/ 0 h 5632423"/>
              <a:gd name="connsiteX1" fmla="*/ 3473452 w 3473452"/>
              <a:gd name="connsiteY1" fmla="*/ 0 h 5632423"/>
              <a:gd name="connsiteX2" fmla="*/ 3473452 w 3473452"/>
              <a:gd name="connsiteY2" fmla="*/ 5632423 h 5632423"/>
              <a:gd name="connsiteX3" fmla="*/ 1277939 w 3473452"/>
              <a:gd name="connsiteY3" fmla="*/ 5626100 h 5632423"/>
              <a:gd name="connsiteX4" fmla="*/ 1 w 3473452"/>
              <a:gd name="connsiteY4" fmla="*/ 5632423 h 5632423"/>
              <a:gd name="connsiteX5" fmla="*/ 1 w 3473452"/>
              <a:gd name="connsiteY5" fmla="*/ 0 h 5632423"/>
              <a:gd name="connsiteX0" fmla="*/ 4764 w 3478215"/>
              <a:gd name="connsiteY0" fmla="*/ 0 h 5632423"/>
              <a:gd name="connsiteX1" fmla="*/ 3478215 w 3478215"/>
              <a:gd name="connsiteY1" fmla="*/ 0 h 5632423"/>
              <a:gd name="connsiteX2" fmla="*/ 3478215 w 3478215"/>
              <a:gd name="connsiteY2" fmla="*/ 5632423 h 5632423"/>
              <a:gd name="connsiteX3" fmla="*/ 1282702 w 3478215"/>
              <a:gd name="connsiteY3" fmla="*/ 5626100 h 5632423"/>
              <a:gd name="connsiteX4" fmla="*/ 1 w 3478215"/>
              <a:gd name="connsiteY4" fmla="*/ 4356073 h 5632423"/>
              <a:gd name="connsiteX5" fmla="*/ 4764 w 3478215"/>
              <a:gd name="connsiteY5" fmla="*/ 0 h 5632423"/>
              <a:gd name="connsiteX0" fmla="*/ 459 w 3473910"/>
              <a:gd name="connsiteY0" fmla="*/ 0 h 5632423"/>
              <a:gd name="connsiteX1" fmla="*/ 3473910 w 3473910"/>
              <a:gd name="connsiteY1" fmla="*/ 0 h 5632423"/>
              <a:gd name="connsiteX2" fmla="*/ 3473910 w 3473910"/>
              <a:gd name="connsiteY2" fmla="*/ 5632423 h 5632423"/>
              <a:gd name="connsiteX3" fmla="*/ 1278397 w 3473910"/>
              <a:gd name="connsiteY3" fmla="*/ 5626100 h 5632423"/>
              <a:gd name="connsiteX4" fmla="*/ 459 w 3473910"/>
              <a:gd name="connsiteY4" fmla="*/ 4234630 h 5632423"/>
              <a:gd name="connsiteX5" fmla="*/ 459 w 3473910"/>
              <a:gd name="connsiteY5" fmla="*/ 0 h 5632423"/>
              <a:gd name="connsiteX0" fmla="*/ 459 w 3473910"/>
              <a:gd name="connsiteY0" fmla="*/ 0 h 5632423"/>
              <a:gd name="connsiteX1" fmla="*/ 3473910 w 3473910"/>
              <a:gd name="connsiteY1" fmla="*/ 0 h 5632423"/>
              <a:gd name="connsiteX2" fmla="*/ 3473910 w 3473910"/>
              <a:gd name="connsiteY2" fmla="*/ 5632423 h 5632423"/>
              <a:gd name="connsiteX3" fmla="*/ 1278397 w 3473910"/>
              <a:gd name="connsiteY3" fmla="*/ 5626100 h 5632423"/>
              <a:gd name="connsiteX4" fmla="*/ 459 w 3473910"/>
              <a:gd name="connsiteY4" fmla="*/ 4234630 h 5632423"/>
              <a:gd name="connsiteX5" fmla="*/ 459 w 3473910"/>
              <a:gd name="connsiteY5" fmla="*/ 0 h 5632423"/>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87"/>
              <a:gd name="connsiteX1" fmla="*/ 3473910 w 3473910"/>
              <a:gd name="connsiteY1" fmla="*/ 0 h 5633287"/>
              <a:gd name="connsiteX2" fmla="*/ 3473910 w 3473910"/>
              <a:gd name="connsiteY2" fmla="*/ 5632423 h 5633287"/>
              <a:gd name="connsiteX3" fmla="*/ 1376028 w 3473910"/>
              <a:gd name="connsiteY3" fmla="*/ 5633244 h 5633287"/>
              <a:gd name="connsiteX4" fmla="*/ 459 w 3473910"/>
              <a:gd name="connsiteY4" fmla="*/ 4260824 h 5633287"/>
              <a:gd name="connsiteX5" fmla="*/ 459 w 3473910"/>
              <a:gd name="connsiteY5" fmla="*/ 0 h 5633287"/>
              <a:gd name="connsiteX0" fmla="*/ 459 w 3473910"/>
              <a:gd name="connsiteY0" fmla="*/ 0 h 5633281"/>
              <a:gd name="connsiteX1" fmla="*/ 3473910 w 3473910"/>
              <a:gd name="connsiteY1" fmla="*/ 0 h 5633281"/>
              <a:gd name="connsiteX2" fmla="*/ 3473910 w 3473910"/>
              <a:gd name="connsiteY2" fmla="*/ 5632423 h 5633281"/>
              <a:gd name="connsiteX3" fmla="*/ 1376028 w 3473910"/>
              <a:gd name="connsiteY3" fmla="*/ 5633244 h 5633281"/>
              <a:gd name="connsiteX4" fmla="*/ 459 w 3473910"/>
              <a:gd name="connsiteY4" fmla="*/ 4260824 h 5633281"/>
              <a:gd name="connsiteX5" fmla="*/ 459 w 3473910"/>
              <a:gd name="connsiteY5" fmla="*/ 0 h 5633281"/>
              <a:gd name="connsiteX0" fmla="*/ 459 w 3473910"/>
              <a:gd name="connsiteY0" fmla="*/ 0 h 5633279"/>
              <a:gd name="connsiteX1" fmla="*/ 3473910 w 3473910"/>
              <a:gd name="connsiteY1" fmla="*/ 0 h 5633279"/>
              <a:gd name="connsiteX2" fmla="*/ 3473910 w 3473910"/>
              <a:gd name="connsiteY2" fmla="*/ 5632423 h 5633279"/>
              <a:gd name="connsiteX3" fmla="*/ 1376028 w 3473910"/>
              <a:gd name="connsiteY3" fmla="*/ 5633244 h 5633279"/>
              <a:gd name="connsiteX4" fmla="*/ 459 w 3473910"/>
              <a:gd name="connsiteY4" fmla="*/ 4260824 h 5633279"/>
              <a:gd name="connsiteX5" fmla="*/ 459 w 3473910"/>
              <a:gd name="connsiteY5" fmla="*/ 0 h 5633279"/>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73910" h="5633244">
                <a:moveTo>
                  <a:pt x="459" y="0"/>
                </a:moveTo>
                <a:lnTo>
                  <a:pt x="3473910" y="0"/>
                </a:lnTo>
                <a:lnTo>
                  <a:pt x="3473910" y="5632423"/>
                </a:lnTo>
                <a:lnTo>
                  <a:pt x="1376028" y="5633244"/>
                </a:lnTo>
                <a:cubicBezTo>
                  <a:pt x="720920" y="5628481"/>
                  <a:pt x="1517" y="5072302"/>
                  <a:pt x="459" y="4260824"/>
                </a:cubicBezTo>
                <a:cubicBezTo>
                  <a:pt x="2047" y="2808800"/>
                  <a:pt x="-1129" y="1452024"/>
                  <a:pt x="459" y="0"/>
                </a:cubicBezTo>
                <a:close/>
              </a:path>
            </a:pathLst>
          </a:custGeom>
          <a:solidFill>
            <a:schemeClr val="bg1">
              <a:lumMod val="85000"/>
            </a:schemeClr>
          </a:solidFill>
        </p:spPr>
        <p:txBody>
          <a:bodyPr/>
          <a:lstStyle>
            <a:lvl1pPr>
              <a:defRPr sz="200"/>
            </a:lvl1pPr>
          </a:lstStyle>
          <a:p>
            <a:r>
              <a:rPr lang="en-US"/>
              <a:t>Click icon to add picture</a:t>
            </a:r>
          </a:p>
        </p:txBody>
      </p:sp>
      <p:sp>
        <p:nvSpPr>
          <p:cNvPr id="23" name="Picture Placeholder 22"/>
          <p:cNvSpPr>
            <a:spLocks noGrp="1"/>
          </p:cNvSpPr>
          <p:nvPr>
            <p:ph type="pic" sz="quarter" idx="15"/>
          </p:nvPr>
        </p:nvSpPr>
        <p:spPr>
          <a:xfrm>
            <a:off x="4756157" y="-14134"/>
            <a:ext cx="7435844" cy="1889124"/>
          </a:xfrm>
          <a:prstGeom prst="rect">
            <a:avLst/>
          </a:prstGeom>
          <a:solidFill>
            <a:schemeClr val="bg1">
              <a:lumMod val="85000"/>
            </a:schemeClr>
          </a:solidFill>
        </p:spPr>
        <p:txBody>
          <a:bodyPr/>
          <a:lstStyle>
            <a:lvl1pPr>
              <a:defRPr sz="200"/>
            </a:lvl1pPr>
          </a:lstStyle>
          <a:p>
            <a:r>
              <a:rPr lang="en-US"/>
              <a:t>Click icon to add picture</a:t>
            </a:r>
          </a:p>
        </p:txBody>
      </p:sp>
      <p:sp>
        <p:nvSpPr>
          <p:cNvPr id="25" name="Picture Placeholder 24"/>
          <p:cNvSpPr>
            <a:spLocks noGrp="1"/>
          </p:cNvSpPr>
          <p:nvPr>
            <p:ph type="pic" sz="quarter" idx="16"/>
          </p:nvPr>
        </p:nvSpPr>
        <p:spPr>
          <a:xfrm>
            <a:off x="4756151" y="1969504"/>
            <a:ext cx="3676648" cy="1961147"/>
          </a:xfrm>
          <a:prstGeom prst="rect">
            <a:avLst/>
          </a:prstGeom>
          <a:solidFill>
            <a:schemeClr val="bg1">
              <a:lumMod val="85000"/>
            </a:schemeClr>
          </a:solidFill>
        </p:spPr>
        <p:txBody>
          <a:bodyPr/>
          <a:lstStyle>
            <a:lvl1pPr>
              <a:defRPr sz="200"/>
            </a:lvl1pPr>
          </a:lstStyle>
          <a:p>
            <a:r>
              <a:rPr lang="en-US"/>
              <a:t>Click icon to add picture</a:t>
            </a:r>
          </a:p>
        </p:txBody>
      </p:sp>
      <p:sp>
        <p:nvSpPr>
          <p:cNvPr id="26" name="Picture Placeholder 24"/>
          <p:cNvSpPr>
            <a:spLocks noGrp="1"/>
          </p:cNvSpPr>
          <p:nvPr>
            <p:ph type="pic" sz="quarter" idx="17"/>
          </p:nvPr>
        </p:nvSpPr>
        <p:spPr>
          <a:xfrm>
            <a:off x="4756156" y="4025164"/>
            <a:ext cx="3676648" cy="1615199"/>
          </a:xfrm>
          <a:prstGeom prst="rect">
            <a:avLst/>
          </a:prstGeom>
          <a:solidFill>
            <a:schemeClr val="bg1">
              <a:lumMod val="85000"/>
            </a:schemeClr>
          </a:solidFill>
        </p:spPr>
        <p:txBody>
          <a:bodyPr/>
          <a:lstStyle>
            <a:lvl1pPr>
              <a:defRPr sz="200"/>
            </a:lvl1pPr>
          </a:lstStyle>
          <a:p>
            <a:r>
              <a:rPr lang="en-US"/>
              <a:t>Click icon to add picture</a:t>
            </a:r>
          </a:p>
        </p:txBody>
      </p:sp>
      <p:sp>
        <p:nvSpPr>
          <p:cNvPr id="27" name="Picture Placeholder 24"/>
          <p:cNvSpPr>
            <a:spLocks noGrp="1"/>
          </p:cNvSpPr>
          <p:nvPr>
            <p:ph type="pic" sz="quarter" idx="18"/>
          </p:nvPr>
        </p:nvSpPr>
        <p:spPr>
          <a:xfrm>
            <a:off x="8557069" y="1969502"/>
            <a:ext cx="3634931" cy="3677174"/>
          </a:xfrm>
          <a:prstGeom prst="rect">
            <a:avLst/>
          </a:prstGeom>
          <a:solidFill>
            <a:schemeClr val="bg1">
              <a:lumMod val="85000"/>
            </a:schemeClr>
          </a:solidFill>
        </p:spPr>
        <p:txBody>
          <a:bodyPr/>
          <a:lstStyle>
            <a:lvl1pPr>
              <a:defRPr sz="200"/>
            </a:lvl1pPr>
          </a:lstStyle>
          <a:p>
            <a:r>
              <a:rPr lang="en-US"/>
              <a:t>Click icon to add picture</a:t>
            </a:r>
          </a:p>
        </p:txBody>
      </p:sp>
      <p:pic>
        <p:nvPicPr>
          <p:cNvPr id="14" name="Picture 13" descr="\\localhost\Volumes\DMS-Server\Clients\Honeywell PPT \Honeywell - Freestanding Logos\Honeywell - Freestanding Logo RGB.png"/>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9668934" y="6097589"/>
            <a:ext cx="1896092" cy="3537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7961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14" name="Picture Placeholder 2"/>
          <p:cNvSpPr>
            <a:spLocks noGrp="1"/>
          </p:cNvSpPr>
          <p:nvPr>
            <p:ph type="pic" sz="quarter" idx="14"/>
          </p:nvPr>
        </p:nvSpPr>
        <p:spPr>
          <a:xfrm>
            <a:off x="0" y="-851"/>
            <a:ext cx="12196736" cy="6863613"/>
          </a:xfrm>
          <a:custGeom>
            <a:avLst/>
            <a:gdLst>
              <a:gd name="connsiteX0" fmla="*/ 0 w 3473451"/>
              <a:gd name="connsiteY0" fmla="*/ 0 h 5632423"/>
              <a:gd name="connsiteX1" fmla="*/ 3473451 w 3473451"/>
              <a:gd name="connsiteY1" fmla="*/ 0 h 5632423"/>
              <a:gd name="connsiteX2" fmla="*/ 3473451 w 3473451"/>
              <a:gd name="connsiteY2" fmla="*/ 5632423 h 5632423"/>
              <a:gd name="connsiteX3" fmla="*/ 0 w 3473451"/>
              <a:gd name="connsiteY3" fmla="*/ 5632423 h 5632423"/>
              <a:gd name="connsiteX4" fmla="*/ 0 w 3473451"/>
              <a:gd name="connsiteY4" fmla="*/ 0 h 5632423"/>
              <a:gd name="connsiteX0" fmla="*/ 0 w 3473451"/>
              <a:gd name="connsiteY0" fmla="*/ 0 h 5632423"/>
              <a:gd name="connsiteX1" fmla="*/ 3473451 w 3473451"/>
              <a:gd name="connsiteY1" fmla="*/ 0 h 5632423"/>
              <a:gd name="connsiteX2" fmla="*/ 3473451 w 3473451"/>
              <a:gd name="connsiteY2" fmla="*/ 5632423 h 5632423"/>
              <a:gd name="connsiteX3" fmla="*/ 635001 w 3473451"/>
              <a:gd name="connsiteY3" fmla="*/ 5626100 h 5632423"/>
              <a:gd name="connsiteX4" fmla="*/ 0 w 3473451"/>
              <a:gd name="connsiteY4" fmla="*/ 5632423 h 5632423"/>
              <a:gd name="connsiteX5" fmla="*/ 0 w 3473451"/>
              <a:gd name="connsiteY5" fmla="*/ 0 h 5632423"/>
              <a:gd name="connsiteX0" fmla="*/ 0 w 3473451"/>
              <a:gd name="connsiteY0" fmla="*/ 0 h 6047537"/>
              <a:gd name="connsiteX1" fmla="*/ 3473451 w 3473451"/>
              <a:gd name="connsiteY1" fmla="*/ 0 h 6047537"/>
              <a:gd name="connsiteX2" fmla="*/ 3473451 w 3473451"/>
              <a:gd name="connsiteY2" fmla="*/ 5632423 h 6047537"/>
              <a:gd name="connsiteX3" fmla="*/ 635001 w 3473451"/>
              <a:gd name="connsiteY3" fmla="*/ 5626100 h 6047537"/>
              <a:gd name="connsiteX4" fmla="*/ 0 w 3473451"/>
              <a:gd name="connsiteY4" fmla="*/ 5632423 h 6047537"/>
              <a:gd name="connsiteX5" fmla="*/ 0 w 3473451"/>
              <a:gd name="connsiteY5" fmla="*/ 0 h 6047537"/>
              <a:gd name="connsiteX0" fmla="*/ 0 w 3473451"/>
              <a:gd name="connsiteY0" fmla="*/ 0 h 6047537"/>
              <a:gd name="connsiteX1" fmla="*/ 3473451 w 3473451"/>
              <a:gd name="connsiteY1" fmla="*/ 0 h 6047537"/>
              <a:gd name="connsiteX2" fmla="*/ 3473451 w 3473451"/>
              <a:gd name="connsiteY2" fmla="*/ 5632423 h 6047537"/>
              <a:gd name="connsiteX3" fmla="*/ 1277938 w 3473451"/>
              <a:gd name="connsiteY3" fmla="*/ 5626100 h 6047537"/>
              <a:gd name="connsiteX4" fmla="*/ 0 w 3473451"/>
              <a:gd name="connsiteY4" fmla="*/ 5632423 h 6047537"/>
              <a:gd name="connsiteX5" fmla="*/ 0 w 3473451"/>
              <a:gd name="connsiteY5" fmla="*/ 0 h 6047537"/>
              <a:gd name="connsiteX0" fmla="*/ 0 w 3473451"/>
              <a:gd name="connsiteY0" fmla="*/ 0 h 5632423"/>
              <a:gd name="connsiteX1" fmla="*/ 3473451 w 3473451"/>
              <a:gd name="connsiteY1" fmla="*/ 0 h 5632423"/>
              <a:gd name="connsiteX2" fmla="*/ 3473451 w 3473451"/>
              <a:gd name="connsiteY2" fmla="*/ 5632423 h 5632423"/>
              <a:gd name="connsiteX3" fmla="*/ 1277938 w 3473451"/>
              <a:gd name="connsiteY3" fmla="*/ 5626100 h 5632423"/>
              <a:gd name="connsiteX4" fmla="*/ 0 w 3473451"/>
              <a:gd name="connsiteY4" fmla="*/ 5632423 h 5632423"/>
              <a:gd name="connsiteX5" fmla="*/ 0 w 3473451"/>
              <a:gd name="connsiteY5" fmla="*/ 0 h 5632423"/>
              <a:gd name="connsiteX0" fmla="*/ 1 w 3473452"/>
              <a:gd name="connsiteY0" fmla="*/ 0 h 5632423"/>
              <a:gd name="connsiteX1" fmla="*/ 3473452 w 3473452"/>
              <a:gd name="connsiteY1" fmla="*/ 0 h 5632423"/>
              <a:gd name="connsiteX2" fmla="*/ 3473452 w 3473452"/>
              <a:gd name="connsiteY2" fmla="*/ 5632423 h 5632423"/>
              <a:gd name="connsiteX3" fmla="*/ 1277939 w 3473452"/>
              <a:gd name="connsiteY3" fmla="*/ 5626100 h 5632423"/>
              <a:gd name="connsiteX4" fmla="*/ 1 w 3473452"/>
              <a:gd name="connsiteY4" fmla="*/ 5632423 h 5632423"/>
              <a:gd name="connsiteX5" fmla="*/ 1 w 3473452"/>
              <a:gd name="connsiteY5" fmla="*/ 0 h 5632423"/>
              <a:gd name="connsiteX0" fmla="*/ 1 w 3473452"/>
              <a:gd name="connsiteY0" fmla="*/ 0 h 5632423"/>
              <a:gd name="connsiteX1" fmla="*/ 3473452 w 3473452"/>
              <a:gd name="connsiteY1" fmla="*/ 0 h 5632423"/>
              <a:gd name="connsiteX2" fmla="*/ 3473452 w 3473452"/>
              <a:gd name="connsiteY2" fmla="*/ 5632423 h 5632423"/>
              <a:gd name="connsiteX3" fmla="*/ 1277939 w 3473452"/>
              <a:gd name="connsiteY3" fmla="*/ 5626100 h 5632423"/>
              <a:gd name="connsiteX4" fmla="*/ 1 w 3473452"/>
              <a:gd name="connsiteY4" fmla="*/ 5632423 h 5632423"/>
              <a:gd name="connsiteX5" fmla="*/ 1 w 3473452"/>
              <a:gd name="connsiteY5" fmla="*/ 0 h 5632423"/>
              <a:gd name="connsiteX0" fmla="*/ 4764 w 3478215"/>
              <a:gd name="connsiteY0" fmla="*/ 0 h 5632423"/>
              <a:gd name="connsiteX1" fmla="*/ 3478215 w 3478215"/>
              <a:gd name="connsiteY1" fmla="*/ 0 h 5632423"/>
              <a:gd name="connsiteX2" fmla="*/ 3478215 w 3478215"/>
              <a:gd name="connsiteY2" fmla="*/ 5632423 h 5632423"/>
              <a:gd name="connsiteX3" fmla="*/ 1282702 w 3478215"/>
              <a:gd name="connsiteY3" fmla="*/ 5626100 h 5632423"/>
              <a:gd name="connsiteX4" fmla="*/ 1 w 3478215"/>
              <a:gd name="connsiteY4" fmla="*/ 4356073 h 5632423"/>
              <a:gd name="connsiteX5" fmla="*/ 4764 w 3478215"/>
              <a:gd name="connsiteY5" fmla="*/ 0 h 5632423"/>
              <a:gd name="connsiteX0" fmla="*/ 459 w 3473910"/>
              <a:gd name="connsiteY0" fmla="*/ 0 h 5632423"/>
              <a:gd name="connsiteX1" fmla="*/ 3473910 w 3473910"/>
              <a:gd name="connsiteY1" fmla="*/ 0 h 5632423"/>
              <a:gd name="connsiteX2" fmla="*/ 3473910 w 3473910"/>
              <a:gd name="connsiteY2" fmla="*/ 5632423 h 5632423"/>
              <a:gd name="connsiteX3" fmla="*/ 1278397 w 3473910"/>
              <a:gd name="connsiteY3" fmla="*/ 5626100 h 5632423"/>
              <a:gd name="connsiteX4" fmla="*/ 459 w 3473910"/>
              <a:gd name="connsiteY4" fmla="*/ 4234630 h 5632423"/>
              <a:gd name="connsiteX5" fmla="*/ 459 w 3473910"/>
              <a:gd name="connsiteY5" fmla="*/ 0 h 5632423"/>
              <a:gd name="connsiteX0" fmla="*/ 459 w 3473910"/>
              <a:gd name="connsiteY0" fmla="*/ 0 h 5632423"/>
              <a:gd name="connsiteX1" fmla="*/ 3473910 w 3473910"/>
              <a:gd name="connsiteY1" fmla="*/ 0 h 5632423"/>
              <a:gd name="connsiteX2" fmla="*/ 3473910 w 3473910"/>
              <a:gd name="connsiteY2" fmla="*/ 5632423 h 5632423"/>
              <a:gd name="connsiteX3" fmla="*/ 1278397 w 3473910"/>
              <a:gd name="connsiteY3" fmla="*/ 5626100 h 5632423"/>
              <a:gd name="connsiteX4" fmla="*/ 459 w 3473910"/>
              <a:gd name="connsiteY4" fmla="*/ 4234630 h 5632423"/>
              <a:gd name="connsiteX5" fmla="*/ 459 w 3473910"/>
              <a:gd name="connsiteY5" fmla="*/ 0 h 5632423"/>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87"/>
              <a:gd name="connsiteX1" fmla="*/ 3473910 w 3473910"/>
              <a:gd name="connsiteY1" fmla="*/ 0 h 5633287"/>
              <a:gd name="connsiteX2" fmla="*/ 3473910 w 3473910"/>
              <a:gd name="connsiteY2" fmla="*/ 5632423 h 5633287"/>
              <a:gd name="connsiteX3" fmla="*/ 1376028 w 3473910"/>
              <a:gd name="connsiteY3" fmla="*/ 5633244 h 5633287"/>
              <a:gd name="connsiteX4" fmla="*/ 459 w 3473910"/>
              <a:gd name="connsiteY4" fmla="*/ 4260824 h 5633287"/>
              <a:gd name="connsiteX5" fmla="*/ 459 w 3473910"/>
              <a:gd name="connsiteY5" fmla="*/ 0 h 5633287"/>
              <a:gd name="connsiteX0" fmla="*/ 459 w 3473910"/>
              <a:gd name="connsiteY0" fmla="*/ 0 h 5633281"/>
              <a:gd name="connsiteX1" fmla="*/ 3473910 w 3473910"/>
              <a:gd name="connsiteY1" fmla="*/ 0 h 5633281"/>
              <a:gd name="connsiteX2" fmla="*/ 3473910 w 3473910"/>
              <a:gd name="connsiteY2" fmla="*/ 5632423 h 5633281"/>
              <a:gd name="connsiteX3" fmla="*/ 1376028 w 3473910"/>
              <a:gd name="connsiteY3" fmla="*/ 5633244 h 5633281"/>
              <a:gd name="connsiteX4" fmla="*/ 459 w 3473910"/>
              <a:gd name="connsiteY4" fmla="*/ 4260824 h 5633281"/>
              <a:gd name="connsiteX5" fmla="*/ 459 w 3473910"/>
              <a:gd name="connsiteY5" fmla="*/ 0 h 5633281"/>
              <a:gd name="connsiteX0" fmla="*/ 459 w 3473910"/>
              <a:gd name="connsiteY0" fmla="*/ 0 h 5633279"/>
              <a:gd name="connsiteX1" fmla="*/ 3473910 w 3473910"/>
              <a:gd name="connsiteY1" fmla="*/ 0 h 5633279"/>
              <a:gd name="connsiteX2" fmla="*/ 3473910 w 3473910"/>
              <a:gd name="connsiteY2" fmla="*/ 5632423 h 5633279"/>
              <a:gd name="connsiteX3" fmla="*/ 1376028 w 3473910"/>
              <a:gd name="connsiteY3" fmla="*/ 5633244 h 5633279"/>
              <a:gd name="connsiteX4" fmla="*/ 459 w 3473910"/>
              <a:gd name="connsiteY4" fmla="*/ 4260824 h 5633279"/>
              <a:gd name="connsiteX5" fmla="*/ 459 w 3473910"/>
              <a:gd name="connsiteY5" fmla="*/ 0 h 5633279"/>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428967 h 6062211"/>
              <a:gd name="connsiteX1" fmla="*/ 3473910 w 3473910"/>
              <a:gd name="connsiteY1" fmla="*/ 428967 h 6062211"/>
              <a:gd name="connsiteX2" fmla="*/ 3473910 w 3473910"/>
              <a:gd name="connsiteY2" fmla="*/ 6061390 h 6062211"/>
              <a:gd name="connsiteX3" fmla="*/ 1376028 w 3473910"/>
              <a:gd name="connsiteY3" fmla="*/ 6062211 h 6062211"/>
              <a:gd name="connsiteX4" fmla="*/ 459 w 3473910"/>
              <a:gd name="connsiteY4" fmla="*/ 417892 h 6062211"/>
              <a:gd name="connsiteX5" fmla="*/ 459 w 3473910"/>
              <a:gd name="connsiteY5" fmla="*/ 428967 h 6062211"/>
              <a:gd name="connsiteX0" fmla="*/ 459 w 3480809"/>
              <a:gd name="connsiteY0" fmla="*/ 428967 h 6071038"/>
              <a:gd name="connsiteX1" fmla="*/ 3473910 w 3480809"/>
              <a:gd name="connsiteY1" fmla="*/ 428967 h 6071038"/>
              <a:gd name="connsiteX2" fmla="*/ 3473910 w 3480809"/>
              <a:gd name="connsiteY2" fmla="*/ 6061390 h 6071038"/>
              <a:gd name="connsiteX3" fmla="*/ 3480809 w 3480809"/>
              <a:gd name="connsiteY3" fmla="*/ 6071038 h 6071038"/>
              <a:gd name="connsiteX4" fmla="*/ 459 w 3480809"/>
              <a:gd name="connsiteY4" fmla="*/ 417892 h 6071038"/>
              <a:gd name="connsiteX5" fmla="*/ 459 w 3480809"/>
              <a:gd name="connsiteY5" fmla="*/ 428967 h 6071038"/>
              <a:gd name="connsiteX0" fmla="*/ 459 w 3480809"/>
              <a:gd name="connsiteY0" fmla="*/ 428967 h 6071038"/>
              <a:gd name="connsiteX1" fmla="*/ 3473910 w 3480809"/>
              <a:gd name="connsiteY1" fmla="*/ 428967 h 6071038"/>
              <a:gd name="connsiteX2" fmla="*/ 3473910 w 3480809"/>
              <a:gd name="connsiteY2" fmla="*/ 6061390 h 6071038"/>
              <a:gd name="connsiteX3" fmla="*/ 3480809 w 3480809"/>
              <a:gd name="connsiteY3" fmla="*/ 6071038 h 6071038"/>
              <a:gd name="connsiteX4" fmla="*/ 459 w 3480809"/>
              <a:gd name="connsiteY4" fmla="*/ 417892 h 6071038"/>
              <a:gd name="connsiteX5" fmla="*/ 459 w 3480809"/>
              <a:gd name="connsiteY5" fmla="*/ 428967 h 6071038"/>
              <a:gd name="connsiteX0" fmla="*/ 0 w 3480350"/>
              <a:gd name="connsiteY0" fmla="*/ 879000 h 6521071"/>
              <a:gd name="connsiteX1" fmla="*/ 3473451 w 3480350"/>
              <a:gd name="connsiteY1" fmla="*/ 879000 h 6521071"/>
              <a:gd name="connsiteX2" fmla="*/ 3473451 w 3480350"/>
              <a:gd name="connsiteY2" fmla="*/ 6511423 h 6521071"/>
              <a:gd name="connsiteX3" fmla="*/ 3480350 w 3480350"/>
              <a:gd name="connsiteY3" fmla="*/ 6521071 h 6521071"/>
              <a:gd name="connsiteX4" fmla="*/ 0 w 3480350"/>
              <a:gd name="connsiteY4" fmla="*/ 867925 h 6521071"/>
              <a:gd name="connsiteX5" fmla="*/ 0 w 3480350"/>
              <a:gd name="connsiteY5" fmla="*/ 879000 h 6521071"/>
              <a:gd name="connsiteX0" fmla="*/ 227406 w 3707756"/>
              <a:gd name="connsiteY0" fmla="*/ 479454 h 6121525"/>
              <a:gd name="connsiteX1" fmla="*/ 3700857 w 3707756"/>
              <a:gd name="connsiteY1" fmla="*/ 479454 h 6121525"/>
              <a:gd name="connsiteX2" fmla="*/ 3700857 w 3707756"/>
              <a:gd name="connsiteY2" fmla="*/ 6111877 h 6121525"/>
              <a:gd name="connsiteX3" fmla="*/ 3707756 w 3707756"/>
              <a:gd name="connsiteY3" fmla="*/ 6121525 h 6121525"/>
              <a:gd name="connsiteX4" fmla="*/ 227406 w 3707756"/>
              <a:gd name="connsiteY4" fmla="*/ 468379 h 6121525"/>
              <a:gd name="connsiteX5" fmla="*/ 227406 w 3707756"/>
              <a:gd name="connsiteY5" fmla="*/ 479454 h 6121525"/>
              <a:gd name="connsiteX0" fmla="*/ 1 w 3480351"/>
              <a:gd name="connsiteY0" fmla="*/ 699834 h 6352980"/>
              <a:gd name="connsiteX1" fmla="*/ 3473452 w 3480351"/>
              <a:gd name="connsiteY1" fmla="*/ 710909 h 6352980"/>
              <a:gd name="connsiteX2" fmla="*/ 3473452 w 3480351"/>
              <a:gd name="connsiteY2" fmla="*/ 6343332 h 6352980"/>
              <a:gd name="connsiteX3" fmla="*/ 3480351 w 3480351"/>
              <a:gd name="connsiteY3" fmla="*/ 6352980 h 6352980"/>
              <a:gd name="connsiteX4" fmla="*/ 1 w 3480351"/>
              <a:gd name="connsiteY4" fmla="*/ 699834 h 6352980"/>
              <a:gd name="connsiteX0" fmla="*/ 0 w 3480350"/>
              <a:gd name="connsiteY0" fmla="*/ 421064 h 6074210"/>
              <a:gd name="connsiteX1" fmla="*/ 3473451 w 3480350"/>
              <a:gd name="connsiteY1" fmla="*/ 432139 h 6074210"/>
              <a:gd name="connsiteX2" fmla="*/ 3473451 w 3480350"/>
              <a:gd name="connsiteY2" fmla="*/ 6064562 h 6074210"/>
              <a:gd name="connsiteX3" fmla="*/ 3480350 w 3480350"/>
              <a:gd name="connsiteY3" fmla="*/ 6074210 h 6074210"/>
              <a:gd name="connsiteX4" fmla="*/ 0 w 3480350"/>
              <a:gd name="connsiteY4" fmla="*/ 421064 h 6074210"/>
              <a:gd name="connsiteX0" fmla="*/ 0 w 3480350"/>
              <a:gd name="connsiteY0" fmla="*/ 26311 h 5679457"/>
              <a:gd name="connsiteX1" fmla="*/ 3473451 w 3480350"/>
              <a:gd name="connsiteY1" fmla="*/ 37386 h 5679457"/>
              <a:gd name="connsiteX2" fmla="*/ 3473451 w 3480350"/>
              <a:gd name="connsiteY2" fmla="*/ 5669809 h 5679457"/>
              <a:gd name="connsiteX3" fmla="*/ 3480350 w 3480350"/>
              <a:gd name="connsiteY3" fmla="*/ 5679457 h 5679457"/>
              <a:gd name="connsiteX4" fmla="*/ 0 w 3480350"/>
              <a:gd name="connsiteY4" fmla="*/ 26311 h 5679457"/>
              <a:gd name="connsiteX0" fmla="*/ 0 w 3480350"/>
              <a:gd name="connsiteY0" fmla="*/ 26311 h 5679457"/>
              <a:gd name="connsiteX1" fmla="*/ 3473451 w 3480350"/>
              <a:gd name="connsiteY1" fmla="*/ 37386 h 5679457"/>
              <a:gd name="connsiteX2" fmla="*/ 3473451 w 3480350"/>
              <a:gd name="connsiteY2" fmla="*/ 5669809 h 5679457"/>
              <a:gd name="connsiteX3" fmla="*/ 3480350 w 3480350"/>
              <a:gd name="connsiteY3" fmla="*/ 5679457 h 5679457"/>
              <a:gd name="connsiteX4" fmla="*/ 0 w 3480350"/>
              <a:gd name="connsiteY4" fmla="*/ 26311 h 5679457"/>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702 h 5653848"/>
              <a:gd name="connsiteX1" fmla="*/ 3475260 w 3480350"/>
              <a:gd name="connsiteY1" fmla="*/ 0 h 5653848"/>
              <a:gd name="connsiteX2" fmla="*/ 3473451 w 3480350"/>
              <a:gd name="connsiteY2" fmla="*/ 5644200 h 5653848"/>
              <a:gd name="connsiteX3" fmla="*/ 3480350 w 3480350"/>
              <a:gd name="connsiteY3" fmla="*/ 5653848 h 5653848"/>
              <a:gd name="connsiteX4" fmla="*/ 0 w 3480350"/>
              <a:gd name="connsiteY4" fmla="*/ 702 h 5653848"/>
              <a:gd name="connsiteX0" fmla="*/ 0 w 3475260"/>
              <a:gd name="connsiteY0" fmla="*/ 702 h 5651884"/>
              <a:gd name="connsiteX1" fmla="*/ 3475260 w 3475260"/>
              <a:gd name="connsiteY1" fmla="*/ 0 h 5651884"/>
              <a:gd name="connsiteX2" fmla="*/ 3473451 w 3475260"/>
              <a:gd name="connsiteY2" fmla="*/ 5644200 h 5651884"/>
              <a:gd name="connsiteX3" fmla="*/ 3472208 w 3475260"/>
              <a:gd name="connsiteY3" fmla="*/ 5651884 h 5651884"/>
              <a:gd name="connsiteX4" fmla="*/ 0 w 3475260"/>
              <a:gd name="connsiteY4" fmla="*/ 702 h 5651884"/>
              <a:gd name="connsiteX0" fmla="*/ 0 w 3475260"/>
              <a:gd name="connsiteY0" fmla="*/ 702 h 5661699"/>
              <a:gd name="connsiteX1" fmla="*/ 3475260 w 3475260"/>
              <a:gd name="connsiteY1" fmla="*/ 0 h 5661699"/>
              <a:gd name="connsiteX2" fmla="*/ 3473451 w 3475260"/>
              <a:gd name="connsiteY2" fmla="*/ 5644200 h 5661699"/>
              <a:gd name="connsiteX3" fmla="*/ 3472208 w 3475260"/>
              <a:gd name="connsiteY3" fmla="*/ 5661699 h 5661699"/>
              <a:gd name="connsiteX4" fmla="*/ 0 w 3475260"/>
              <a:gd name="connsiteY4" fmla="*/ 702 h 5661699"/>
              <a:gd name="connsiteX0" fmla="*/ 0 w 3475260"/>
              <a:gd name="connsiteY0" fmla="*/ 702 h 5649922"/>
              <a:gd name="connsiteX1" fmla="*/ 3475260 w 3475260"/>
              <a:gd name="connsiteY1" fmla="*/ 0 h 5649922"/>
              <a:gd name="connsiteX2" fmla="*/ 3473451 w 3475260"/>
              <a:gd name="connsiteY2" fmla="*/ 5644200 h 5649922"/>
              <a:gd name="connsiteX3" fmla="*/ 3472208 w 3475260"/>
              <a:gd name="connsiteY3" fmla="*/ 5649922 h 5649922"/>
              <a:gd name="connsiteX4" fmla="*/ 0 w 3475260"/>
              <a:gd name="connsiteY4" fmla="*/ 702 h 5649922"/>
              <a:gd name="connsiteX0" fmla="*/ 0 w 3475260"/>
              <a:gd name="connsiteY0" fmla="*/ 702 h 5657774"/>
              <a:gd name="connsiteX1" fmla="*/ 3475260 w 3475260"/>
              <a:gd name="connsiteY1" fmla="*/ 0 h 5657774"/>
              <a:gd name="connsiteX2" fmla="*/ 3473451 w 3475260"/>
              <a:gd name="connsiteY2" fmla="*/ 5644200 h 5657774"/>
              <a:gd name="connsiteX3" fmla="*/ 3472208 w 3475260"/>
              <a:gd name="connsiteY3" fmla="*/ 5657774 h 5657774"/>
              <a:gd name="connsiteX4" fmla="*/ 0 w 3475260"/>
              <a:gd name="connsiteY4" fmla="*/ 702 h 5657774"/>
              <a:gd name="connsiteX0" fmla="*/ 0 w 3475260"/>
              <a:gd name="connsiteY0" fmla="*/ 702 h 5657774"/>
              <a:gd name="connsiteX1" fmla="*/ 3475260 w 3475260"/>
              <a:gd name="connsiteY1" fmla="*/ 0 h 5657774"/>
              <a:gd name="connsiteX2" fmla="*/ 3472208 w 3475260"/>
              <a:gd name="connsiteY2" fmla="*/ 5657774 h 5657774"/>
              <a:gd name="connsiteX3" fmla="*/ 0 w 3475260"/>
              <a:gd name="connsiteY3" fmla="*/ 702 h 5657774"/>
              <a:gd name="connsiteX0" fmla="*/ 0 w 3475260"/>
              <a:gd name="connsiteY0" fmla="*/ 702 h 5657774"/>
              <a:gd name="connsiteX1" fmla="*/ 3475260 w 3475260"/>
              <a:gd name="connsiteY1" fmla="*/ 0 h 5657774"/>
              <a:gd name="connsiteX2" fmla="*/ 3472208 w 3475260"/>
              <a:gd name="connsiteY2" fmla="*/ 5657774 h 5657774"/>
              <a:gd name="connsiteX3" fmla="*/ 0 w 3475260"/>
              <a:gd name="connsiteY3" fmla="*/ 702 h 5657774"/>
              <a:gd name="connsiteX0" fmla="*/ 0 w 3475260"/>
              <a:gd name="connsiteY0" fmla="*/ 702 h 5657774"/>
              <a:gd name="connsiteX1" fmla="*/ 3475260 w 3475260"/>
              <a:gd name="connsiteY1" fmla="*/ 0 h 5657774"/>
              <a:gd name="connsiteX2" fmla="*/ 3472208 w 3475260"/>
              <a:gd name="connsiteY2" fmla="*/ 5657774 h 5657774"/>
              <a:gd name="connsiteX3" fmla="*/ 0 w 3475260"/>
              <a:gd name="connsiteY3" fmla="*/ 702 h 5657774"/>
            </a:gdLst>
            <a:ahLst/>
            <a:cxnLst>
              <a:cxn ang="0">
                <a:pos x="connsiteX0" y="connsiteY0"/>
              </a:cxn>
              <a:cxn ang="0">
                <a:pos x="connsiteX1" y="connsiteY1"/>
              </a:cxn>
              <a:cxn ang="0">
                <a:pos x="connsiteX2" y="connsiteY2"/>
              </a:cxn>
              <a:cxn ang="0">
                <a:pos x="connsiteX3" y="connsiteY3"/>
              </a:cxn>
            </a:cxnLst>
            <a:rect l="l" t="t" r="r" b="b"/>
            <a:pathLst>
              <a:path w="3475260" h="5657774">
                <a:moveTo>
                  <a:pt x="0" y="702"/>
                </a:moveTo>
                <a:lnTo>
                  <a:pt x="3475260" y="0"/>
                </a:lnTo>
                <a:cubicBezTo>
                  <a:pt x="3474243" y="1885925"/>
                  <a:pt x="3473225" y="3771849"/>
                  <a:pt x="3472208" y="5657774"/>
                </a:cubicBezTo>
                <a:cubicBezTo>
                  <a:pt x="3223557" y="3132241"/>
                  <a:pt x="2392218" y="565826"/>
                  <a:pt x="0" y="702"/>
                </a:cubicBezTo>
                <a:close/>
              </a:path>
            </a:pathLst>
          </a:custGeom>
          <a:solidFill>
            <a:schemeClr val="bg1">
              <a:lumMod val="85000"/>
            </a:schemeClr>
          </a:solidFill>
        </p:spPr>
        <p:txBody>
          <a:bodyPr/>
          <a:lstStyle>
            <a:lvl1pPr>
              <a:defRPr sz="200"/>
            </a:lvl1pPr>
          </a:lstStyle>
          <a:p>
            <a:r>
              <a:rPr lang="en-US"/>
              <a:t>Click icon to add picture</a:t>
            </a:r>
          </a:p>
        </p:txBody>
      </p:sp>
      <p:sp>
        <p:nvSpPr>
          <p:cNvPr id="5" name="Text Placeholder 19"/>
          <p:cNvSpPr>
            <a:spLocks noGrp="1"/>
          </p:cNvSpPr>
          <p:nvPr>
            <p:ph type="body" sz="quarter" idx="13"/>
          </p:nvPr>
        </p:nvSpPr>
        <p:spPr>
          <a:xfrm>
            <a:off x="771420" y="3657600"/>
            <a:ext cx="6617885" cy="365760"/>
          </a:xfrm>
          <a:prstGeom prst="rect">
            <a:avLst/>
          </a:prstGeom>
        </p:spPr>
        <p:txBody>
          <a:bodyPr vert="horz" anchor="t"/>
          <a:lstStyle>
            <a:lvl1pPr marL="0" indent="0">
              <a:buNone/>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3" name="Text Placeholder 17"/>
          <p:cNvSpPr>
            <a:spLocks noGrp="1"/>
          </p:cNvSpPr>
          <p:nvPr>
            <p:ph type="body" sz="quarter" idx="12"/>
          </p:nvPr>
        </p:nvSpPr>
        <p:spPr>
          <a:xfrm>
            <a:off x="771421" y="3200400"/>
            <a:ext cx="8599823" cy="457200"/>
          </a:xfrm>
          <a:prstGeom prst="rect">
            <a:avLst/>
          </a:prstGeom>
        </p:spPr>
        <p:txBody>
          <a:bodyPr vert="horz" anchor="b"/>
          <a:lstStyle>
            <a:lvl1pPr marL="0" indent="0">
              <a:buNone/>
              <a:defRPr sz="2400" b="1" i="0" cap="all" baseline="0">
                <a:solidFill>
                  <a:schemeClr val="tx1"/>
                </a:solidFill>
                <a:latin typeface="Arial" pitchFamily="34" charset="0"/>
                <a:cs typeface="Arial" pitchFamily="34" charset="0"/>
              </a:defRPr>
            </a:lvl1pPr>
          </a:lstStyle>
          <a:p>
            <a:pPr lvl="0"/>
            <a:r>
              <a:rPr lang="en-US"/>
              <a:t>Click to edit Master text styles</a:t>
            </a:r>
          </a:p>
        </p:txBody>
      </p:sp>
      <p:sp>
        <p:nvSpPr>
          <p:cNvPr id="2" name="Footer Placeholder 1"/>
          <p:cNvSpPr>
            <a:spLocks noGrp="1"/>
          </p:cNvSpPr>
          <p:nvPr>
            <p:ph type="ftr" sz="quarter" idx="15"/>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3" name="Slide Number Placeholder 2"/>
          <p:cNvSpPr>
            <a:spLocks noGrp="1"/>
          </p:cNvSpPr>
          <p:nvPr>
            <p:ph type="sldNum" sz="quarter" idx="16"/>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pic>
        <p:nvPicPr>
          <p:cNvPr id="9" name="Picture 8" descr="\\localhost\Volumes\DMS-Server\Clients\Honeywell PPT \Honeywell - Freestanding Logos\Honeywell - Freestanding Logo RGB.png"/>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10388601" y="6519863"/>
            <a:ext cx="1370935" cy="25981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45935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Header Alternate">
    <p:bg>
      <p:bgPr>
        <a:solidFill>
          <a:srgbClr val="4C4C4C"/>
        </a:solidFill>
        <a:effectLst/>
      </p:bgPr>
    </p:bg>
    <p:spTree>
      <p:nvGrpSpPr>
        <p:cNvPr id="1" name=""/>
        <p:cNvGrpSpPr/>
        <p:nvPr/>
      </p:nvGrpSpPr>
      <p:grpSpPr>
        <a:xfrm>
          <a:off x="0" y="0"/>
          <a:ext cx="0" cy="0"/>
          <a:chOff x="0" y="0"/>
          <a:chExt cx="0" cy="0"/>
        </a:xfrm>
      </p:grpSpPr>
      <p:sp>
        <p:nvSpPr>
          <p:cNvPr id="6"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cxnSp>
        <p:nvCxnSpPr>
          <p:cNvPr id="5" name="Straight Connector 7"/>
          <p:cNvCxnSpPr/>
          <p:nvPr userDrawn="1"/>
        </p:nvCxnSpPr>
        <p:spPr>
          <a:xfrm rot="5400000">
            <a:off x="4572001" y="5394479"/>
            <a:ext cx="3047998" cy="1"/>
          </a:xfrm>
          <a:prstGeom prst="bentConnector3">
            <a:avLst>
              <a:gd name="adj1" fmla="val 50000"/>
            </a:avLst>
          </a:prstGeom>
          <a:ln w="114300" cap="rnd">
            <a:solidFill>
              <a:srgbClr val="595959"/>
            </a:solidFill>
            <a:prstDash val="sysDot"/>
          </a:ln>
          <a:effectLst/>
        </p:spPr>
        <p:style>
          <a:lnRef idx="2">
            <a:schemeClr val="accent1"/>
          </a:lnRef>
          <a:fillRef idx="0">
            <a:schemeClr val="accent1"/>
          </a:fillRef>
          <a:effectRef idx="1">
            <a:schemeClr val="accent1"/>
          </a:effectRef>
          <a:fontRef idx="minor">
            <a:schemeClr val="tx1"/>
          </a:fontRef>
        </p:style>
      </p:cxnSp>
      <p:sp>
        <p:nvSpPr>
          <p:cNvPr id="7" name="Text Placeholder 17"/>
          <p:cNvSpPr>
            <a:spLocks noGrp="1"/>
          </p:cNvSpPr>
          <p:nvPr>
            <p:ph type="body" sz="quarter" idx="12" hasCustomPrompt="1"/>
          </p:nvPr>
        </p:nvSpPr>
        <p:spPr>
          <a:xfrm>
            <a:off x="771420" y="2883050"/>
            <a:ext cx="10732091" cy="774551"/>
          </a:xfrm>
          <a:prstGeom prst="rect">
            <a:avLst/>
          </a:prstGeom>
        </p:spPr>
        <p:txBody>
          <a:bodyPr vert="horz" anchor="b"/>
          <a:lstStyle>
            <a:lvl1pPr marL="0" indent="0" algn="ctr">
              <a:buNone/>
              <a:defRPr sz="4800" b="1" i="0" cap="all" baseline="0">
                <a:solidFill>
                  <a:schemeClr val="bg1"/>
                </a:solidFill>
                <a:latin typeface="Arial" pitchFamily="34" charset="0"/>
                <a:cs typeface="Arial" pitchFamily="34" charset="0"/>
              </a:defRPr>
            </a:lvl1pPr>
          </a:lstStyle>
          <a:p>
            <a:pPr lvl="0"/>
            <a:r>
              <a:rPr lang="en-US"/>
              <a:t>Section Title</a:t>
            </a:r>
          </a:p>
        </p:txBody>
      </p:sp>
      <p:pic>
        <p:nvPicPr>
          <p:cNvPr id="9" name="Picture 8"/>
          <p:cNvPicPr>
            <a:picLocks/>
          </p:cNvPicPr>
          <p:nvPr userDrawn="1"/>
        </p:nvPicPr>
        <p:blipFill rotWithShape="1">
          <a:blip r:embed="rId3" cstate="screen">
            <a:extLst>
              <a:ext uri="{28A0092B-C50C-407E-A947-70E740481C1C}">
                <a14:useLocalDpi xmlns:a14="http://schemas.microsoft.com/office/drawing/2010/main"/>
              </a:ext>
            </a:extLst>
          </a:blip>
          <a:srcRect/>
          <a:stretch/>
        </p:blipFill>
        <p:spPr>
          <a:xfrm>
            <a:off x="10388601" y="6519672"/>
            <a:ext cx="1371600" cy="256032"/>
          </a:xfrm>
          <a:prstGeom prst="rect">
            <a:avLst/>
          </a:prstGeom>
        </p:spPr>
      </p:pic>
    </p:spTree>
    <p:extLst>
      <p:ext uri="{BB962C8B-B14F-4D97-AF65-F5344CB8AC3E}">
        <p14:creationId xmlns:p14="http://schemas.microsoft.com/office/powerpoint/2010/main" val="30047219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ext Placeholder 2"/>
          <p:cNvSpPr>
            <a:spLocks noGrp="1"/>
          </p:cNvSpPr>
          <p:nvPr>
            <p:ph type="body" sz="quarter" idx="12"/>
          </p:nvPr>
        </p:nvSpPr>
        <p:spPr>
          <a:xfrm>
            <a:off x="713232" y="1074738"/>
            <a:ext cx="10642685" cy="5308600"/>
          </a:xfrm>
          <a:prstGeom prst="rect">
            <a:avLst/>
          </a:prstGeom>
        </p:spPr>
        <p:txBody>
          <a:bodyPr>
            <a:normAutofit/>
          </a:bodyPr>
          <a:lstStyle>
            <a:lvl1pPr>
              <a:buClr>
                <a:schemeClr val="tx2"/>
              </a:buClr>
              <a:defRPr>
                <a:solidFill>
                  <a:schemeClr val="tx1"/>
                </a:solidFill>
              </a:defRPr>
            </a:lvl1pPr>
            <a:lvl2pPr marL="457200" indent="-169863">
              <a:buClr>
                <a:schemeClr val="accent2"/>
              </a:buClr>
              <a:defRPr>
                <a:solidFill>
                  <a:schemeClr val="tx1"/>
                </a:solidFill>
              </a:defRPr>
            </a:lvl2pPr>
            <a:lvl3pPr marL="804863" indent="-177800">
              <a:buClr>
                <a:schemeClr val="accent2"/>
              </a:buClr>
              <a:defRPr>
                <a:solidFill>
                  <a:schemeClr val="tx1"/>
                </a:solidFill>
              </a:defRPr>
            </a:lvl3pPr>
            <a:lvl4pPr marL="1201738" indent="-168275">
              <a:buClr>
                <a:schemeClr val="accent2"/>
              </a:buClr>
              <a:buFontTx/>
              <a:buChar char="-"/>
              <a:defRPr sz="1400">
                <a:solidFill>
                  <a:schemeClr val="tx1"/>
                </a:solidFill>
              </a:defRPr>
            </a:lvl4pPr>
            <a:lvl5pPr marL="1719263" indent="-177800">
              <a:buClr>
                <a:schemeClr val="accent2"/>
              </a:buCl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8937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and Content with Takeaway">
    <p:spTree>
      <p:nvGrpSpPr>
        <p:cNvPr id="1" name=""/>
        <p:cNvGrpSpPr/>
        <p:nvPr/>
      </p:nvGrpSpPr>
      <p:grpSpPr>
        <a:xfrm>
          <a:off x="0" y="0"/>
          <a:ext cx="0" cy="0"/>
          <a:chOff x="0" y="0"/>
          <a:chExt cx="0" cy="0"/>
        </a:xfrm>
      </p:grpSpPr>
      <p:sp>
        <p:nvSpPr>
          <p:cNvPr id="10"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2"/>
          <p:cNvSpPr>
            <a:spLocks noGrp="1"/>
          </p:cNvSpPr>
          <p:nvPr>
            <p:ph type="body" sz="quarter" idx="12"/>
          </p:nvPr>
        </p:nvSpPr>
        <p:spPr>
          <a:xfrm>
            <a:off x="713232" y="1074739"/>
            <a:ext cx="10642685" cy="5070159"/>
          </a:xfrm>
          <a:prstGeom prst="rect">
            <a:avLst/>
          </a:prstGeom>
        </p:spPr>
        <p:txBody>
          <a:bodyPr>
            <a:normAutofit/>
          </a:bodyPr>
          <a:lstStyle>
            <a:lvl1pPr>
              <a:buClr>
                <a:schemeClr val="tx2"/>
              </a:buClr>
              <a:defRPr>
                <a:solidFill>
                  <a:schemeClr val="tx1"/>
                </a:solidFill>
              </a:defRPr>
            </a:lvl1pPr>
            <a:lvl2pPr marL="457200" indent="-169863">
              <a:buClr>
                <a:schemeClr val="accent2"/>
              </a:buClr>
              <a:defRPr>
                <a:solidFill>
                  <a:schemeClr val="tx1"/>
                </a:solidFill>
              </a:defRPr>
            </a:lvl2pPr>
            <a:lvl3pPr marL="804863" indent="-177800">
              <a:buClr>
                <a:schemeClr val="accent2"/>
              </a:buClr>
              <a:defRPr>
                <a:solidFill>
                  <a:schemeClr val="tx1"/>
                </a:solidFill>
              </a:defRPr>
            </a:lvl3pPr>
            <a:lvl4pPr marL="1201738" indent="-168275">
              <a:buClr>
                <a:schemeClr val="accent2"/>
              </a:buClr>
              <a:buFontTx/>
              <a:buChar char="-"/>
              <a:defRPr sz="1400">
                <a:solidFill>
                  <a:schemeClr val="tx1"/>
                </a:solidFill>
              </a:defRPr>
            </a:lvl4pPr>
            <a:lvl5pPr marL="1719263" indent="-177800">
              <a:buClr>
                <a:schemeClr val="accent2"/>
              </a:buCl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866731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ext Placeholder 2"/>
          <p:cNvSpPr>
            <a:spLocks noGrp="1"/>
          </p:cNvSpPr>
          <p:nvPr>
            <p:ph type="body" sz="quarter" idx="12"/>
          </p:nvPr>
        </p:nvSpPr>
        <p:spPr>
          <a:xfrm>
            <a:off x="713232" y="1074738"/>
            <a:ext cx="5281115" cy="5308600"/>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sz="quarter" idx="13"/>
          </p:nvPr>
        </p:nvSpPr>
        <p:spPr>
          <a:xfrm>
            <a:off x="6217721" y="1074738"/>
            <a:ext cx="5177446" cy="5308600"/>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p:cNvCxnSpPr/>
          <p:nvPr userDrawn="1"/>
        </p:nvCxnSpPr>
        <p:spPr>
          <a:xfrm>
            <a:off x="6090303" y="1000125"/>
            <a:ext cx="0" cy="547687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72634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wo Content with Takeaway">
    <p:spTree>
      <p:nvGrpSpPr>
        <p:cNvPr id="1" name=""/>
        <p:cNvGrpSpPr/>
        <p:nvPr/>
      </p:nvGrpSpPr>
      <p:grpSpPr>
        <a:xfrm>
          <a:off x="0" y="0"/>
          <a:ext cx="0" cy="0"/>
          <a:chOff x="0" y="0"/>
          <a:chExt cx="0" cy="0"/>
        </a:xfrm>
      </p:grpSpPr>
      <p:sp>
        <p:nvSpPr>
          <p:cNvPr id="12"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2"/>
          <p:cNvSpPr>
            <a:spLocks noGrp="1"/>
          </p:cNvSpPr>
          <p:nvPr>
            <p:ph type="body" sz="quarter" idx="12"/>
          </p:nvPr>
        </p:nvSpPr>
        <p:spPr>
          <a:xfrm>
            <a:off x="713232" y="1074738"/>
            <a:ext cx="5281115" cy="5097462"/>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p:cNvSpPr>
            <a:spLocks noGrp="1"/>
          </p:cNvSpPr>
          <p:nvPr>
            <p:ph type="body" sz="quarter" idx="13"/>
          </p:nvPr>
        </p:nvSpPr>
        <p:spPr>
          <a:xfrm>
            <a:off x="6217720" y="1074738"/>
            <a:ext cx="5249655" cy="5097462"/>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p:cNvCxnSpPr/>
          <p:nvPr userDrawn="1"/>
        </p:nvCxnSpPr>
        <p:spPr>
          <a:xfrm>
            <a:off x="6090303" y="1000125"/>
            <a:ext cx="0" cy="5259044"/>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410639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ext Placeholder 2"/>
          <p:cNvSpPr>
            <a:spLocks noGrp="1"/>
          </p:cNvSpPr>
          <p:nvPr>
            <p:ph type="body" sz="quarter" idx="12"/>
          </p:nvPr>
        </p:nvSpPr>
        <p:spPr>
          <a:xfrm>
            <a:off x="713232" y="1794670"/>
            <a:ext cx="5281115" cy="4588669"/>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sz="quarter" idx="13"/>
          </p:nvPr>
        </p:nvSpPr>
        <p:spPr>
          <a:xfrm>
            <a:off x="6217720" y="1794668"/>
            <a:ext cx="5240855" cy="4588669"/>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p:cNvCxnSpPr/>
          <p:nvPr userDrawn="1"/>
        </p:nvCxnSpPr>
        <p:spPr>
          <a:xfrm>
            <a:off x="6090303" y="1000125"/>
            <a:ext cx="0" cy="547687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8" name="Text Placeholder 2"/>
          <p:cNvSpPr>
            <a:spLocks noGrp="1"/>
          </p:cNvSpPr>
          <p:nvPr>
            <p:ph type="body" idx="1"/>
          </p:nvPr>
        </p:nvSpPr>
        <p:spPr>
          <a:xfrm>
            <a:off x="713232" y="1066007"/>
            <a:ext cx="5281115" cy="576262"/>
          </a:xfrm>
          <a:prstGeom prst="rect">
            <a:avLst/>
          </a:prstGeom>
        </p:spPr>
        <p:txBody>
          <a:bodyPr anchor="b">
            <a:noAutofit/>
          </a:bodyPr>
          <a:lstStyle>
            <a:lvl1pPr marL="0" indent="0">
              <a:buNone/>
              <a:defRPr sz="2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14"/>
          </p:nvPr>
        </p:nvSpPr>
        <p:spPr>
          <a:xfrm>
            <a:off x="6217720" y="1061641"/>
            <a:ext cx="5240855" cy="576262"/>
          </a:xfrm>
          <a:prstGeom prst="rect">
            <a:avLst/>
          </a:prstGeom>
        </p:spPr>
        <p:txBody>
          <a:bodyPr anchor="b">
            <a:noAutofit/>
          </a:bodyPr>
          <a:lstStyle>
            <a:lvl1pPr marL="0" indent="0">
              <a:buNone/>
              <a:defRPr sz="2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7989411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mparison with Takeaway">
    <p:spTree>
      <p:nvGrpSpPr>
        <p:cNvPr id="1" name=""/>
        <p:cNvGrpSpPr/>
        <p:nvPr/>
      </p:nvGrpSpPr>
      <p:grpSpPr>
        <a:xfrm>
          <a:off x="0" y="0"/>
          <a:ext cx="0" cy="0"/>
          <a:chOff x="0" y="0"/>
          <a:chExt cx="0" cy="0"/>
        </a:xfrm>
      </p:grpSpPr>
      <p:sp>
        <p:nvSpPr>
          <p:cNvPr id="14"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2"/>
          <p:cNvSpPr>
            <a:spLocks noGrp="1"/>
          </p:cNvSpPr>
          <p:nvPr>
            <p:ph type="body" sz="quarter" idx="12"/>
          </p:nvPr>
        </p:nvSpPr>
        <p:spPr>
          <a:xfrm>
            <a:off x="713232" y="1747388"/>
            <a:ext cx="5281115" cy="4424812"/>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p:cNvSpPr>
            <a:spLocks noGrp="1"/>
          </p:cNvSpPr>
          <p:nvPr>
            <p:ph type="body" sz="quarter" idx="13"/>
          </p:nvPr>
        </p:nvSpPr>
        <p:spPr>
          <a:xfrm>
            <a:off x="6217720" y="1747388"/>
            <a:ext cx="5249655" cy="4424812"/>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p:cNvCxnSpPr/>
          <p:nvPr userDrawn="1"/>
        </p:nvCxnSpPr>
        <p:spPr>
          <a:xfrm>
            <a:off x="6090303" y="1000125"/>
            <a:ext cx="0" cy="5259044"/>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11" name="Text Placeholder 2"/>
          <p:cNvSpPr>
            <a:spLocks noGrp="1"/>
          </p:cNvSpPr>
          <p:nvPr>
            <p:ph type="body" idx="1"/>
          </p:nvPr>
        </p:nvSpPr>
        <p:spPr>
          <a:xfrm>
            <a:off x="713232" y="1066007"/>
            <a:ext cx="5281115" cy="576262"/>
          </a:xfrm>
          <a:prstGeom prst="rect">
            <a:avLst/>
          </a:prstGeom>
        </p:spPr>
        <p:txBody>
          <a:bodyPr anchor="b">
            <a:noAutofit/>
          </a:bodyPr>
          <a:lstStyle>
            <a:lvl1pPr marL="0" indent="0">
              <a:buNone/>
              <a:defRPr sz="2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2"/>
          <p:cNvSpPr>
            <a:spLocks noGrp="1"/>
          </p:cNvSpPr>
          <p:nvPr>
            <p:ph type="body" idx="14"/>
          </p:nvPr>
        </p:nvSpPr>
        <p:spPr>
          <a:xfrm>
            <a:off x="6217720" y="1061641"/>
            <a:ext cx="5249655" cy="576262"/>
          </a:xfrm>
          <a:prstGeom prst="rect">
            <a:avLst/>
          </a:prstGeom>
        </p:spPr>
        <p:txBody>
          <a:bodyPr anchor="b">
            <a:noAutofit/>
          </a:bodyPr>
          <a:lstStyle>
            <a:lvl1pPr marL="0" indent="0">
              <a:buNone/>
              <a:defRPr sz="2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41934484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ext Placeholder 2"/>
          <p:cNvSpPr>
            <a:spLocks noGrp="1"/>
          </p:cNvSpPr>
          <p:nvPr>
            <p:ph type="body" idx="1"/>
          </p:nvPr>
        </p:nvSpPr>
        <p:spPr>
          <a:xfrm>
            <a:off x="728903"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Text Placeholder 3"/>
          <p:cNvSpPr>
            <a:spLocks noGrp="1"/>
          </p:cNvSpPr>
          <p:nvPr>
            <p:ph type="body" sz="half" idx="15"/>
          </p:nvPr>
        </p:nvSpPr>
        <p:spPr>
          <a:xfrm>
            <a:off x="728903" y="1691844"/>
            <a:ext cx="3413760" cy="472875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Text Placeholder 4"/>
          <p:cNvSpPr>
            <a:spLocks noGrp="1"/>
          </p:cNvSpPr>
          <p:nvPr>
            <p:ph type="body" sz="quarter" idx="3"/>
          </p:nvPr>
        </p:nvSpPr>
        <p:spPr>
          <a:xfrm>
            <a:off x="4354939"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6"/>
          </p:nvPr>
        </p:nvSpPr>
        <p:spPr>
          <a:xfrm>
            <a:off x="4354939" y="1691844"/>
            <a:ext cx="3413760" cy="472875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13"/>
          </p:nvPr>
        </p:nvSpPr>
        <p:spPr>
          <a:xfrm>
            <a:off x="7988545"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7"/>
          </p:nvPr>
        </p:nvSpPr>
        <p:spPr>
          <a:xfrm>
            <a:off x="7988740" y="1691844"/>
            <a:ext cx="3413760" cy="472875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1" name="Straight Connector 10"/>
          <p:cNvCxnSpPr/>
          <p:nvPr userDrawn="1"/>
        </p:nvCxnSpPr>
        <p:spPr>
          <a:xfrm>
            <a:off x="4246189" y="1098772"/>
            <a:ext cx="0" cy="53218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7872812" y="1098786"/>
            <a:ext cx="0" cy="53218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93120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3 Column with Takeaway">
    <p:spTree>
      <p:nvGrpSpPr>
        <p:cNvPr id="1" name=""/>
        <p:cNvGrpSpPr/>
        <p:nvPr/>
      </p:nvGrpSpPr>
      <p:grpSpPr>
        <a:xfrm>
          <a:off x="0" y="0"/>
          <a:ext cx="0" cy="0"/>
          <a:chOff x="0" y="0"/>
          <a:chExt cx="0" cy="0"/>
        </a:xfrm>
      </p:grpSpPr>
      <p:sp>
        <p:nvSpPr>
          <p:cNvPr id="20"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2"/>
          <p:cNvSpPr>
            <a:spLocks noGrp="1"/>
          </p:cNvSpPr>
          <p:nvPr>
            <p:ph type="body" idx="1"/>
          </p:nvPr>
        </p:nvSpPr>
        <p:spPr>
          <a:xfrm>
            <a:off x="728903"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3"/>
          <p:cNvSpPr>
            <a:spLocks noGrp="1"/>
          </p:cNvSpPr>
          <p:nvPr>
            <p:ph type="body" sz="half" idx="16"/>
          </p:nvPr>
        </p:nvSpPr>
        <p:spPr>
          <a:xfrm>
            <a:off x="728903" y="1691845"/>
            <a:ext cx="3413760" cy="4257135"/>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0" name="Text Placeholder 4"/>
          <p:cNvSpPr>
            <a:spLocks noGrp="1"/>
          </p:cNvSpPr>
          <p:nvPr>
            <p:ph type="body" sz="quarter" idx="3"/>
          </p:nvPr>
        </p:nvSpPr>
        <p:spPr>
          <a:xfrm>
            <a:off x="4354939"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3"/>
          <p:cNvSpPr>
            <a:spLocks noGrp="1"/>
          </p:cNvSpPr>
          <p:nvPr>
            <p:ph type="body" sz="half" idx="17"/>
          </p:nvPr>
        </p:nvSpPr>
        <p:spPr>
          <a:xfrm>
            <a:off x="4354939" y="1691845"/>
            <a:ext cx="3413760" cy="4257135"/>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2" name="Text Placeholder 4"/>
          <p:cNvSpPr>
            <a:spLocks noGrp="1"/>
          </p:cNvSpPr>
          <p:nvPr>
            <p:ph type="body" sz="quarter" idx="13"/>
          </p:nvPr>
        </p:nvSpPr>
        <p:spPr>
          <a:xfrm>
            <a:off x="7988545"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3" name="Text Placeholder 3"/>
          <p:cNvSpPr>
            <a:spLocks noGrp="1"/>
          </p:cNvSpPr>
          <p:nvPr>
            <p:ph type="body" sz="half" idx="18"/>
          </p:nvPr>
        </p:nvSpPr>
        <p:spPr>
          <a:xfrm>
            <a:off x="7988740" y="1691845"/>
            <a:ext cx="3413760" cy="4257135"/>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4" name="Straight Connector 13"/>
          <p:cNvCxnSpPr/>
          <p:nvPr userDrawn="1"/>
        </p:nvCxnSpPr>
        <p:spPr>
          <a:xfrm>
            <a:off x="4246189" y="1098772"/>
            <a:ext cx="0" cy="48646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7872812" y="1098786"/>
            <a:ext cx="0" cy="48646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97352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ext Placeholder 2"/>
          <p:cNvSpPr>
            <a:spLocks noGrp="1"/>
          </p:cNvSpPr>
          <p:nvPr>
            <p:ph type="body" idx="1"/>
          </p:nvPr>
        </p:nvSpPr>
        <p:spPr>
          <a:xfrm>
            <a:off x="728903" y="4192264"/>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Text Placeholder 3"/>
          <p:cNvSpPr>
            <a:spLocks noGrp="1"/>
          </p:cNvSpPr>
          <p:nvPr>
            <p:ph type="body" sz="half" idx="15"/>
          </p:nvPr>
        </p:nvSpPr>
        <p:spPr>
          <a:xfrm>
            <a:off x="728903" y="4779284"/>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Text Placeholder 4"/>
          <p:cNvSpPr>
            <a:spLocks noGrp="1"/>
          </p:cNvSpPr>
          <p:nvPr>
            <p:ph type="body" sz="quarter" idx="3"/>
          </p:nvPr>
        </p:nvSpPr>
        <p:spPr>
          <a:xfrm>
            <a:off x="4354939" y="4192264"/>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6"/>
          </p:nvPr>
        </p:nvSpPr>
        <p:spPr>
          <a:xfrm>
            <a:off x="4354939" y="4779284"/>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13"/>
          </p:nvPr>
        </p:nvSpPr>
        <p:spPr>
          <a:xfrm>
            <a:off x="7988545" y="4192264"/>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7"/>
          </p:nvPr>
        </p:nvSpPr>
        <p:spPr>
          <a:xfrm>
            <a:off x="7988740" y="4779284"/>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1" name="Straight Connector 10"/>
          <p:cNvCxnSpPr/>
          <p:nvPr userDrawn="1"/>
        </p:nvCxnSpPr>
        <p:spPr>
          <a:xfrm>
            <a:off x="4246189" y="2013175"/>
            <a:ext cx="0" cy="44074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7872812" y="2013189"/>
            <a:ext cx="0" cy="44074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13" name="Picture Placeholder 2"/>
          <p:cNvSpPr>
            <a:spLocks noGrp="1" noChangeAspect="1"/>
          </p:cNvSpPr>
          <p:nvPr>
            <p:ph type="pic" idx="18"/>
          </p:nvPr>
        </p:nvSpPr>
        <p:spPr>
          <a:xfrm>
            <a:off x="789863" y="1990315"/>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14" name="Picture Placeholder 2"/>
          <p:cNvSpPr>
            <a:spLocks noGrp="1" noChangeAspect="1"/>
          </p:cNvSpPr>
          <p:nvPr>
            <p:ph type="pic" idx="21"/>
          </p:nvPr>
        </p:nvSpPr>
        <p:spPr>
          <a:xfrm>
            <a:off x="4438565" y="1990315"/>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15" name="Picture Placeholder 2"/>
          <p:cNvSpPr>
            <a:spLocks noGrp="1" noChangeAspect="1"/>
          </p:cNvSpPr>
          <p:nvPr>
            <p:ph type="pic" idx="22"/>
          </p:nvPr>
        </p:nvSpPr>
        <p:spPr>
          <a:xfrm>
            <a:off x="8048279" y="1990314"/>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Tree>
    <p:extLst>
      <p:ext uri="{BB962C8B-B14F-4D97-AF65-F5344CB8AC3E}">
        <p14:creationId xmlns:p14="http://schemas.microsoft.com/office/powerpoint/2010/main" val="37743016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3 Picture Column with Takeaway">
    <p:spTree>
      <p:nvGrpSpPr>
        <p:cNvPr id="1" name=""/>
        <p:cNvGrpSpPr/>
        <p:nvPr/>
      </p:nvGrpSpPr>
      <p:grpSpPr>
        <a:xfrm>
          <a:off x="0" y="0"/>
          <a:ext cx="0" cy="0"/>
          <a:chOff x="0" y="0"/>
          <a:chExt cx="0" cy="0"/>
        </a:xfrm>
      </p:grpSpPr>
      <p:sp>
        <p:nvSpPr>
          <p:cNvPr id="23"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2"/>
          <p:cNvSpPr>
            <a:spLocks noGrp="1"/>
          </p:cNvSpPr>
          <p:nvPr>
            <p:ph type="body" idx="1"/>
          </p:nvPr>
        </p:nvSpPr>
        <p:spPr>
          <a:xfrm>
            <a:off x="728903" y="3772710"/>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3"/>
          <p:cNvSpPr>
            <a:spLocks noGrp="1"/>
          </p:cNvSpPr>
          <p:nvPr>
            <p:ph type="body" sz="half" idx="16"/>
          </p:nvPr>
        </p:nvSpPr>
        <p:spPr>
          <a:xfrm>
            <a:off x="728903" y="4359730"/>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0" name="Text Placeholder 4"/>
          <p:cNvSpPr>
            <a:spLocks noGrp="1"/>
          </p:cNvSpPr>
          <p:nvPr>
            <p:ph type="body" sz="quarter" idx="3"/>
          </p:nvPr>
        </p:nvSpPr>
        <p:spPr>
          <a:xfrm>
            <a:off x="4354939" y="3772710"/>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3"/>
          <p:cNvSpPr>
            <a:spLocks noGrp="1"/>
          </p:cNvSpPr>
          <p:nvPr>
            <p:ph type="body" sz="half" idx="17"/>
          </p:nvPr>
        </p:nvSpPr>
        <p:spPr>
          <a:xfrm>
            <a:off x="4354939" y="4359730"/>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2" name="Text Placeholder 4"/>
          <p:cNvSpPr>
            <a:spLocks noGrp="1"/>
          </p:cNvSpPr>
          <p:nvPr>
            <p:ph type="body" sz="quarter" idx="13"/>
          </p:nvPr>
        </p:nvSpPr>
        <p:spPr>
          <a:xfrm>
            <a:off x="7988545" y="3772710"/>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3" name="Text Placeholder 3"/>
          <p:cNvSpPr>
            <a:spLocks noGrp="1"/>
          </p:cNvSpPr>
          <p:nvPr>
            <p:ph type="body" sz="half" idx="18"/>
          </p:nvPr>
        </p:nvSpPr>
        <p:spPr>
          <a:xfrm>
            <a:off x="7988740" y="4359730"/>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4" name="Straight Connector 13"/>
          <p:cNvCxnSpPr/>
          <p:nvPr userDrawn="1"/>
        </p:nvCxnSpPr>
        <p:spPr>
          <a:xfrm>
            <a:off x="4246189" y="1593621"/>
            <a:ext cx="0" cy="44074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7872812" y="1593635"/>
            <a:ext cx="0" cy="44074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16" name="Picture Placeholder 2"/>
          <p:cNvSpPr>
            <a:spLocks noGrp="1" noChangeAspect="1"/>
          </p:cNvSpPr>
          <p:nvPr>
            <p:ph type="pic" idx="19"/>
          </p:nvPr>
        </p:nvSpPr>
        <p:spPr>
          <a:xfrm>
            <a:off x="789863" y="1570761"/>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20" name="Picture Placeholder 2"/>
          <p:cNvSpPr>
            <a:spLocks noGrp="1" noChangeAspect="1"/>
          </p:cNvSpPr>
          <p:nvPr>
            <p:ph type="pic" idx="21"/>
          </p:nvPr>
        </p:nvSpPr>
        <p:spPr>
          <a:xfrm>
            <a:off x="4438565" y="1570761"/>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21" name="Picture Placeholder 2"/>
          <p:cNvSpPr>
            <a:spLocks noGrp="1" noChangeAspect="1"/>
          </p:cNvSpPr>
          <p:nvPr>
            <p:ph type="pic" idx="22"/>
          </p:nvPr>
        </p:nvSpPr>
        <p:spPr>
          <a:xfrm>
            <a:off x="8048279" y="1570760"/>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Tree>
    <p:extLst>
      <p:ext uri="{BB962C8B-B14F-4D97-AF65-F5344CB8AC3E}">
        <p14:creationId xmlns:p14="http://schemas.microsoft.com/office/powerpoint/2010/main" val="23918006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Layout">
    <p:spTree>
      <p:nvGrpSpPr>
        <p:cNvPr id="1" name=""/>
        <p:cNvGrpSpPr/>
        <p:nvPr/>
      </p:nvGrpSpPr>
      <p:grpSpPr>
        <a:xfrm>
          <a:off x="0" y="0"/>
          <a:ext cx="0" cy="0"/>
          <a:chOff x="0" y="0"/>
          <a:chExt cx="0" cy="0"/>
        </a:xfrm>
      </p:grpSpPr>
      <p:sp>
        <p:nvSpPr>
          <p:cNvPr id="2" name="Title 1"/>
          <p:cNvSpPr>
            <a:spLocks noGrp="1"/>
          </p:cNvSpPr>
          <p:nvPr>
            <p:ph type="title"/>
          </p:nvPr>
        </p:nvSpPr>
        <p:spPr>
          <a:xfrm>
            <a:off x="592667" y="357189"/>
            <a:ext cx="10893552" cy="498475"/>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cxnSp>
        <p:nvCxnSpPr>
          <p:cNvPr id="5" name="Straight Connector 4"/>
          <p:cNvCxnSpPr/>
          <p:nvPr userDrawn="1"/>
        </p:nvCxnSpPr>
        <p:spPr bwMode="auto">
          <a:xfrm flipH="1">
            <a:off x="609602" y="3698875"/>
            <a:ext cx="11095303" cy="0"/>
          </a:xfrm>
          <a:prstGeom prst="line">
            <a:avLst/>
          </a:prstGeom>
          <a:noFill/>
          <a:ln w="19050" cap="flat" cmpd="sng" algn="ctr">
            <a:solidFill>
              <a:schemeClr val="accent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Straight Connector 5"/>
          <p:cNvCxnSpPr/>
          <p:nvPr userDrawn="1"/>
        </p:nvCxnSpPr>
        <p:spPr bwMode="auto">
          <a:xfrm>
            <a:off x="6157384" y="962026"/>
            <a:ext cx="0" cy="5445125"/>
          </a:xfrm>
          <a:prstGeom prst="line">
            <a:avLst/>
          </a:prstGeom>
          <a:noFill/>
          <a:ln w="19050" cap="flat" cmpd="sng" algn="ctr">
            <a:solidFill>
              <a:schemeClr val="accent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Text Placeholder 2"/>
          <p:cNvSpPr>
            <a:spLocks noGrp="1"/>
          </p:cNvSpPr>
          <p:nvPr>
            <p:ph type="body" sz="quarter" idx="18"/>
          </p:nvPr>
        </p:nvSpPr>
        <p:spPr>
          <a:xfrm>
            <a:off x="6259493" y="962652"/>
            <a:ext cx="5429251" cy="2629468"/>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
          <p:cNvSpPr>
            <a:spLocks noGrp="1"/>
          </p:cNvSpPr>
          <p:nvPr>
            <p:ph type="body" sz="quarter" idx="12"/>
          </p:nvPr>
        </p:nvSpPr>
        <p:spPr>
          <a:xfrm>
            <a:off x="592666" y="962652"/>
            <a:ext cx="5429251" cy="2629468"/>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p:cNvSpPr>
            <a:spLocks noGrp="1"/>
          </p:cNvSpPr>
          <p:nvPr>
            <p:ph type="body" sz="quarter" idx="19"/>
          </p:nvPr>
        </p:nvSpPr>
        <p:spPr>
          <a:xfrm>
            <a:off x="6275653" y="3804586"/>
            <a:ext cx="5429251" cy="2629468"/>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2"/>
          <p:cNvSpPr>
            <a:spLocks noGrp="1"/>
          </p:cNvSpPr>
          <p:nvPr>
            <p:ph type="body" sz="quarter" idx="20"/>
          </p:nvPr>
        </p:nvSpPr>
        <p:spPr>
          <a:xfrm>
            <a:off x="608827" y="3804586"/>
            <a:ext cx="5429251" cy="2629468"/>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968257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4-Up Layout with Takeaway">
    <p:spTree>
      <p:nvGrpSpPr>
        <p:cNvPr id="1" name=""/>
        <p:cNvGrpSpPr/>
        <p:nvPr/>
      </p:nvGrpSpPr>
      <p:grpSpPr>
        <a:xfrm>
          <a:off x="0" y="0"/>
          <a:ext cx="0" cy="0"/>
          <a:chOff x="0" y="0"/>
          <a:chExt cx="0" cy="0"/>
        </a:xfrm>
      </p:grpSpPr>
      <p:sp>
        <p:nvSpPr>
          <p:cNvPr id="24"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a:xfrm>
            <a:off x="608827" y="357189"/>
            <a:ext cx="10877392" cy="498475"/>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cxnSp>
        <p:nvCxnSpPr>
          <p:cNvPr id="14" name="Straight Connector 13"/>
          <p:cNvCxnSpPr/>
          <p:nvPr userDrawn="1"/>
        </p:nvCxnSpPr>
        <p:spPr bwMode="auto">
          <a:xfrm>
            <a:off x="6140451" y="962025"/>
            <a:ext cx="0" cy="5257800"/>
          </a:xfrm>
          <a:prstGeom prst="line">
            <a:avLst/>
          </a:prstGeom>
          <a:noFill/>
          <a:ln w="19050" cap="flat" cmpd="sng" algn="ctr">
            <a:solidFill>
              <a:schemeClr val="accent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Connector 14"/>
          <p:cNvCxnSpPr/>
          <p:nvPr userDrawn="1"/>
        </p:nvCxnSpPr>
        <p:spPr bwMode="auto">
          <a:xfrm flipH="1">
            <a:off x="592667" y="3534457"/>
            <a:ext cx="11112500" cy="0"/>
          </a:xfrm>
          <a:prstGeom prst="line">
            <a:avLst/>
          </a:prstGeom>
          <a:noFill/>
          <a:ln w="19050" cap="flat" cmpd="sng" algn="ctr">
            <a:solidFill>
              <a:schemeClr val="accent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Text Placeholder 2"/>
          <p:cNvSpPr>
            <a:spLocks noGrp="1"/>
          </p:cNvSpPr>
          <p:nvPr>
            <p:ph type="body" sz="quarter" idx="12"/>
          </p:nvPr>
        </p:nvSpPr>
        <p:spPr>
          <a:xfrm>
            <a:off x="592666" y="962652"/>
            <a:ext cx="5429251" cy="2494472"/>
          </a:xfrm>
          <a:prstGeom prst="rect">
            <a:avLst/>
          </a:prstGeom>
        </p:spPr>
        <p:txBody>
          <a:bodyPr>
            <a:normAutofit/>
          </a:bodyPr>
          <a:lstStyle>
            <a:lvl1pPr>
              <a:buClr>
                <a:schemeClr val="tx2"/>
              </a:buClr>
              <a:defRPr sz="1800">
                <a:solidFill>
                  <a:schemeClr val="tx1"/>
                </a:solidFill>
              </a:defRPr>
            </a:lvl1pPr>
            <a:lvl2pPr marL="457200" indent="-169863">
              <a:buClr>
                <a:schemeClr val="accent2"/>
              </a:buClr>
              <a:defRPr sz="1600">
                <a:solidFill>
                  <a:schemeClr val="tx1"/>
                </a:solidFill>
              </a:defRPr>
            </a:lvl2pPr>
            <a:lvl3pPr marL="804863" indent="-177800">
              <a:buClr>
                <a:schemeClr val="accent2"/>
              </a:buClr>
              <a:defRPr sz="1400">
                <a:solidFill>
                  <a:schemeClr val="tx1"/>
                </a:solidFill>
              </a:defRPr>
            </a:lvl3pPr>
            <a:lvl4pPr marL="1201738" indent="-168275">
              <a:buClr>
                <a:schemeClr val="accent2"/>
              </a:buClr>
              <a:buFontTx/>
              <a:buChar char="-"/>
              <a:defRPr sz="1200">
                <a:solidFill>
                  <a:schemeClr val="tx1"/>
                </a:solidFill>
              </a:defRPr>
            </a:lvl4pPr>
            <a:lvl5pPr marL="1719263" indent="-177800">
              <a:buClr>
                <a:schemeClr val="accent2"/>
              </a:buCl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
          <p:cNvSpPr>
            <a:spLocks noGrp="1"/>
          </p:cNvSpPr>
          <p:nvPr>
            <p:ph type="body" sz="quarter" idx="19"/>
          </p:nvPr>
        </p:nvSpPr>
        <p:spPr>
          <a:xfrm>
            <a:off x="6232621" y="962652"/>
            <a:ext cx="5429251" cy="2494472"/>
          </a:xfrm>
          <a:prstGeom prst="rect">
            <a:avLst/>
          </a:prstGeom>
        </p:spPr>
        <p:txBody>
          <a:bodyPr>
            <a:normAutofit/>
          </a:bodyPr>
          <a:lstStyle>
            <a:lvl1pPr>
              <a:buClr>
                <a:schemeClr val="tx2"/>
              </a:buClr>
              <a:defRPr sz="1800"/>
            </a:lvl1pPr>
            <a:lvl2pPr marL="457200" indent="-169863">
              <a:buClr>
                <a:schemeClr val="accent2"/>
              </a:buClr>
              <a:buFont typeface="Arial" panose="020B0604020202020204" pitchFamily="34" charset="0"/>
              <a:buChar cha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p:cNvSpPr>
            <a:spLocks noGrp="1"/>
          </p:cNvSpPr>
          <p:nvPr>
            <p:ph type="body" sz="quarter" idx="20"/>
          </p:nvPr>
        </p:nvSpPr>
        <p:spPr>
          <a:xfrm>
            <a:off x="592159" y="3625380"/>
            <a:ext cx="5429251" cy="2469486"/>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2"/>
          <p:cNvSpPr>
            <a:spLocks noGrp="1"/>
          </p:cNvSpPr>
          <p:nvPr>
            <p:ph type="body" sz="quarter" idx="21"/>
          </p:nvPr>
        </p:nvSpPr>
        <p:spPr>
          <a:xfrm>
            <a:off x="6227335" y="3625380"/>
            <a:ext cx="5429251" cy="2469486"/>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15493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7647477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Only with Takeaway">
    <p:spTree>
      <p:nvGrpSpPr>
        <p:cNvPr id="1" name=""/>
        <p:cNvGrpSpPr/>
        <p:nvPr/>
      </p:nvGrpSpPr>
      <p:grpSpPr>
        <a:xfrm>
          <a:off x="0" y="0"/>
          <a:ext cx="0" cy="0"/>
          <a:chOff x="0" y="0"/>
          <a:chExt cx="0" cy="0"/>
        </a:xfrm>
      </p:grpSpPr>
      <p:sp>
        <p:nvSpPr>
          <p:cNvPr id="9"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7618629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34244711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Blank with Takeaway">
    <p:spTree>
      <p:nvGrpSpPr>
        <p:cNvPr id="1" name=""/>
        <p:cNvGrpSpPr/>
        <p:nvPr/>
      </p:nvGrpSpPr>
      <p:grpSpPr>
        <a:xfrm>
          <a:off x="0" y="0"/>
          <a:ext cx="0" cy="0"/>
          <a:chOff x="0" y="0"/>
          <a:chExt cx="0" cy="0"/>
        </a:xfrm>
      </p:grpSpPr>
      <p:sp>
        <p:nvSpPr>
          <p:cNvPr id="8" name="Round Single Corner Rectangle 1"/>
          <p:cNvSpPr>
            <a:spLocks noChangeAspect="1"/>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04057" y="74381"/>
                  <a:pt x="41048" y="713194"/>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19493408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Infographic">
    <p:spTree>
      <p:nvGrpSpPr>
        <p:cNvPr id="1" name=""/>
        <p:cNvGrpSpPr/>
        <p:nvPr/>
      </p:nvGrpSpPr>
      <p:grpSpPr>
        <a:xfrm>
          <a:off x="0" y="0"/>
          <a:ext cx="0" cy="0"/>
          <a:chOff x="0" y="0"/>
          <a:chExt cx="0" cy="0"/>
        </a:xfrm>
      </p:grpSpPr>
      <p:sp>
        <p:nvSpPr>
          <p:cNvPr id="5" name="Picture Placeholder 9"/>
          <p:cNvSpPr>
            <a:spLocks noGrp="1"/>
          </p:cNvSpPr>
          <p:nvPr>
            <p:ph type="pic" sz="quarter" idx="12"/>
          </p:nvPr>
        </p:nvSpPr>
        <p:spPr>
          <a:xfrm>
            <a:off x="10388601" y="6519863"/>
            <a:ext cx="1371600" cy="256032"/>
          </a:xfrm>
          <a:prstGeom prst="rect">
            <a:avLst/>
          </a:prstGeom>
          <a:blipFill>
            <a:blip r:embed="rId3" cstate="screen">
              <a:extLst>
                <a:ext uri="{28A0092B-C50C-407E-A947-70E740481C1C}">
                  <a14:useLocalDpi xmlns:a14="http://schemas.microsoft.com/office/drawing/2010/main"/>
                </a:ext>
              </a:extLst>
            </a:blip>
            <a:stretch>
              <a:fillRect/>
            </a:stretch>
          </a:blipFill>
        </p:spPr>
        <p:txBody>
          <a:bodyPr/>
          <a:lstStyle>
            <a:lvl1pPr>
              <a:defRPr sz="200"/>
            </a:lvl1pPr>
          </a:lstStyle>
          <a:p>
            <a:r>
              <a:rPr lang="en-US"/>
              <a:t>Click icon to add picture</a:t>
            </a: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6" name="Picture Placeholder 4"/>
          <p:cNvSpPr>
            <a:spLocks noGrp="1"/>
          </p:cNvSpPr>
          <p:nvPr>
            <p:ph type="pic" sz="quarter" idx="13"/>
          </p:nvPr>
        </p:nvSpPr>
        <p:spPr>
          <a:xfrm>
            <a:off x="10363277" y="0"/>
            <a:ext cx="1828800" cy="18288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a:lstStyle>
            <a:lvl1pPr>
              <a:defRPr sz="200"/>
            </a:lvl1pPr>
          </a:lstStyle>
          <a:p>
            <a:r>
              <a:rPr lang="en-US"/>
              <a:t>Click icon to add picture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20967665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Infographic with Takeaway">
    <p:spTree>
      <p:nvGrpSpPr>
        <p:cNvPr id="1" name=""/>
        <p:cNvGrpSpPr/>
        <p:nvPr/>
      </p:nvGrpSpPr>
      <p:grpSpPr>
        <a:xfrm>
          <a:off x="0" y="0"/>
          <a:ext cx="0" cy="0"/>
          <a:chOff x="0" y="0"/>
          <a:chExt cx="0" cy="0"/>
        </a:xfrm>
      </p:grpSpPr>
      <p:sp>
        <p:nvSpPr>
          <p:cNvPr id="8" name="Picture Placeholder 3"/>
          <p:cNvSpPr>
            <a:spLocks noGrp="1"/>
          </p:cNvSpPr>
          <p:nvPr>
            <p:ph type="pic" sz="quarter" idx="17"/>
          </p:nvPr>
        </p:nvSpPr>
        <p:spPr>
          <a:xfrm>
            <a:off x="0" y="6384611"/>
            <a:ext cx="11584517" cy="504825"/>
          </a:xfrm>
          <a:prstGeom prst="rect">
            <a:avLst/>
          </a:prstGeom>
          <a:blipFill>
            <a:blip r:embed="rId3" cstate="email">
              <a:extLst>
                <a:ext uri="{28A0092B-C50C-407E-A947-70E740481C1C}">
                  <a14:useLocalDpi xmlns:a14="http://schemas.microsoft.com/office/drawing/2010/main"/>
                </a:ext>
              </a:extLst>
            </a:blip>
            <a:stretch>
              <a:fillRect/>
            </a:stretch>
          </a:blipFill>
        </p:spPr>
        <p:txBody>
          <a:bodyPr/>
          <a:lstStyle>
            <a:lvl1pPr>
              <a:defRPr sz="200"/>
            </a:lvl1pPr>
          </a:lstStyle>
          <a:p>
            <a:r>
              <a:rPr lang="en-US"/>
              <a:t>Click icon to add picture</a:t>
            </a: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7" name="Picture Placeholder 4"/>
          <p:cNvSpPr>
            <a:spLocks noGrp="1"/>
          </p:cNvSpPr>
          <p:nvPr>
            <p:ph type="pic" sz="quarter" idx="13"/>
          </p:nvPr>
        </p:nvSpPr>
        <p:spPr>
          <a:xfrm>
            <a:off x="10363277" y="0"/>
            <a:ext cx="1828800" cy="18288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a:lstStyle>
            <a:lvl1pPr>
              <a:defRPr sz="200"/>
            </a:lvl1pPr>
          </a:lstStyle>
          <a:p>
            <a:r>
              <a:rPr lang="en-US"/>
              <a:t>Click icon to add picture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59976428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itle 1"/>
          <p:cNvSpPr>
            <a:spLocks noGrp="1"/>
          </p:cNvSpPr>
          <p:nvPr>
            <p:ph type="title"/>
          </p:nvPr>
        </p:nvSpPr>
        <p:spPr>
          <a:xfrm>
            <a:off x="6559421" y="408993"/>
            <a:ext cx="4800937" cy="1828800"/>
          </a:xfrm>
        </p:spPr>
        <p:txBody>
          <a:bodyPr anchor="b">
            <a:noAutofit/>
          </a:bodyPr>
          <a:lstStyle>
            <a:lvl1pPr>
              <a:defRPr sz="3300"/>
            </a:lvl1pPr>
          </a:lstStyle>
          <a:p>
            <a:r>
              <a:rPr lang="en-US"/>
              <a:t>Click to edit Master title style</a:t>
            </a:r>
          </a:p>
        </p:txBody>
      </p:sp>
      <p:sp>
        <p:nvSpPr>
          <p:cNvPr id="6" name="Content Placeholder 2"/>
          <p:cNvSpPr>
            <a:spLocks noGrp="1"/>
          </p:cNvSpPr>
          <p:nvPr>
            <p:ph idx="1"/>
          </p:nvPr>
        </p:nvSpPr>
        <p:spPr>
          <a:xfrm>
            <a:off x="713232" y="381000"/>
            <a:ext cx="5489511" cy="5791200"/>
          </a:xfrm>
          <a:prstGeom prst="rect">
            <a:avLst/>
          </a:prstGeom>
        </p:spPr>
        <p:txBody>
          <a:bodyPr>
            <a:normAutofit/>
          </a:bodyPr>
          <a:lstStyle>
            <a:lvl1pPr>
              <a:defRPr sz="1800"/>
            </a:lvl1pPr>
            <a:lvl2pPr>
              <a:defRPr sz="1500"/>
            </a:lvl2pPr>
            <a:lvl3pPr>
              <a:defRPr sz="1350"/>
            </a:lvl3pPr>
            <a:lvl4pPr>
              <a:defRPr sz="1200"/>
            </a:lvl4pPr>
            <a:lvl5pPr>
              <a:defRPr sz="12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p:cNvSpPr>
            <a:spLocks noGrp="1"/>
          </p:cNvSpPr>
          <p:nvPr>
            <p:ph type="body" sz="half" idx="2"/>
          </p:nvPr>
        </p:nvSpPr>
        <p:spPr>
          <a:xfrm>
            <a:off x="6559421" y="2237793"/>
            <a:ext cx="4800937" cy="1828800"/>
          </a:xfrm>
          <a:prstGeom prst="rect">
            <a:avLst/>
          </a:prstGeom>
        </p:spPr>
        <p:txBody>
          <a:bodyPr>
            <a:normAutofit/>
          </a:bodyPr>
          <a:lstStyle>
            <a:lvl1pPr marL="0" indent="0">
              <a:spcBef>
                <a:spcPts val="900"/>
              </a:spcBef>
              <a:buNone/>
              <a:defRPr sz="15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221189721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itle 1"/>
          <p:cNvSpPr>
            <a:spLocks noGrp="1"/>
          </p:cNvSpPr>
          <p:nvPr>
            <p:ph type="title"/>
          </p:nvPr>
        </p:nvSpPr>
        <p:spPr>
          <a:xfrm>
            <a:off x="6559421" y="408993"/>
            <a:ext cx="4800937" cy="1828800"/>
          </a:xfrm>
        </p:spPr>
        <p:txBody>
          <a:bodyPr anchor="b">
            <a:noAutofit/>
          </a:bodyPr>
          <a:lstStyle>
            <a:lvl1pPr>
              <a:defRPr sz="3300"/>
            </a:lvl1pPr>
          </a:lstStyle>
          <a:p>
            <a:r>
              <a:rPr lang="en-US"/>
              <a:t>Click to edit Master title style</a:t>
            </a:r>
          </a:p>
        </p:txBody>
      </p:sp>
      <p:sp>
        <p:nvSpPr>
          <p:cNvPr id="6" name="Text Placeholder 3"/>
          <p:cNvSpPr>
            <a:spLocks noGrp="1"/>
          </p:cNvSpPr>
          <p:nvPr>
            <p:ph type="body" sz="half" idx="2"/>
          </p:nvPr>
        </p:nvSpPr>
        <p:spPr>
          <a:xfrm>
            <a:off x="6559421" y="2237793"/>
            <a:ext cx="4800937" cy="1828800"/>
          </a:xfrm>
          <a:prstGeom prst="rect">
            <a:avLst/>
          </a:prstGeom>
        </p:spPr>
        <p:txBody>
          <a:bodyPr>
            <a:normAutofit/>
          </a:bodyPr>
          <a:lstStyle>
            <a:lvl1pPr marL="0" indent="0">
              <a:spcBef>
                <a:spcPts val="900"/>
              </a:spcBef>
              <a:buNone/>
              <a:defRPr sz="15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7" name="Picture Placeholder 6"/>
          <p:cNvSpPr>
            <a:spLocks noGrp="1"/>
          </p:cNvSpPr>
          <p:nvPr>
            <p:ph type="pic" sz="quarter" idx="12"/>
          </p:nvPr>
        </p:nvSpPr>
        <p:spPr>
          <a:xfrm>
            <a:off x="713232" y="384048"/>
            <a:ext cx="5486400" cy="5788152"/>
          </a:xfrm>
          <a:prstGeom prst="rect">
            <a:avLst/>
          </a:prstGeom>
        </p:spPr>
        <p:txBody>
          <a:bodyPr/>
          <a:lstStyle/>
          <a:p>
            <a:r>
              <a:rPr lang="en-US"/>
              <a:t>Click icon to add picture</a:t>
            </a:r>
          </a:p>
        </p:txBody>
      </p:sp>
    </p:spTree>
    <p:extLst>
      <p:ext uri="{BB962C8B-B14F-4D97-AF65-F5344CB8AC3E}">
        <p14:creationId xmlns:p14="http://schemas.microsoft.com/office/powerpoint/2010/main" val="28943168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9" name="Round Single Corner Rectangle 1"/>
          <p:cNvSpPr>
            <a:spLocks noChangeAspect="1"/>
          </p:cNvSpPr>
          <p:nvPr userDrawn="1"/>
        </p:nvSpPr>
        <p:spPr>
          <a:xfrm rot="5400000">
            <a:off x="10591800" y="-228591"/>
            <a:ext cx="1371600" cy="1828723"/>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Lst>
            <a:ahLst/>
            <a:cxnLst>
              <a:cxn ang="0">
                <a:pos x="connsiteX0" y="connsiteY0"/>
              </a:cxn>
              <a:cxn ang="0">
                <a:pos x="connsiteX1" y="connsiteY1"/>
              </a:cxn>
              <a:cxn ang="0">
                <a:pos x="connsiteX2" y="connsiteY2"/>
              </a:cxn>
              <a:cxn ang="0">
                <a:pos x="connsiteX3" y="connsiteY3"/>
              </a:cxn>
            </a:cxnLst>
            <a:rect l="l" t="t" r="r" b="b"/>
            <a:pathLst>
              <a:path w="1142995" h="1532236">
                <a:moveTo>
                  <a:pt x="0" y="0"/>
                </a:moveTo>
                <a:lnTo>
                  <a:pt x="1142995" y="0"/>
                </a:lnTo>
                <a:cubicBezTo>
                  <a:pt x="511969" y="21249"/>
                  <a:pt x="3930" y="739945"/>
                  <a:pt x="0" y="1532236"/>
                </a:cubicBezTo>
                <a:cubicBezTo>
                  <a:pt x="4519" y="403311"/>
                  <a:pt x="0" y="510745"/>
                  <a:pt x="0" y="0"/>
                </a:cubicBezTo>
                <a:close/>
              </a:path>
            </a:pathLst>
          </a:custGeom>
          <a:solidFill>
            <a:schemeClr val="accent3"/>
          </a:solidFill>
          <a:ln w="9525" cmpd="sng">
            <a:noFill/>
          </a:ln>
          <a:effectLst>
            <a:innerShdw blurRad="127000" dist="25400" dir="2700000">
              <a:schemeClr val="accent3">
                <a:lumMod val="50000"/>
                <a:alpha val="40000"/>
              </a:scheme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0" fontAlgn="base" hangingPunct="0">
              <a:spcBef>
                <a:spcPct val="0"/>
              </a:spcBef>
              <a:spcAft>
                <a:spcPct val="0"/>
              </a:spcAft>
            </a:pPr>
            <a:r>
              <a:rPr lang="en-US">
                <a:solidFill>
                  <a:srgbClr val="FFFFFF"/>
                </a:solidFill>
              </a:rPr>
              <a:t> </a:t>
            </a:r>
          </a:p>
        </p:txBody>
      </p:sp>
      <p:sp>
        <p:nvSpPr>
          <p:cNvPr id="3" name="Slide Number Placeholder 5"/>
          <p:cNvSpPr>
            <a:spLocks noGrp="1"/>
          </p:cNvSpPr>
          <p:nvPr>
            <p:ph type="sldNum" sz="quarter" idx="10"/>
          </p:nvPr>
        </p:nvSpPr>
        <p:spPr/>
        <p:txBody>
          <a:bodyPr/>
          <a:lstStyle>
            <a:lvl1pPr>
              <a:defRPr/>
            </a:lvl1pPr>
          </a:lstStyle>
          <a:p>
            <a:pPr>
              <a:defRPr/>
            </a:pPr>
            <a:fld id="{FF1F74E8-2156-B64F-A723-2FC713503C5D}" type="slidenum">
              <a:rPr lang="en-US">
                <a:solidFill>
                  <a:srgbClr val="FFFFFF"/>
                </a:solidFill>
              </a:rPr>
              <a:pPr>
                <a:defRPr/>
              </a:pPr>
              <a:t>‹#›</a:t>
            </a:fld>
            <a:endParaRPr lang="en-US">
              <a:solidFill>
                <a:srgbClr val="FFFFFF"/>
              </a:solidFill>
            </a:endParaRPr>
          </a:p>
        </p:txBody>
      </p:sp>
      <p:sp>
        <p:nvSpPr>
          <p:cNvPr id="6" name="Footer Placeholder 1"/>
          <p:cNvSpPr>
            <a:spLocks noGrp="1"/>
          </p:cNvSpPr>
          <p:nvPr>
            <p:ph type="ftr" sz="quarter" idx="3"/>
            <p:custDataLst>
              <p:tags r:id="rId1"/>
            </p:custDataLst>
          </p:nvPr>
        </p:nvSpPr>
        <p:spPr>
          <a:xfrm>
            <a:off x="0" y="6629400"/>
            <a:ext cx="12192000" cy="201168"/>
          </a:xfrm>
          <a:prstGeom prst="rect">
            <a:avLst/>
          </a:prstGeom>
        </p:spPr>
        <p:txBody>
          <a:bodyPr vert="horz" lIns="91440" tIns="45720" rIns="91440" bIns="45720" rtlCol="0" anchor="ctr"/>
          <a:lstStyle>
            <a:lvl1pPr algn="l">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7"/>
          <p:cNvSpPr>
            <a:spLocks noGrp="1"/>
          </p:cNvSpPr>
          <p:nvPr>
            <p:ph type="body" sz="quarter" idx="13"/>
          </p:nvPr>
        </p:nvSpPr>
        <p:spPr>
          <a:xfrm>
            <a:off x="0" y="4171950"/>
            <a:ext cx="12192000" cy="1276350"/>
          </a:xfrm>
          <a:prstGeom prst="rect">
            <a:avLst/>
          </a:prstGeom>
        </p:spPr>
        <p:txBody>
          <a:bodyPr/>
          <a:lstStyle>
            <a:lvl1pPr algn="ctr">
              <a:buNone/>
              <a:defRPr sz="2400" b="1"/>
            </a:lvl1pPr>
            <a:lvl2pPr>
              <a:buNone/>
              <a:defRPr/>
            </a:lvl2pPr>
          </a:lstStyle>
          <a:p>
            <a:pPr lvl="0"/>
            <a:r>
              <a:rPr lang="en-US"/>
              <a:t>Click to edit Master text styles</a:t>
            </a:r>
          </a:p>
        </p:txBody>
      </p:sp>
      <p:pic>
        <p:nvPicPr>
          <p:cNvPr id="2" name="Picture 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19265" y="650759"/>
            <a:ext cx="11353470" cy="3588959"/>
          </a:xfrm>
          <a:prstGeom prst="rect">
            <a:avLst/>
          </a:prstGeom>
        </p:spPr>
      </p:pic>
    </p:spTree>
    <p:extLst>
      <p:ext uri="{BB962C8B-B14F-4D97-AF65-F5344CB8AC3E}">
        <p14:creationId xmlns:p14="http://schemas.microsoft.com/office/powerpoint/2010/main" val="10986703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cSld name="Agenda">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D926425-8E0A-4F19-95F9-2CCCC40F8397}"/>
              </a:ext>
            </a:extLst>
          </p:cNvPr>
          <p:cNvGraphicFramePr>
            <a:graphicFrameLocks noChangeAspect="1"/>
          </p:cNvGraphicFramePr>
          <p:nvPr userDrawn="1">
            <p:custDataLst>
              <p:tags r:id="rId1"/>
            </p:custDataLst>
            <p:extLst>
              <p:ext uri="{D42A27DB-BD31-4B8C-83A1-F6EECF244321}">
                <p14:modId xmlns:p14="http://schemas.microsoft.com/office/powerpoint/2010/main" val="26696586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5" name="Object 4" hidden="1">
                        <a:extLst>
                          <a:ext uri="{FF2B5EF4-FFF2-40B4-BE49-F238E27FC236}">
                            <a16:creationId xmlns:a16="http://schemas.microsoft.com/office/drawing/2014/main" id="{7D926425-8E0A-4F19-95F9-2CCCC40F83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494E27FC-0EBE-49F1-BF4C-F70FB47B782E}"/>
              </a:ext>
            </a:extLst>
          </p:cNvPr>
          <p:cNvSpPr/>
          <p:nvPr userDrawn="1">
            <p:custDataLst>
              <p:tags r:id="rId2"/>
            </p:custDataLst>
          </p:nvPr>
        </p:nvSpPr>
        <p:spPr>
          <a:xfrm>
            <a:off x="0" y="0"/>
            <a:ext cx="158750" cy="1587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4000" b="0" i="0" baseline="0">
              <a:solidFill>
                <a:schemeClr val="tx1"/>
              </a:solidFill>
              <a:latin typeface="Arial Black" panose="020B0A04020102020204" pitchFamily="34" charset="0"/>
              <a:ea typeface="+mj-ea"/>
              <a:cs typeface="+mj-cs"/>
              <a:sym typeface="Arial Black" panose="020B0A04020102020204" pitchFamily="34" charset="0"/>
            </a:endParaRPr>
          </a:p>
        </p:txBody>
      </p:sp>
      <p:sp>
        <p:nvSpPr>
          <p:cNvPr id="2" name="Title 1">
            <a:extLst>
              <a:ext uri="{FF2B5EF4-FFF2-40B4-BE49-F238E27FC236}">
                <a16:creationId xmlns:a16="http://schemas.microsoft.com/office/drawing/2014/main" id="{5E480A38-A16A-446F-8129-A3FC34253B1F}"/>
              </a:ext>
            </a:extLst>
          </p:cNvPr>
          <p:cNvSpPr>
            <a:spLocks noGrp="1"/>
          </p:cNvSpPr>
          <p:nvPr>
            <p:ph type="title"/>
          </p:nvPr>
        </p:nvSpPr>
        <p:spPr>
          <a:xfrm>
            <a:off x="495299" y="495299"/>
            <a:ext cx="11201401" cy="615553"/>
          </a:xfrm>
        </p:spPr>
        <p:txBody>
          <a:bodyPr wrap="square">
            <a:spAutoFit/>
          </a:bodyPr>
          <a:lstStyle>
            <a:lvl1pPr>
              <a:defRPr sz="4000">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FFCBDF14-DE64-4CDC-8651-F845B5598829}"/>
              </a:ext>
            </a:extLst>
          </p:cNvPr>
          <p:cNvSpPr>
            <a:spLocks noGrp="1"/>
          </p:cNvSpPr>
          <p:nvPr>
            <p:ph idx="1"/>
          </p:nvPr>
        </p:nvSpPr>
        <p:spPr>
          <a:xfrm>
            <a:off x="495300" y="1409701"/>
            <a:ext cx="5372100" cy="4457700"/>
          </a:xfrm>
        </p:spPr>
        <p:txBody>
          <a:bodyPr wrap="square"/>
          <a:lstStyle>
            <a:lvl1pPr marL="457200" indent="-457200">
              <a:spcBef>
                <a:spcPts val="600"/>
              </a:spcBef>
              <a:buClr>
                <a:schemeClr val="accent1"/>
              </a:buClr>
              <a:buFont typeface="+mj-lt"/>
              <a:buAutoNum type="arabicPeriod"/>
              <a:defRPr sz="2400"/>
            </a:lvl1pPr>
            <a:lvl2pPr marL="457200" indent="0">
              <a:defRPr sz="2400"/>
            </a:lvl2pPr>
            <a:lvl3pPr marL="685800" indent="-228600">
              <a:defRPr sz="2000"/>
            </a:lvl3pPr>
            <a:lvl4pPr marL="1028700" indent="-228600">
              <a:defRPr sz="1800"/>
            </a:lvl4pPr>
            <a:lvl5pPr>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137A6FEB-0F20-4122-83B7-A3A8BF9EA12C}"/>
              </a:ext>
            </a:extLst>
          </p:cNvPr>
          <p:cNvSpPr>
            <a:spLocks noGrp="1"/>
          </p:cNvSpPr>
          <p:nvPr>
            <p:ph type="sldNum" sz="quarter" idx="12"/>
          </p:nvPr>
        </p:nvSpPr>
        <p:spPr/>
        <p:txBody>
          <a:bodyPr/>
          <a:lstStyle/>
          <a:p>
            <a:fld id="{7B94EC18-1D2B-4535-B738-0E53AFE26620}" type="slidenum">
              <a:rPr lang="en-US" smtClean="0"/>
              <a:t>‹#›</a:t>
            </a:fld>
            <a:endParaRPr lang="en-US"/>
          </a:p>
        </p:txBody>
      </p:sp>
      <p:sp>
        <p:nvSpPr>
          <p:cNvPr id="8" name="Content Placeholder 2">
            <a:extLst>
              <a:ext uri="{FF2B5EF4-FFF2-40B4-BE49-F238E27FC236}">
                <a16:creationId xmlns:a16="http://schemas.microsoft.com/office/drawing/2014/main" id="{081AB863-6602-411C-B695-D0F3F7473088}"/>
              </a:ext>
            </a:extLst>
          </p:cNvPr>
          <p:cNvSpPr>
            <a:spLocks noGrp="1"/>
          </p:cNvSpPr>
          <p:nvPr>
            <p:ph idx="13"/>
          </p:nvPr>
        </p:nvSpPr>
        <p:spPr>
          <a:xfrm>
            <a:off x="6324600" y="1409701"/>
            <a:ext cx="5372100" cy="4457700"/>
          </a:xfrm>
        </p:spPr>
        <p:txBody>
          <a:bodyPr wrap="square"/>
          <a:lstStyle>
            <a:lvl1pPr marL="457200" indent="-457200">
              <a:spcBef>
                <a:spcPts val="600"/>
              </a:spcBef>
              <a:buClr>
                <a:schemeClr val="accent1"/>
              </a:buClr>
              <a:buFont typeface="+mj-lt"/>
              <a:buAutoNum type="arabicPeriod"/>
              <a:defRPr sz="2400"/>
            </a:lvl1pPr>
            <a:lvl2pPr marL="457200" indent="0">
              <a:defRPr sz="2400"/>
            </a:lvl2pPr>
            <a:lvl3pPr marL="685800" indent="-228600">
              <a:defRPr sz="2000"/>
            </a:lvl3pPr>
            <a:lvl4pPr marL="1028700" indent="-228600">
              <a:defRPr sz="1800"/>
            </a:lvl4pPr>
            <a:lvl5pPr>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62272271"/>
      </p:ext>
    </p:extLst>
  </p:cSld>
  <p:clrMapOvr>
    <a:masterClrMapping/>
  </p:clrMapOvr>
  <p:extLst>
    <p:ext uri="{DCECCB84-F9BA-43D5-87BE-67443E8EF086}">
      <p15:sldGuideLst xmlns:p15="http://schemas.microsoft.com/office/powerpoint/2012/main">
        <p15:guide id="2" pos="3696">
          <p15:clr>
            <a:srgbClr val="FBAE40"/>
          </p15:clr>
        </p15:guide>
        <p15:guide id="3" pos="3984">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Section Header + Pic">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1C84CC1-84B5-4D26-AEDB-357857ECF43B}"/>
              </a:ext>
            </a:extLst>
          </p:cNvPr>
          <p:cNvGraphicFramePr>
            <a:graphicFrameLocks noChangeAspect="1"/>
          </p:cNvGraphicFramePr>
          <p:nvPr userDrawn="1">
            <p:custDataLst>
              <p:tags r:id="rId1"/>
            </p:custDataLst>
            <p:extLst>
              <p:ext uri="{D42A27DB-BD31-4B8C-83A1-F6EECF244321}">
                <p14:modId xmlns:p14="http://schemas.microsoft.com/office/powerpoint/2010/main" val="15122547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5" name="Object 4" hidden="1">
                        <a:extLst>
                          <a:ext uri="{FF2B5EF4-FFF2-40B4-BE49-F238E27FC236}">
                            <a16:creationId xmlns:a16="http://schemas.microsoft.com/office/drawing/2014/main" id="{61C84CC1-84B5-4D26-AEDB-357857ECF43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4C1BFB45-C43D-4713-A656-53090907DA31}"/>
              </a:ext>
            </a:extLst>
          </p:cNvPr>
          <p:cNvSpPr/>
          <p:nvPr userDrawn="1">
            <p:custDataLst>
              <p:tags r:id="rId2"/>
            </p:custDataLst>
          </p:nvPr>
        </p:nvSpPr>
        <p:spPr>
          <a:xfrm>
            <a:off x="0" y="0"/>
            <a:ext cx="158750" cy="1587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4400" b="0" i="0" baseline="0" dirty="0" err="1">
              <a:solidFill>
                <a:schemeClr val="tx1"/>
              </a:solidFill>
              <a:latin typeface="Arial Black" panose="020B0A04020102020204" pitchFamily="34" charset="0"/>
              <a:ea typeface="+mj-ea"/>
              <a:cs typeface="+mj-cs"/>
              <a:sym typeface="Arial Black" panose="020B0A04020102020204" pitchFamily="34" charset="0"/>
            </a:endParaRPr>
          </a:p>
        </p:txBody>
      </p:sp>
      <p:sp>
        <p:nvSpPr>
          <p:cNvPr id="2" name="Title 1">
            <a:extLst>
              <a:ext uri="{FF2B5EF4-FFF2-40B4-BE49-F238E27FC236}">
                <a16:creationId xmlns:a16="http://schemas.microsoft.com/office/drawing/2014/main" id="{05B4D9F8-D2F8-412B-8467-F3A1A6B4A5F0}"/>
              </a:ext>
            </a:extLst>
          </p:cNvPr>
          <p:cNvSpPr>
            <a:spLocks noGrp="1"/>
          </p:cNvSpPr>
          <p:nvPr>
            <p:ph type="title"/>
          </p:nvPr>
        </p:nvSpPr>
        <p:spPr>
          <a:xfrm>
            <a:off x="495300" y="3848099"/>
            <a:ext cx="11700254" cy="677108"/>
          </a:xfrm>
        </p:spPr>
        <p:txBody>
          <a:bodyPr wrap="square" tIns="0" anchor="t">
            <a:spAutoFit/>
          </a:bodyPr>
          <a:lstStyle>
            <a:lvl1pPr>
              <a:lnSpc>
                <a:spcPct val="100000"/>
              </a:lnSpc>
              <a:defRPr sz="4400" b="0"/>
            </a:lvl1pPr>
          </a:lstStyle>
          <a:p>
            <a:r>
              <a:rPr lang="en-US" dirty="0"/>
              <a:t>Click to edit Master title style</a:t>
            </a:r>
          </a:p>
        </p:txBody>
      </p:sp>
      <p:sp>
        <p:nvSpPr>
          <p:cNvPr id="3" name="Text Placeholder 2">
            <a:extLst>
              <a:ext uri="{FF2B5EF4-FFF2-40B4-BE49-F238E27FC236}">
                <a16:creationId xmlns:a16="http://schemas.microsoft.com/office/drawing/2014/main" id="{AA64BA69-0C36-44D3-95D1-C8122369423E}"/>
              </a:ext>
            </a:extLst>
          </p:cNvPr>
          <p:cNvSpPr>
            <a:spLocks noGrp="1"/>
          </p:cNvSpPr>
          <p:nvPr>
            <p:ph type="body" idx="1"/>
          </p:nvPr>
        </p:nvSpPr>
        <p:spPr>
          <a:xfrm>
            <a:off x="495300" y="5105400"/>
            <a:ext cx="2702663" cy="492443"/>
          </a:xfrm>
        </p:spPr>
        <p:txBody>
          <a:bodyPr wrap="none" tIns="182880">
            <a:sp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6" name="Slide Number Placeholder 5">
            <a:extLst>
              <a:ext uri="{FF2B5EF4-FFF2-40B4-BE49-F238E27FC236}">
                <a16:creationId xmlns:a16="http://schemas.microsoft.com/office/drawing/2014/main" id="{7C9446BA-0FD3-4FFF-B220-7298D3F88A4C}"/>
              </a:ext>
            </a:extLst>
          </p:cNvPr>
          <p:cNvSpPr>
            <a:spLocks noGrp="1"/>
          </p:cNvSpPr>
          <p:nvPr>
            <p:ph type="sldNum" sz="quarter" idx="12"/>
          </p:nvPr>
        </p:nvSpPr>
        <p:spPr/>
        <p:txBody>
          <a:bodyPr/>
          <a:lstStyle>
            <a:lvl1pPr>
              <a:defRPr>
                <a:solidFill>
                  <a:schemeClr val="accent3"/>
                </a:solidFill>
              </a:defRPr>
            </a:lvl1pPr>
          </a:lstStyle>
          <a:p>
            <a:fld id="{7B94EC18-1D2B-4535-B738-0E53AFE26620}" type="slidenum">
              <a:rPr lang="en-US" smtClean="0"/>
              <a:pPr/>
              <a:t>‹#›</a:t>
            </a:fld>
            <a:endParaRPr lang="en-US"/>
          </a:p>
        </p:txBody>
      </p:sp>
      <p:pic>
        <p:nvPicPr>
          <p:cNvPr id="7" name="Graphic 6">
            <a:extLst>
              <a:ext uri="{FF2B5EF4-FFF2-40B4-BE49-F238E27FC236}">
                <a16:creationId xmlns:a16="http://schemas.microsoft.com/office/drawing/2014/main" id="{7546317B-3751-4D87-BA2D-3B5F59761950}"/>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96237" y="6464744"/>
            <a:ext cx="1143000" cy="213769"/>
          </a:xfrm>
          <a:prstGeom prst="rect">
            <a:avLst/>
          </a:prstGeom>
        </p:spPr>
      </p:pic>
      <p:sp>
        <p:nvSpPr>
          <p:cNvPr id="11" name="Picture Placeholder 10">
            <a:extLst>
              <a:ext uri="{FF2B5EF4-FFF2-40B4-BE49-F238E27FC236}">
                <a16:creationId xmlns:a16="http://schemas.microsoft.com/office/drawing/2014/main" id="{9AAC5B92-BD5C-40B8-8837-AA1A4971E6F0}"/>
              </a:ext>
            </a:extLst>
          </p:cNvPr>
          <p:cNvSpPr>
            <a:spLocks noGrp="1"/>
          </p:cNvSpPr>
          <p:nvPr>
            <p:ph type="pic" sz="quarter" idx="13"/>
          </p:nvPr>
        </p:nvSpPr>
        <p:spPr>
          <a:xfrm>
            <a:off x="0" y="0"/>
            <a:ext cx="12192000" cy="3429000"/>
          </a:xfrm>
          <a:pattFill prst="wdUpDiag">
            <a:fgClr>
              <a:schemeClr val="bg2"/>
            </a:fgClr>
            <a:bgClr>
              <a:schemeClr val="bg1"/>
            </a:bgClr>
          </a:pattFill>
        </p:spPr>
        <p:txBody>
          <a:bodyPr/>
          <a:lstStyle/>
          <a:p>
            <a:r>
              <a:rPr lang="en-US"/>
              <a:t>Click icon to add picture</a:t>
            </a:r>
          </a:p>
        </p:txBody>
      </p:sp>
    </p:spTree>
    <p:extLst>
      <p:ext uri="{BB962C8B-B14F-4D97-AF65-F5344CB8AC3E}">
        <p14:creationId xmlns:p14="http://schemas.microsoft.com/office/powerpoint/2010/main" val="1186508636"/>
      </p:ext>
    </p:extLst>
  </p:cSld>
  <p:clrMapOvr>
    <a:masterClrMapping/>
  </p:clrMapOvr>
  <p:extLst>
    <p:ext uri="{DCECCB84-F9BA-43D5-87BE-67443E8EF086}">
      <p15:sldGuideLst xmlns:p15="http://schemas.microsoft.com/office/powerpoint/2012/main">
        <p15:guide id="1" orient="horz" pos="3216">
          <p15:clr>
            <a:srgbClr val="FBAE40"/>
          </p15:clr>
        </p15:guide>
        <p15:guide id="2" pos="559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userDrawn="1">
  <p:cSld name="1_XL Content Gray">
    <p:bg>
      <p:bgPr>
        <a:solidFill>
          <a:schemeClr val="accent3"/>
        </a:solidFill>
        <a:effectLst/>
      </p:bgPr>
    </p:bg>
    <p:spTree>
      <p:nvGrpSpPr>
        <p:cNvPr id="1" name=""/>
        <p:cNvGrpSpPr/>
        <p:nvPr/>
      </p:nvGrpSpPr>
      <p:grpSpPr>
        <a:xfrm>
          <a:off x="0" y="0"/>
          <a:ext cx="0" cy="0"/>
          <a:chOff x="0" y="0"/>
          <a:chExt cx="0" cy="0"/>
        </a:xfrm>
      </p:grpSpPr>
      <p:pic>
        <p:nvPicPr>
          <p:cNvPr id="5" name="Graphic 4"/>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98212" y="6008332"/>
            <a:ext cx="2444600" cy="457200"/>
          </a:xfrm>
          <a:prstGeom prst="rect">
            <a:avLst/>
          </a:prstGeom>
        </p:spPr>
      </p:pic>
      <p:sp>
        <p:nvSpPr>
          <p:cNvPr id="4" name="Rectangle 3"/>
          <p:cNvSpPr/>
          <p:nvPr userDrawn="1"/>
        </p:nvSpPr>
        <p:spPr>
          <a:xfrm>
            <a:off x="495299" y="495300"/>
            <a:ext cx="6096000" cy="2437590"/>
          </a:xfrm>
          <a:prstGeom prst="rect">
            <a:avLst/>
          </a:prstGeom>
        </p:spPr>
        <p:txBody>
          <a:bodyPr lIns="0" tIns="0" rIns="0" bIns="0">
            <a:spAutoFit/>
          </a:bodyPr>
          <a:lstStyle/>
          <a:p>
            <a:pPr>
              <a:lnSpc>
                <a:spcPct val="90000"/>
              </a:lnSpc>
            </a:pPr>
            <a:r>
              <a:rPr kumimoji="0" lang="en-US" sz="8800" b="0" i="0" u="none" strike="noStrike" kern="1200" cap="all" spc="0" normalizeH="0" baseline="0" noProof="0" dirty="0">
                <a:ln>
                  <a:noFill/>
                </a:ln>
                <a:solidFill>
                  <a:schemeClr val="bg1"/>
                </a:solidFill>
                <a:effectLst/>
                <a:uLnTx/>
                <a:uFillTx/>
                <a:latin typeface="+mj-lt"/>
                <a:ea typeface="+mj-ea"/>
                <a:cs typeface="+mj-cs"/>
              </a:rPr>
              <a:t>THANK</a:t>
            </a:r>
            <a:br>
              <a:rPr kumimoji="0" lang="en-US" sz="8800" b="0" i="0" u="none" strike="noStrike" kern="1200" cap="all" spc="0" normalizeH="0" baseline="0" noProof="0" dirty="0">
                <a:ln>
                  <a:noFill/>
                </a:ln>
                <a:solidFill>
                  <a:schemeClr val="bg1"/>
                </a:solidFill>
                <a:effectLst/>
                <a:uLnTx/>
                <a:uFillTx/>
                <a:latin typeface="+mj-lt"/>
                <a:ea typeface="+mj-ea"/>
                <a:cs typeface="+mj-cs"/>
              </a:rPr>
            </a:br>
            <a:r>
              <a:rPr kumimoji="0" lang="en-US" sz="8800" b="0" i="0" u="none" strike="noStrike" kern="1200" cap="all" spc="0" normalizeH="0" baseline="0" noProof="0" dirty="0">
                <a:ln>
                  <a:noFill/>
                </a:ln>
                <a:solidFill>
                  <a:schemeClr val="bg1"/>
                </a:solidFill>
                <a:effectLst/>
                <a:uLnTx/>
                <a:uFillTx/>
                <a:latin typeface="+mj-lt"/>
                <a:ea typeface="+mj-ea"/>
                <a:cs typeface="+mj-cs"/>
              </a:rPr>
              <a:t>YOU</a:t>
            </a:r>
            <a:endParaRPr lang="en-US" sz="8800" dirty="0">
              <a:solidFill>
                <a:schemeClr val="bg1"/>
              </a:solidFill>
              <a:latin typeface="+mj-lt"/>
            </a:endParaRPr>
          </a:p>
        </p:txBody>
      </p:sp>
    </p:spTree>
    <p:extLst>
      <p:ext uri="{BB962C8B-B14F-4D97-AF65-F5344CB8AC3E}">
        <p14:creationId xmlns:p14="http://schemas.microsoft.com/office/powerpoint/2010/main" val="988666461"/>
      </p:ext>
    </p:extLst>
  </p:cSld>
  <p:clrMapOvr>
    <a:masterClrMapping/>
  </p:clrMapOvr>
  <p:extLst>
    <p:ext uri="{DCECCB84-F9BA-43D5-87BE-67443E8EF086}">
      <p15:sldGuideLst xmlns:p15="http://schemas.microsoft.com/office/powerpoint/2012/main">
        <p15:guide id="2" pos="5592">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theme" Target="../theme/theme2.xml"/><Relationship Id="rId1" Type="http://schemas.openxmlformats.org/officeDocument/2006/relationships/slideLayout" Target="../slideLayouts/slideLayout3.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 Id="rId9"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6.xml"/><Relationship Id="rId7" Type="http://schemas.openxmlformats.org/officeDocument/2006/relationships/tags" Target="../tags/tag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theme" Target="../theme/theme3.xml"/><Relationship Id="rId5" Type="http://schemas.openxmlformats.org/officeDocument/2006/relationships/slideLayout" Target="../slideLayouts/slideLayout8.xml"/><Relationship Id="rId4" Type="http://schemas.openxmlformats.org/officeDocument/2006/relationships/slideLayout" Target="../slideLayouts/slideLayout7.xml"/><Relationship Id="rId9" Type="http://schemas.openxmlformats.org/officeDocument/2006/relationships/image" Target="../media/image10.pn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9.png"/><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ags" Target="../tags/tag8.xml"/><Relationship Id="rId5" Type="http://schemas.openxmlformats.org/officeDocument/2006/relationships/theme" Target="../theme/theme4.xml"/><Relationship Id="rId4"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image" Target="../media/image11.png"/><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tags" Target="../tags/tag1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1" descr="ATail.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201525" cy="6070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051" name="Picture 5" descr="Corner-01 copy.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0" y="3792538"/>
            <a:ext cx="12188825" cy="30527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723200" y="6016165"/>
            <a:ext cx="1788000" cy="516858"/>
          </a:xfrm>
          <a:prstGeom prst="rect">
            <a:avLst/>
          </a:prstGeom>
        </p:spPr>
      </p:pic>
    </p:spTree>
    <p:extLst>
      <p:ext uri="{BB962C8B-B14F-4D97-AF65-F5344CB8AC3E}">
        <p14:creationId xmlns:p14="http://schemas.microsoft.com/office/powerpoint/2010/main" val="3502156893"/>
      </p:ext>
    </p:extLst>
  </p:cSld>
  <p:clrMap bg1="lt1" tx1="dk1" bg2="lt2" tx2="dk2" accent1="accent1" accent2="accent2" accent3="accent3" accent4="accent4" accent5="accent5" accent6="accent6" hlink="hlink" folHlink="folHlink"/>
  <p:sldLayoutIdLst>
    <p:sldLayoutId id="2147483661" r:id="rId1"/>
    <p:sldLayoutId id="2147483662" r:id="rId2"/>
  </p:sldLayoutIdLst>
  <p:hf sldNum="0" hdr="0" dt="0"/>
  <p:txStyles>
    <p:titleStyle>
      <a:lvl1pPr algn="l" defTabSz="457200" rtl="0" eaLnBrk="1" fontAlgn="base" hangingPunct="1">
        <a:spcBef>
          <a:spcPct val="0"/>
        </a:spcBef>
        <a:spcAft>
          <a:spcPct val="0"/>
        </a:spcAft>
        <a:defRPr sz="2400" kern="1200">
          <a:solidFill>
            <a:schemeClr val="tx1"/>
          </a:solidFill>
          <a:latin typeface="HelveticaNeue BoldCond"/>
          <a:ea typeface="HelveticaNeue BoldCond"/>
          <a:cs typeface="HelveticaNeue BoldCond"/>
        </a:defRPr>
      </a:lvl1pPr>
      <a:lvl2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2pPr>
      <a:lvl3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3pPr>
      <a:lvl4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4pPr>
      <a:lvl5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5pPr>
      <a:lvl6pPr marL="4572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6pPr>
      <a:lvl7pPr marL="9144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7pPr>
      <a:lvl8pPr marL="13716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8pPr>
      <a:lvl9pPr marL="18288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9pPr>
    </p:titleStyle>
    <p:bodyStyle>
      <a:lvl1pPr algn="l" defTabSz="457200" rtl="0" eaLnBrk="1" fontAlgn="base" hangingPunct="1">
        <a:spcBef>
          <a:spcPct val="20000"/>
        </a:spcBef>
        <a:spcAft>
          <a:spcPct val="0"/>
        </a:spcAft>
        <a:buFont typeface="Arial" panose="020B0604020202020204" pitchFamily="34" charset="0"/>
        <a:defRPr kern="1200">
          <a:solidFill>
            <a:schemeClr val="tx1"/>
          </a:solidFill>
          <a:latin typeface="Helvetica 55 Roman"/>
          <a:ea typeface="Helvetica 55 Roman"/>
          <a:cs typeface="Helvetica 55 Roman"/>
        </a:defRPr>
      </a:lvl1pPr>
      <a:lvl2pPr marL="742950" indent="-285750" algn="l" defTabSz="457200" rtl="0" eaLnBrk="1" fontAlgn="base" hangingPunct="1">
        <a:spcBef>
          <a:spcPct val="20000"/>
        </a:spcBef>
        <a:spcAft>
          <a:spcPct val="0"/>
        </a:spcAft>
        <a:buFont typeface="Arial" panose="020B0604020202020204" pitchFamily="34" charset="0"/>
        <a:buChar char="•"/>
        <a:defRPr sz="1600" kern="1200">
          <a:solidFill>
            <a:schemeClr val="tx1"/>
          </a:solidFill>
          <a:latin typeface="Helvetica Neue"/>
          <a:ea typeface="Helvetica Neue"/>
          <a:cs typeface="Helvetica Neue"/>
        </a:defRPr>
      </a:lvl2pPr>
      <a:lvl3pPr marL="1143000" indent="-228600" algn="l" defTabSz="457200" rtl="0" eaLnBrk="1" fontAlgn="base" hangingPunct="1">
        <a:spcBef>
          <a:spcPct val="20000"/>
        </a:spcBef>
        <a:spcAft>
          <a:spcPct val="0"/>
        </a:spcAft>
        <a:buSzPct val="90000"/>
        <a:buFont typeface="Courier New" panose="02070309020205020404" pitchFamily="49" charset="0"/>
        <a:buChar char="o"/>
        <a:defRPr sz="1400" kern="1200">
          <a:solidFill>
            <a:schemeClr val="tx1"/>
          </a:solidFill>
          <a:latin typeface="Helvetica Neue"/>
          <a:ea typeface="Helvetica Neue"/>
          <a:cs typeface="Helvetica Neue"/>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
          <p:cNvPicPr>
            <a:picLocks noChangeAspect="1"/>
          </p:cNvPicPr>
          <p:nvPr/>
        </p:nvPicPr>
        <p:blipFill>
          <a:blip r:embed="rId3" cstate="print">
            <a:extLst>
              <a:ext uri="{28A0092B-C50C-407E-A947-70E740481C1C}">
                <a14:useLocalDpi xmlns:a14="http://schemas.microsoft.com/office/drawing/2010/main" val="0"/>
              </a:ext>
            </a:extLst>
          </a:blip>
          <a:srcRect l="14668" r="29726"/>
          <a:stretch>
            <a:fillRect/>
          </a:stretch>
        </p:blipFill>
        <p:spPr bwMode="auto">
          <a:xfrm>
            <a:off x="0" y="0"/>
            <a:ext cx="4703763" cy="5638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27"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558213" y="1973263"/>
            <a:ext cx="3644900" cy="36655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28" name="Picture 12" descr="Picture2.jp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779963" y="-15875"/>
            <a:ext cx="7424737" cy="19065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29" name="Picture 13" descr="Picture3.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764088" y="1973263"/>
            <a:ext cx="3668712" cy="2017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30" name="Picture 14" descr="Picture5.jp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779963" y="4052888"/>
            <a:ext cx="3659187" cy="15859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 name="Picture 5" descr="Corner-01 copy.pn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6016" y="3792538"/>
            <a:ext cx="12209129" cy="30527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 name="Picture 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723200" y="6016165"/>
            <a:ext cx="1788000" cy="516858"/>
          </a:xfrm>
          <a:prstGeom prst="rect">
            <a:avLst/>
          </a:prstGeom>
        </p:spPr>
      </p:pic>
    </p:spTree>
    <p:extLst>
      <p:ext uri="{BB962C8B-B14F-4D97-AF65-F5344CB8AC3E}">
        <p14:creationId xmlns:p14="http://schemas.microsoft.com/office/powerpoint/2010/main" val="4213545949"/>
      </p:ext>
    </p:extLst>
  </p:cSld>
  <p:clrMap bg1="lt1" tx1="dk1" bg2="lt2" tx2="dk2" accent1="accent1" accent2="accent2" accent3="accent3" accent4="accent4" accent5="accent5" accent6="accent6" hlink="hlink" folHlink="folHlink"/>
  <p:sldLayoutIdLst>
    <p:sldLayoutId id="2147483664" r:id="rId1"/>
  </p:sldLayoutIdLst>
  <p:hf hdr="0" dt="0"/>
  <p:txStyles>
    <p:titleStyle>
      <a:lvl1pPr algn="l" defTabSz="457200" rtl="0" eaLnBrk="1" fontAlgn="base" hangingPunct="1">
        <a:spcBef>
          <a:spcPct val="0"/>
        </a:spcBef>
        <a:spcAft>
          <a:spcPct val="0"/>
        </a:spcAft>
        <a:defRPr sz="2400" kern="1200">
          <a:solidFill>
            <a:schemeClr val="tx1"/>
          </a:solidFill>
          <a:latin typeface="HelveticaNeue BoldCond"/>
          <a:ea typeface="HelveticaNeue BoldCond"/>
          <a:cs typeface="HelveticaNeue BoldCond"/>
        </a:defRPr>
      </a:lvl1pPr>
      <a:lvl2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2pPr>
      <a:lvl3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3pPr>
      <a:lvl4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4pPr>
      <a:lvl5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5pPr>
      <a:lvl6pPr marL="4572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6pPr>
      <a:lvl7pPr marL="9144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7pPr>
      <a:lvl8pPr marL="13716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8pPr>
      <a:lvl9pPr marL="18288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9pPr>
    </p:titleStyle>
    <p:bodyStyle>
      <a:lvl1pPr algn="l" defTabSz="457200" rtl="0" eaLnBrk="1" fontAlgn="base" hangingPunct="1">
        <a:spcBef>
          <a:spcPct val="20000"/>
        </a:spcBef>
        <a:spcAft>
          <a:spcPct val="0"/>
        </a:spcAft>
        <a:buFont typeface="Arial" panose="020B0604020202020204" pitchFamily="34" charset="0"/>
        <a:defRPr kern="1200">
          <a:solidFill>
            <a:schemeClr val="tx1"/>
          </a:solidFill>
          <a:latin typeface="Helvetica 55 Roman"/>
          <a:ea typeface="Helvetica 55 Roman"/>
          <a:cs typeface="Helvetica 55 Roman"/>
        </a:defRPr>
      </a:lvl1pPr>
      <a:lvl2pPr marL="742950" indent="-285750" algn="l" defTabSz="457200" rtl="0" eaLnBrk="1" fontAlgn="base" hangingPunct="1">
        <a:spcBef>
          <a:spcPct val="20000"/>
        </a:spcBef>
        <a:spcAft>
          <a:spcPct val="0"/>
        </a:spcAft>
        <a:buFont typeface="Arial" panose="020B0604020202020204" pitchFamily="34" charset="0"/>
        <a:buChar char="•"/>
        <a:defRPr sz="1600" kern="1200">
          <a:solidFill>
            <a:schemeClr val="tx1"/>
          </a:solidFill>
          <a:latin typeface="Helvetica Neue"/>
          <a:ea typeface="Helvetica Neue"/>
          <a:cs typeface="Helvetica Neue"/>
        </a:defRPr>
      </a:lvl2pPr>
      <a:lvl3pPr marL="1143000" indent="-228600" algn="l" defTabSz="457200" rtl="0" eaLnBrk="1" fontAlgn="base" hangingPunct="1">
        <a:spcBef>
          <a:spcPct val="20000"/>
        </a:spcBef>
        <a:spcAft>
          <a:spcPct val="0"/>
        </a:spcAft>
        <a:buSzPct val="90000"/>
        <a:buFont typeface="Courier New" panose="02070309020205020404" pitchFamily="49" charset="0"/>
        <a:buChar char="o"/>
        <a:defRPr sz="1400" kern="1200">
          <a:solidFill>
            <a:schemeClr val="tx1"/>
          </a:solidFill>
          <a:latin typeface="Helvetica Neue"/>
          <a:ea typeface="Helvetica Neue"/>
          <a:cs typeface="Helvetica Neue"/>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81863" y="0"/>
            <a:ext cx="1810137" cy="1810137"/>
          </a:xfrm>
          <a:prstGeom prst="rect">
            <a:avLst/>
          </a:prstGeom>
        </p:spPr>
      </p:pic>
      <p:sp>
        <p:nvSpPr>
          <p:cNvPr id="3075" name="Title Placeholder 1"/>
          <p:cNvSpPr>
            <a:spLocks noGrp="1"/>
          </p:cNvSpPr>
          <p:nvPr>
            <p:ph type="title"/>
          </p:nvPr>
        </p:nvSpPr>
        <p:spPr bwMode="auto">
          <a:xfrm>
            <a:off x="712788" y="357188"/>
            <a:ext cx="10480675" cy="498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9" name="Slide Number Placeholder 5"/>
          <p:cNvSpPr>
            <a:spLocks noGrp="1"/>
          </p:cNvSpPr>
          <p:nvPr>
            <p:ph type="sldNum" sz="quarter" idx="4"/>
          </p:nvPr>
        </p:nvSpPr>
        <p:spPr>
          <a:xfrm>
            <a:off x="11645900" y="0"/>
            <a:ext cx="674688" cy="504825"/>
          </a:xfrm>
          <a:prstGeom prst="rect">
            <a:avLst/>
          </a:prstGeom>
        </p:spPr>
        <p:txBody>
          <a:bodyPr vert="horz" lIns="91440" tIns="45720" rIns="91440" bIns="45720" rtlCol="0" anchor="ctr"/>
          <a:lstStyle>
            <a:lvl1pPr algn="l" eaLnBrk="1" fontAlgn="auto" hangingPunct="1">
              <a:spcBef>
                <a:spcPts val="0"/>
              </a:spcBef>
              <a:spcAft>
                <a:spcPts val="0"/>
              </a:spcAft>
              <a:defRPr sz="1100" b="1" i="0">
                <a:solidFill>
                  <a:schemeClr val="bg1"/>
                </a:solidFill>
                <a:latin typeface="+mn-lt"/>
                <a:cs typeface="HelveticaNeue MediumCond"/>
              </a:defRPr>
            </a:lvl1pPr>
          </a:lstStyle>
          <a:p>
            <a:pPr>
              <a:defRPr/>
            </a:pPr>
            <a:fld id="{C05CE228-874B-4B88-8E7B-BE8A2097705B}" type="slidenum">
              <a:rPr lang="en-US"/>
              <a:pPr>
                <a:defRPr/>
              </a:pPr>
              <a:t>‹#›</a:t>
            </a:fld>
            <a:endParaRPr lang="en-US"/>
          </a:p>
        </p:txBody>
      </p:sp>
      <p:sp>
        <p:nvSpPr>
          <p:cNvPr id="10" name="Rectangle 23"/>
          <p:cNvSpPr>
            <a:spLocks noChangeArrowheads="1"/>
          </p:cNvSpPr>
          <p:nvPr/>
        </p:nvSpPr>
        <p:spPr bwMode="auto">
          <a:xfrm>
            <a:off x="4407310" y="6657975"/>
            <a:ext cx="3506788" cy="200025"/>
          </a:xfrm>
          <a:prstGeom prst="rect">
            <a:avLst/>
          </a:prstGeom>
          <a:noFill/>
          <a:ln>
            <a:noFill/>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defRPr/>
            </a:pPr>
            <a:r>
              <a:rPr lang="en-US" altLang="en-US" sz="700">
                <a:solidFill>
                  <a:schemeClr val="accent3"/>
                </a:solidFill>
                <a:cs typeface="Arial" panose="020B0604020202020204" pitchFamily="34" charset="0"/>
              </a:rPr>
              <a:t>Honeywell Confidential - © 2017 by Honeywell International Inc. All rights reserved. </a:t>
            </a:r>
          </a:p>
        </p:txBody>
      </p:sp>
      <p:sp>
        <p:nvSpPr>
          <p:cNvPr id="2" name="Footer Placeholder 1"/>
          <p:cNvSpPr>
            <a:spLocks noGrp="1"/>
          </p:cNvSpPr>
          <p:nvPr>
            <p:ph type="ftr" sz="quarter" idx="3"/>
            <p:custDataLst>
              <p:tags r:id="rId7"/>
            </p:custDataLst>
          </p:nvPr>
        </p:nvSpPr>
        <p:spPr>
          <a:xfrm>
            <a:off x="0" y="6656832"/>
            <a:ext cx="12192000" cy="200055"/>
          </a:xfrm>
          <a:prstGeom prst="rect">
            <a:avLst/>
          </a:prstGeom>
        </p:spPr>
        <p:txBody>
          <a:bodyPr vert="horz" wrap="square" lIns="91440" tIns="45720" rIns="91440" bIns="45720" rtlCol="0" anchor="t" anchorCtr="0">
            <a:spAutoFit/>
          </a:bodyPr>
          <a:lstStyle>
            <a:lvl1pPr algn="l">
              <a:defRPr lang="en-US" sz="700" b="0" i="0" u="none">
                <a:solidFill>
                  <a:srgbClr val="7F7F7F"/>
                </a:solidFill>
                <a:latin typeface="Arial" panose="020B0604020202020204" pitchFamily="34" charset="0"/>
              </a:defRPr>
            </a:lvl1pPr>
          </a:lstStyle>
          <a:p>
            <a:r>
              <a:rPr lang="en-US"/>
              <a:t>Honeywell Internal</a:t>
            </a:r>
          </a:p>
        </p:txBody>
      </p:sp>
      <p:pic>
        <p:nvPicPr>
          <p:cNvPr id="12" name="Picture 1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758037" y="6340391"/>
            <a:ext cx="1215079" cy="337150"/>
          </a:xfrm>
          <a:prstGeom prst="rect">
            <a:avLst/>
          </a:prstGeom>
        </p:spPr>
      </p:pic>
    </p:spTree>
    <p:extLst>
      <p:ext uri="{BB962C8B-B14F-4D97-AF65-F5344CB8AC3E}">
        <p14:creationId xmlns:p14="http://schemas.microsoft.com/office/powerpoint/2010/main" val="2437749265"/>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Lst>
  <p:hf hdr="0" dt="0"/>
  <p:txStyles>
    <p:titleStyle>
      <a:lvl1pPr algn="l" defTabSz="457200" rtl="0" eaLnBrk="1" fontAlgn="base" hangingPunct="1">
        <a:spcBef>
          <a:spcPct val="0"/>
        </a:spcBef>
        <a:spcAft>
          <a:spcPct val="0"/>
        </a:spcAft>
        <a:defRPr lang="en-US" sz="2800" b="1" kern="1200" dirty="0">
          <a:solidFill>
            <a:schemeClr val="tx1"/>
          </a:solidFill>
          <a:latin typeface="Arial" pitchFamily="34" charset="0"/>
          <a:ea typeface="Arial" charset="0"/>
          <a:cs typeface="Arial" pitchFamily="34" charset="0"/>
        </a:defRPr>
      </a:lvl1pPr>
      <a:lvl2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2pPr>
      <a:lvl3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3pPr>
      <a:lvl4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4pPr>
      <a:lvl5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5pPr>
      <a:lvl6pPr marL="4572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9144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13716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18288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9pPr>
    </p:titleStyle>
    <p:bodyStyle>
      <a:lvl1pPr marL="169863" indent="-169863" algn="l" defTabSz="457200" rtl="0" eaLnBrk="1" fontAlgn="base" hangingPunct="1">
        <a:spcBef>
          <a:spcPct val="20000"/>
        </a:spcBef>
        <a:spcAft>
          <a:spcPct val="0"/>
        </a:spcAft>
        <a:buClr>
          <a:srgbClr val="C00000"/>
        </a:buClr>
        <a:buFont typeface="Arial" panose="020B0604020202020204" pitchFamily="34"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1" fontAlgn="base" hangingPunct="1">
        <a:spcBef>
          <a:spcPct val="20000"/>
        </a:spcBef>
        <a:spcAft>
          <a:spcPct val="0"/>
        </a:spcAft>
        <a:buFont typeface="Arial" panose="020B0604020202020204" pitchFamily="34" charset="0"/>
        <a:buChar char="-"/>
        <a:defRPr kern="1200">
          <a:solidFill>
            <a:schemeClr val="tx1"/>
          </a:solidFill>
          <a:latin typeface="Arial" pitchFamily="34" charset="0"/>
          <a:ea typeface="Arial" charset="0"/>
          <a:cs typeface="Arial" pitchFamily="34" charset="0"/>
        </a:defRPr>
      </a:lvl2pPr>
      <a:lvl3pPr marL="1084263" indent="-169863" algn="l" defTabSz="457200" rtl="0" eaLnBrk="1" fontAlgn="base" hangingPunct="1">
        <a:spcBef>
          <a:spcPct val="20000"/>
        </a:spcBef>
        <a:spcAft>
          <a:spcPct val="0"/>
        </a:spcAft>
        <a:buClr>
          <a:srgbClr val="7F7F7F"/>
        </a:buClr>
        <a:buSzPct val="90000"/>
        <a:buFont typeface="Wingdings" panose="05000000000000000000" pitchFamily="2"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81863" y="0"/>
            <a:ext cx="1810137" cy="1810137"/>
          </a:xfrm>
          <a:prstGeom prst="rect">
            <a:avLst/>
          </a:prstGeom>
        </p:spPr>
      </p:pic>
      <p:sp>
        <p:nvSpPr>
          <p:cNvPr id="4099" name="Title Placeholder 1"/>
          <p:cNvSpPr>
            <a:spLocks noGrp="1"/>
          </p:cNvSpPr>
          <p:nvPr>
            <p:ph type="title"/>
          </p:nvPr>
        </p:nvSpPr>
        <p:spPr bwMode="auto">
          <a:xfrm>
            <a:off x="712788" y="357188"/>
            <a:ext cx="10509250" cy="498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3076" name="Rectangle 23"/>
          <p:cNvSpPr>
            <a:spLocks noChangeArrowheads="1"/>
          </p:cNvSpPr>
          <p:nvPr/>
        </p:nvSpPr>
        <p:spPr bwMode="auto">
          <a:xfrm>
            <a:off x="4407408" y="6163056"/>
            <a:ext cx="3506788" cy="200025"/>
          </a:xfrm>
          <a:prstGeom prst="rect">
            <a:avLst/>
          </a:prstGeom>
          <a:noFill/>
          <a:ln>
            <a:noFill/>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defRPr/>
            </a:pPr>
            <a:r>
              <a:rPr lang="en-US" altLang="en-US" sz="700">
                <a:solidFill>
                  <a:schemeClr val="accent3"/>
                </a:solidFill>
                <a:cs typeface="Arial" panose="020B0604020202020204" pitchFamily="34" charset="0"/>
              </a:rPr>
              <a:t>Honeywell Confidential - © 2017 by Honeywell International Inc. All rights reserved. </a:t>
            </a:r>
          </a:p>
        </p:txBody>
      </p:sp>
      <p:sp>
        <p:nvSpPr>
          <p:cNvPr id="9" name="Slide Number Placeholder 5"/>
          <p:cNvSpPr>
            <a:spLocks noGrp="1"/>
          </p:cNvSpPr>
          <p:nvPr>
            <p:ph type="sldNum" sz="quarter" idx="4"/>
          </p:nvPr>
        </p:nvSpPr>
        <p:spPr>
          <a:xfrm>
            <a:off x="11645900" y="0"/>
            <a:ext cx="674688" cy="504825"/>
          </a:xfrm>
          <a:prstGeom prst="rect">
            <a:avLst/>
          </a:prstGeom>
        </p:spPr>
        <p:txBody>
          <a:bodyPr vert="horz" lIns="91440" tIns="45720" rIns="91440" bIns="45720" rtlCol="0" anchor="ctr"/>
          <a:lstStyle>
            <a:lvl1pPr algn="l" eaLnBrk="1" fontAlgn="auto" hangingPunct="1">
              <a:spcBef>
                <a:spcPts val="0"/>
              </a:spcBef>
              <a:spcAft>
                <a:spcPts val="0"/>
              </a:spcAft>
              <a:defRPr sz="1100" b="1" i="0">
                <a:solidFill>
                  <a:schemeClr val="bg1"/>
                </a:solidFill>
                <a:latin typeface="+mn-lt"/>
                <a:cs typeface="HelveticaNeue MediumCond"/>
              </a:defRPr>
            </a:lvl1pPr>
          </a:lstStyle>
          <a:p>
            <a:pPr>
              <a:defRPr/>
            </a:pPr>
            <a:fld id="{C7F57E65-5E51-47D0-99CC-FC05E212C347}" type="slidenum">
              <a:rPr lang="en-US"/>
              <a:pPr>
                <a:defRPr/>
              </a:pPr>
              <a:t>‹#›</a:t>
            </a:fld>
            <a:endParaRPr lang="en-US"/>
          </a:p>
        </p:txBody>
      </p:sp>
      <p:sp>
        <p:nvSpPr>
          <p:cNvPr id="3" name="Footer Placeholder 2"/>
          <p:cNvSpPr>
            <a:spLocks noGrp="1"/>
          </p:cNvSpPr>
          <p:nvPr>
            <p:ph type="ftr" sz="quarter" idx="3"/>
            <p:custDataLst>
              <p:tags r:id="rId6"/>
            </p:custDataLst>
          </p:nvPr>
        </p:nvSpPr>
        <p:spPr>
          <a:xfrm>
            <a:off x="0" y="6147014"/>
            <a:ext cx="12192000" cy="200055"/>
          </a:xfrm>
          <a:prstGeom prst="rect">
            <a:avLst/>
          </a:prstGeom>
        </p:spPr>
        <p:txBody>
          <a:bodyPr vert="horz" wrap="square" lIns="91440" tIns="45720" rIns="91440" bIns="45720" rtlCol="0" anchor="t" anchorCtr="0">
            <a:spAutoFit/>
          </a:bodyPr>
          <a:lstStyle>
            <a:lvl1pPr algn="l">
              <a:defRPr lang="en-US" sz="700" b="0" i="0" u="none">
                <a:solidFill>
                  <a:srgbClr val="7F7F7F"/>
                </a:solidFill>
                <a:latin typeface="Arial" panose="020B0604020202020204" pitchFamily="34" charset="0"/>
              </a:defRPr>
            </a:lvl1pPr>
          </a:lstStyle>
          <a:p>
            <a:r>
              <a:rPr lang="en-US"/>
              <a:t>Honeywell Internal</a:t>
            </a:r>
          </a:p>
        </p:txBody>
      </p:sp>
      <p:sp>
        <p:nvSpPr>
          <p:cNvPr id="8" name="Round Single Corner Rectangle 7"/>
          <p:cNvSpPr/>
          <p:nvPr/>
        </p:nvSpPr>
        <p:spPr>
          <a:xfrm>
            <a:off x="0" y="6377149"/>
            <a:ext cx="11583988"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extLst>
      <p:ext uri="{BB962C8B-B14F-4D97-AF65-F5344CB8AC3E}">
        <p14:creationId xmlns:p14="http://schemas.microsoft.com/office/powerpoint/2010/main" val="2323076596"/>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Lst>
  <p:hf hdr="0" dt="0"/>
  <p:txStyles>
    <p:titleStyle>
      <a:lvl1pPr algn="l" defTabSz="457200" rtl="0" eaLnBrk="1" fontAlgn="base" hangingPunct="1">
        <a:spcBef>
          <a:spcPct val="0"/>
        </a:spcBef>
        <a:spcAft>
          <a:spcPct val="0"/>
        </a:spcAft>
        <a:defRPr lang="en-US" sz="2800" b="1" kern="1200" dirty="0">
          <a:solidFill>
            <a:schemeClr val="tx1"/>
          </a:solidFill>
          <a:latin typeface="Arial" pitchFamily="34" charset="0"/>
          <a:ea typeface="Arial" charset="0"/>
          <a:cs typeface="Arial" pitchFamily="34" charset="0"/>
        </a:defRPr>
      </a:lvl1pPr>
      <a:lvl2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2pPr>
      <a:lvl3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3pPr>
      <a:lvl4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4pPr>
      <a:lvl5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5pPr>
      <a:lvl6pPr marL="4572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9144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13716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18288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9pPr>
    </p:titleStyle>
    <p:bodyStyle>
      <a:lvl1pPr marL="169863" indent="-169863" algn="l" defTabSz="457200" rtl="0" eaLnBrk="1" fontAlgn="base" hangingPunct="1">
        <a:spcBef>
          <a:spcPct val="20000"/>
        </a:spcBef>
        <a:spcAft>
          <a:spcPct val="0"/>
        </a:spcAft>
        <a:buClr>
          <a:srgbClr val="C00000"/>
        </a:buClr>
        <a:buFont typeface="Arial" panose="020B0604020202020204" pitchFamily="34"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1" fontAlgn="base" hangingPunct="1">
        <a:spcBef>
          <a:spcPct val="20000"/>
        </a:spcBef>
        <a:spcAft>
          <a:spcPct val="0"/>
        </a:spcAft>
        <a:buFont typeface="Arial" panose="020B0604020202020204" pitchFamily="34" charset="0"/>
        <a:buChar char="-"/>
        <a:defRPr kern="1200">
          <a:solidFill>
            <a:schemeClr val="tx1"/>
          </a:solidFill>
          <a:latin typeface="Arial" pitchFamily="34" charset="0"/>
          <a:ea typeface="Arial" charset="0"/>
          <a:cs typeface="Arial" pitchFamily="34" charset="0"/>
        </a:defRPr>
      </a:lvl2pPr>
      <a:lvl3pPr marL="1084263" indent="-169863" algn="l" defTabSz="457200" rtl="0" eaLnBrk="1" fontAlgn="base" hangingPunct="1">
        <a:spcBef>
          <a:spcPct val="20000"/>
        </a:spcBef>
        <a:spcAft>
          <a:spcPct val="0"/>
        </a:spcAft>
        <a:buClr>
          <a:srgbClr val="7F7F7F"/>
        </a:buClr>
        <a:buSzPct val="90000"/>
        <a:buFont typeface="Wingdings" panose="05000000000000000000" pitchFamily="2"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ound Single Corner Rectangle 1"/>
          <p:cNvSpPr>
            <a:spLocks/>
          </p:cNvSpPr>
          <p:nvPr/>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3075" name="Title Placeholder 1"/>
          <p:cNvSpPr>
            <a:spLocks noGrp="1"/>
          </p:cNvSpPr>
          <p:nvPr>
            <p:ph type="title"/>
          </p:nvPr>
        </p:nvSpPr>
        <p:spPr bwMode="auto">
          <a:xfrm>
            <a:off x="713232" y="357189"/>
            <a:ext cx="10681934"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 name="Slide Number Placeholder 5"/>
          <p:cNvSpPr>
            <a:spLocks noGrp="1"/>
          </p:cNvSpPr>
          <p:nvPr>
            <p:ph type="sldNum" sz="quarter" idx="4"/>
          </p:nvPr>
        </p:nvSpPr>
        <p:spPr>
          <a:xfrm>
            <a:off x="11645901" y="-28574"/>
            <a:ext cx="675217" cy="504825"/>
          </a:xfrm>
          <a:prstGeom prst="rect">
            <a:avLst/>
          </a:prstGeom>
        </p:spPr>
        <p:txBody>
          <a:bodyPr vert="horz" lIns="91440" tIns="45720" rIns="91440" bIns="45720" rtlCol="0" anchor="ctr"/>
          <a:lstStyle>
            <a:lvl1pPr algn="l" eaLnBrk="1" fontAlgn="auto" hangingPunct="1">
              <a:spcBef>
                <a:spcPts val="0"/>
              </a:spcBef>
              <a:spcAft>
                <a:spcPts val="0"/>
              </a:spcAft>
              <a:defRPr sz="1000" b="1" i="0">
                <a:solidFill>
                  <a:schemeClr val="bg1"/>
                </a:solidFill>
                <a:latin typeface="HelveticaNeue MediumCond"/>
                <a:cs typeface="HelveticaNeue MediumCond"/>
              </a:defRPr>
            </a:lvl1pPr>
          </a:lstStyle>
          <a:p>
            <a:pPr defTabSz="457200">
              <a:defRPr/>
            </a:pPr>
            <a:fld id="{58E27D68-75D7-1046-B88F-55C44A5ED9A6}" type="slidenum">
              <a:rPr lang="en-US">
                <a:solidFill>
                  <a:srgbClr val="FFFFFF"/>
                </a:solidFill>
              </a:rPr>
              <a:pPr defTabSz="457200">
                <a:defRPr/>
              </a:pPr>
              <a:t>‹#›</a:t>
            </a:fld>
            <a:endParaRPr lang="en-US">
              <a:solidFill>
                <a:srgbClr val="FFFFFF"/>
              </a:solidFill>
            </a:endParaRPr>
          </a:p>
        </p:txBody>
      </p:sp>
      <p:sp>
        <p:nvSpPr>
          <p:cNvPr id="2" name="Footer Placeholder 1"/>
          <p:cNvSpPr>
            <a:spLocks noGrp="1"/>
          </p:cNvSpPr>
          <p:nvPr>
            <p:ph type="ftr" sz="quarter" idx="3"/>
            <p:custDataLst>
              <p:tags r:id="rId31"/>
            </p:custDataLst>
          </p:nvPr>
        </p:nvSpPr>
        <p:spPr>
          <a:xfrm>
            <a:off x="0" y="6629400"/>
            <a:ext cx="12192000" cy="201168"/>
          </a:xfrm>
          <a:prstGeom prst="rect">
            <a:avLst/>
          </a:prstGeom>
        </p:spPr>
        <p:txBody>
          <a:bodyPr vert="horz" lIns="91440" tIns="45720" rIns="91440" bIns="45720" rtlCol="0" anchor="ctr"/>
          <a:lstStyle>
            <a:lvl1pPr algn="l">
              <a:defRPr lang="en-US" sz="700" b="0" i="0" u="none">
                <a:solidFill>
                  <a:srgbClr val="7F7F7F"/>
                </a:solidFill>
                <a:latin typeface="Arial" panose="020B0604020202020204" pitchFamily="34" charset="0"/>
              </a:defRPr>
            </a:lvl1pPr>
          </a:lstStyle>
          <a:p>
            <a:pPr defTabSz="457200" eaLnBrk="0" fontAlgn="base" hangingPunct="0">
              <a:spcBef>
                <a:spcPct val="0"/>
              </a:spcBef>
              <a:spcAft>
                <a:spcPct val="0"/>
              </a:spcAft>
            </a:pPr>
            <a:r>
              <a:rPr lang="en-US"/>
              <a:t>Honeywell Internal</a:t>
            </a:r>
          </a:p>
        </p:txBody>
      </p:sp>
      <p:pic>
        <p:nvPicPr>
          <p:cNvPr id="7" name="Picture 6" descr="\\localhost\Volumes\DMS-Server\Clients\Honeywell PPT \Honeywell - Freestanding Logos\Honeywell - Freestanding Logo RGB.png"/>
          <p:cNvPicPr>
            <a:picLocks noChangeAspect="1"/>
          </p:cNvPicPr>
          <p:nvPr/>
        </p:nvPicPr>
        <p:blipFill>
          <a:blip r:embed="rId32" cstate="email">
            <a:extLst>
              <a:ext uri="{28A0092B-C50C-407E-A947-70E740481C1C}">
                <a14:useLocalDpi xmlns:a14="http://schemas.microsoft.com/office/drawing/2010/main"/>
              </a:ext>
            </a:extLst>
          </a:blip>
          <a:srcRect/>
          <a:stretch>
            <a:fillRect/>
          </a:stretch>
        </p:blipFill>
        <p:spPr bwMode="auto">
          <a:xfrm>
            <a:off x="10388601" y="6519863"/>
            <a:ext cx="1370935" cy="25981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2932767"/>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 id="2147483701" r:id="rId25"/>
    <p:sldLayoutId id="2147483702" r:id="rId26"/>
    <p:sldLayoutId id="2147483707" r:id="rId27"/>
    <p:sldLayoutId id="2147483708" r:id="rId28"/>
    <p:sldLayoutId id="2147483709" r:id="rId29"/>
  </p:sldLayoutIdLst>
  <p:hf hdr="0" dt="0"/>
  <p:txStyles>
    <p:titleStyle>
      <a:lvl1pPr algn="l" defTabSz="457200" rtl="0" eaLnBrk="1" fontAlgn="base" hangingPunct="1">
        <a:spcBef>
          <a:spcPct val="0"/>
        </a:spcBef>
        <a:spcAft>
          <a:spcPct val="0"/>
        </a:spcAft>
        <a:defRPr lang="en-US" sz="2800" b="1" kern="1200" dirty="0">
          <a:solidFill>
            <a:schemeClr val="tx1"/>
          </a:solidFill>
          <a:latin typeface="Arial" pitchFamily="34" charset="0"/>
          <a:ea typeface="Arial" charset="0"/>
          <a:cs typeface="Arial" pitchFamily="34" charset="0"/>
        </a:defRPr>
      </a:lvl1pPr>
      <a:lvl2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2pPr>
      <a:lvl3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3pPr>
      <a:lvl4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4pPr>
      <a:lvl5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5pPr>
      <a:lvl6pPr marL="4572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9144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13716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18288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9pPr>
    </p:titleStyle>
    <p:bodyStyle>
      <a:lvl1pPr marL="169863" indent="-169863" algn="l" defTabSz="457200" rtl="0" eaLnBrk="1" fontAlgn="base" hangingPunct="1">
        <a:spcBef>
          <a:spcPct val="20000"/>
        </a:spcBef>
        <a:spcAft>
          <a:spcPct val="0"/>
        </a:spcAft>
        <a:buClr>
          <a:srgbClr val="C00000"/>
        </a:buClr>
        <a:buFont typeface="Arial"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1" fontAlgn="base" hangingPunct="1">
        <a:spcBef>
          <a:spcPct val="20000"/>
        </a:spcBef>
        <a:spcAft>
          <a:spcPct val="0"/>
        </a:spcAft>
        <a:buFont typeface="Arial" charset="0"/>
        <a:buChar char="-"/>
        <a:defRPr kern="1200">
          <a:solidFill>
            <a:schemeClr val="tx1"/>
          </a:solidFill>
          <a:latin typeface="Arial" pitchFamily="34" charset="0"/>
          <a:ea typeface="Arial" charset="0"/>
          <a:cs typeface="Arial" pitchFamily="34" charset="0"/>
        </a:defRPr>
      </a:lvl2pPr>
      <a:lvl3pPr marL="1084263" indent="-169863" algn="l" defTabSz="457200" rtl="0" eaLnBrk="1" fontAlgn="base" hangingPunct="1">
        <a:spcBef>
          <a:spcPct val="20000"/>
        </a:spcBef>
        <a:spcAft>
          <a:spcPct val="0"/>
        </a:spcAft>
        <a:buClr>
          <a:srgbClr val="7F7F7F"/>
        </a:buClr>
        <a:buSzPct val="90000"/>
        <a:buFont typeface="Wingdings"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4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8.xml"/><Relationship Id="rId1" Type="http://schemas.openxmlformats.org/officeDocument/2006/relationships/tags" Target="../tags/tag4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microsoft.com/office/2018/10/relationships/comments" Target="../comments/modernComment_228_DF2DEE50.xml"/><Relationship Id="rId1" Type="http://schemas.openxmlformats.org/officeDocument/2006/relationships/slideLayout" Target="../slideLayouts/slideLayout3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9.xml"/></Relationships>
</file>

<file path=ppt/slides/_rels/slide1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9.xml"/></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9.xml"/></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9.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9.xml"/><Relationship Id="rId5" Type="http://schemas.openxmlformats.org/officeDocument/2006/relationships/image" Target="../media/image37.png"/><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9.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39.xml"/></Relationships>
</file>

<file path=ppt/slides/_rels/slide2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9.xml"/></Relationships>
</file>

<file path=ppt/slides/_rels/slide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9.xml"/></Relationships>
</file>

<file path=ppt/slides/_rels/slide2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9.xml"/></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39.xml"/></Relationships>
</file>

<file path=ppt/slides/_rels/slide3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9.xml"/></Relationships>
</file>

<file path=ppt/slides/_rels/slide3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9.xml"/></Relationships>
</file>

<file path=ppt/slides/_rels/slide3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9.xml"/></Relationships>
</file>

<file path=ppt/slides/_rels/slide3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9.xml"/></Relationships>
</file>

<file path=ppt/slides/_rels/slide3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9.xml"/></Relationships>
</file>

<file path=ppt/slides/_rels/slide3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9.xml"/></Relationships>
</file>

<file path=ppt/slides/_rels/slide3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39.xml"/></Relationships>
</file>

<file path=ppt/slides/_rels/slide3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39.xml"/></Relationships>
</file>

<file path=ppt/slides/_rels/slide3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39.xml"/></Relationships>
</file>

<file path=ppt/slides/_rels/slide4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39.xml"/></Relationships>
</file>

<file path=ppt/slides/_rels/slide4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39.xml"/></Relationships>
</file>

<file path=ppt/slides/_rels/slide4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39.xml"/></Relationships>
</file>

<file path=ppt/slides/_rels/slide4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39.xml"/></Relationships>
</file>

<file path=ppt/slides/_rels/slide4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39.xml"/></Relationships>
</file>

<file path=ppt/slides/_rels/slide4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3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39.xml"/></Relationships>
</file>

<file path=ppt/slides/_rels/slide5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39.xml"/></Relationships>
</file>

<file path=ppt/slides/_rels/slide5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39.xml"/></Relationships>
</file>

<file path=ppt/slides/_rels/slide5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39.xml"/></Relationships>
</file>

<file path=ppt/slides/_rels/slide5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39.xml"/></Relationships>
</file>

<file path=ppt/slides/_rels/slide5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39.xml"/></Relationships>
</file>

<file path=ppt/slides/_rels/slide5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39.xml"/></Relationships>
</file>

<file path=ppt/slides/_rels/slide5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3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39.xml"/></Relationships>
</file>

<file path=ppt/slides/_rels/slide6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3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3.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39.xml"/></Relationships>
</file>

<file path=ppt/slides/_rels/slide6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39.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image" Target="../media/image85.jpeg"/><Relationship Id="rId5" Type="http://schemas.openxmlformats.org/officeDocument/2006/relationships/image" Target="../media/image21.emf"/><Relationship Id="rId4" Type="http://schemas.openxmlformats.org/officeDocument/2006/relationships/oleObject" Target="../embeddings/oleObject3.bin"/></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vert="horz" lIns="91440" tIns="45720" rIns="91440" bIns="45720" anchor="ctr"/>
          <a:lstStyle/>
          <a:p>
            <a:r>
              <a:rPr lang="en-US" dirty="0">
                <a:latin typeface="Arial"/>
                <a:cs typeface="Arial"/>
              </a:rPr>
              <a:t>Power User Training – Asset Performance Management</a:t>
            </a:r>
            <a:endParaRPr lang="en-US" dirty="0"/>
          </a:p>
        </p:txBody>
      </p:sp>
      <p:sp>
        <p:nvSpPr>
          <p:cNvPr id="3" name="Text Placeholder 2"/>
          <p:cNvSpPr>
            <a:spLocks noGrp="1"/>
          </p:cNvSpPr>
          <p:nvPr>
            <p:ph type="body" sz="quarter" idx="12"/>
          </p:nvPr>
        </p:nvSpPr>
        <p:spPr/>
        <p:txBody>
          <a:bodyPr/>
          <a:lstStyle/>
          <a:p>
            <a:r>
              <a:rPr lang="en-US" dirty="0"/>
              <a:t> APM</a:t>
            </a:r>
          </a:p>
        </p:txBody>
      </p:sp>
      <p:sp>
        <p:nvSpPr>
          <p:cNvPr id="4" name="Content Placeholder 3"/>
          <p:cNvSpPr>
            <a:spLocks noGrp="1"/>
          </p:cNvSpPr>
          <p:nvPr>
            <p:ph sz="quarter" idx="10"/>
          </p:nvPr>
        </p:nvSpPr>
        <p:spPr/>
        <p:txBody>
          <a:bodyPr/>
          <a:lstStyle/>
          <a:p>
            <a:r>
              <a:rPr lang="en-US" dirty="0"/>
              <a:t>Honeywell</a:t>
            </a:r>
          </a:p>
        </p:txBody>
      </p:sp>
      <p:sp>
        <p:nvSpPr>
          <p:cNvPr id="5" name="Text Placeholder 4"/>
          <p:cNvSpPr>
            <a:spLocks noGrp="1"/>
          </p:cNvSpPr>
          <p:nvPr>
            <p:ph type="body" sz="quarter" idx="11"/>
          </p:nvPr>
        </p:nvSpPr>
        <p:spPr/>
        <p:txBody>
          <a:bodyPr/>
          <a:lstStyle/>
          <a:p>
            <a:r>
              <a:rPr lang="en-US" dirty="0"/>
              <a:t>&lt;&lt;Month&gt;&gt; &lt;&lt;Year&gt;&gt;</a:t>
            </a:r>
          </a:p>
        </p:txBody>
      </p:sp>
      <p:sp>
        <p:nvSpPr>
          <p:cNvPr id="6" name="BJPseudoFooter">
            <a:extLst>
              <a:ext uri="{FF2B5EF4-FFF2-40B4-BE49-F238E27FC236}">
                <a16:creationId xmlns:a16="http://schemas.microsoft.com/office/drawing/2014/main" id="{24533E8C-1C5A-4E14-9E9F-00D7BE2E2A86}"/>
              </a:ext>
            </a:extLst>
          </p:cNvPr>
          <p:cNvSpPr txBox="1"/>
          <p:nvPr>
            <p:custDataLst>
              <p:tags r:id="rId1"/>
            </p:custDataLst>
          </p:nvPr>
        </p:nvSpPr>
        <p:spPr>
          <a:xfrm>
            <a:off x="127000" y="6645245"/>
            <a:ext cx="11938000" cy="200055"/>
          </a:xfrm>
          <a:prstGeom prst="rect">
            <a:avLst/>
          </a:prstGeom>
          <a:noFill/>
        </p:spPr>
        <p:txBody>
          <a:bodyPr vert="horz" rtlCol="0">
            <a:spAutoFit/>
          </a:bodyPr>
          <a:lstStyle/>
          <a:p>
            <a:r>
              <a:rPr lang="en-US" sz="700">
                <a:solidFill>
                  <a:srgbClr val="7F7F7F"/>
                </a:solidFill>
                <a:latin typeface="Arial" panose="020B0604020202020204" pitchFamily="34" charset="0"/>
              </a:rPr>
              <a:t>Honeywell Internal</a:t>
            </a:r>
          </a:p>
        </p:txBody>
      </p:sp>
    </p:spTree>
    <p:extLst>
      <p:ext uri="{BB962C8B-B14F-4D97-AF65-F5344CB8AC3E}">
        <p14:creationId xmlns:p14="http://schemas.microsoft.com/office/powerpoint/2010/main" val="23763567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2</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p:txBody>
          <a:bodyPr/>
          <a:lstStyle/>
          <a:p>
            <a:r>
              <a:rPr lang="en-US"/>
              <a:t>Honeywell Internal</a:t>
            </a:r>
            <a:endParaRPr lang="en-US" dirty="0"/>
          </a:p>
        </p:txBody>
      </p:sp>
      <p:sp>
        <p:nvSpPr>
          <p:cNvPr id="5" name="Text Placeholder 4"/>
          <p:cNvSpPr>
            <a:spLocks noGrp="1"/>
          </p:cNvSpPr>
          <p:nvPr>
            <p:ph type="body" sz="quarter" idx="12"/>
          </p:nvPr>
        </p:nvSpPr>
        <p:spPr>
          <a:xfrm>
            <a:off x="713232" y="1074738"/>
            <a:ext cx="10642685" cy="3870241"/>
          </a:xfrm>
        </p:spPr>
        <p:txBody>
          <a:bodyPr/>
          <a:lstStyle/>
          <a:p>
            <a:r>
              <a:rPr lang="en-US" dirty="0"/>
              <a:t>Module 1 : Asset Performance Management (APM) – Introduction</a:t>
            </a:r>
          </a:p>
          <a:p>
            <a:r>
              <a:rPr lang="en-US" dirty="0"/>
              <a:t>Module 2 : APM – End User Training Modules</a:t>
            </a:r>
          </a:p>
          <a:p>
            <a:r>
              <a:rPr lang="en-US" dirty="0"/>
              <a:t>Module 3 : APM - Typical Architecture and Concepts</a:t>
            </a:r>
          </a:p>
          <a:p>
            <a:r>
              <a:rPr lang="en-US" dirty="0"/>
              <a:t>Module 4 : APM – Configuration &amp; System Demo / Hands On</a:t>
            </a:r>
          </a:p>
          <a:p>
            <a:r>
              <a:rPr lang="en-US" dirty="0"/>
              <a:t>Module 5 : APM – User Roles and Permission</a:t>
            </a:r>
          </a:p>
          <a:p>
            <a:endParaRPr lang="en-US" dirty="0"/>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809690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4707-8FB4-4837-8F2A-424463829031}"/>
              </a:ext>
            </a:extLst>
          </p:cNvPr>
          <p:cNvSpPr>
            <a:spLocks noGrp="1"/>
          </p:cNvSpPr>
          <p:nvPr>
            <p:ph type="title"/>
          </p:nvPr>
        </p:nvSpPr>
        <p:spPr>
          <a:xfrm>
            <a:off x="495299" y="495299"/>
            <a:ext cx="11201401" cy="5518242"/>
          </a:xfrm>
        </p:spPr>
        <p:txBody>
          <a:bodyPr/>
          <a:lstStyle/>
          <a:p>
            <a:pPr algn="ctr">
              <a:lnSpc>
                <a:spcPct val="150000"/>
              </a:lnSpc>
            </a:pPr>
            <a:br>
              <a:rPr lang="en-US" sz="4000" b="1" dirty="0"/>
            </a:br>
            <a:br>
              <a:rPr lang="en-US" sz="4000" b="1" dirty="0"/>
            </a:br>
            <a:r>
              <a:rPr lang="en-US" sz="4000" b="1" dirty="0"/>
              <a:t>Module 1</a:t>
            </a:r>
            <a:br>
              <a:rPr lang="en-US" sz="4000" b="1" dirty="0"/>
            </a:br>
            <a:r>
              <a:rPr lang="en-US" dirty="0"/>
              <a:t>Asset Performance Management </a:t>
            </a:r>
            <a:r>
              <a:rPr lang="en-US" sz="4000" b="1" dirty="0"/>
              <a:t>- Introduction</a:t>
            </a:r>
            <a:br>
              <a:rPr lang="en-US" sz="4000" b="1" dirty="0"/>
            </a:br>
            <a:endParaRPr lang="en-US" dirty="0"/>
          </a:p>
        </p:txBody>
      </p:sp>
      <p:sp>
        <p:nvSpPr>
          <p:cNvPr id="4" name="Slide Number Placeholder 3">
            <a:extLst>
              <a:ext uri="{FF2B5EF4-FFF2-40B4-BE49-F238E27FC236}">
                <a16:creationId xmlns:a16="http://schemas.microsoft.com/office/drawing/2014/main" id="{6512DE64-3037-4C6D-B430-409915B6E66D}"/>
              </a:ext>
            </a:extLst>
          </p:cNvPr>
          <p:cNvSpPr>
            <a:spLocks noGrp="1"/>
          </p:cNvSpPr>
          <p:nvPr>
            <p:ph type="sldNum" sz="quarter" idx="12"/>
          </p:nvPr>
        </p:nvSpPr>
        <p:spPr/>
        <p:txBody>
          <a:bodyPr/>
          <a:lstStyle/>
          <a:p>
            <a:fld id="{7B94EC18-1D2B-4535-B738-0E53AFE26620}" type="slidenum">
              <a:rPr lang="en-US" smtClean="0"/>
              <a:t>3</a:t>
            </a:fld>
            <a:endParaRPr lang="en-US"/>
          </a:p>
        </p:txBody>
      </p:sp>
    </p:spTree>
    <p:extLst>
      <p:ext uri="{BB962C8B-B14F-4D97-AF65-F5344CB8AC3E}">
        <p14:creationId xmlns:p14="http://schemas.microsoft.com/office/powerpoint/2010/main" val="3041054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53F1B-6376-441E-9B0B-A1647DB38846}"/>
              </a:ext>
            </a:extLst>
          </p:cNvPr>
          <p:cNvSpPr>
            <a:spLocks noGrp="1"/>
          </p:cNvSpPr>
          <p:nvPr>
            <p:ph type="title"/>
          </p:nvPr>
        </p:nvSpPr>
        <p:spPr>
          <a:xfrm>
            <a:off x="495299" y="495299"/>
            <a:ext cx="11201401" cy="492443"/>
          </a:xfrm>
        </p:spPr>
        <p:txBody>
          <a:bodyPr/>
          <a:lstStyle/>
          <a:p>
            <a:r>
              <a:rPr lang="en-US" sz="3200" dirty="0"/>
              <a:t>Learning Objective &amp; Audience</a:t>
            </a:r>
          </a:p>
        </p:txBody>
      </p:sp>
      <p:sp>
        <p:nvSpPr>
          <p:cNvPr id="3" name="Content Placeholder 2">
            <a:extLst>
              <a:ext uri="{FF2B5EF4-FFF2-40B4-BE49-F238E27FC236}">
                <a16:creationId xmlns:a16="http://schemas.microsoft.com/office/drawing/2014/main" id="{A0A2537C-374A-4A2B-A428-0E9E28DB52A1}"/>
              </a:ext>
            </a:extLst>
          </p:cNvPr>
          <p:cNvSpPr>
            <a:spLocks noGrp="1"/>
          </p:cNvSpPr>
          <p:nvPr>
            <p:ph idx="1"/>
          </p:nvPr>
        </p:nvSpPr>
        <p:spPr>
          <a:xfrm>
            <a:off x="495300" y="1409701"/>
            <a:ext cx="11292748" cy="4457700"/>
          </a:xfrm>
        </p:spPr>
        <p:txBody>
          <a:bodyPr/>
          <a:lstStyle/>
          <a:p>
            <a:pPr indent="-457200" algn="just">
              <a:lnSpc>
                <a:spcPct val="120000"/>
              </a:lnSpc>
              <a:buFont typeface="Wingdings" panose="05000000000000000000" pitchFamily="2" charset="2"/>
              <a:buChar char="Ø"/>
            </a:pPr>
            <a:r>
              <a:rPr lang="en-US" altLang="en-US" sz="1600" kern="0" dirty="0"/>
              <a:t>This training is intended for asset management users and will aid them to understand the asset performance monitoring and its functionality. After completing this training, user will be able to perform the following tasks: </a:t>
            </a:r>
          </a:p>
          <a:p>
            <a:pPr lvl="3" algn="just">
              <a:lnSpc>
                <a:spcPct val="120000"/>
              </a:lnSpc>
              <a:buClr>
                <a:srgbClr val="C00000"/>
              </a:buClr>
              <a:buFont typeface="Symbol" panose="05050102010706020507" pitchFamily="18" charset="2"/>
              <a:buChar char=""/>
            </a:pPr>
            <a:r>
              <a:rPr lang="en-US" altLang="en-US" sz="1200" kern="0" dirty="0"/>
              <a:t>Navigate from Dashboard to Asset Performance Monitoring Application</a:t>
            </a:r>
          </a:p>
          <a:p>
            <a:pPr lvl="3" algn="just">
              <a:lnSpc>
                <a:spcPct val="120000"/>
              </a:lnSpc>
              <a:buClr>
                <a:srgbClr val="C00000"/>
              </a:buClr>
              <a:buFont typeface="Symbol" panose="05050102010706020507" pitchFamily="18" charset="2"/>
              <a:buChar char=""/>
            </a:pPr>
            <a:r>
              <a:rPr lang="en-US" altLang="en-US" sz="1200" kern="0" dirty="0"/>
              <a:t>Drilldown to the heat map and required asset</a:t>
            </a:r>
          </a:p>
          <a:p>
            <a:pPr lvl="3" algn="just">
              <a:lnSpc>
                <a:spcPct val="120000"/>
              </a:lnSpc>
              <a:buClr>
                <a:srgbClr val="C00000"/>
              </a:buClr>
              <a:buFont typeface="Symbol" panose="05050102010706020507" pitchFamily="18" charset="2"/>
              <a:buChar char=""/>
            </a:pPr>
            <a:r>
              <a:rPr lang="en-US" altLang="en-US" sz="1200" kern="0" dirty="0"/>
              <a:t>Monitor and investigate assets health status </a:t>
            </a:r>
          </a:p>
          <a:p>
            <a:pPr lvl="3" algn="just">
              <a:lnSpc>
                <a:spcPct val="120000"/>
              </a:lnSpc>
              <a:buClr>
                <a:srgbClr val="C00000"/>
              </a:buClr>
              <a:buFont typeface="Symbol" panose="05050102010706020507" pitchFamily="18" charset="2"/>
              <a:buChar char=""/>
            </a:pPr>
            <a:r>
              <a:rPr lang="en-US" altLang="en-US" sz="1200" kern="0" dirty="0"/>
              <a:t>View asset performance, attributes, trends, fault tree etc.</a:t>
            </a:r>
          </a:p>
          <a:p>
            <a:pPr lvl="3" algn="just">
              <a:lnSpc>
                <a:spcPct val="120000"/>
              </a:lnSpc>
              <a:buClr>
                <a:srgbClr val="C00000"/>
              </a:buClr>
              <a:buFont typeface="Symbol" panose="05050102010706020507" pitchFamily="18" charset="2"/>
              <a:buChar char=""/>
            </a:pPr>
            <a:r>
              <a:rPr lang="en-US" altLang="en-US" sz="1200" kern="0" dirty="0"/>
              <a:t>Plan action for faults to avoid future failures.</a:t>
            </a:r>
          </a:p>
          <a:p>
            <a:pPr lvl="3" algn="just">
              <a:lnSpc>
                <a:spcPct val="120000"/>
              </a:lnSpc>
              <a:buClr>
                <a:srgbClr val="C00000"/>
              </a:buClr>
              <a:buFont typeface="Symbol" panose="05050102010706020507" pitchFamily="18" charset="2"/>
              <a:buChar char=""/>
            </a:pPr>
            <a:r>
              <a:rPr lang="en-AU" sz="1200" dirty="0">
                <a:solidFill>
                  <a:srgbClr val="000000"/>
                </a:solidFill>
              </a:rPr>
              <a:t>Modify/Update the UAS configuration and enable to do the troubleshooting for some issues encountered in UAS</a:t>
            </a:r>
            <a:endParaRPr lang="en-US" altLang="en-US" sz="1200" kern="0" dirty="0"/>
          </a:p>
          <a:p>
            <a:pPr indent="-457200">
              <a:buFont typeface="Wingdings" panose="05000000000000000000" pitchFamily="2" charset="2"/>
              <a:buChar char="Ø"/>
            </a:pPr>
            <a:r>
              <a:rPr lang="en-US" sz="1600" dirty="0"/>
              <a:t>The course is intended for users for user who maintain/update </a:t>
            </a:r>
            <a:r>
              <a:rPr lang="en-US" sz="1400" dirty="0"/>
              <a:t>Asset Performance Management</a:t>
            </a:r>
            <a:r>
              <a:rPr lang="en-US" sz="1600" dirty="0"/>
              <a:t> configuration</a:t>
            </a:r>
            <a:endParaRPr lang="en-US" altLang="en-US" kern="0" dirty="0"/>
          </a:p>
          <a:p>
            <a:endParaRPr lang="en-US" dirty="0"/>
          </a:p>
        </p:txBody>
      </p:sp>
      <p:sp>
        <p:nvSpPr>
          <p:cNvPr id="4" name="Slide Number Placeholder 3">
            <a:extLst>
              <a:ext uri="{FF2B5EF4-FFF2-40B4-BE49-F238E27FC236}">
                <a16:creationId xmlns:a16="http://schemas.microsoft.com/office/drawing/2014/main" id="{D5F11B3A-5BBE-42BC-B42B-419BD4C08FEB}"/>
              </a:ext>
            </a:extLst>
          </p:cNvPr>
          <p:cNvSpPr>
            <a:spLocks noGrp="1"/>
          </p:cNvSpPr>
          <p:nvPr>
            <p:ph type="sldNum" sz="quarter" idx="12"/>
          </p:nvPr>
        </p:nvSpPr>
        <p:spPr/>
        <p:txBody>
          <a:bodyPr/>
          <a:lstStyle/>
          <a:p>
            <a:fld id="{7B94EC18-1D2B-4535-B738-0E53AFE26620}" type="slidenum">
              <a:rPr lang="en-US" smtClean="0"/>
              <a:t>4</a:t>
            </a:fld>
            <a:endParaRPr lang="en-US"/>
          </a:p>
        </p:txBody>
      </p:sp>
    </p:spTree>
    <p:extLst>
      <p:ext uri="{BB962C8B-B14F-4D97-AF65-F5344CB8AC3E}">
        <p14:creationId xmlns:p14="http://schemas.microsoft.com/office/powerpoint/2010/main" val="2571513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7F4E1-CDD1-45B9-A7F2-4D27A1167CD8}"/>
              </a:ext>
            </a:extLst>
          </p:cNvPr>
          <p:cNvSpPr>
            <a:spLocks noGrp="1"/>
          </p:cNvSpPr>
          <p:nvPr>
            <p:ph type="title"/>
          </p:nvPr>
        </p:nvSpPr>
        <p:spPr>
          <a:xfrm>
            <a:off x="495299" y="471236"/>
            <a:ext cx="11201401" cy="584775"/>
          </a:xfrm>
        </p:spPr>
        <p:txBody>
          <a:bodyPr/>
          <a:lstStyle/>
          <a:p>
            <a:r>
              <a:rPr lang="en-US" sz="3200" dirty="0"/>
              <a:t>Asset Performance Monitoring Overview</a:t>
            </a:r>
          </a:p>
        </p:txBody>
      </p:sp>
      <p:sp>
        <p:nvSpPr>
          <p:cNvPr id="3" name="Content Placeholder 2">
            <a:extLst>
              <a:ext uri="{FF2B5EF4-FFF2-40B4-BE49-F238E27FC236}">
                <a16:creationId xmlns:a16="http://schemas.microsoft.com/office/drawing/2014/main" id="{DE9843D5-B717-4BF2-AF6E-91D4CD0626D1}"/>
              </a:ext>
            </a:extLst>
          </p:cNvPr>
          <p:cNvSpPr>
            <a:spLocks noGrp="1"/>
          </p:cNvSpPr>
          <p:nvPr>
            <p:ph idx="1"/>
          </p:nvPr>
        </p:nvSpPr>
        <p:spPr>
          <a:xfrm>
            <a:off x="495300" y="1409701"/>
            <a:ext cx="11201400" cy="4457700"/>
          </a:xfrm>
        </p:spPr>
        <p:txBody>
          <a:bodyPr/>
          <a:lstStyle/>
          <a:p>
            <a:pPr marL="225425" lvl="0" indent="-225425" eaLnBrk="0" fontAlgn="base" hangingPunct="0">
              <a:spcBef>
                <a:spcPct val="30000"/>
              </a:spcBef>
              <a:spcAft>
                <a:spcPct val="0"/>
              </a:spcAft>
              <a:buClr>
                <a:srgbClr val="FC0128"/>
              </a:buClr>
              <a:buSzPct val="117000"/>
              <a:buFontTx/>
              <a:buChar char="•"/>
            </a:pPr>
            <a:r>
              <a:rPr lang="en-US" sz="1600" b="1" kern="0" dirty="0">
                <a:solidFill>
                  <a:srgbClr val="000000"/>
                </a:solidFill>
              </a:rPr>
              <a:t>Who?</a:t>
            </a:r>
          </a:p>
          <a:p>
            <a:pPr marL="577850" lvl="1" indent="-238125" eaLnBrk="0" fontAlgn="base" hangingPunct="0">
              <a:spcBef>
                <a:spcPct val="30000"/>
              </a:spcBef>
              <a:spcAft>
                <a:spcPct val="0"/>
              </a:spcAft>
              <a:buClr>
                <a:srgbClr val="063DE8"/>
              </a:buClr>
              <a:buSzPct val="117000"/>
              <a:buFontTx/>
              <a:buChar char="–"/>
            </a:pPr>
            <a:r>
              <a:rPr lang="en-US" sz="1600" kern="0" dirty="0">
                <a:solidFill>
                  <a:srgbClr val="000000"/>
                </a:solidFill>
              </a:rPr>
              <a:t>Operations</a:t>
            </a:r>
          </a:p>
          <a:p>
            <a:pPr marL="577850" lvl="1" indent="-238125" eaLnBrk="0" fontAlgn="base" hangingPunct="0">
              <a:spcBef>
                <a:spcPct val="30000"/>
              </a:spcBef>
              <a:spcAft>
                <a:spcPct val="0"/>
              </a:spcAft>
              <a:buClr>
                <a:srgbClr val="063DE8"/>
              </a:buClr>
              <a:buSzPct val="117000"/>
              <a:buFontTx/>
              <a:buChar char="–"/>
            </a:pPr>
            <a:r>
              <a:rPr lang="en-US" sz="1600" kern="0" dirty="0">
                <a:solidFill>
                  <a:srgbClr val="000000"/>
                </a:solidFill>
              </a:rPr>
              <a:t>Process Engineer</a:t>
            </a:r>
          </a:p>
          <a:p>
            <a:pPr marL="577850" lvl="1" indent="-238125" eaLnBrk="0" fontAlgn="base" hangingPunct="0">
              <a:spcBef>
                <a:spcPct val="30000"/>
              </a:spcBef>
              <a:spcAft>
                <a:spcPct val="0"/>
              </a:spcAft>
              <a:buClr>
                <a:srgbClr val="063DE8"/>
              </a:buClr>
              <a:buSzPct val="117000"/>
              <a:buFontTx/>
              <a:buChar char="–"/>
            </a:pPr>
            <a:r>
              <a:rPr lang="en-US" sz="1600" kern="0" dirty="0">
                <a:solidFill>
                  <a:srgbClr val="000000"/>
                </a:solidFill>
              </a:rPr>
              <a:t>Mechanical Maintenance or Reliability Engineer</a:t>
            </a:r>
          </a:p>
          <a:p>
            <a:pPr marL="225425" lvl="0" indent="-225425" eaLnBrk="0" fontAlgn="base" hangingPunct="0">
              <a:spcBef>
                <a:spcPct val="30000"/>
              </a:spcBef>
              <a:spcAft>
                <a:spcPct val="0"/>
              </a:spcAft>
              <a:buClr>
                <a:srgbClr val="FC0128"/>
              </a:buClr>
              <a:buSzPct val="117000"/>
              <a:buFontTx/>
              <a:buChar char="•"/>
            </a:pPr>
            <a:r>
              <a:rPr lang="en-US" sz="1600" b="1" kern="0" dirty="0">
                <a:solidFill>
                  <a:srgbClr val="000000"/>
                </a:solidFill>
              </a:rPr>
              <a:t>When?</a:t>
            </a:r>
          </a:p>
          <a:p>
            <a:pPr marL="577850" lvl="1" indent="-238125" eaLnBrk="0" fontAlgn="base" hangingPunct="0">
              <a:spcBef>
                <a:spcPct val="30000"/>
              </a:spcBef>
              <a:spcAft>
                <a:spcPct val="0"/>
              </a:spcAft>
              <a:buClr>
                <a:srgbClr val="063DE8"/>
              </a:buClr>
              <a:buSzPct val="117000"/>
              <a:buFontTx/>
              <a:buChar char="–"/>
            </a:pPr>
            <a:r>
              <a:rPr lang="en-US" sz="1600" kern="0" dirty="0">
                <a:solidFill>
                  <a:srgbClr val="000000"/>
                </a:solidFill>
              </a:rPr>
              <a:t>Daily</a:t>
            </a:r>
          </a:p>
          <a:p>
            <a:pPr marL="225425" lvl="0" indent="-225425" eaLnBrk="0" fontAlgn="base" hangingPunct="0">
              <a:spcBef>
                <a:spcPct val="30000"/>
              </a:spcBef>
              <a:spcAft>
                <a:spcPct val="0"/>
              </a:spcAft>
              <a:buClr>
                <a:srgbClr val="FC0128"/>
              </a:buClr>
              <a:buSzPct val="117000"/>
              <a:buFontTx/>
              <a:buChar char="•"/>
            </a:pPr>
            <a:r>
              <a:rPr lang="en-US" sz="1600" b="1" kern="0" dirty="0">
                <a:solidFill>
                  <a:srgbClr val="000000"/>
                </a:solidFill>
              </a:rPr>
              <a:t>Why?</a:t>
            </a:r>
          </a:p>
          <a:p>
            <a:pPr marL="577850" lvl="1" indent="-238125" eaLnBrk="0" fontAlgn="base" hangingPunct="0">
              <a:spcBef>
                <a:spcPct val="30000"/>
              </a:spcBef>
              <a:spcAft>
                <a:spcPct val="0"/>
              </a:spcAft>
              <a:buClr>
                <a:srgbClr val="063DE8"/>
              </a:buClr>
              <a:buSzPct val="117000"/>
              <a:buFontTx/>
              <a:buChar char="–"/>
            </a:pPr>
            <a:r>
              <a:rPr lang="en-US" sz="1600" kern="0" dirty="0">
                <a:solidFill>
                  <a:srgbClr val="000000"/>
                </a:solidFill>
              </a:rPr>
              <a:t>Monitor assets and predict/prevent problems and recommend actions.</a:t>
            </a:r>
          </a:p>
          <a:p>
            <a:pPr marL="225425" lvl="0" indent="-225425" eaLnBrk="0" fontAlgn="base" hangingPunct="0">
              <a:spcBef>
                <a:spcPct val="30000"/>
              </a:spcBef>
              <a:spcAft>
                <a:spcPct val="0"/>
              </a:spcAft>
              <a:buClr>
                <a:srgbClr val="FC0128"/>
              </a:buClr>
              <a:buSzPct val="117000"/>
              <a:buFontTx/>
              <a:buChar char="•"/>
            </a:pPr>
            <a:r>
              <a:rPr lang="en-US" sz="1600" b="1" kern="0" dirty="0">
                <a:solidFill>
                  <a:srgbClr val="000000"/>
                </a:solidFill>
              </a:rPr>
              <a:t>How?</a:t>
            </a:r>
          </a:p>
          <a:p>
            <a:pPr marL="577850" lvl="1" indent="-238125" eaLnBrk="0" fontAlgn="base" hangingPunct="0">
              <a:spcBef>
                <a:spcPct val="30000"/>
              </a:spcBef>
              <a:spcAft>
                <a:spcPct val="0"/>
              </a:spcAft>
              <a:buClr>
                <a:srgbClr val="063DE8"/>
              </a:buClr>
              <a:buSzPct val="117000"/>
              <a:buFontTx/>
              <a:buChar char="–"/>
            </a:pPr>
            <a:r>
              <a:rPr lang="en-US" sz="1600" kern="0" dirty="0">
                <a:solidFill>
                  <a:srgbClr val="000000"/>
                </a:solidFill>
              </a:rPr>
              <a:t>Using Fault tree, Health Index, Asset Performance Management, Heat Map, reports and trends.</a:t>
            </a:r>
          </a:p>
          <a:p>
            <a:endParaRPr lang="en-US" dirty="0"/>
          </a:p>
        </p:txBody>
      </p:sp>
      <p:sp>
        <p:nvSpPr>
          <p:cNvPr id="4" name="Slide Number Placeholder 3">
            <a:extLst>
              <a:ext uri="{FF2B5EF4-FFF2-40B4-BE49-F238E27FC236}">
                <a16:creationId xmlns:a16="http://schemas.microsoft.com/office/drawing/2014/main" id="{A951E5E4-5622-43B8-82E7-FF3818012669}"/>
              </a:ext>
            </a:extLst>
          </p:cNvPr>
          <p:cNvSpPr>
            <a:spLocks noGrp="1"/>
          </p:cNvSpPr>
          <p:nvPr>
            <p:ph type="sldNum" sz="quarter" idx="12"/>
          </p:nvPr>
        </p:nvSpPr>
        <p:spPr/>
        <p:txBody>
          <a:bodyPr/>
          <a:lstStyle/>
          <a:p>
            <a:fld id="{7B94EC18-1D2B-4535-B738-0E53AFE26620}" type="slidenum">
              <a:rPr lang="en-US" smtClean="0"/>
              <a:t>5</a:t>
            </a:fld>
            <a:endParaRPr lang="en-US"/>
          </a:p>
        </p:txBody>
      </p:sp>
    </p:spTree>
    <p:extLst>
      <p:ext uri="{BB962C8B-B14F-4D97-AF65-F5344CB8AC3E}">
        <p14:creationId xmlns:p14="http://schemas.microsoft.com/office/powerpoint/2010/main" val="181530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A8BD-3471-48CC-A7AD-556B23007C28}"/>
              </a:ext>
            </a:extLst>
          </p:cNvPr>
          <p:cNvSpPr>
            <a:spLocks noGrp="1"/>
          </p:cNvSpPr>
          <p:nvPr>
            <p:ph type="title"/>
          </p:nvPr>
        </p:nvSpPr>
        <p:spPr>
          <a:xfrm>
            <a:off x="495299" y="364656"/>
            <a:ext cx="11201401" cy="1077218"/>
          </a:xfrm>
        </p:spPr>
        <p:txBody>
          <a:bodyPr/>
          <a:lstStyle/>
          <a:p>
            <a:r>
              <a:rPr lang="en-US" sz="3200" dirty="0"/>
              <a:t>Performance Models</a:t>
            </a:r>
            <a:br>
              <a:rPr lang="en-GB" sz="3200" dirty="0"/>
            </a:br>
            <a:endParaRPr lang="en-US" sz="3200" dirty="0"/>
          </a:p>
        </p:txBody>
      </p:sp>
      <p:sp>
        <p:nvSpPr>
          <p:cNvPr id="3" name="Content Placeholder 2">
            <a:extLst>
              <a:ext uri="{FF2B5EF4-FFF2-40B4-BE49-F238E27FC236}">
                <a16:creationId xmlns:a16="http://schemas.microsoft.com/office/drawing/2014/main" id="{A42A85D8-3BE5-4AAB-970B-83EABA1B8E8A}"/>
              </a:ext>
            </a:extLst>
          </p:cNvPr>
          <p:cNvSpPr>
            <a:spLocks noGrp="1"/>
          </p:cNvSpPr>
          <p:nvPr>
            <p:ph idx="1"/>
          </p:nvPr>
        </p:nvSpPr>
        <p:spPr>
          <a:xfrm>
            <a:off x="495300" y="1409701"/>
            <a:ext cx="11201400" cy="4457700"/>
          </a:xfrm>
        </p:spPr>
        <p:txBody>
          <a:bodyPr/>
          <a:lstStyle/>
          <a:p>
            <a:pPr marL="0" lvl="0" indent="0">
              <a:buNone/>
            </a:pPr>
            <a:r>
              <a:rPr lang="en-US" sz="1600" dirty="0"/>
              <a:t>Process Performance Monitoring Models in </a:t>
            </a:r>
            <a:r>
              <a:rPr lang="en-US" sz="1400" dirty="0"/>
              <a:t>Asset Performance Management </a:t>
            </a:r>
            <a:r>
              <a:rPr lang="en-US" sz="1600" dirty="0"/>
              <a:t>help you do the following:</a:t>
            </a:r>
          </a:p>
          <a:p>
            <a:pPr lvl="0"/>
            <a:endParaRPr lang="en-US" sz="1600" dirty="0"/>
          </a:p>
          <a:p>
            <a:pPr marL="285750" lvl="0" indent="-285750">
              <a:buFont typeface="Wingdings" panose="05000000000000000000" pitchFamily="2" charset="2"/>
              <a:buChar char="§"/>
            </a:pPr>
            <a:r>
              <a:rPr lang="en-US" sz="1600" dirty="0"/>
              <a:t>Use faults, symptoms and fault models so your operators can be informed about the potential damage in assets under unfavorable operating conditions.</a:t>
            </a:r>
          </a:p>
          <a:p>
            <a:pPr marL="285750" lvl="0" indent="-285750">
              <a:buFont typeface="Wingdings" panose="05000000000000000000" pitchFamily="2" charset="2"/>
              <a:buChar char="§"/>
            </a:pPr>
            <a:r>
              <a:rPr lang="en-US" sz="1600" dirty="0"/>
              <a:t>Use fault management for KPIs, so your operators can be informed about violations of the nominal asset operating range and deviations from the expected characteristics. </a:t>
            </a:r>
          </a:p>
          <a:p>
            <a:pPr marL="285750" lvl="0" indent="-285750">
              <a:buFont typeface="Wingdings" panose="05000000000000000000" pitchFamily="2" charset="2"/>
              <a:buChar char="§"/>
            </a:pPr>
            <a:r>
              <a:rPr lang="en-US" sz="1600" dirty="0"/>
              <a:t>Run the process more efficiently with the help of online thermodynamic based performance calculations for process equipment.</a:t>
            </a:r>
          </a:p>
          <a:p>
            <a:pPr marL="285750" lvl="0" indent="-285750">
              <a:buFont typeface="Wingdings" panose="05000000000000000000" pitchFamily="2" charset="2"/>
              <a:buChar char="§"/>
            </a:pPr>
            <a:r>
              <a:rPr lang="en-US" sz="1600" dirty="0"/>
              <a:t>Track key performance indicators in real-time and compare against target operation values.</a:t>
            </a:r>
          </a:p>
          <a:p>
            <a:pPr marL="285750" lvl="0" indent="-285750">
              <a:buFont typeface="Wingdings" panose="05000000000000000000" pitchFamily="2" charset="2"/>
              <a:buChar char="§"/>
            </a:pPr>
            <a:r>
              <a:rPr lang="en-US" sz="1600" dirty="0"/>
              <a:t>Improve operating margins by avoiding unnecessary shutdowns.</a:t>
            </a:r>
          </a:p>
          <a:p>
            <a:pPr marL="285750" lvl="0" indent="-285750">
              <a:buFont typeface="Wingdings" panose="05000000000000000000" pitchFamily="2" charset="2"/>
              <a:buChar char="§"/>
            </a:pPr>
            <a:r>
              <a:rPr lang="en-US" sz="1600" dirty="0"/>
              <a:t>Prioritize and plan maintenance activities with better decision making.</a:t>
            </a:r>
          </a:p>
          <a:p>
            <a:endParaRPr lang="en-US" sz="1600" dirty="0"/>
          </a:p>
          <a:p>
            <a:pPr algn="l"/>
            <a:endParaRPr lang="en-US" sz="1600" dirty="0"/>
          </a:p>
          <a:p>
            <a:endParaRPr lang="en-US" sz="1600" dirty="0"/>
          </a:p>
        </p:txBody>
      </p:sp>
      <p:sp>
        <p:nvSpPr>
          <p:cNvPr id="4" name="Slide Number Placeholder 3">
            <a:extLst>
              <a:ext uri="{FF2B5EF4-FFF2-40B4-BE49-F238E27FC236}">
                <a16:creationId xmlns:a16="http://schemas.microsoft.com/office/drawing/2014/main" id="{8693539D-395E-44FD-8E40-F350AB1F7DD3}"/>
              </a:ext>
            </a:extLst>
          </p:cNvPr>
          <p:cNvSpPr>
            <a:spLocks noGrp="1"/>
          </p:cNvSpPr>
          <p:nvPr>
            <p:ph type="sldNum" sz="quarter" idx="12"/>
          </p:nvPr>
        </p:nvSpPr>
        <p:spPr/>
        <p:txBody>
          <a:bodyPr/>
          <a:lstStyle/>
          <a:p>
            <a:fld id="{7B94EC18-1D2B-4535-B738-0E53AFE26620}" type="slidenum">
              <a:rPr lang="en-US" smtClean="0"/>
              <a:t>6</a:t>
            </a:fld>
            <a:endParaRPr lang="en-US"/>
          </a:p>
        </p:txBody>
      </p:sp>
    </p:spTree>
    <p:extLst>
      <p:ext uri="{BB962C8B-B14F-4D97-AF65-F5344CB8AC3E}">
        <p14:creationId xmlns:p14="http://schemas.microsoft.com/office/powerpoint/2010/main" val="3774027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FB5DE-824D-4043-B4D6-1DB9F49592F5}"/>
              </a:ext>
            </a:extLst>
          </p:cNvPr>
          <p:cNvSpPr>
            <a:spLocks noGrp="1"/>
          </p:cNvSpPr>
          <p:nvPr>
            <p:ph type="title"/>
          </p:nvPr>
        </p:nvSpPr>
        <p:spPr>
          <a:xfrm>
            <a:off x="495299" y="289701"/>
            <a:ext cx="11201401" cy="1077218"/>
          </a:xfrm>
        </p:spPr>
        <p:txBody>
          <a:bodyPr/>
          <a:lstStyle/>
          <a:p>
            <a:r>
              <a:rPr lang="en-US" sz="3200" dirty="0"/>
              <a:t>Health &amp; Fault Models</a:t>
            </a:r>
            <a:br>
              <a:rPr lang="en-GB" sz="3200" dirty="0"/>
            </a:br>
            <a:endParaRPr lang="en-US" sz="3200" dirty="0"/>
          </a:p>
        </p:txBody>
      </p:sp>
      <p:sp>
        <p:nvSpPr>
          <p:cNvPr id="3" name="Content Placeholder 2">
            <a:extLst>
              <a:ext uri="{FF2B5EF4-FFF2-40B4-BE49-F238E27FC236}">
                <a16:creationId xmlns:a16="http://schemas.microsoft.com/office/drawing/2014/main" id="{FB402644-EB69-491D-856F-6DC8A5EC8E98}"/>
              </a:ext>
            </a:extLst>
          </p:cNvPr>
          <p:cNvSpPr>
            <a:spLocks noGrp="1"/>
          </p:cNvSpPr>
          <p:nvPr>
            <p:ph idx="1"/>
          </p:nvPr>
        </p:nvSpPr>
        <p:spPr/>
        <p:txBody>
          <a:bodyPr/>
          <a:lstStyle/>
          <a:p>
            <a:pPr marL="0" indent="0">
              <a:buNone/>
            </a:pPr>
            <a:r>
              <a:rPr lang="en-US" sz="1600" dirty="0"/>
              <a:t>Health and Fault Models in </a:t>
            </a:r>
            <a:r>
              <a:rPr lang="en-US" sz="1400" dirty="0"/>
              <a:t>Asset Performance Management </a:t>
            </a:r>
            <a:r>
              <a:rPr lang="en-US" sz="1600" dirty="0"/>
              <a:t>help you do the following:</a:t>
            </a:r>
          </a:p>
          <a:p>
            <a:pPr marL="342900" lvl="0" indent="-342900">
              <a:buFont typeface="Wingdings" panose="05000000000000000000" pitchFamily="2" charset="2"/>
              <a:buChar char="§"/>
            </a:pPr>
            <a:endParaRPr lang="en-US" sz="1600" dirty="0"/>
          </a:p>
          <a:p>
            <a:pPr marL="342900" lvl="0" indent="-342900">
              <a:buFont typeface="Wingdings" panose="05000000000000000000" pitchFamily="2" charset="2"/>
              <a:buChar char="§"/>
            </a:pPr>
            <a:r>
              <a:rPr lang="en-US" sz="1600" dirty="0"/>
              <a:t>Health models allow for traditional health monitoring relative to established alarm limits</a:t>
            </a:r>
          </a:p>
          <a:p>
            <a:pPr marL="342900" lvl="0" indent="-342900">
              <a:buFont typeface="Wingdings" panose="05000000000000000000" pitchFamily="2" charset="2"/>
              <a:buChar char="§"/>
            </a:pPr>
            <a:r>
              <a:rPr lang="en-US" sz="1600" dirty="0"/>
              <a:t>Health models monitor and record standard KPI’s such as RUL, machine availability, efficiency, power, running status or status of needed maintenance, etc..</a:t>
            </a:r>
          </a:p>
          <a:p>
            <a:pPr marL="342900" lvl="0" indent="-342900">
              <a:buFont typeface="Wingdings" panose="05000000000000000000" pitchFamily="2" charset="2"/>
              <a:buChar char="§"/>
            </a:pPr>
            <a:r>
              <a:rPr lang="en-US" sz="1600" dirty="0"/>
              <a:t>Fault models provide a ready form of fault tree for identifying where in a system a fault or alarm is creating impact.  It also assists in drilling to root cause of faults.</a:t>
            </a:r>
          </a:p>
          <a:p>
            <a:pPr marL="342900" lvl="0" indent="-342900">
              <a:buFont typeface="Wingdings" panose="05000000000000000000" pitchFamily="2" charset="2"/>
              <a:buChar char="§"/>
            </a:pPr>
            <a:r>
              <a:rPr lang="en-US" sz="1600" dirty="0"/>
              <a:t>Fault Tree</a:t>
            </a:r>
          </a:p>
          <a:p>
            <a:endParaRPr lang="en-US" sz="1600" dirty="0"/>
          </a:p>
          <a:p>
            <a:endParaRPr lang="en-US" sz="1600" dirty="0"/>
          </a:p>
        </p:txBody>
      </p:sp>
      <p:sp>
        <p:nvSpPr>
          <p:cNvPr id="4" name="Slide Number Placeholder 3">
            <a:extLst>
              <a:ext uri="{FF2B5EF4-FFF2-40B4-BE49-F238E27FC236}">
                <a16:creationId xmlns:a16="http://schemas.microsoft.com/office/drawing/2014/main" id="{071F641A-B611-4DBD-9F4C-EF1014DB8581}"/>
              </a:ext>
            </a:extLst>
          </p:cNvPr>
          <p:cNvSpPr>
            <a:spLocks noGrp="1"/>
          </p:cNvSpPr>
          <p:nvPr>
            <p:ph type="sldNum" sz="quarter" idx="12"/>
          </p:nvPr>
        </p:nvSpPr>
        <p:spPr/>
        <p:txBody>
          <a:bodyPr/>
          <a:lstStyle/>
          <a:p>
            <a:fld id="{7B94EC18-1D2B-4535-B738-0E53AFE26620}" type="slidenum">
              <a:rPr lang="en-US" smtClean="0"/>
              <a:t>7</a:t>
            </a:fld>
            <a:endParaRPr lang="en-US"/>
          </a:p>
        </p:txBody>
      </p:sp>
      <p:pic>
        <p:nvPicPr>
          <p:cNvPr id="6" name="Picture 5">
            <a:extLst>
              <a:ext uri="{FF2B5EF4-FFF2-40B4-BE49-F238E27FC236}">
                <a16:creationId xmlns:a16="http://schemas.microsoft.com/office/drawing/2014/main" id="{9EE1BCF7-7D3C-4E45-BAA3-02A26C284461}"/>
              </a:ext>
            </a:extLst>
          </p:cNvPr>
          <p:cNvPicPr>
            <a:picLocks noChangeAspect="1"/>
          </p:cNvPicPr>
          <p:nvPr/>
        </p:nvPicPr>
        <p:blipFill>
          <a:blip r:embed="rId3"/>
          <a:stretch>
            <a:fillRect/>
          </a:stretch>
        </p:blipFill>
        <p:spPr>
          <a:xfrm>
            <a:off x="5867400" y="2085304"/>
            <a:ext cx="5376890" cy="1943194"/>
          </a:xfrm>
          <a:prstGeom prst="rect">
            <a:avLst/>
          </a:prstGeom>
        </p:spPr>
      </p:pic>
    </p:spTree>
    <p:extLst>
      <p:ext uri="{BB962C8B-B14F-4D97-AF65-F5344CB8AC3E}">
        <p14:creationId xmlns:p14="http://schemas.microsoft.com/office/powerpoint/2010/main" val="3744329296"/>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74D19-2DAC-4ACF-B1D1-C249E0805002}"/>
              </a:ext>
            </a:extLst>
          </p:cNvPr>
          <p:cNvSpPr>
            <a:spLocks noGrp="1"/>
          </p:cNvSpPr>
          <p:nvPr>
            <p:ph type="title"/>
          </p:nvPr>
        </p:nvSpPr>
        <p:spPr>
          <a:xfrm>
            <a:off x="495299" y="495299"/>
            <a:ext cx="11201401" cy="1077218"/>
          </a:xfrm>
        </p:spPr>
        <p:txBody>
          <a:bodyPr/>
          <a:lstStyle/>
          <a:p>
            <a:r>
              <a:rPr lang="en-US" sz="3200" dirty="0"/>
              <a:t>Advantages/Scope of APM </a:t>
            </a:r>
            <a:br>
              <a:rPr lang="en-GB" sz="3200" dirty="0"/>
            </a:br>
            <a:endParaRPr lang="en-US" sz="3200" dirty="0"/>
          </a:p>
        </p:txBody>
      </p:sp>
      <p:sp>
        <p:nvSpPr>
          <p:cNvPr id="3" name="Content Placeholder 2">
            <a:extLst>
              <a:ext uri="{FF2B5EF4-FFF2-40B4-BE49-F238E27FC236}">
                <a16:creationId xmlns:a16="http://schemas.microsoft.com/office/drawing/2014/main" id="{162849FD-3980-49D0-B1D6-157C0732F156}"/>
              </a:ext>
            </a:extLst>
          </p:cNvPr>
          <p:cNvSpPr>
            <a:spLocks noGrp="1"/>
          </p:cNvSpPr>
          <p:nvPr>
            <p:ph idx="1"/>
          </p:nvPr>
        </p:nvSpPr>
        <p:spPr>
          <a:xfrm>
            <a:off x="495299" y="1200150"/>
            <a:ext cx="11201400" cy="4457700"/>
          </a:xfrm>
        </p:spPr>
        <p:txBody>
          <a:bodyPr/>
          <a:lstStyle/>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Monitoring critical parameters to perform predictive and preventive analysis.</a:t>
            </a:r>
          </a:p>
          <a:p>
            <a:pPr marL="225425" lvl="0" indent="-225425" eaLnBrk="0" fontAlgn="base" hangingPunct="0">
              <a:spcBef>
                <a:spcPts val="0"/>
              </a:spcBef>
              <a:spcAft>
                <a:spcPct val="0"/>
              </a:spcAft>
              <a:buClr>
                <a:srgbClr val="FC0128"/>
              </a:buClr>
              <a:buSzPct val="117000"/>
              <a:buFontTx/>
              <a:buChar char="•"/>
            </a:pPr>
            <a:endParaRPr lang="en-US" sz="1600" kern="0" dirty="0">
              <a:solidFill>
                <a:srgbClr val="000000"/>
              </a:solidFill>
            </a:endParaRPr>
          </a:p>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Easy identification of root cause. </a:t>
            </a:r>
          </a:p>
          <a:p>
            <a:pPr marL="225425" lvl="0" indent="-225425" eaLnBrk="0" fontAlgn="base" hangingPunct="0">
              <a:spcBef>
                <a:spcPts val="0"/>
              </a:spcBef>
              <a:spcAft>
                <a:spcPct val="0"/>
              </a:spcAft>
              <a:buClr>
                <a:srgbClr val="FC0128"/>
              </a:buClr>
              <a:buSzPct val="117000"/>
              <a:buFontTx/>
              <a:buChar char="•"/>
            </a:pPr>
            <a:endParaRPr lang="en-US" sz="1600" kern="0" dirty="0">
              <a:solidFill>
                <a:srgbClr val="000000"/>
              </a:solidFill>
            </a:endParaRPr>
          </a:p>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Standard calculations/monitoring across all sites for similar equipment/plants.</a:t>
            </a:r>
          </a:p>
          <a:p>
            <a:pPr marL="225425" lvl="0" indent="-225425" eaLnBrk="0" fontAlgn="base" hangingPunct="0">
              <a:spcBef>
                <a:spcPts val="0"/>
              </a:spcBef>
              <a:spcAft>
                <a:spcPct val="0"/>
              </a:spcAft>
              <a:buClr>
                <a:srgbClr val="FC0128"/>
              </a:buClr>
              <a:buSzPct val="117000"/>
              <a:buFontTx/>
              <a:buChar char="•"/>
            </a:pPr>
            <a:endParaRPr lang="en-US" sz="1600" kern="0" dirty="0">
              <a:solidFill>
                <a:srgbClr val="000000"/>
              </a:solidFill>
            </a:endParaRPr>
          </a:p>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Readily available quality data.</a:t>
            </a:r>
          </a:p>
          <a:p>
            <a:pPr marL="225425" lvl="0" indent="-225425" eaLnBrk="0" fontAlgn="base" hangingPunct="0">
              <a:spcBef>
                <a:spcPts val="0"/>
              </a:spcBef>
              <a:spcAft>
                <a:spcPct val="0"/>
              </a:spcAft>
              <a:buClr>
                <a:srgbClr val="FC0128"/>
              </a:buClr>
              <a:buSzPct val="117000"/>
              <a:buFontTx/>
              <a:buChar char="•"/>
            </a:pPr>
            <a:endParaRPr lang="en-US" sz="1600" kern="0" dirty="0">
              <a:solidFill>
                <a:srgbClr val="000000"/>
              </a:solidFill>
            </a:endParaRPr>
          </a:p>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Integration of data with relevant source system.</a:t>
            </a:r>
          </a:p>
          <a:p>
            <a:pPr marL="225425" lvl="0" indent="-225425" eaLnBrk="0" fontAlgn="base" hangingPunct="0">
              <a:spcBef>
                <a:spcPts val="0"/>
              </a:spcBef>
              <a:spcAft>
                <a:spcPct val="0"/>
              </a:spcAft>
              <a:buClr>
                <a:srgbClr val="FC0128"/>
              </a:buClr>
              <a:buSzPct val="117000"/>
              <a:buFontTx/>
              <a:buChar char="•"/>
            </a:pPr>
            <a:endParaRPr lang="en-US" sz="1600" kern="0" dirty="0">
              <a:solidFill>
                <a:srgbClr val="000000"/>
              </a:solidFill>
            </a:endParaRPr>
          </a:p>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Removal of time-consuming manual work in collecting, validating and processing the data.</a:t>
            </a:r>
          </a:p>
          <a:p>
            <a:pPr marL="225425" lvl="0" indent="-225425" eaLnBrk="0" fontAlgn="base" hangingPunct="0">
              <a:spcBef>
                <a:spcPts val="0"/>
              </a:spcBef>
              <a:spcAft>
                <a:spcPct val="0"/>
              </a:spcAft>
              <a:buClr>
                <a:srgbClr val="FC0128"/>
              </a:buClr>
              <a:buSzPct val="117000"/>
              <a:buFontTx/>
              <a:buChar char="•"/>
            </a:pPr>
            <a:endParaRPr lang="en-US" sz="1600" kern="0" dirty="0">
              <a:solidFill>
                <a:srgbClr val="000000"/>
              </a:solidFill>
            </a:endParaRPr>
          </a:p>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Data analysis in the form of trends.</a:t>
            </a:r>
          </a:p>
          <a:p>
            <a:pPr marL="225425" lvl="0" indent="-225425" eaLnBrk="0" fontAlgn="base" hangingPunct="0">
              <a:spcBef>
                <a:spcPts val="0"/>
              </a:spcBef>
              <a:spcAft>
                <a:spcPct val="0"/>
              </a:spcAft>
              <a:buClr>
                <a:srgbClr val="FC0128"/>
              </a:buClr>
              <a:buSzPct val="117000"/>
              <a:buFontTx/>
              <a:buChar char="•"/>
            </a:pPr>
            <a:endParaRPr lang="en-US" sz="1600" kern="0" dirty="0">
              <a:solidFill>
                <a:srgbClr val="000000"/>
              </a:solidFill>
            </a:endParaRPr>
          </a:p>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Monitor past data by moving back in time.</a:t>
            </a:r>
          </a:p>
          <a:p>
            <a:pPr marL="225425" lvl="0" indent="-225425" eaLnBrk="0" fontAlgn="base" hangingPunct="0">
              <a:spcBef>
                <a:spcPts val="0"/>
              </a:spcBef>
              <a:spcAft>
                <a:spcPct val="0"/>
              </a:spcAft>
              <a:buClr>
                <a:srgbClr val="FC0128"/>
              </a:buClr>
              <a:buSzPct val="117000"/>
              <a:buFontTx/>
              <a:buChar char="•"/>
            </a:pPr>
            <a:endParaRPr lang="en-US" sz="1600" kern="0" dirty="0">
              <a:solidFill>
                <a:srgbClr val="000000"/>
              </a:solidFill>
            </a:endParaRPr>
          </a:p>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Capture abnormal variation in trends using annotations.</a:t>
            </a:r>
          </a:p>
          <a:p>
            <a:endParaRPr lang="en-US" sz="1600" dirty="0"/>
          </a:p>
        </p:txBody>
      </p:sp>
      <p:sp>
        <p:nvSpPr>
          <p:cNvPr id="4" name="Slide Number Placeholder 3">
            <a:extLst>
              <a:ext uri="{FF2B5EF4-FFF2-40B4-BE49-F238E27FC236}">
                <a16:creationId xmlns:a16="http://schemas.microsoft.com/office/drawing/2014/main" id="{E49F14EE-81B1-4649-A996-A19BA572FC87}"/>
              </a:ext>
            </a:extLst>
          </p:cNvPr>
          <p:cNvSpPr>
            <a:spLocks noGrp="1"/>
          </p:cNvSpPr>
          <p:nvPr>
            <p:ph type="sldNum" sz="quarter" idx="12"/>
          </p:nvPr>
        </p:nvSpPr>
        <p:spPr/>
        <p:txBody>
          <a:bodyPr/>
          <a:lstStyle/>
          <a:p>
            <a:fld id="{7B94EC18-1D2B-4535-B738-0E53AFE26620}" type="slidenum">
              <a:rPr lang="en-US" smtClean="0"/>
              <a:t>8</a:t>
            </a:fld>
            <a:endParaRPr lang="en-US"/>
          </a:p>
        </p:txBody>
      </p:sp>
    </p:spTree>
    <p:extLst>
      <p:ext uri="{BB962C8B-B14F-4D97-AF65-F5344CB8AC3E}">
        <p14:creationId xmlns:p14="http://schemas.microsoft.com/office/powerpoint/2010/main" val="4199854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4707-8FB4-4837-8F2A-424463829031}"/>
              </a:ext>
            </a:extLst>
          </p:cNvPr>
          <p:cNvSpPr>
            <a:spLocks noGrp="1"/>
          </p:cNvSpPr>
          <p:nvPr>
            <p:ph type="title"/>
          </p:nvPr>
        </p:nvSpPr>
        <p:spPr>
          <a:xfrm>
            <a:off x="495299" y="495299"/>
            <a:ext cx="11201401" cy="4594912"/>
          </a:xfrm>
        </p:spPr>
        <p:txBody>
          <a:bodyPr/>
          <a:lstStyle/>
          <a:p>
            <a:pPr algn="ctr">
              <a:lnSpc>
                <a:spcPct val="150000"/>
              </a:lnSpc>
            </a:pPr>
            <a:br>
              <a:rPr lang="en-US" sz="4000" b="1" dirty="0"/>
            </a:br>
            <a:br>
              <a:rPr lang="en-US" sz="4000" b="1" dirty="0"/>
            </a:br>
            <a:r>
              <a:rPr lang="en-US" sz="4000" b="1" dirty="0"/>
              <a:t>Module 2</a:t>
            </a:r>
            <a:br>
              <a:rPr lang="en-US" sz="4000" b="1" dirty="0"/>
            </a:br>
            <a:r>
              <a:rPr lang="en-US" sz="4000" b="1" dirty="0"/>
              <a:t>APM- End User Training Modules</a:t>
            </a:r>
            <a:br>
              <a:rPr lang="en-US" sz="4000" b="1" dirty="0"/>
            </a:br>
            <a:endParaRPr lang="en-US" dirty="0"/>
          </a:p>
        </p:txBody>
      </p:sp>
      <p:sp>
        <p:nvSpPr>
          <p:cNvPr id="4" name="Slide Number Placeholder 3">
            <a:extLst>
              <a:ext uri="{FF2B5EF4-FFF2-40B4-BE49-F238E27FC236}">
                <a16:creationId xmlns:a16="http://schemas.microsoft.com/office/drawing/2014/main" id="{6512DE64-3037-4C6D-B430-409915B6E66D}"/>
              </a:ext>
            </a:extLst>
          </p:cNvPr>
          <p:cNvSpPr>
            <a:spLocks noGrp="1"/>
          </p:cNvSpPr>
          <p:nvPr>
            <p:ph type="sldNum" sz="quarter" idx="12"/>
          </p:nvPr>
        </p:nvSpPr>
        <p:spPr/>
        <p:txBody>
          <a:bodyPr/>
          <a:lstStyle/>
          <a:p>
            <a:fld id="{7B94EC18-1D2B-4535-B738-0E53AFE26620}" type="slidenum">
              <a:rPr lang="en-US" smtClean="0"/>
              <a:t>9</a:t>
            </a:fld>
            <a:endParaRPr lang="en-US"/>
          </a:p>
        </p:txBody>
      </p:sp>
    </p:spTree>
    <p:extLst>
      <p:ext uri="{BB962C8B-B14F-4D97-AF65-F5344CB8AC3E}">
        <p14:creationId xmlns:p14="http://schemas.microsoft.com/office/powerpoint/2010/main" val="1119227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4707-8FB4-4837-8F2A-424463829031}"/>
              </a:ext>
            </a:extLst>
          </p:cNvPr>
          <p:cNvSpPr>
            <a:spLocks noGrp="1"/>
          </p:cNvSpPr>
          <p:nvPr>
            <p:ph type="title"/>
          </p:nvPr>
        </p:nvSpPr>
        <p:spPr>
          <a:xfrm>
            <a:off x="495299" y="495299"/>
            <a:ext cx="11201401" cy="4594912"/>
          </a:xfrm>
        </p:spPr>
        <p:txBody>
          <a:bodyPr/>
          <a:lstStyle/>
          <a:p>
            <a:pPr algn="ctr">
              <a:lnSpc>
                <a:spcPct val="150000"/>
              </a:lnSpc>
            </a:pPr>
            <a:br>
              <a:rPr lang="en-US" sz="4000" b="1" dirty="0"/>
            </a:br>
            <a:br>
              <a:rPr lang="en-US" sz="4000" b="1" dirty="0"/>
            </a:br>
            <a:r>
              <a:rPr lang="en-US" sz="4000" b="1" dirty="0"/>
              <a:t>Module 3</a:t>
            </a:r>
            <a:br>
              <a:rPr lang="en-US" sz="4000" b="1" dirty="0"/>
            </a:br>
            <a:r>
              <a:rPr lang="en-US" sz="4000" b="1" dirty="0"/>
              <a:t>APM- Typical Architecture and Concepts</a:t>
            </a:r>
            <a:br>
              <a:rPr lang="en-US" sz="4000" b="1" dirty="0"/>
            </a:br>
            <a:endParaRPr lang="en-US" dirty="0"/>
          </a:p>
        </p:txBody>
      </p:sp>
      <p:sp>
        <p:nvSpPr>
          <p:cNvPr id="4" name="Slide Number Placeholder 3">
            <a:extLst>
              <a:ext uri="{FF2B5EF4-FFF2-40B4-BE49-F238E27FC236}">
                <a16:creationId xmlns:a16="http://schemas.microsoft.com/office/drawing/2014/main" id="{6512DE64-3037-4C6D-B430-409915B6E66D}"/>
              </a:ext>
            </a:extLst>
          </p:cNvPr>
          <p:cNvSpPr>
            <a:spLocks noGrp="1"/>
          </p:cNvSpPr>
          <p:nvPr>
            <p:ph type="sldNum" sz="quarter" idx="12"/>
          </p:nvPr>
        </p:nvSpPr>
        <p:spPr/>
        <p:txBody>
          <a:bodyPr/>
          <a:lstStyle/>
          <a:p>
            <a:fld id="{7B94EC18-1D2B-4535-B738-0E53AFE26620}" type="slidenum">
              <a:rPr lang="en-US" smtClean="0"/>
              <a:t>10</a:t>
            </a:fld>
            <a:endParaRPr lang="en-US"/>
          </a:p>
        </p:txBody>
      </p:sp>
    </p:spTree>
    <p:extLst>
      <p:ext uri="{BB962C8B-B14F-4D97-AF65-F5344CB8AC3E}">
        <p14:creationId xmlns:p14="http://schemas.microsoft.com/office/powerpoint/2010/main" val="2099398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AFD28-67CD-4096-9AF0-42E844D5099C}"/>
              </a:ext>
            </a:extLst>
          </p:cNvPr>
          <p:cNvSpPr>
            <a:spLocks noGrp="1"/>
          </p:cNvSpPr>
          <p:nvPr>
            <p:ph type="title"/>
          </p:nvPr>
        </p:nvSpPr>
        <p:spPr>
          <a:xfrm>
            <a:off x="495299" y="495299"/>
            <a:ext cx="11201401" cy="1077218"/>
          </a:xfrm>
        </p:spPr>
        <p:txBody>
          <a:bodyPr/>
          <a:lstStyle/>
          <a:p>
            <a:r>
              <a:rPr lang="en-US" sz="3200" dirty="0"/>
              <a:t>Asset Performance Management</a:t>
            </a:r>
            <a:br>
              <a:rPr lang="en-US" sz="3200" b="1" dirty="0"/>
            </a:br>
            <a:endParaRPr lang="en-US" sz="3200" dirty="0"/>
          </a:p>
        </p:txBody>
      </p:sp>
      <p:sp>
        <p:nvSpPr>
          <p:cNvPr id="3" name="Content Placeholder 2">
            <a:extLst>
              <a:ext uri="{FF2B5EF4-FFF2-40B4-BE49-F238E27FC236}">
                <a16:creationId xmlns:a16="http://schemas.microsoft.com/office/drawing/2014/main" id="{60C088D1-3B30-47D7-ABCC-7C97C262C4C7}"/>
              </a:ext>
            </a:extLst>
          </p:cNvPr>
          <p:cNvSpPr>
            <a:spLocks noGrp="1"/>
          </p:cNvSpPr>
          <p:nvPr>
            <p:ph idx="1"/>
          </p:nvPr>
        </p:nvSpPr>
        <p:spPr>
          <a:xfrm>
            <a:off x="495300" y="1145219"/>
            <a:ext cx="11201400" cy="4722182"/>
          </a:xfrm>
        </p:spPr>
        <p:txBody>
          <a:bodyPr/>
          <a:lstStyle/>
          <a:p>
            <a:pPr marL="285750" indent="-285750">
              <a:spcBef>
                <a:spcPts val="0"/>
              </a:spcBef>
              <a:buFont typeface="Wingdings" panose="05000000000000000000" pitchFamily="2" charset="2"/>
              <a:buChar char="v"/>
            </a:pPr>
            <a:r>
              <a:rPr lang="en-US" sz="1400" dirty="0"/>
              <a:t>Asset Performance Management </a:t>
            </a:r>
            <a:r>
              <a:rPr lang="en-US" sz="1600" dirty="0">
                <a:latin typeface="+mn-lt"/>
                <a:cs typeface="Calibri" panose="020F0502020204030204" pitchFamily="34" charset="0"/>
              </a:rPr>
              <a:t>is an application designed and developed by Honeywell to monitor close to near real time, maintain, and track the reliability of assets in a plant.</a:t>
            </a:r>
          </a:p>
          <a:p>
            <a:pPr>
              <a:spcBef>
                <a:spcPts val="0"/>
              </a:spcBef>
            </a:pPr>
            <a:endParaRPr lang="en-US" sz="1600" dirty="0">
              <a:latin typeface="+mn-lt"/>
              <a:cs typeface="Calibri" panose="020F0502020204030204" pitchFamily="34" charset="0"/>
            </a:endParaRPr>
          </a:p>
          <a:p>
            <a:pPr marL="285750" indent="-285750">
              <a:spcBef>
                <a:spcPts val="0"/>
              </a:spcBef>
              <a:buFont typeface="Wingdings" panose="05000000000000000000" pitchFamily="2" charset="2"/>
              <a:buChar char="v"/>
            </a:pPr>
            <a:r>
              <a:rPr lang="en-US" sz="1600" dirty="0">
                <a:latin typeface="+mn-lt"/>
                <a:cs typeface="Calibri" panose="020F0502020204030204" pitchFamily="34" charset="0"/>
              </a:rPr>
              <a:t> </a:t>
            </a:r>
            <a:r>
              <a:rPr lang="en-US" sz="1400" dirty="0"/>
              <a:t>Asset Performance Management </a:t>
            </a:r>
            <a:r>
              <a:rPr lang="en-US" sz="1600" dirty="0">
                <a:latin typeface="+mn-lt"/>
                <a:cs typeface="Calibri" panose="020F0502020204030204" pitchFamily="34" charset="0"/>
              </a:rPr>
              <a:t>identifies the failures at an early stage and notifies through event monitor window, heatmap, Fault Tree, Performance View, Trends, Equipment Display and Email Notification which eliminates the unplanned downtime.</a:t>
            </a:r>
          </a:p>
          <a:p>
            <a:pPr marL="285750" indent="-285750">
              <a:spcBef>
                <a:spcPts val="0"/>
              </a:spcBef>
              <a:buFont typeface="Wingdings" panose="05000000000000000000" pitchFamily="2" charset="2"/>
              <a:buChar char="v"/>
            </a:pPr>
            <a:endParaRPr lang="en-US" sz="1600" dirty="0">
              <a:latin typeface="+mn-lt"/>
              <a:cs typeface="Calibri" panose="020F0502020204030204" pitchFamily="34" charset="0"/>
            </a:endParaRPr>
          </a:p>
          <a:p>
            <a:pPr marL="285750" indent="-285750">
              <a:spcBef>
                <a:spcPts val="0"/>
              </a:spcBef>
              <a:buFont typeface="Wingdings" panose="05000000000000000000" pitchFamily="2" charset="2"/>
              <a:buChar char="v"/>
            </a:pPr>
            <a:r>
              <a:rPr lang="en-US" sz="1600" dirty="0">
                <a:latin typeface="+mn-lt"/>
                <a:cs typeface="Calibri" panose="020F0502020204030204" pitchFamily="34" charset="0"/>
              </a:rPr>
              <a:t>The monitoring and quick identification of failures helps in taking decisions and planning for maintenance.</a:t>
            </a:r>
          </a:p>
          <a:p>
            <a:pPr marL="285750" indent="-285750">
              <a:spcBef>
                <a:spcPts val="0"/>
              </a:spcBef>
              <a:buFont typeface="Wingdings" panose="05000000000000000000" pitchFamily="2" charset="2"/>
              <a:buChar char="v"/>
            </a:pPr>
            <a:endParaRPr lang="en-US" sz="1600" dirty="0">
              <a:latin typeface="+mn-lt"/>
              <a:cs typeface="Calibri" panose="020F0502020204030204" pitchFamily="34" charset="0"/>
            </a:endParaRPr>
          </a:p>
          <a:p>
            <a:pPr marL="285750" indent="-285750">
              <a:spcBef>
                <a:spcPts val="0"/>
              </a:spcBef>
              <a:buFont typeface="Wingdings" panose="05000000000000000000" pitchFamily="2" charset="2"/>
              <a:buChar char="v"/>
            </a:pPr>
            <a:r>
              <a:rPr lang="en-US" sz="1600" dirty="0">
                <a:latin typeface="+mn-lt"/>
                <a:cs typeface="Calibri" panose="020F0502020204030204" pitchFamily="34" charset="0"/>
              </a:rPr>
              <a:t>The Reliability Engineer uses the </a:t>
            </a:r>
            <a:r>
              <a:rPr lang="en-US" sz="1400" dirty="0"/>
              <a:t>Asset Performance Management </a:t>
            </a:r>
            <a:r>
              <a:rPr lang="en-US" sz="1600" dirty="0">
                <a:latin typeface="+mn-lt"/>
                <a:cs typeface="Calibri" panose="020F0502020204030204" pitchFamily="34" charset="0"/>
              </a:rPr>
              <a:t>application in a plant/ship to monitor the reliability of equipment such as, turbines, engines, reduction gears, generators, pumps, valves, heat exchangers, and to identify any failure/fault.</a:t>
            </a:r>
          </a:p>
          <a:p>
            <a:pPr marL="285750" indent="-285750">
              <a:spcBef>
                <a:spcPts val="0"/>
              </a:spcBef>
              <a:buFont typeface="Wingdings" panose="05000000000000000000" pitchFamily="2" charset="2"/>
              <a:buChar char="v"/>
            </a:pPr>
            <a:endParaRPr lang="en-US" sz="1600" dirty="0">
              <a:latin typeface="+mn-lt"/>
              <a:cs typeface="Calibri" panose="020F0502020204030204" pitchFamily="34" charset="0"/>
            </a:endParaRPr>
          </a:p>
          <a:p>
            <a:pPr marL="285750" indent="-285750">
              <a:spcBef>
                <a:spcPts val="0"/>
              </a:spcBef>
              <a:buFont typeface="Wingdings" panose="05000000000000000000" pitchFamily="2" charset="2"/>
              <a:buChar char="v"/>
            </a:pPr>
            <a:r>
              <a:rPr lang="en-US" sz="1600" dirty="0">
                <a:latin typeface="+mn-lt"/>
                <a:cs typeface="Calibri" panose="020F0502020204030204" pitchFamily="34" charset="0"/>
              </a:rPr>
              <a:t>The application provides various operating conditions of an equipment to the operator. It also consists of a calculation engine that helps the operator to calculate efficiency, ship load factor, and failure modes depending on the operating conditions. It cleanses data before using in models.</a:t>
            </a:r>
          </a:p>
          <a:p>
            <a:pPr marL="285750" indent="-285750">
              <a:spcBef>
                <a:spcPts val="0"/>
              </a:spcBef>
              <a:buFont typeface="Wingdings" panose="05000000000000000000" pitchFamily="2" charset="2"/>
              <a:buChar char="v"/>
            </a:pPr>
            <a:endParaRPr lang="en-US" sz="1600" dirty="0">
              <a:latin typeface="+mn-lt"/>
              <a:cs typeface="Calibri" panose="020F0502020204030204" pitchFamily="34" charset="0"/>
            </a:endParaRPr>
          </a:p>
          <a:p>
            <a:pPr marL="285750" indent="-285750">
              <a:spcBef>
                <a:spcPts val="0"/>
              </a:spcBef>
              <a:buFont typeface="Wingdings" panose="05000000000000000000" pitchFamily="2" charset="2"/>
              <a:buChar char="v"/>
            </a:pPr>
            <a:r>
              <a:rPr lang="en-AU" sz="1600" b="0" dirty="0">
                <a:effectLst/>
                <a:ea typeface="Calibri" panose="020F0502020204030204" pitchFamily="34" charset="0"/>
                <a:cs typeface="Trebuchet MS" panose="020B0603020202020204" pitchFamily="34" charset="0"/>
              </a:rPr>
              <a:t>In-built Performance and Fault Symptom models for major equipment types like Centrifugal pump, Centrifugal Compressor, Furnace, Heat Exchangers etc., are available in the system. Capable of customizing the fault and calculation models</a:t>
            </a:r>
          </a:p>
          <a:p>
            <a:pPr marL="285750" indent="-285750">
              <a:spcBef>
                <a:spcPts val="0"/>
              </a:spcBef>
              <a:buFont typeface="Wingdings" panose="05000000000000000000" pitchFamily="2" charset="2"/>
              <a:buChar char="v"/>
            </a:pPr>
            <a:endParaRPr lang="en-US" sz="1600" b="0" dirty="0">
              <a:effectLst/>
              <a:ea typeface="Calibri" panose="020F0502020204030204" pitchFamily="34" charset="0"/>
              <a:cs typeface="Arial" panose="020B0604020202020204" pitchFamily="34" charset="0"/>
            </a:endParaRPr>
          </a:p>
          <a:p>
            <a:pPr marL="285750" indent="-285750">
              <a:spcBef>
                <a:spcPts val="0"/>
              </a:spcBef>
              <a:buFont typeface="Wingdings" panose="05000000000000000000" pitchFamily="2" charset="2"/>
              <a:buChar char="v"/>
            </a:pPr>
            <a:r>
              <a:rPr lang="en-AU" sz="1600" b="0" dirty="0">
                <a:effectLst/>
                <a:ea typeface="Calibri" panose="020F0502020204030204" pitchFamily="34" charset="0"/>
                <a:cs typeface="Trebuchet MS" panose="020B0603020202020204" pitchFamily="34" charset="0"/>
              </a:rPr>
              <a:t>Allows linking of all related documents to the asset/equipment</a:t>
            </a:r>
            <a:endParaRPr lang="en-US" sz="1600" dirty="0">
              <a:latin typeface="+mn-lt"/>
              <a:cs typeface="Calibri" panose="020F0502020204030204" pitchFamily="34" charset="0"/>
            </a:endParaRPr>
          </a:p>
          <a:p>
            <a:pPr marL="285750" indent="-285750">
              <a:buFont typeface="Wingdings" panose="05000000000000000000" pitchFamily="2" charset="2"/>
              <a:buChar char="v"/>
            </a:pPr>
            <a:endParaRPr lang="en-US" sz="1600" dirty="0">
              <a:latin typeface="+mn-lt"/>
              <a:cs typeface="Calibri" panose="020F0502020204030204" pitchFamily="34" charset="0"/>
            </a:endParaRPr>
          </a:p>
          <a:p>
            <a:pPr algn="l"/>
            <a:endParaRPr lang="en-US" sz="1600" dirty="0">
              <a:latin typeface="+mn-lt"/>
            </a:endParaRPr>
          </a:p>
          <a:p>
            <a:endParaRPr lang="en-US" sz="1600" dirty="0">
              <a:latin typeface="+mn-lt"/>
            </a:endParaRPr>
          </a:p>
        </p:txBody>
      </p:sp>
      <p:sp>
        <p:nvSpPr>
          <p:cNvPr id="4" name="Slide Number Placeholder 3">
            <a:extLst>
              <a:ext uri="{FF2B5EF4-FFF2-40B4-BE49-F238E27FC236}">
                <a16:creationId xmlns:a16="http://schemas.microsoft.com/office/drawing/2014/main" id="{A45F10E8-C13E-4D4C-89DB-51EFC69D59EC}"/>
              </a:ext>
            </a:extLst>
          </p:cNvPr>
          <p:cNvSpPr>
            <a:spLocks noGrp="1"/>
          </p:cNvSpPr>
          <p:nvPr>
            <p:ph type="sldNum" sz="quarter" idx="12"/>
          </p:nvPr>
        </p:nvSpPr>
        <p:spPr/>
        <p:txBody>
          <a:bodyPr/>
          <a:lstStyle/>
          <a:p>
            <a:fld id="{7B94EC18-1D2B-4535-B738-0E53AFE26620}" type="slidenum">
              <a:rPr lang="en-US" smtClean="0"/>
              <a:t>11</a:t>
            </a:fld>
            <a:endParaRPr lang="en-US"/>
          </a:p>
        </p:txBody>
      </p:sp>
    </p:spTree>
    <p:extLst>
      <p:ext uri="{BB962C8B-B14F-4D97-AF65-F5344CB8AC3E}">
        <p14:creationId xmlns:p14="http://schemas.microsoft.com/office/powerpoint/2010/main" val="3453583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53F1B-6376-441E-9B0B-A1647DB38846}"/>
              </a:ext>
            </a:extLst>
          </p:cNvPr>
          <p:cNvSpPr>
            <a:spLocks noGrp="1"/>
          </p:cNvSpPr>
          <p:nvPr>
            <p:ph type="title"/>
          </p:nvPr>
        </p:nvSpPr>
        <p:spPr>
          <a:xfrm>
            <a:off x="495299" y="495299"/>
            <a:ext cx="11201401" cy="584775"/>
          </a:xfrm>
        </p:spPr>
        <p:txBody>
          <a:bodyPr/>
          <a:lstStyle/>
          <a:p>
            <a:pPr algn="ctr"/>
            <a:r>
              <a:rPr lang="en-US" sz="3200" b="1" dirty="0"/>
              <a:t>APM Typical Architecture’s</a:t>
            </a:r>
            <a:endParaRPr lang="en-US" sz="3200" dirty="0"/>
          </a:p>
        </p:txBody>
      </p:sp>
      <p:sp>
        <p:nvSpPr>
          <p:cNvPr id="4" name="Slide Number Placeholder 3">
            <a:extLst>
              <a:ext uri="{FF2B5EF4-FFF2-40B4-BE49-F238E27FC236}">
                <a16:creationId xmlns:a16="http://schemas.microsoft.com/office/drawing/2014/main" id="{D5F11B3A-5BBE-42BC-B42B-419BD4C08FEB}"/>
              </a:ext>
            </a:extLst>
          </p:cNvPr>
          <p:cNvSpPr>
            <a:spLocks noGrp="1"/>
          </p:cNvSpPr>
          <p:nvPr>
            <p:ph type="sldNum" sz="quarter" idx="12"/>
          </p:nvPr>
        </p:nvSpPr>
        <p:spPr/>
        <p:txBody>
          <a:bodyPr/>
          <a:lstStyle/>
          <a:p>
            <a:fld id="{7B94EC18-1D2B-4535-B738-0E53AFE26620}" type="slidenum">
              <a:rPr lang="en-US" smtClean="0"/>
              <a:t>12</a:t>
            </a:fld>
            <a:endParaRPr lang="en-US"/>
          </a:p>
        </p:txBody>
      </p:sp>
      <p:pic>
        <p:nvPicPr>
          <p:cNvPr id="5" name="Picture 4">
            <a:extLst>
              <a:ext uri="{FF2B5EF4-FFF2-40B4-BE49-F238E27FC236}">
                <a16:creationId xmlns:a16="http://schemas.microsoft.com/office/drawing/2014/main" id="{80F760AA-1A61-43A5-8344-9C73CC35C2A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63031" y="1376564"/>
            <a:ext cx="3659013" cy="5110008"/>
          </a:xfrm>
          <a:prstGeom prst="rect">
            <a:avLst/>
          </a:prstGeom>
        </p:spPr>
      </p:pic>
      <p:pic>
        <p:nvPicPr>
          <p:cNvPr id="3" name="Picture 2">
            <a:extLst>
              <a:ext uri="{FF2B5EF4-FFF2-40B4-BE49-F238E27FC236}">
                <a16:creationId xmlns:a16="http://schemas.microsoft.com/office/drawing/2014/main" id="{08838757-C7D2-7719-EAFB-5C6694B70DC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260838" y="1376564"/>
            <a:ext cx="3659013" cy="5110008"/>
          </a:xfrm>
          <a:prstGeom prst="rect">
            <a:avLst/>
          </a:prstGeom>
        </p:spPr>
      </p:pic>
    </p:spTree>
    <p:extLst>
      <p:ext uri="{BB962C8B-B14F-4D97-AF65-F5344CB8AC3E}">
        <p14:creationId xmlns:p14="http://schemas.microsoft.com/office/powerpoint/2010/main" val="455914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840AC-F5B0-0A7B-BEE0-3A3CC536DF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E1084-2441-7ABF-FD03-CB435A0B6345}"/>
              </a:ext>
            </a:extLst>
          </p:cNvPr>
          <p:cNvSpPr>
            <a:spLocks noGrp="1"/>
          </p:cNvSpPr>
          <p:nvPr>
            <p:ph type="title"/>
          </p:nvPr>
        </p:nvSpPr>
        <p:spPr>
          <a:xfrm>
            <a:off x="495299" y="495299"/>
            <a:ext cx="11201401" cy="584775"/>
          </a:xfrm>
        </p:spPr>
        <p:txBody>
          <a:bodyPr/>
          <a:lstStyle/>
          <a:p>
            <a:pPr algn="ctr"/>
            <a:r>
              <a:rPr lang="en-US" sz="3200" b="1" dirty="0"/>
              <a:t>APM Typical Architecture’s</a:t>
            </a:r>
            <a:endParaRPr lang="en-US" sz="3200" dirty="0"/>
          </a:p>
        </p:txBody>
      </p:sp>
      <p:sp>
        <p:nvSpPr>
          <p:cNvPr id="4" name="Slide Number Placeholder 3">
            <a:extLst>
              <a:ext uri="{FF2B5EF4-FFF2-40B4-BE49-F238E27FC236}">
                <a16:creationId xmlns:a16="http://schemas.microsoft.com/office/drawing/2014/main" id="{3D15694F-C4A7-2B1C-9423-C7E82735814D}"/>
              </a:ext>
            </a:extLst>
          </p:cNvPr>
          <p:cNvSpPr>
            <a:spLocks noGrp="1"/>
          </p:cNvSpPr>
          <p:nvPr>
            <p:ph type="sldNum" sz="quarter" idx="12"/>
          </p:nvPr>
        </p:nvSpPr>
        <p:spPr/>
        <p:txBody>
          <a:bodyPr/>
          <a:lstStyle/>
          <a:p>
            <a:fld id="{7B94EC18-1D2B-4535-B738-0E53AFE26620}" type="slidenum">
              <a:rPr lang="en-US" smtClean="0"/>
              <a:t>13</a:t>
            </a:fld>
            <a:endParaRPr lang="en-US"/>
          </a:p>
        </p:txBody>
      </p:sp>
      <p:pic>
        <p:nvPicPr>
          <p:cNvPr id="5" name="Picture 4">
            <a:extLst>
              <a:ext uri="{FF2B5EF4-FFF2-40B4-BE49-F238E27FC236}">
                <a16:creationId xmlns:a16="http://schemas.microsoft.com/office/drawing/2014/main" id="{DF48D07D-22F4-B74F-AE3A-2402F72B76A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167467" y="1318103"/>
            <a:ext cx="7450665" cy="5259181"/>
          </a:xfrm>
          <a:prstGeom prst="rect">
            <a:avLst/>
          </a:prstGeom>
        </p:spPr>
      </p:pic>
    </p:spTree>
    <p:extLst>
      <p:ext uri="{BB962C8B-B14F-4D97-AF65-F5344CB8AC3E}">
        <p14:creationId xmlns:p14="http://schemas.microsoft.com/office/powerpoint/2010/main" val="1798797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19672-B374-865D-28CA-91CED79E24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434672-433B-B386-69C1-4EBCD704FBED}"/>
              </a:ext>
            </a:extLst>
          </p:cNvPr>
          <p:cNvSpPr>
            <a:spLocks noGrp="1"/>
          </p:cNvSpPr>
          <p:nvPr>
            <p:ph type="title"/>
          </p:nvPr>
        </p:nvSpPr>
        <p:spPr>
          <a:xfrm>
            <a:off x="495299" y="495299"/>
            <a:ext cx="11201401" cy="584775"/>
          </a:xfrm>
        </p:spPr>
        <p:txBody>
          <a:bodyPr/>
          <a:lstStyle/>
          <a:p>
            <a:pPr algn="ctr"/>
            <a:r>
              <a:rPr lang="en-US" sz="3200" b="1" dirty="0"/>
              <a:t>APM Typical Architecture’s</a:t>
            </a:r>
            <a:endParaRPr lang="en-US" sz="3200" dirty="0"/>
          </a:p>
        </p:txBody>
      </p:sp>
      <p:sp>
        <p:nvSpPr>
          <p:cNvPr id="4" name="Slide Number Placeholder 3">
            <a:extLst>
              <a:ext uri="{FF2B5EF4-FFF2-40B4-BE49-F238E27FC236}">
                <a16:creationId xmlns:a16="http://schemas.microsoft.com/office/drawing/2014/main" id="{82AEABAB-54C8-D504-6A51-917AE73A444E}"/>
              </a:ext>
            </a:extLst>
          </p:cNvPr>
          <p:cNvSpPr>
            <a:spLocks noGrp="1"/>
          </p:cNvSpPr>
          <p:nvPr>
            <p:ph type="sldNum" sz="quarter" idx="12"/>
          </p:nvPr>
        </p:nvSpPr>
        <p:spPr/>
        <p:txBody>
          <a:bodyPr/>
          <a:lstStyle/>
          <a:p>
            <a:fld id="{7B94EC18-1D2B-4535-B738-0E53AFE26620}" type="slidenum">
              <a:rPr lang="en-US" smtClean="0"/>
              <a:t>14</a:t>
            </a:fld>
            <a:endParaRPr lang="en-US"/>
          </a:p>
        </p:txBody>
      </p:sp>
      <p:pic>
        <p:nvPicPr>
          <p:cNvPr id="5" name="Picture 4">
            <a:extLst>
              <a:ext uri="{FF2B5EF4-FFF2-40B4-BE49-F238E27FC236}">
                <a16:creationId xmlns:a16="http://schemas.microsoft.com/office/drawing/2014/main" id="{1BE7FBD3-FA1C-1899-C551-03040FFC722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031999" y="1318103"/>
            <a:ext cx="7529689" cy="5259181"/>
          </a:xfrm>
          <a:prstGeom prst="rect">
            <a:avLst/>
          </a:prstGeom>
        </p:spPr>
      </p:pic>
    </p:spTree>
    <p:extLst>
      <p:ext uri="{BB962C8B-B14F-4D97-AF65-F5344CB8AC3E}">
        <p14:creationId xmlns:p14="http://schemas.microsoft.com/office/powerpoint/2010/main" val="2940999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732F0-564F-BE83-B0CE-A4A04E4BA7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731EB0-FB67-E850-A491-67C1B2FF8935}"/>
              </a:ext>
            </a:extLst>
          </p:cNvPr>
          <p:cNvSpPr>
            <a:spLocks noGrp="1"/>
          </p:cNvSpPr>
          <p:nvPr>
            <p:ph type="title"/>
          </p:nvPr>
        </p:nvSpPr>
        <p:spPr>
          <a:xfrm>
            <a:off x="495299" y="495299"/>
            <a:ext cx="11201401" cy="584775"/>
          </a:xfrm>
        </p:spPr>
        <p:txBody>
          <a:bodyPr/>
          <a:lstStyle/>
          <a:p>
            <a:pPr algn="ctr"/>
            <a:r>
              <a:rPr lang="en-US" sz="3200" b="1" dirty="0"/>
              <a:t>APM Typical Architecture’s</a:t>
            </a:r>
            <a:endParaRPr lang="en-US" sz="3200" dirty="0"/>
          </a:p>
        </p:txBody>
      </p:sp>
      <p:sp>
        <p:nvSpPr>
          <p:cNvPr id="4" name="Slide Number Placeholder 3">
            <a:extLst>
              <a:ext uri="{FF2B5EF4-FFF2-40B4-BE49-F238E27FC236}">
                <a16:creationId xmlns:a16="http://schemas.microsoft.com/office/drawing/2014/main" id="{BF234236-5660-E3BA-B5C8-D1AD6D41F92C}"/>
              </a:ext>
            </a:extLst>
          </p:cNvPr>
          <p:cNvSpPr>
            <a:spLocks noGrp="1"/>
          </p:cNvSpPr>
          <p:nvPr>
            <p:ph type="sldNum" sz="quarter" idx="12"/>
          </p:nvPr>
        </p:nvSpPr>
        <p:spPr/>
        <p:txBody>
          <a:bodyPr/>
          <a:lstStyle/>
          <a:p>
            <a:fld id="{7B94EC18-1D2B-4535-B738-0E53AFE26620}" type="slidenum">
              <a:rPr lang="en-US" smtClean="0"/>
              <a:t>15</a:t>
            </a:fld>
            <a:endParaRPr lang="en-US"/>
          </a:p>
        </p:txBody>
      </p:sp>
      <p:pic>
        <p:nvPicPr>
          <p:cNvPr id="5" name="Picture 4">
            <a:extLst>
              <a:ext uri="{FF2B5EF4-FFF2-40B4-BE49-F238E27FC236}">
                <a16:creationId xmlns:a16="http://schemas.microsoft.com/office/drawing/2014/main" id="{BB175480-A2D4-D73D-244E-7723F847B9F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975556" y="1318103"/>
            <a:ext cx="7676444" cy="5259181"/>
          </a:xfrm>
          <a:prstGeom prst="rect">
            <a:avLst/>
          </a:prstGeom>
        </p:spPr>
      </p:pic>
    </p:spTree>
    <p:extLst>
      <p:ext uri="{BB962C8B-B14F-4D97-AF65-F5344CB8AC3E}">
        <p14:creationId xmlns:p14="http://schemas.microsoft.com/office/powerpoint/2010/main" val="4092916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D499D-159C-49A6-A242-73B11799E0AA}"/>
              </a:ext>
            </a:extLst>
          </p:cNvPr>
          <p:cNvSpPr>
            <a:spLocks noGrp="1"/>
          </p:cNvSpPr>
          <p:nvPr>
            <p:ph type="title"/>
          </p:nvPr>
        </p:nvSpPr>
        <p:spPr>
          <a:xfrm>
            <a:off x="495299" y="2687655"/>
            <a:ext cx="11201401" cy="707886"/>
          </a:xfrm>
        </p:spPr>
        <p:txBody>
          <a:bodyPr/>
          <a:lstStyle/>
          <a:p>
            <a:r>
              <a:rPr lang="en-US" dirty="0"/>
              <a:t>APM Concepts</a:t>
            </a:r>
          </a:p>
        </p:txBody>
      </p:sp>
      <p:sp>
        <p:nvSpPr>
          <p:cNvPr id="4" name="Slide Number Placeholder 3">
            <a:extLst>
              <a:ext uri="{FF2B5EF4-FFF2-40B4-BE49-F238E27FC236}">
                <a16:creationId xmlns:a16="http://schemas.microsoft.com/office/drawing/2014/main" id="{CF9203B2-1F50-44C3-ABB1-C17F8F9C4140}"/>
              </a:ext>
            </a:extLst>
          </p:cNvPr>
          <p:cNvSpPr>
            <a:spLocks noGrp="1"/>
          </p:cNvSpPr>
          <p:nvPr>
            <p:ph type="sldNum" sz="quarter" idx="12"/>
          </p:nvPr>
        </p:nvSpPr>
        <p:spPr/>
        <p:txBody>
          <a:bodyPr/>
          <a:lstStyle/>
          <a:p>
            <a:fld id="{7B94EC18-1D2B-4535-B738-0E53AFE26620}" type="slidenum">
              <a:rPr lang="en-US" smtClean="0"/>
              <a:t>16</a:t>
            </a:fld>
            <a:endParaRPr lang="en-US"/>
          </a:p>
        </p:txBody>
      </p:sp>
    </p:spTree>
    <p:extLst>
      <p:ext uri="{BB962C8B-B14F-4D97-AF65-F5344CB8AC3E}">
        <p14:creationId xmlns:p14="http://schemas.microsoft.com/office/powerpoint/2010/main" val="2653177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7F4E1-CDD1-45B9-A7F2-4D27A1167CD8}"/>
              </a:ext>
            </a:extLst>
          </p:cNvPr>
          <p:cNvSpPr>
            <a:spLocks noGrp="1"/>
          </p:cNvSpPr>
          <p:nvPr>
            <p:ph type="title"/>
          </p:nvPr>
        </p:nvSpPr>
        <p:spPr>
          <a:xfrm>
            <a:off x="495299" y="495299"/>
            <a:ext cx="11201401" cy="492443"/>
          </a:xfrm>
        </p:spPr>
        <p:txBody>
          <a:bodyPr/>
          <a:lstStyle/>
          <a:p>
            <a:r>
              <a:rPr lang="en-US" sz="3200"/>
              <a:t>Data Sources</a:t>
            </a:r>
          </a:p>
        </p:txBody>
      </p:sp>
      <p:sp>
        <p:nvSpPr>
          <p:cNvPr id="3" name="Content Placeholder 2">
            <a:extLst>
              <a:ext uri="{FF2B5EF4-FFF2-40B4-BE49-F238E27FC236}">
                <a16:creationId xmlns:a16="http://schemas.microsoft.com/office/drawing/2014/main" id="{DE9843D5-B717-4BF2-AF6E-91D4CD0626D1}"/>
              </a:ext>
            </a:extLst>
          </p:cNvPr>
          <p:cNvSpPr>
            <a:spLocks noGrp="1"/>
          </p:cNvSpPr>
          <p:nvPr>
            <p:ph idx="1"/>
          </p:nvPr>
        </p:nvSpPr>
        <p:spPr>
          <a:xfrm>
            <a:off x="495300" y="1505103"/>
            <a:ext cx="11201400" cy="4457700"/>
          </a:xfrm>
        </p:spPr>
        <p:txBody>
          <a:bodyPr/>
          <a:lstStyle/>
          <a:p>
            <a:pPr marL="342900" marR="0" lvl="0" indent="-342900" fontAlgn="base" hangingPunct="0">
              <a:lnSpc>
                <a:spcPct val="115000"/>
              </a:lnSpc>
              <a:spcBef>
                <a:spcPts val="0"/>
              </a:spcBef>
              <a:spcAft>
                <a:spcPts val="1000"/>
              </a:spcAft>
              <a:buFont typeface="Wingdings" panose="05000000000000000000" pitchFamily="2" charset="2"/>
              <a:buChar char=""/>
              <a:tabLst>
                <a:tab pos="266700" algn="l"/>
              </a:tabLst>
            </a:pPr>
            <a:r>
              <a:rPr lang="en-AU" sz="1600" b="0" kern="1200" dirty="0">
                <a:solidFill>
                  <a:srgbClr val="000000"/>
                </a:solidFill>
                <a:effectLst/>
                <a:ea typeface="Arial" panose="020B0604020202020204" pitchFamily="34" charset="0"/>
                <a:cs typeface="Trebuchet MS" panose="020B0603020202020204" pitchFamily="34" charset="0"/>
              </a:rPr>
              <a:t>User can configure data source for connecting to the external applications like OPC, Excel, DAS etc., to read and write the data. </a:t>
            </a:r>
            <a:endParaRPr lang="en-US" sz="1600" b="0" dirty="0">
              <a:effectLst/>
              <a:ea typeface="Calibri" panose="020F0502020204030204" pitchFamily="34" charset="0"/>
              <a:cs typeface="Arial" panose="020B0604020202020204" pitchFamily="34" charset="0"/>
            </a:endParaRPr>
          </a:p>
          <a:p>
            <a:pPr marL="342900" marR="0" lvl="0" indent="-342900" fontAlgn="base" hangingPunct="0">
              <a:lnSpc>
                <a:spcPct val="115000"/>
              </a:lnSpc>
              <a:spcBef>
                <a:spcPts val="0"/>
              </a:spcBef>
              <a:spcAft>
                <a:spcPts val="1000"/>
              </a:spcAft>
              <a:buFont typeface="Wingdings" panose="05000000000000000000" pitchFamily="2" charset="2"/>
              <a:buChar char=""/>
              <a:tabLst>
                <a:tab pos="266700" algn="l"/>
              </a:tabLst>
            </a:pPr>
            <a:r>
              <a:rPr lang="en-AU" sz="1600" b="0" kern="1200" dirty="0">
                <a:solidFill>
                  <a:srgbClr val="000000"/>
                </a:solidFill>
                <a:effectLst/>
                <a:ea typeface="Arial" panose="020B0604020202020204" pitchFamily="34" charset="0"/>
                <a:cs typeface="Trebuchet MS" panose="020B0603020202020204" pitchFamily="34" charset="0"/>
              </a:rPr>
              <a:t>Configured data source acts as an interface between APM and external application.</a:t>
            </a:r>
            <a:endParaRPr lang="en-US" sz="1600" b="0" dirty="0">
              <a:effectLst/>
              <a:ea typeface="Calibri" panose="020F0502020204030204" pitchFamily="34" charset="0"/>
              <a:cs typeface="Arial" panose="020B0604020202020204" pitchFamily="34" charset="0"/>
            </a:endParaRPr>
          </a:p>
          <a:p>
            <a:pPr marL="285750" marR="0" indent="-285750" fontAlgn="base" hangingPunct="0">
              <a:lnSpc>
                <a:spcPct val="115000"/>
              </a:lnSpc>
              <a:spcBef>
                <a:spcPts val="0"/>
              </a:spcBef>
              <a:spcAft>
                <a:spcPts val="1000"/>
              </a:spcAft>
              <a:buFont typeface="Wingdings" panose="05000000000000000000" pitchFamily="2" charset="2"/>
              <a:buChar char="Ø"/>
            </a:pPr>
            <a:r>
              <a:rPr lang="en-AU" sz="1600" b="0" kern="1200" dirty="0">
                <a:solidFill>
                  <a:srgbClr val="000000"/>
                </a:solidFill>
                <a:effectLst/>
                <a:ea typeface="Arial" panose="020B0604020202020204" pitchFamily="34" charset="0"/>
                <a:cs typeface="Trebuchet MS" panose="020B0603020202020204" pitchFamily="34" charset="0"/>
              </a:rPr>
              <a:t>The following data sources are configured in Uniformance Asset Sentinel:</a:t>
            </a:r>
            <a:endParaRPr lang="en-US" sz="1600" b="0" dirty="0">
              <a:effectLst/>
              <a:ea typeface="Calibri" panose="020F0502020204030204" pitchFamily="34" charset="0"/>
              <a:cs typeface="Arial" panose="020B0604020202020204" pitchFamily="34" charset="0"/>
            </a:endParaRPr>
          </a:p>
          <a:p>
            <a:pPr marL="914400" lvl="3" indent="-342900" hangingPunct="0">
              <a:lnSpc>
                <a:spcPct val="115000"/>
              </a:lnSpc>
              <a:spcBef>
                <a:spcPts val="0"/>
              </a:spcBef>
              <a:spcAft>
                <a:spcPts val="1000"/>
              </a:spcAft>
              <a:buClr>
                <a:schemeClr val="tx1"/>
              </a:buClr>
              <a:buFont typeface="+mj-lt"/>
              <a:buAutoNum type="alphaLcPeriod"/>
              <a:tabLst>
                <a:tab pos="269875" algn="l"/>
              </a:tabLst>
            </a:pPr>
            <a:r>
              <a:rPr lang="en-AU" sz="1200" b="0" kern="1200" dirty="0">
                <a:solidFill>
                  <a:srgbClr val="000000"/>
                </a:solidFill>
                <a:effectLst/>
                <a:ea typeface="Helvetica Neue"/>
                <a:cs typeface="Trebuchet MS" panose="020B0603020202020204" pitchFamily="34" charset="0"/>
              </a:rPr>
              <a:t>OPC DA</a:t>
            </a:r>
            <a:endParaRPr lang="en-US" sz="1200" b="0" dirty="0">
              <a:effectLst/>
              <a:ea typeface="Calibri" panose="020F0502020204030204" pitchFamily="34" charset="0"/>
              <a:cs typeface="Arial" panose="020B0604020202020204" pitchFamily="34" charset="0"/>
            </a:endParaRPr>
          </a:p>
          <a:p>
            <a:pPr marL="914400" lvl="3" indent="-342900" hangingPunct="0">
              <a:lnSpc>
                <a:spcPct val="115000"/>
              </a:lnSpc>
              <a:spcBef>
                <a:spcPts val="0"/>
              </a:spcBef>
              <a:spcAft>
                <a:spcPts val="1000"/>
              </a:spcAft>
              <a:buClr>
                <a:schemeClr val="tx1"/>
              </a:buClr>
              <a:buFont typeface="+mj-lt"/>
              <a:buAutoNum type="alphaLcPeriod"/>
              <a:tabLst>
                <a:tab pos="269875" algn="l"/>
              </a:tabLst>
            </a:pPr>
            <a:r>
              <a:rPr lang="en-AU" sz="1200" b="0" kern="1200" dirty="0">
                <a:solidFill>
                  <a:srgbClr val="000000"/>
                </a:solidFill>
                <a:effectLst/>
                <a:ea typeface="Helvetica Neue"/>
                <a:cs typeface="Trebuchet MS" panose="020B0603020202020204" pitchFamily="34" charset="0"/>
              </a:rPr>
              <a:t>OPC HDA</a:t>
            </a:r>
            <a:endParaRPr lang="en-US" sz="1200" b="0" dirty="0">
              <a:effectLst/>
              <a:ea typeface="Calibri" panose="020F0502020204030204" pitchFamily="34" charset="0"/>
              <a:cs typeface="Arial" panose="020B0604020202020204" pitchFamily="34" charset="0"/>
            </a:endParaRPr>
          </a:p>
          <a:p>
            <a:pPr marL="914400" lvl="3" indent="-342900" hangingPunct="0">
              <a:lnSpc>
                <a:spcPct val="115000"/>
              </a:lnSpc>
              <a:spcBef>
                <a:spcPts val="0"/>
              </a:spcBef>
              <a:spcAft>
                <a:spcPts val="1000"/>
              </a:spcAft>
              <a:buClr>
                <a:schemeClr val="tx1"/>
              </a:buClr>
              <a:buFont typeface="+mj-lt"/>
              <a:buAutoNum type="alphaLcPeriod"/>
              <a:tabLst>
                <a:tab pos="269875" algn="l"/>
              </a:tabLst>
            </a:pPr>
            <a:r>
              <a:rPr lang="en-AU" sz="1200" b="0" kern="1200" dirty="0">
                <a:solidFill>
                  <a:srgbClr val="000000"/>
                </a:solidFill>
                <a:effectLst/>
                <a:ea typeface="Helvetica Neue"/>
                <a:cs typeface="Trebuchet MS" panose="020B0603020202020204" pitchFamily="34" charset="0"/>
              </a:rPr>
              <a:t>PHDAPI</a:t>
            </a:r>
            <a:endParaRPr lang="en-US" sz="1200" b="0" dirty="0">
              <a:effectLst/>
              <a:ea typeface="Calibri" panose="020F0502020204030204" pitchFamily="34" charset="0"/>
              <a:cs typeface="Arial" panose="020B0604020202020204" pitchFamily="34" charset="0"/>
            </a:endParaRPr>
          </a:p>
          <a:p>
            <a:pPr marL="914400" lvl="3" indent="-342900" hangingPunct="0">
              <a:lnSpc>
                <a:spcPct val="115000"/>
              </a:lnSpc>
              <a:spcBef>
                <a:spcPts val="0"/>
              </a:spcBef>
              <a:spcAft>
                <a:spcPts val="1000"/>
              </a:spcAft>
              <a:buClr>
                <a:schemeClr val="tx1"/>
              </a:buClr>
              <a:buFont typeface="+mj-lt"/>
              <a:buAutoNum type="alphaLcPeriod"/>
              <a:tabLst>
                <a:tab pos="269875" algn="l"/>
              </a:tabLst>
            </a:pPr>
            <a:r>
              <a:rPr lang="en-AU" sz="1200" b="0" kern="1200" dirty="0">
                <a:solidFill>
                  <a:srgbClr val="000000"/>
                </a:solidFill>
                <a:effectLst/>
                <a:ea typeface="Helvetica Neue"/>
                <a:cs typeface="Trebuchet MS" panose="020B0603020202020204" pitchFamily="34" charset="0"/>
              </a:rPr>
              <a:t>DAS</a:t>
            </a:r>
            <a:endParaRPr lang="en-US" sz="1200" b="0" dirty="0">
              <a:effectLst/>
              <a:ea typeface="Calibri" panose="020F0502020204030204" pitchFamily="34" charset="0"/>
              <a:cs typeface="Arial" panose="020B0604020202020204" pitchFamily="34" charset="0"/>
            </a:endParaRPr>
          </a:p>
          <a:p>
            <a:pPr marL="914400" lvl="3" indent="-342900" hangingPunct="0">
              <a:lnSpc>
                <a:spcPct val="115000"/>
              </a:lnSpc>
              <a:spcBef>
                <a:spcPts val="0"/>
              </a:spcBef>
              <a:spcAft>
                <a:spcPts val="1000"/>
              </a:spcAft>
              <a:buClr>
                <a:schemeClr val="tx1"/>
              </a:buClr>
              <a:buFont typeface="+mj-lt"/>
              <a:buAutoNum type="alphaLcPeriod"/>
              <a:tabLst>
                <a:tab pos="269875" algn="l"/>
              </a:tabLst>
            </a:pPr>
            <a:r>
              <a:rPr lang="en-AU" sz="1200" b="0" kern="1200" dirty="0">
                <a:solidFill>
                  <a:srgbClr val="000000"/>
                </a:solidFill>
                <a:effectLst/>
                <a:ea typeface="Helvetica Neue"/>
                <a:cs typeface="Trebuchet MS" panose="020B0603020202020204" pitchFamily="34" charset="0"/>
              </a:rPr>
              <a:t>Excel</a:t>
            </a:r>
            <a:endParaRPr lang="en-US" sz="1200" b="0" dirty="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951E5E4-5622-43B8-82E7-FF3818012669}"/>
              </a:ext>
            </a:extLst>
          </p:cNvPr>
          <p:cNvSpPr>
            <a:spLocks noGrp="1"/>
          </p:cNvSpPr>
          <p:nvPr>
            <p:ph type="sldNum" sz="quarter" idx="12"/>
          </p:nvPr>
        </p:nvSpPr>
        <p:spPr/>
        <p:txBody>
          <a:bodyPr/>
          <a:lstStyle/>
          <a:p>
            <a:fld id="{7B94EC18-1D2B-4535-B738-0E53AFE26620}" type="slidenum">
              <a:rPr lang="en-US" smtClean="0"/>
              <a:t>17</a:t>
            </a:fld>
            <a:endParaRPr lang="en-US"/>
          </a:p>
        </p:txBody>
      </p:sp>
    </p:spTree>
    <p:extLst>
      <p:ext uri="{BB962C8B-B14F-4D97-AF65-F5344CB8AC3E}">
        <p14:creationId xmlns:p14="http://schemas.microsoft.com/office/powerpoint/2010/main" val="2850909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74D19-2DAC-4ACF-B1D1-C249E0805002}"/>
              </a:ext>
            </a:extLst>
          </p:cNvPr>
          <p:cNvSpPr>
            <a:spLocks noGrp="1"/>
          </p:cNvSpPr>
          <p:nvPr>
            <p:ph type="title"/>
          </p:nvPr>
        </p:nvSpPr>
        <p:spPr>
          <a:xfrm>
            <a:off x="495299" y="495299"/>
            <a:ext cx="11201401" cy="492443"/>
          </a:xfrm>
        </p:spPr>
        <p:txBody>
          <a:bodyPr/>
          <a:lstStyle/>
          <a:p>
            <a:r>
              <a:rPr lang="en-US" sz="3200"/>
              <a:t>Asset class and types</a:t>
            </a:r>
          </a:p>
        </p:txBody>
      </p:sp>
      <p:sp>
        <p:nvSpPr>
          <p:cNvPr id="3" name="Content Placeholder 2">
            <a:extLst>
              <a:ext uri="{FF2B5EF4-FFF2-40B4-BE49-F238E27FC236}">
                <a16:creationId xmlns:a16="http://schemas.microsoft.com/office/drawing/2014/main" id="{162849FD-3980-49D0-B1D6-157C0732F156}"/>
              </a:ext>
            </a:extLst>
          </p:cNvPr>
          <p:cNvSpPr>
            <a:spLocks noGrp="1"/>
          </p:cNvSpPr>
          <p:nvPr>
            <p:ph idx="1"/>
          </p:nvPr>
        </p:nvSpPr>
        <p:spPr>
          <a:xfrm>
            <a:off x="495299" y="1200150"/>
            <a:ext cx="4770764" cy="4457700"/>
          </a:xfrm>
        </p:spPr>
        <p:txBody>
          <a:bodyPr/>
          <a:lstStyle/>
          <a:p>
            <a:pPr marL="0" marR="0" indent="0" algn="just" fontAlgn="base" hangingPunct="0">
              <a:lnSpc>
                <a:spcPct val="115000"/>
              </a:lnSpc>
              <a:spcBef>
                <a:spcPts val="0"/>
              </a:spcBef>
              <a:spcAft>
                <a:spcPts val="1000"/>
              </a:spcAft>
              <a:buNone/>
            </a:pPr>
            <a:r>
              <a:rPr lang="en-AU" sz="1600" kern="1200">
                <a:solidFill>
                  <a:srgbClr val="000000"/>
                </a:solidFill>
                <a:effectLst/>
                <a:ea typeface="Arial" panose="020B0604020202020204" pitchFamily="34" charset="0"/>
                <a:cs typeface="Trebuchet MS" panose="020B0603020202020204" pitchFamily="34" charset="0"/>
              </a:rPr>
              <a:t>Asset Class</a:t>
            </a:r>
            <a:endParaRPr lang="en-US" sz="1600">
              <a:effectLst/>
              <a:ea typeface="Calibri" panose="020F0502020204030204" pitchFamily="34" charset="0"/>
              <a:cs typeface="Arial" panose="020B0604020202020204" pitchFamily="34" charset="0"/>
            </a:endParaRPr>
          </a:p>
          <a:p>
            <a:pPr marL="0" marR="0" algn="just" fontAlgn="base" hangingPunct="0">
              <a:lnSpc>
                <a:spcPct val="115000"/>
              </a:lnSpc>
              <a:spcBef>
                <a:spcPts val="0"/>
              </a:spcBef>
              <a:spcAft>
                <a:spcPts val="1000"/>
              </a:spcAft>
              <a:buFont typeface="Arial" panose="020B0604020202020204" pitchFamily="34" charset="0"/>
              <a:buChar char="•"/>
            </a:pPr>
            <a:r>
              <a:rPr lang="en-AU" sz="1600" b="0" kern="1200">
                <a:solidFill>
                  <a:srgbClr val="000000"/>
                </a:solidFill>
                <a:effectLst/>
                <a:ea typeface="Arial" panose="020B0604020202020204" pitchFamily="34" charset="0"/>
                <a:cs typeface="Trebuchet MS" panose="020B0603020202020204" pitchFamily="34" charset="0"/>
              </a:rPr>
              <a:t>Asset classes are custom grouping of assets based on the common characteristics of different types of equipment</a:t>
            </a:r>
            <a:r>
              <a:rPr lang="en-US" sz="1600" b="0" kern="1200">
                <a:solidFill>
                  <a:srgbClr val="000000"/>
                </a:solidFill>
                <a:effectLst/>
                <a:ea typeface="Arial" panose="020B0604020202020204" pitchFamily="34" charset="0"/>
                <a:cs typeface="Trebuchet MS" panose="020B0603020202020204" pitchFamily="34" charset="0"/>
              </a:rPr>
              <a:t>.</a:t>
            </a:r>
            <a:endParaRPr lang="en-US" sz="1600" b="0">
              <a:effectLst/>
              <a:ea typeface="Calibri" panose="020F0502020204030204" pitchFamily="34" charset="0"/>
              <a:cs typeface="Arial" panose="020B0604020202020204" pitchFamily="34" charset="0"/>
            </a:endParaRPr>
          </a:p>
          <a:p>
            <a:pPr marL="0" marR="0" algn="just" fontAlgn="base" hangingPunct="0">
              <a:lnSpc>
                <a:spcPct val="115000"/>
              </a:lnSpc>
              <a:spcBef>
                <a:spcPts val="0"/>
              </a:spcBef>
              <a:spcAft>
                <a:spcPts val="1000"/>
              </a:spcAft>
              <a:buFont typeface="Wingdings" panose="05000000000000000000" pitchFamily="2" charset="2"/>
              <a:buChar char="§"/>
            </a:pPr>
            <a:r>
              <a:rPr lang="en-AU" sz="1600" b="0" kern="1200">
                <a:solidFill>
                  <a:srgbClr val="000000"/>
                </a:solidFill>
                <a:effectLst/>
                <a:ea typeface="Arial" panose="020B0604020202020204" pitchFamily="34" charset="0"/>
                <a:cs typeface="Trebuchet MS" panose="020B0603020202020204" pitchFamily="34" charset="0"/>
              </a:rPr>
              <a:t>An example of an asset class is a Pump. Different types of pumps like the centrifugal pump, reciprocating pump, rotary pump, and so on are grouped under the Pump class</a:t>
            </a:r>
            <a:r>
              <a:rPr lang="en-US" sz="1600" b="0" kern="1200">
                <a:solidFill>
                  <a:srgbClr val="000000"/>
                </a:solidFill>
                <a:effectLst/>
                <a:ea typeface="Arial" panose="020B0604020202020204" pitchFamily="34" charset="0"/>
                <a:cs typeface="Trebuchet MS" panose="020B0603020202020204" pitchFamily="34" charset="0"/>
              </a:rPr>
              <a:t>.</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1000"/>
              </a:spcAft>
              <a:buNone/>
            </a:pPr>
            <a:r>
              <a:rPr lang="en-AU" sz="1600" kern="1200">
                <a:solidFill>
                  <a:srgbClr val="000000"/>
                </a:solidFill>
                <a:effectLst/>
                <a:ea typeface="Arial" panose="020B0604020202020204" pitchFamily="34" charset="0"/>
                <a:cs typeface="Trebuchet MS" panose="020B0603020202020204" pitchFamily="34" charset="0"/>
              </a:rPr>
              <a:t>Asset Types</a:t>
            </a:r>
            <a:endParaRPr lang="en-US" sz="1600">
              <a:effectLst/>
              <a:ea typeface="Calibri" panose="020F0502020204030204" pitchFamily="34" charset="0"/>
              <a:cs typeface="Arial" panose="020B0604020202020204" pitchFamily="34" charset="0"/>
            </a:endParaRPr>
          </a:p>
          <a:p>
            <a:pPr marL="285750" marR="0" indent="-285750" algn="just" fontAlgn="base" hangingPunct="0">
              <a:lnSpc>
                <a:spcPct val="115000"/>
              </a:lnSpc>
              <a:spcBef>
                <a:spcPts val="0"/>
              </a:spcBef>
              <a:spcAft>
                <a:spcPts val="1000"/>
              </a:spcAft>
              <a:buFont typeface="Arial" panose="020B0604020202020204" pitchFamily="34" charset="0"/>
              <a:buChar char="•"/>
            </a:pPr>
            <a:r>
              <a:rPr lang="en-AU" sz="1600" b="0" kern="1200">
                <a:solidFill>
                  <a:srgbClr val="000000"/>
                </a:solidFill>
                <a:effectLst/>
                <a:ea typeface="Arial" panose="020B0604020202020204" pitchFamily="34" charset="0"/>
                <a:cs typeface="Trebuchet MS" panose="020B0603020202020204" pitchFamily="34" charset="0"/>
              </a:rPr>
              <a:t>Asset Type is the next level of grouping similar assets. An Asset class can have one or more asset types. The asset type represents the primary purpose of the asset, model, and the revision of the device.</a:t>
            </a:r>
            <a:endParaRPr lang="en-US" sz="1600" b="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49F14EE-81B1-4649-A996-A19BA572FC87}"/>
              </a:ext>
            </a:extLst>
          </p:cNvPr>
          <p:cNvSpPr>
            <a:spLocks noGrp="1"/>
          </p:cNvSpPr>
          <p:nvPr>
            <p:ph type="sldNum" sz="quarter" idx="12"/>
          </p:nvPr>
        </p:nvSpPr>
        <p:spPr/>
        <p:txBody>
          <a:bodyPr/>
          <a:lstStyle/>
          <a:p>
            <a:fld id="{7B94EC18-1D2B-4535-B738-0E53AFE26620}" type="slidenum">
              <a:rPr lang="en-US" smtClean="0"/>
              <a:t>18</a:t>
            </a:fld>
            <a:endParaRPr lang="en-US"/>
          </a:p>
        </p:txBody>
      </p:sp>
      <p:pic>
        <p:nvPicPr>
          <p:cNvPr id="5" name="Picture 4">
            <a:extLst>
              <a:ext uri="{FF2B5EF4-FFF2-40B4-BE49-F238E27FC236}">
                <a16:creationId xmlns:a16="http://schemas.microsoft.com/office/drawing/2014/main" id="{D50A3B0D-E851-4387-9A87-6057CCE8C6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926667" y="778933"/>
            <a:ext cx="4770764" cy="4878917"/>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w="12700">
            <a:solidFill>
              <a:schemeClr val="tx1"/>
            </a:solidFill>
          </a:ln>
        </p:spPr>
      </p:pic>
    </p:spTree>
    <p:extLst>
      <p:ext uri="{BB962C8B-B14F-4D97-AF65-F5344CB8AC3E}">
        <p14:creationId xmlns:p14="http://schemas.microsoft.com/office/powerpoint/2010/main" val="4223666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1D112-11DB-42EF-9E33-8103059B4CC3}"/>
              </a:ext>
            </a:extLst>
          </p:cNvPr>
          <p:cNvSpPr>
            <a:spLocks noGrp="1"/>
          </p:cNvSpPr>
          <p:nvPr>
            <p:ph type="title"/>
          </p:nvPr>
        </p:nvSpPr>
        <p:spPr>
          <a:xfrm>
            <a:off x="495299" y="495299"/>
            <a:ext cx="11201401" cy="615553"/>
          </a:xfrm>
        </p:spPr>
        <p:txBody>
          <a:bodyPr/>
          <a:lstStyle/>
          <a:p>
            <a:r>
              <a:rPr lang="en-US" dirty="0"/>
              <a:t>Asset &amp; Asset status</a:t>
            </a:r>
          </a:p>
        </p:txBody>
      </p:sp>
      <p:sp>
        <p:nvSpPr>
          <p:cNvPr id="3" name="Content Placeholder 2">
            <a:extLst>
              <a:ext uri="{FF2B5EF4-FFF2-40B4-BE49-F238E27FC236}">
                <a16:creationId xmlns:a16="http://schemas.microsoft.com/office/drawing/2014/main" id="{2AE15501-FF02-4F9D-B592-ACEE78F6FDB5}"/>
              </a:ext>
            </a:extLst>
          </p:cNvPr>
          <p:cNvSpPr>
            <a:spLocks noGrp="1"/>
          </p:cNvSpPr>
          <p:nvPr>
            <p:ph idx="1"/>
          </p:nvPr>
        </p:nvSpPr>
        <p:spPr>
          <a:xfrm>
            <a:off x="495300" y="1409701"/>
            <a:ext cx="5372100" cy="4457700"/>
          </a:xfrm>
        </p:spPr>
        <p:txBody>
          <a:bodyPr/>
          <a:lstStyle/>
          <a:p>
            <a:r>
              <a:rPr lang="en-AU" sz="1600" dirty="0"/>
              <a:t>Asset</a:t>
            </a:r>
            <a:endParaRPr lang="en-US" sz="1600" dirty="0"/>
          </a:p>
          <a:p>
            <a:r>
              <a:rPr lang="en-AU" sz="1600" dirty="0"/>
              <a:t>Asset is an entity at the finest level of granularity within the system, on which you want to Perform data manipulations, tag mapping or calculations. View the status, collect metrics, or report information</a:t>
            </a:r>
            <a:r>
              <a:rPr lang="en-US" sz="1600" dirty="0"/>
              <a:t>.</a:t>
            </a:r>
          </a:p>
          <a:p>
            <a:r>
              <a:rPr lang="en-AU" sz="1600" dirty="0"/>
              <a:t>Asset Status</a:t>
            </a:r>
            <a:endParaRPr lang="en-US" sz="1600" dirty="0"/>
          </a:p>
          <a:p>
            <a:r>
              <a:rPr lang="en-AU" sz="1600" dirty="0"/>
              <a:t>Asset status changes in field due to planned maintenance, unexpected event and trip unit or put in service. In Uniformance Asset Sentinel, the asset is in one of the following modes or States</a:t>
            </a:r>
          </a:p>
          <a:p>
            <a:pPr lvl="1"/>
            <a:r>
              <a:rPr lang="en-AU" sz="1600" dirty="0"/>
              <a:t>Monitor: Asset calculations and rules are configured to execute. The asset is available for operation when required.</a:t>
            </a:r>
            <a:endParaRPr lang="en-US" sz="1600" dirty="0"/>
          </a:p>
          <a:p>
            <a:pPr lvl="1"/>
            <a:r>
              <a:rPr lang="en-AU" sz="1600" dirty="0"/>
              <a:t>Un</a:t>
            </a:r>
            <a:r>
              <a:rPr lang="en-US" sz="1600" dirty="0"/>
              <a:t>-</a:t>
            </a:r>
            <a:r>
              <a:rPr lang="en-AU" sz="1600" dirty="0"/>
              <a:t>Monitor: Asset calculations and rules are disabled. The asset is available for operation when required.</a:t>
            </a:r>
            <a:endParaRPr lang="en-US" sz="1600" dirty="0"/>
          </a:p>
          <a:p>
            <a:pPr lvl="1"/>
            <a:r>
              <a:rPr lang="en-AU" sz="1600" dirty="0"/>
              <a:t>Out of Service: Asset calculations and rules are disabled. The </a:t>
            </a:r>
            <a:r>
              <a:rPr lang="en-US" sz="1600" dirty="0"/>
              <a:t>	</a:t>
            </a:r>
            <a:r>
              <a:rPr lang="en-AU" sz="1600" dirty="0"/>
              <a:t>asset is</a:t>
            </a:r>
            <a:r>
              <a:rPr lang="en-US" sz="1600" dirty="0"/>
              <a:t>	</a:t>
            </a:r>
            <a:r>
              <a:rPr lang="en-AU" sz="1600" dirty="0"/>
              <a:t>NOT available for</a:t>
            </a:r>
          </a:p>
          <a:p>
            <a:pPr lvl="1"/>
            <a:endParaRPr lang="en-US" sz="1400" dirty="0"/>
          </a:p>
          <a:p>
            <a:endParaRPr lang="en-US" dirty="0"/>
          </a:p>
        </p:txBody>
      </p:sp>
      <p:sp>
        <p:nvSpPr>
          <p:cNvPr id="4" name="Slide Number Placeholder 3">
            <a:extLst>
              <a:ext uri="{FF2B5EF4-FFF2-40B4-BE49-F238E27FC236}">
                <a16:creationId xmlns:a16="http://schemas.microsoft.com/office/drawing/2014/main" id="{32BF7A3C-13AD-4563-B4AD-BB914BE4D911}"/>
              </a:ext>
            </a:extLst>
          </p:cNvPr>
          <p:cNvSpPr>
            <a:spLocks noGrp="1"/>
          </p:cNvSpPr>
          <p:nvPr>
            <p:ph type="sldNum" sz="quarter" idx="12"/>
          </p:nvPr>
        </p:nvSpPr>
        <p:spPr>
          <a:xfrm>
            <a:off x="11645901" y="-28574"/>
            <a:ext cx="675217" cy="504825"/>
          </a:xfrm>
        </p:spPr>
        <p:txBody>
          <a:bodyPr/>
          <a:lstStyle/>
          <a:p>
            <a:fld id="{7B94EC18-1D2B-4535-B738-0E53AFE26620}" type="slidenum">
              <a:rPr lang="en-US" smtClean="0"/>
              <a:pPr/>
              <a:t>19</a:t>
            </a:fld>
            <a:endParaRPr lang="en-US"/>
          </a:p>
        </p:txBody>
      </p:sp>
      <p:pic>
        <p:nvPicPr>
          <p:cNvPr id="6" name="Picture 5">
            <a:extLst>
              <a:ext uri="{FF2B5EF4-FFF2-40B4-BE49-F238E27FC236}">
                <a16:creationId xmlns:a16="http://schemas.microsoft.com/office/drawing/2014/main" id="{2E1A8143-83F7-451D-9C9F-A52BCF9DC676}"/>
              </a:ext>
            </a:extLst>
          </p:cNvPr>
          <p:cNvPicPr>
            <a:picLocks noChangeAspect="1"/>
          </p:cNvPicPr>
          <p:nvPr/>
        </p:nvPicPr>
        <p:blipFill>
          <a:blip r:embed="rId2"/>
          <a:stretch>
            <a:fillRect/>
          </a:stretch>
        </p:blipFill>
        <p:spPr>
          <a:xfrm>
            <a:off x="7138930" y="1685845"/>
            <a:ext cx="4060825" cy="1546225"/>
          </a:xfrm>
          <a:prstGeom prst="rect">
            <a:avLst/>
          </a:prstGeom>
        </p:spPr>
      </p:pic>
      <p:pic>
        <p:nvPicPr>
          <p:cNvPr id="7" name="Picture 6">
            <a:extLst>
              <a:ext uri="{FF2B5EF4-FFF2-40B4-BE49-F238E27FC236}">
                <a16:creationId xmlns:a16="http://schemas.microsoft.com/office/drawing/2014/main" id="{6DDCB487-C89D-44A8-A442-15C7B1EDF12F}"/>
              </a:ext>
            </a:extLst>
          </p:cNvPr>
          <p:cNvPicPr>
            <a:picLocks noChangeAspect="1"/>
          </p:cNvPicPr>
          <p:nvPr/>
        </p:nvPicPr>
        <p:blipFill>
          <a:blip r:embed="rId3"/>
          <a:stretch>
            <a:fillRect/>
          </a:stretch>
        </p:blipFill>
        <p:spPr>
          <a:xfrm>
            <a:off x="9181446" y="5104766"/>
            <a:ext cx="2038037" cy="1257935"/>
          </a:xfrm>
          <a:prstGeom prst="rect">
            <a:avLst/>
          </a:prstGeom>
        </p:spPr>
      </p:pic>
      <p:pic>
        <p:nvPicPr>
          <p:cNvPr id="8" name="Picture 7">
            <a:extLst>
              <a:ext uri="{FF2B5EF4-FFF2-40B4-BE49-F238E27FC236}">
                <a16:creationId xmlns:a16="http://schemas.microsoft.com/office/drawing/2014/main" id="{4E4302EC-69CD-47E0-AB7E-DCEEEF9D6C81}"/>
              </a:ext>
            </a:extLst>
          </p:cNvPr>
          <p:cNvPicPr>
            <a:picLocks noChangeAspect="1"/>
          </p:cNvPicPr>
          <p:nvPr/>
        </p:nvPicPr>
        <p:blipFill>
          <a:blip r:embed="rId4"/>
          <a:stretch>
            <a:fillRect/>
          </a:stretch>
        </p:blipFill>
        <p:spPr>
          <a:xfrm>
            <a:off x="8161349" y="3548023"/>
            <a:ext cx="2040194" cy="1251585"/>
          </a:xfrm>
          <a:prstGeom prst="rect">
            <a:avLst/>
          </a:prstGeom>
        </p:spPr>
      </p:pic>
      <p:pic>
        <p:nvPicPr>
          <p:cNvPr id="9" name="Picture 8">
            <a:extLst>
              <a:ext uri="{FF2B5EF4-FFF2-40B4-BE49-F238E27FC236}">
                <a16:creationId xmlns:a16="http://schemas.microsoft.com/office/drawing/2014/main" id="{FF49CB03-3B43-49A7-9795-E38010AD53D5}"/>
              </a:ext>
            </a:extLst>
          </p:cNvPr>
          <p:cNvPicPr>
            <a:picLocks noChangeAspect="1"/>
          </p:cNvPicPr>
          <p:nvPr/>
        </p:nvPicPr>
        <p:blipFill>
          <a:blip r:embed="rId5"/>
          <a:stretch>
            <a:fillRect/>
          </a:stretch>
        </p:blipFill>
        <p:spPr>
          <a:xfrm>
            <a:off x="6975139" y="5115561"/>
            <a:ext cx="2038037" cy="1247140"/>
          </a:xfrm>
          <a:prstGeom prst="rect">
            <a:avLst/>
          </a:prstGeom>
        </p:spPr>
      </p:pic>
    </p:spTree>
    <p:extLst>
      <p:ext uri="{BB962C8B-B14F-4D97-AF65-F5344CB8AC3E}">
        <p14:creationId xmlns:p14="http://schemas.microsoft.com/office/powerpoint/2010/main" val="1001136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BE8CB-431D-4F25-AB38-2BBAF8340B3F}"/>
              </a:ext>
            </a:extLst>
          </p:cNvPr>
          <p:cNvSpPr>
            <a:spLocks noGrp="1"/>
          </p:cNvSpPr>
          <p:nvPr>
            <p:ph type="title"/>
          </p:nvPr>
        </p:nvSpPr>
        <p:spPr>
          <a:xfrm>
            <a:off x="495299" y="495299"/>
            <a:ext cx="11201401" cy="492443"/>
          </a:xfrm>
        </p:spPr>
        <p:txBody>
          <a:bodyPr/>
          <a:lstStyle/>
          <a:p>
            <a:r>
              <a:rPr lang="en-US" sz="3200"/>
              <a:t>Asset Attributes &amp; property</a:t>
            </a:r>
          </a:p>
        </p:txBody>
      </p:sp>
      <p:sp>
        <p:nvSpPr>
          <p:cNvPr id="5" name="Content Placeholder 4">
            <a:extLst>
              <a:ext uri="{FF2B5EF4-FFF2-40B4-BE49-F238E27FC236}">
                <a16:creationId xmlns:a16="http://schemas.microsoft.com/office/drawing/2014/main" id="{864F6B07-0FF4-4AEB-B3BA-C9CC9B7F914D}"/>
              </a:ext>
            </a:extLst>
          </p:cNvPr>
          <p:cNvSpPr>
            <a:spLocks noGrp="1"/>
          </p:cNvSpPr>
          <p:nvPr>
            <p:ph idx="1"/>
          </p:nvPr>
        </p:nvSpPr>
        <p:spPr>
          <a:xfrm>
            <a:off x="495299" y="1409701"/>
            <a:ext cx="10995293" cy="4457700"/>
          </a:xfrm>
        </p:spPr>
        <p:txBody>
          <a:bodyPr/>
          <a:lstStyle/>
          <a:p>
            <a:pPr marL="0" marR="0" indent="0" algn="just" fontAlgn="base" hangingPunct="0">
              <a:lnSpc>
                <a:spcPct val="115000"/>
              </a:lnSpc>
              <a:spcBef>
                <a:spcPts val="0"/>
              </a:spcBef>
              <a:spcAft>
                <a:spcPts val="1000"/>
              </a:spcAft>
              <a:buNone/>
            </a:pPr>
            <a:r>
              <a:rPr lang="en-AU" sz="1600" kern="1200" dirty="0">
                <a:solidFill>
                  <a:srgbClr val="000000"/>
                </a:solidFill>
                <a:effectLst/>
                <a:ea typeface="Arial" panose="020B0604020202020204" pitchFamily="34" charset="0"/>
                <a:cs typeface="Trebuchet MS" panose="020B0603020202020204" pitchFamily="34" charset="0"/>
              </a:rPr>
              <a:t>Attributes</a:t>
            </a:r>
            <a:endParaRPr lang="en-US" sz="1600" dirty="0">
              <a:effectLst/>
              <a:ea typeface="Calibri" panose="020F0502020204030204" pitchFamily="34" charset="0"/>
              <a:cs typeface="Arial" panose="020B0604020202020204" pitchFamily="34" charset="0"/>
            </a:endParaRPr>
          </a:p>
          <a:p>
            <a:pPr marL="0" marR="0" algn="just" fontAlgn="base" hangingPunct="0">
              <a:lnSpc>
                <a:spcPct val="115000"/>
              </a:lnSpc>
              <a:spcBef>
                <a:spcPts val="0"/>
              </a:spcBef>
              <a:spcAft>
                <a:spcPts val="1000"/>
              </a:spcAft>
              <a:buFont typeface="Arial" panose="020B0604020202020204" pitchFamily="34" charset="0"/>
              <a:buChar char="•"/>
            </a:pPr>
            <a:r>
              <a:rPr lang="en-AU" sz="1600" b="0" kern="1200" dirty="0">
                <a:solidFill>
                  <a:srgbClr val="000000"/>
                </a:solidFill>
                <a:effectLst/>
                <a:ea typeface="Arial" panose="020B0604020202020204" pitchFamily="34" charset="0"/>
                <a:cs typeface="Trebuchet MS" panose="020B0603020202020204" pitchFamily="34" charset="0"/>
              </a:rPr>
              <a:t>Asset attributes are dimensions associated to fault model/symptoms or calculations for its identification.</a:t>
            </a:r>
            <a:endParaRPr lang="en-US" sz="1600" b="0" dirty="0">
              <a:effectLst/>
              <a:ea typeface="Calibri" panose="020F0502020204030204" pitchFamily="34" charset="0"/>
              <a:cs typeface="Arial" panose="020B0604020202020204" pitchFamily="34" charset="0"/>
            </a:endParaRPr>
          </a:p>
          <a:p>
            <a:pPr marL="0" marR="0" algn="just" fontAlgn="base" hangingPunct="0">
              <a:lnSpc>
                <a:spcPct val="115000"/>
              </a:lnSpc>
              <a:spcBef>
                <a:spcPts val="0"/>
              </a:spcBef>
              <a:spcAft>
                <a:spcPts val="1000"/>
              </a:spcAft>
              <a:buFont typeface="Arial" panose="020B0604020202020204" pitchFamily="34" charset="0"/>
              <a:buChar char="•"/>
            </a:pPr>
            <a:r>
              <a:rPr lang="en-AU" sz="1600" b="0" kern="1200" dirty="0">
                <a:solidFill>
                  <a:srgbClr val="000000"/>
                </a:solidFill>
                <a:effectLst/>
                <a:ea typeface="Arial" panose="020B0604020202020204" pitchFamily="34" charset="0"/>
                <a:cs typeface="Trebuchet MS" panose="020B0603020202020204" pitchFamily="34" charset="0"/>
              </a:rPr>
              <a:t>For Example – Voltage, Flow, Density</a:t>
            </a:r>
            <a:endParaRPr lang="en-US" sz="1600" b="0" dirty="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1000"/>
              </a:spcAft>
              <a:buNone/>
            </a:pPr>
            <a:r>
              <a:rPr lang="en-AU" sz="1600" kern="1200" dirty="0">
                <a:solidFill>
                  <a:srgbClr val="000000"/>
                </a:solidFill>
                <a:effectLst/>
                <a:ea typeface="Arial" panose="020B0604020202020204" pitchFamily="34" charset="0"/>
                <a:cs typeface="Trebuchet MS" panose="020B0603020202020204" pitchFamily="34" charset="0"/>
              </a:rPr>
              <a:t>Attribute Property</a:t>
            </a:r>
            <a:endParaRPr lang="en-US" sz="1600" dirty="0">
              <a:effectLst/>
              <a:ea typeface="Calibri" panose="020F0502020204030204" pitchFamily="34" charset="0"/>
              <a:cs typeface="Arial" panose="020B0604020202020204" pitchFamily="34" charset="0"/>
            </a:endParaRPr>
          </a:p>
          <a:p>
            <a:pPr>
              <a:buFont typeface="Arial" panose="020B0604020202020204" pitchFamily="34" charset="0"/>
              <a:buChar char="•"/>
            </a:pPr>
            <a:r>
              <a:rPr lang="en-AU" sz="1600" b="0" kern="1200" dirty="0">
                <a:solidFill>
                  <a:srgbClr val="000000"/>
                </a:solidFill>
                <a:effectLst/>
                <a:ea typeface="Arial" panose="020B0604020202020204" pitchFamily="34" charset="0"/>
                <a:cs typeface="Trebuchet MS" panose="020B0603020202020204" pitchFamily="34" charset="0"/>
              </a:rPr>
              <a:t>Properties are additional information of attribute to support improved visualization and managing attribute.</a:t>
            </a:r>
            <a:endParaRPr lang="en-US" sz="1600" b="0" dirty="0"/>
          </a:p>
        </p:txBody>
      </p:sp>
      <p:sp>
        <p:nvSpPr>
          <p:cNvPr id="4" name="Slide Number Placeholder 3">
            <a:extLst>
              <a:ext uri="{FF2B5EF4-FFF2-40B4-BE49-F238E27FC236}">
                <a16:creationId xmlns:a16="http://schemas.microsoft.com/office/drawing/2014/main" id="{A701370C-D5EA-1156-5671-DBB9E8E70203}"/>
              </a:ext>
            </a:extLst>
          </p:cNvPr>
          <p:cNvSpPr>
            <a:spLocks noGrp="1"/>
          </p:cNvSpPr>
          <p:nvPr>
            <p:ph type="sldNum" sz="quarter" idx="12"/>
          </p:nvPr>
        </p:nvSpPr>
        <p:spPr>
          <a:xfrm>
            <a:off x="11645901" y="-28574"/>
            <a:ext cx="675217" cy="504825"/>
          </a:xfrm>
        </p:spPr>
        <p:txBody>
          <a:bodyPr/>
          <a:lstStyle/>
          <a:p>
            <a:fld id="{7B94EC18-1D2B-4535-B738-0E53AFE26620}" type="slidenum">
              <a:rPr lang="en-US" smtClean="0"/>
              <a:t>20</a:t>
            </a:fld>
            <a:endParaRPr lang="en-US"/>
          </a:p>
        </p:txBody>
      </p:sp>
    </p:spTree>
    <p:extLst>
      <p:ext uri="{BB962C8B-B14F-4D97-AF65-F5344CB8AC3E}">
        <p14:creationId xmlns:p14="http://schemas.microsoft.com/office/powerpoint/2010/main" val="848004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58E19-7C28-4E1C-99B1-5F5603FB1EDF}"/>
              </a:ext>
            </a:extLst>
          </p:cNvPr>
          <p:cNvSpPr>
            <a:spLocks noGrp="1"/>
          </p:cNvSpPr>
          <p:nvPr>
            <p:ph type="title"/>
          </p:nvPr>
        </p:nvSpPr>
        <p:spPr>
          <a:xfrm>
            <a:off x="495299" y="178595"/>
            <a:ext cx="11201401" cy="492443"/>
          </a:xfrm>
        </p:spPr>
        <p:txBody>
          <a:bodyPr/>
          <a:lstStyle/>
          <a:p>
            <a:r>
              <a:rPr lang="en-US" sz="3200" b="1">
                <a:latin typeface="Calibri" panose="020F0502020204030204" pitchFamily="34" charset="0"/>
                <a:cs typeface="Calibri" panose="020F0502020204030204" pitchFamily="34" charset="0"/>
              </a:rPr>
              <a:t>Fault model &amp; symptom</a:t>
            </a:r>
            <a:endParaRPr lang="en-US" sz="3200"/>
          </a:p>
        </p:txBody>
      </p:sp>
      <p:sp>
        <p:nvSpPr>
          <p:cNvPr id="5" name="Content Placeholder 4">
            <a:extLst>
              <a:ext uri="{FF2B5EF4-FFF2-40B4-BE49-F238E27FC236}">
                <a16:creationId xmlns:a16="http://schemas.microsoft.com/office/drawing/2014/main" id="{CB4107C0-F30C-48CC-9F85-44139A0AF2EF}"/>
              </a:ext>
            </a:extLst>
          </p:cNvPr>
          <p:cNvSpPr>
            <a:spLocks noGrp="1"/>
          </p:cNvSpPr>
          <p:nvPr>
            <p:ph idx="1"/>
          </p:nvPr>
        </p:nvSpPr>
        <p:spPr>
          <a:xfrm>
            <a:off x="495300" y="1409701"/>
            <a:ext cx="11201400" cy="4457700"/>
          </a:xfrm>
        </p:spPr>
        <p:txBody>
          <a:bodyPr/>
          <a:lstStyle/>
          <a:p>
            <a:pPr marL="0" marR="0" indent="0" algn="just" fontAlgn="base" hangingPunct="0">
              <a:lnSpc>
                <a:spcPct val="115000"/>
              </a:lnSpc>
              <a:spcBef>
                <a:spcPts val="0"/>
              </a:spcBef>
              <a:spcAft>
                <a:spcPts val="1000"/>
              </a:spcAft>
              <a:buNone/>
            </a:pPr>
            <a:r>
              <a:rPr lang="en-AU" sz="1600" kern="1200">
                <a:solidFill>
                  <a:srgbClr val="000000"/>
                </a:solidFill>
                <a:effectLst/>
                <a:ea typeface="Arial" panose="020B0604020202020204" pitchFamily="34" charset="0"/>
                <a:cs typeface="Trebuchet MS" panose="020B0603020202020204" pitchFamily="34" charset="0"/>
              </a:rPr>
              <a:t>Fault</a:t>
            </a:r>
            <a:r>
              <a:rPr lang="en-AU" sz="1600" b="0" kern="1200">
                <a:solidFill>
                  <a:srgbClr val="000000"/>
                </a:solidFill>
                <a:effectLst/>
                <a:ea typeface="Arial" panose="020B0604020202020204" pitchFamily="34" charset="0"/>
                <a:cs typeface="Trebuchet MS" panose="020B0603020202020204" pitchFamily="34" charset="0"/>
              </a:rPr>
              <a:t> – Fault is defined to identify the abnormality of an Equipment </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1000"/>
              </a:spcAft>
              <a:buNone/>
            </a:pPr>
            <a:r>
              <a:rPr lang="en-AU" sz="1600" kern="1200">
                <a:solidFill>
                  <a:srgbClr val="000000"/>
                </a:solidFill>
                <a:effectLst/>
                <a:ea typeface="Arial" panose="020B0604020202020204" pitchFamily="34" charset="0"/>
                <a:cs typeface="Trebuchet MS" panose="020B0603020202020204" pitchFamily="34" charset="0"/>
              </a:rPr>
              <a:t>Symptom</a:t>
            </a:r>
            <a:r>
              <a:rPr lang="en-AU" sz="1600" b="0" kern="1200">
                <a:solidFill>
                  <a:srgbClr val="000000"/>
                </a:solidFill>
                <a:effectLst/>
                <a:ea typeface="Arial" panose="020B0604020202020204" pitchFamily="34" charset="0"/>
                <a:cs typeface="Trebuchet MS" panose="020B0603020202020204" pitchFamily="34" charset="0"/>
              </a:rPr>
              <a:t> – Symptoms are defined based on the possible causes for the Fault</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1000"/>
              </a:spcAft>
              <a:buNone/>
            </a:pPr>
            <a:r>
              <a:rPr lang="en-AU" sz="1600" kern="1200">
                <a:solidFill>
                  <a:srgbClr val="000000"/>
                </a:solidFill>
                <a:effectLst/>
                <a:ea typeface="Arial" panose="020B0604020202020204" pitchFamily="34" charset="0"/>
                <a:cs typeface="Trebuchet MS" panose="020B0603020202020204" pitchFamily="34" charset="0"/>
              </a:rPr>
              <a:t>Reactive Symptoms </a:t>
            </a:r>
            <a:r>
              <a:rPr lang="en-AU" sz="1600" b="0" kern="1200">
                <a:solidFill>
                  <a:srgbClr val="000000"/>
                </a:solidFill>
                <a:effectLst/>
                <a:ea typeface="Arial" panose="020B0604020202020204" pitchFamily="34" charset="0"/>
                <a:cs typeface="Trebuchet MS" panose="020B0603020202020204" pitchFamily="34" charset="0"/>
              </a:rPr>
              <a:t>(Backward Chaining) events shall represent diagnostic conditions that characterize the effect of the failures that are represented by the faults they are associated to. </a:t>
            </a:r>
            <a:endParaRPr lang="en-US" sz="1600" b="0">
              <a:effectLst/>
              <a:ea typeface="Calibri" panose="020F0502020204030204" pitchFamily="34" charset="0"/>
              <a:cs typeface="Arial" panose="020B0604020202020204" pitchFamily="34" charset="0"/>
            </a:endParaRPr>
          </a:p>
          <a:p>
            <a:pPr marL="0" marR="0" lvl="0" indent="0" algn="just" fontAlgn="base" hangingPunct="0">
              <a:lnSpc>
                <a:spcPct val="115000"/>
              </a:lnSpc>
              <a:spcBef>
                <a:spcPts val="0"/>
              </a:spcBef>
              <a:spcAft>
                <a:spcPts val="1000"/>
              </a:spcAft>
              <a:buNone/>
              <a:tabLst>
                <a:tab pos="266700" algn="l"/>
              </a:tabLst>
            </a:pPr>
            <a:r>
              <a:rPr lang="en-AU" sz="1600" b="0" kern="1200">
                <a:solidFill>
                  <a:srgbClr val="000000"/>
                </a:solidFill>
                <a:effectLst/>
                <a:ea typeface="Arial" panose="020B0604020202020204" pitchFamily="34" charset="0"/>
                <a:cs typeface="Trebuchet MS" panose="020B0603020202020204" pitchFamily="34" charset="0"/>
              </a:rPr>
              <a:t>Diagnostic Symptoms shall be used as reactive indicators to warn users of imminent failure </a:t>
            </a:r>
            <a:endParaRPr lang="en-US" sz="1600" b="0">
              <a:effectLst/>
              <a:ea typeface="Calibri" panose="020F0502020204030204" pitchFamily="34" charset="0"/>
              <a:cs typeface="Arial" panose="020B0604020202020204" pitchFamily="34" charset="0"/>
            </a:endParaRPr>
          </a:p>
          <a:p>
            <a:pPr marL="0" marR="0" lvl="0" indent="0" algn="just" fontAlgn="base" hangingPunct="0">
              <a:lnSpc>
                <a:spcPct val="115000"/>
              </a:lnSpc>
              <a:spcBef>
                <a:spcPts val="0"/>
              </a:spcBef>
              <a:spcAft>
                <a:spcPts val="1000"/>
              </a:spcAft>
              <a:buNone/>
              <a:tabLst>
                <a:tab pos="266700" algn="l"/>
              </a:tabLst>
            </a:pPr>
            <a:r>
              <a:rPr lang="en-AU" sz="1600" b="0" kern="1200">
                <a:solidFill>
                  <a:srgbClr val="000000"/>
                </a:solidFill>
                <a:effectLst/>
                <a:ea typeface="Arial" panose="020B0604020202020204" pitchFamily="34" charset="0"/>
                <a:cs typeface="Trebuchet MS" panose="020B0603020202020204" pitchFamily="34" charset="0"/>
              </a:rPr>
              <a:t>These symptoms shall present advisories or corrective actions on how to repair the failure they are associated to. </a:t>
            </a:r>
            <a:endParaRPr lang="en-US" sz="1600" b="0">
              <a:effectLst/>
              <a:ea typeface="Calibri" panose="020F0502020204030204" pitchFamily="34" charset="0"/>
              <a:cs typeface="Arial" panose="020B0604020202020204" pitchFamily="34" charset="0"/>
            </a:endParaRPr>
          </a:p>
          <a:p>
            <a:pPr marL="0" marR="0" lvl="0" indent="0" algn="just" fontAlgn="base" hangingPunct="0">
              <a:lnSpc>
                <a:spcPct val="115000"/>
              </a:lnSpc>
              <a:spcBef>
                <a:spcPts val="0"/>
              </a:spcBef>
              <a:spcAft>
                <a:spcPts val="1000"/>
              </a:spcAft>
              <a:buNone/>
              <a:tabLst>
                <a:tab pos="266700" algn="l"/>
              </a:tabLst>
            </a:pPr>
            <a:r>
              <a:rPr lang="en-AU" sz="1600" b="0" kern="1200">
                <a:solidFill>
                  <a:srgbClr val="000000"/>
                </a:solidFill>
                <a:effectLst/>
                <a:ea typeface="Arial" panose="020B0604020202020204" pitchFamily="34" charset="0"/>
                <a:cs typeface="Trebuchet MS" panose="020B0603020202020204" pitchFamily="34" charset="0"/>
              </a:rPr>
              <a:t>Diagnostic Symptoms names shall be configured to start with “DS_”.</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1000"/>
              </a:spcAft>
              <a:buNone/>
            </a:pPr>
            <a:r>
              <a:rPr lang="en-AU" sz="1600" kern="1200">
                <a:solidFill>
                  <a:srgbClr val="000000"/>
                </a:solidFill>
                <a:effectLst/>
                <a:ea typeface="Arial" panose="020B0604020202020204" pitchFamily="34" charset="0"/>
                <a:cs typeface="Trebuchet MS" panose="020B0603020202020204" pitchFamily="34" charset="0"/>
              </a:rPr>
              <a:t>Proactive Symptoms </a:t>
            </a:r>
            <a:r>
              <a:rPr lang="en-AU" sz="1600" b="0" kern="1200">
                <a:solidFill>
                  <a:srgbClr val="000000"/>
                </a:solidFill>
                <a:effectLst/>
                <a:ea typeface="Arial" panose="020B0604020202020204" pitchFamily="34" charset="0"/>
                <a:cs typeface="Trebuchet MS" panose="020B0603020202020204" pitchFamily="34" charset="0"/>
              </a:rPr>
              <a:t>(Forward Chaining) events shall represent root cause conditions that can lead to failures that are represented by the fault they are associated to. </a:t>
            </a:r>
            <a:endParaRPr lang="en-US" sz="1600" b="0">
              <a:effectLst/>
              <a:ea typeface="Calibri" panose="020F0502020204030204" pitchFamily="34" charset="0"/>
              <a:cs typeface="Arial" panose="020B0604020202020204" pitchFamily="34" charset="0"/>
            </a:endParaRPr>
          </a:p>
          <a:p>
            <a:pPr marL="0" marR="0" lvl="0" indent="0" algn="just" fontAlgn="base" hangingPunct="0">
              <a:lnSpc>
                <a:spcPct val="115000"/>
              </a:lnSpc>
              <a:spcBef>
                <a:spcPts val="0"/>
              </a:spcBef>
              <a:spcAft>
                <a:spcPts val="1000"/>
              </a:spcAft>
              <a:buNone/>
              <a:tabLst>
                <a:tab pos="266700" algn="l"/>
              </a:tabLst>
            </a:pPr>
            <a:r>
              <a:rPr lang="en-AU" sz="1600" b="0" kern="1200">
                <a:solidFill>
                  <a:srgbClr val="000000"/>
                </a:solidFill>
                <a:effectLst/>
                <a:ea typeface="Arial" panose="020B0604020202020204" pitchFamily="34" charset="0"/>
                <a:cs typeface="Trebuchet MS" panose="020B0603020202020204" pitchFamily="34" charset="0"/>
              </a:rPr>
              <a:t>Root Cause symptoms shall be active generally before a failure is present. </a:t>
            </a:r>
            <a:endParaRPr lang="en-US" sz="1600" b="0">
              <a:effectLst/>
              <a:ea typeface="Calibri" panose="020F0502020204030204" pitchFamily="34" charset="0"/>
              <a:cs typeface="Arial" panose="020B0604020202020204" pitchFamily="34" charset="0"/>
            </a:endParaRPr>
          </a:p>
          <a:p>
            <a:pPr marL="0" marR="0" lvl="0" indent="0" algn="just" fontAlgn="base" hangingPunct="0">
              <a:lnSpc>
                <a:spcPct val="115000"/>
              </a:lnSpc>
              <a:spcBef>
                <a:spcPts val="0"/>
              </a:spcBef>
              <a:spcAft>
                <a:spcPts val="1000"/>
              </a:spcAft>
              <a:buNone/>
              <a:tabLst>
                <a:tab pos="266700" algn="l"/>
              </a:tabLst>
            </a:pPr>
            <a:r>
              <a:rPr lang="en-AU" sz="1600" b="0" kern="1200">
                <a:solidFill>
                  <a:srgbClr val="000000"/>
                </a:solidFill>
                <a:effectLst/>
                <a:ea typeface="Arial" panose="020B0604020202020204" pitchFamily="34" charset="0"/>
                <a:cs typeface="Trebuchet MS" panose="020B0603020202020204" pitchFamily="34" charset="0"/>
              </a:rPr>
              <a:t>These symptoms shall present Advisories or corrective actions to remove or mitigate the root cause and  prevent the failure from occurring. </a:t>
            </a:r>
            <a:endParaRPr lang="en-US" sz="1600" b="0">
              <a:effectLst/>
              <a:ea typeface="Calibri" panose="020F0502020204030204" pitchFamily="34" charset="0"/>
              <a:cs typeface="Arial" panose="020B0604020202020204" pitchFamily="34" charset="0"/>
            </a:endParaRPr>
          </a:p>
          <a:p>
            <a:pPr marL="0" marR="0" lvl="0" indent="0" algn="just" fontAlgn="base" hangingPunct="0">
              <a:lnSpc>
                <a:spcPct val="115000"/>
              </a:lnSpc>
              <a:spcBef>
                <a:spcPts val="0"/>
              </a:spcBef>
              <a:spcAft>
                <a:spcPts val="1000"/>
              </a:spcAft>
              <a:buNone/>
              <a:tabLst>
                <a:tab pos="266700" algn="l"/>
              </a:tabLst>
            </a:pPr>
            <a:r>
              <a:rPr lang="en-AU" sz="1600" b="0" kern="1200">
                <a:solidFill>
                  <a:srgbClr val="000000"/>
                </a:solidFill>
                <a:effectLst/>
                <a:ea typeface="Arial" panose="020B0604020202020204" pitchFamily="34" charset="0"/>
                <a:cs typeface="Trebuchet MS" panose="020B0603020202020204" pitchFamily="34" charset="0"/>
              </a:rPr>
              <a:t>Root Cause symptom names shall be configured to start with “RC_”. </a:t>
            </a:r>
            <a:endParaRPr lang="en-US" sz="1600" b="0">
              <a:effectLst/>
              <a:ea typeface="Calibri" panose="020F0502020204030204" pitchFamily="34" charset="0"/>
              <a:cs typeface="Arial" panose="020B0604020202020204" pitchFamily="34" charset="0"/>
            </a:endParaRPr>
          </a:p>
          <a:p>
            <a:pPr marL="0" indent="0">
              <a:buNone/>
            </a:pPr>
            <a:endParaRPr lang="en-US" sz="1600" b="0"/>
          </a:p>
        </p:txBody>
      </p:sp>
      <p:sp>
        <p:nvSpPr>
          <p:cNvPr id="4" name="Slide Number Placeholder 3">
            <a:extLst>
              <a:ext uri="{FF2B5EF4-FFF2-40B4-BE49-F238E27FC236}">
                <a16:creationId xmlns:a16="http://schemas.microsoft.com/office/drawing/2014/main" id="{EA8A1748-C9B6-E039-035C-26B5C295D513}"/>
              </a:ext>
            </a:extLst>
          </p:cNvPr>
          <p:cNvSpPr>
            <a:spLocks noGrp="1"/>
          </p:cNvSpPr>
          <p:nvPr>
            <p:ph type="sldNum" sz="quarter" idx="12"/>
          </p:nvPr>
        </p:nvSpPr>
        <p:spPr>
          <a:xfrm>
            <a:off x="11645901" y="-18805"/>
            <a:ext cx="675217" cy="504825"/>
          </a:xfrm>
        </p:spPr>
        <p:txBody>
          <a:bodyPr/>
          <a:lstStyle/>
          <a:p>
            <a:fld id="{7B94EC18-1D2B-4535-B738-0E53AFE26620}" type="slidenum">
              <a:rPr lang="en-US" smtClean="0"/>
              <a:t>21</a:t>
            </a:fld>
            <a:endParaRPr lang="en-US"/>
          </a:p>
        </p:txBody>
      </p:sp>
    </p:spTree>
    <p:extLst>
      <p:ext uri="{BB962C8B-B14F-4D97-AF65-F5344CB8AC3E}">
        <p14:creationId xmlns:p14="http://schemas.microsoft.com/office/powerpoint/2010/main" val="9134742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58E19-7C28-4E1C-99B1-5F5603FB1EDF}"/>
              </a:ext>
            </a:extLst>
          </p:cNvPr>
          <p:cNvSpPr>
            <a:spLocks noGrp="1"/>
          </p:cNvSpPr>
          <p:nvPr>
            <p:ph type="title"/>
          </p:nvPr>
        </p:nvSpPr>
        <p:spPr>
          <a:xfrm>
            <a:off x="495299" y="178595"/>
            <a:ext cx="11201401" cy="492443"/>
          </a:xfrm>
        </p:spPr>
        <p:txBody>
          <a:bodyPr/>
          <a:lstStyle/>
          <a:p>
            <a:r>
              <a:rPr lang="en-US" sz="3200" b="1">
                <a:latin typeface="Calibri" panose="020F0502020204030204" pitchFamily="34" charset="0"/>
                <a:cs typeface="Calibri" panose="020F0502020204030204" pitchFamily="34" charset="0"/>
              </a:rPr>
              <a:t>Fault model &amp; symptom</a:t>
            </a:r>
            <a:endParaRPr lang="en-US" sz="3200"/>
          </a:p>
        </p:txBody>
      </p:sp>
      <p:pic>
        <p:nvPicPr>
          <p:cNvPr id="6" name="Content Placeholder 5">
            <a:extLst>
              <a:ext uri="{FF2B5EF4-FFF2-40B4-BE49-F238E27FC236}">
                <a16:creationId xmlns:a16="http://schemas.microsoft.com/office/drawing/2014/main" id="{74A9E1D0-D1EE-421A-A926-F431315AC540}"/>
              </a:ext>
            </a:extLst>
          </p:cNvPr>
          <p:cNvPicPr>
            <a:picLocks noGrp="1" noChangeAspect="1"/>
          </p:cNvPicPr>
          <p:nvPr>
            <p:ph idx="1"/>
          </p:nvPr>
        </p:nvPicPr>
        <p:blipFill>
          <a:blip r:embed="rId2"/>
          <a:stretch>
            <a:fillRect/>
          </a:stretch>
        </p:blipFill>
        <p:spPr>
          <a:xfrm>
            <a:off x="2204444" y="942719"/>
            <a:ext cx="7792878" cy="5089792"/>
          </a:xfrm>
          <a:prstGeom prst="rect">
            <a:avLst/>
          </a:prstGeom>
        </p:spPr>
      </p:pic>
      <p:sp>
        <p:nvSpPr>
          <p:cNvPr id="4" name="Slide Number Placeholder 3">
            <a:extLst>
              <a:ext uri="{FF2B5EF4-FFF2-40B4-BE49-F238E27FC236}">
                <a16:creationId xmlns:a16="http://schemas.microsoft.com/office/drawing/2014/main" id="{03FA4870-E910-0395-69E5-BE91B7E5B79A}"/>
              </a:ext>
            </a:extLst>
          </p:cNvPr>
          <p:cNvSpPr>
            <a:spLocks noGrp="1"/>
          </p:cNvSpPr>
          <p:nvPr>
            <p:ph type="sldNum" sz="quarter" idx="12"/>
          </p:nvPr>
        </p:nvSpPr>
        <p:spPr>
          <a:xfrm>
            <a:off x="11645901" y="-28574"/>
            <a:ext cx="675217" cy="504825"/>
          </a:xfrm>
        </p:spPr>
        <p:txBody>
          <a:bodyPr/>
          <a:lstStyle/>
          <a:p>
            <a:fld id="{7B94EC18-1D2B-4535-B738-0E53AFE26620}" type="slidenum">
              <a:rPr lang="en-US" smtClean="0"/>
              <a:t>22</a:t>
            </a:fld>
            <a:endParaRPr lang="en-US"/>
          </a:p>
        </p:txBody>
      </p:sp>
    </p:spTree>
    <p:extLst>
      <p:ext uri="{BB962C8B-B14F-4D97-AF65-F5344CB8AC3E}">
        <p14:creationId xmlns:p14="http://schemas.microsoft.com/office/powerpoint/2010/main" val="17507418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F418A-AB8A-4FB2-BE45-A15ACDE2B136}"/>
              </a:ext>
            </a:extLst>
          </p:cNvPr>
          <p:cNvSpPr>
            <a:spLocks noGrp="1"/>
          </p:cNvSpPr>
          <p:nvPr>
            <p:ph type="title"/>
          </p:nvPr>
        </p:nvSpPr>
        <p:spPr>
          <a:xfrm>
            <a:off x="495299" y="341062"/>
            <a:ext cx="11201401" cy="584775"/>
          </a:xfrm>
        </p:spPr>
        <p:txBody>
          <a:bodyPr/>
          <a:lstStyle/>
          <a:p>
            <a:r>
              <a:rPr lang="en-US" sz="3200">
                <a:latin typeface="Calibri" panose="020F0502020204030204" pitchFamily="34" charset="0"/>
                <a:cs typeface="Calibri" panose="020F0502020204030204" pitchFamily="34" charset="0"/>
              </a:rPr>
              <a:t>E</a:t>
            </a:r>
            <a:r>
              <a:rPr lang="en-US" sz="3200" b="1">
                <a:latin typeface="Calibri" panose="020F0502020204030204" pitchFamily="34" charset="0"/>
                <a:cs typeface="Calibri" panose="020F0502020204030204" pitchFamily="34" charset="0"/>
              </a:rPr>
              <a:t>vent status</a:t>
            </a:r>
            <a:endParaRPr lang="en-US" sz="3200"/>
          </a:p>
        </p:txBody>
      </p:sp>
      <p:sp>
        <p:nvSpPr>
          <p:cNvPr id="5" name="TextBox 4">
            <a:extLst>
              <a:ext uri="{FF2B5EF4-FFF2-40B4-BE49-F238E27FC236}">
                <a16:creationId xmlns:a16="http://schemas.microsoft.com/office/drawing/2014/main" id="{A5EC1755-296F-4B9F-BBDB-8C7BC530D922}"/>
              </a:ext>
            </a:extLst>
          </p:cNvPr>
          <p:cNvSpPr txBox="1"/>
          <p:nvPr/>
        </p:nvSpPr>
        <p:spPr>
          <a:xfrm>
            <a:off x="495299" y="1042826"/>
            <a:ext cx="7117356" cy="5474832"/>
          </a:xfrm>
          <a:prstGeom prst="rect">
            <a:avLst/>
          </a:prstGeom>
          <a:noFill/>
        </p:spPr>
        <p:txBody>
          <a:bodyPr wrap="square" lIns="0" tIns="0" rIns="0" bIns="0" rtlCol="0">
            <a:spAutoFit/>
          </a:bodyPr>
          <a:lstStyle/>
          <a:p>
            <a:pPr marL="0" marR="0" algn="just" fontAlgn="base" hangingPunct="0">
              <a:lnSpc>
                <a:spcPct val="115000"/>
              </a:lnSpc>
              <a:spcBef>
                <a:spcPts val="0"/>
              </a:spcBef>
              <a:spcAft>
                <a:spcPts val="1000"/>
              </a:spcAft>
            </a:pPr>
            <a:r>
              <a:rPr lang="en-AU" sz="1600" kern="1200" dirty="0">
                <a:solidFill>
                  <a:srgbClr val="000000"/>
                </a:solidFill>
                <a:effectLst/>
                <a:ea typeface="Arial" panose="020B0604020202020204" pitchFamily="34" charset="0"/>
                <a:cs typeface="Trebuchet MS" panose="020B0603020202020204" pitchFamily="34" charset="0"/>
              </a:rPr>
              <a:t>All events travel through transition statuses during their life cycle in </a:t>
            </a:r>
            <a:r>
              <a:rPr lang="en-US" sz="1600" dirty="0"/>
              <a:t>Asset Performance Management </a:t>
            </a:r>
            <a:r>
              <a:rPr lang="en-AU" sz="1600" kern="1200" dirty="0">
                <a:solidFill>
                  <a:srgbClr val="000000"/>
                </a:solidFill>
                <a:effectLst/>
                <a:ea typeface="Arial" panose="020B0604020202020204" pitchFamily="34" charset="0"/>
                <a:cs typeface="Trebuchet MS" panose="020B0603020202020204" pitchFamily="34" charset="0"/>
              </a:rPr>
              <a:t>:</a:t>
            </a:r>
            <a:endParaRPr lang="en-US" sz="1600" dirty="0">
              <a:effectLst/>
              <a:ea typeface="Calibri" panose="020F0502020204030204" pitchFamily="34" charset="0"/>
              <a:cs typeface="Arial" panose="020B0604020202020204" pitchFamily="34" charset="0"/>
            </a:endParaRPr>
          </a:p>
          <a:p>
            <a:pPr marR="0" lvl="0" algn="just" fontAlgn="base" hangingPunct="0">
              <a:lnSpc>
                <a:spcPct val="115000"/>
              </a:lnSpc>
              <a:spcBef>
                <a:spcPts val="0"/>
              </a:spcBef>
              <a:spcAft>
                <a:spcPts val="1000"/>
              </a:spcAft>
              <a:tabLst>
                <a:tab pos="266700" algn="l"/>
              </a:tabLst>
            </a:pPr>
            <a:r>
              <a:rPr lang="en-AU" sz="1600" b="1" kern="1200" dirty="0">
                <a:solidFill>
                  <a:srgbClr val="000000"/>
                </a:solidFill>
                <a:effectLst/>
                <a:ea typeface="Arial" panose="020B0604020202020204" pitchFamily="34" charset="0"/>
                <a:cs typeface="Trebuchet MS" panose="020B0603020202020204" pitchFamily="34" charset="0"/>
              </a:rPr>
              <a:t>Potential</a:t>
            </a:r>
            <a:r>
              <a:rPr lang="en-AU" sz="1600" kern="1200" dirty="0">
                <a:solidFill>
                  <a:srgbClr val="000000"/>
                </a:solidFill>
                <a:effectLst/>
                <a:ea typeface="Arial" panose="020B0604020202020204" pitchFamily="34" charset="0"/>
                <a:cs typeface="Trebuchet MS" panose="020B0603020202020204" pitchFamily="34" charset="0"/>
              </a:rPr>
              <a:t>: one or more symptoms is active, but the fault conditions have not been reached.</a:t>
            </a:r>
            <a:endParaRPr lang="en-US" sz="1600" dirty="0">
              <a:effectLst/>
              <a:ea typeface="Calibri" panose="020F0502020204030204" pitchFamily="34" charset="0"/>
              <a:cs typeface="Arial" panose="020B0604020202020204" pitchFamily="34" charset="0"/>
            </a:endParaRPr>
          </a:p>
          <a:p>
            <a:pPr marR="0" lvl="0" algn="just" fontAlgn="base" hangingPunct="0">
              <a:lnSpc>
                <a:spcPct val="115000"/>
              </a:lnSpc>
              <a:spcBef>
                <a:spcPts val="0"/>
              </a:spcBef>
              <a:spcAft>
                <a:spcPts val="1000"/>
              </a:spcAft>
              <a:tabLst>
                <a:tab pos="266700" algn="l"/>
              </a:tabLst>
            </a:pPr>
            <a:r>
              <a:rPr lang="en-AU" sz="1600" b="1" kern="1200" dirty="0">
                <a:solidFill>
                  <a:srgbClr val="000000"/>
                </a:solidFill>
                <a:effectLst/>
                <a:ea typeface="Arial" panose="020B0604020202020204" pitchFamily="34" charset="0"/>
                <a:cs typeface="Trebuchet MS" panose="020B0603020202020204" pitchFamily="34" charset="0"/>
              </a:rPr>
              <a:t>Active</a:t>
            </a:r>
            <a:r>
              <a:rPr lang="en-AU" sz="1600" kern="1200" dirty="0">
                <a:solidFill>
                  <a:srgbClr val="000000"/>
                </a:solidFill>
                <a:effectLst/>
                <a:ea typeface="Arial" panose="020B0604020202020204" pitchFamily="34" charset="0"/>
                <a:cs typeface="Trebuchet MS" panose="020B0603020202020204" pitchFamily="34" charset="0"/>
              </a:rPr>
              <a:t>: the expression associated with the event (for example, a fault or symptom) returns value of !=0.</a:t>
            </a:r>
            <a:endParaRPr lang="en-US" sz="1600" dirty="0">
              <a:effectLst/>
              <a:ea typeface="Calibri" panose="020F0502020204030204" pitchFamily="34" charset="0"/>
              <a:cs typeface="Arial" panose="020B0604020202020204" pitchFamily="34" charset="0"/>
            </a:endParaRPr>
          </a:p>
          <a:p>
            <a:pPr marR="0" lvl="0" algn="just" fontAlgn="base" hangingPunct="0">
              <a:lnSpc>
                <a:spcPct val="115000"/>
              </a:lnSpc>
              <a:spcBef>
                <a:spcPts val="0"/>
              </a:spcBef>
              <a:spcAft>
                <a:spcPts val="1000"/>
              </a:spcAft>
              <a:tabLst>
                <a:tab pos="266700" algn="l"/>
              </a:tabLst>
            </a:pPr>
            <a:r>
              <a:rPr lang="en-AU" sz="1600" b="1" kern="1200" dirty="0">
                <a:solidFill>
                  <a:srgbClr val="000000"/>
                </a:solidFill>
                <a:effectLst/>
                <a:ea typeface="Arial" panose="020B0604020202020204" pitchFamily="34" charset="0"/>
                <a:cs typeface="Trebuchet MS" panose="020B0603020202020204" pitchFamily="34" charset="0"/>
              </a:rPr>
              <a:t>Inactive (Deactivated): </a:t>
            </a:r>
            <a:r>
              <a:rPr lang="en-AU" sz="1600" kern="1200" dirty="0">
                <a:solidFill>
                  <a:srgbClr val="000000"/>
                </a:solidFill>
                <a:effectLst/>
                <a:ea typeface="Arial" panose="020B0604020202020204" pitchFamily="34" charset="0"/>
                <a:cs typeface="Trebuchet MS" panose="020B0603020202020204" pitchFamily="34" charset="0"/>
              </a:rPr>
              <a:t>the expression associated with the event (for example, a fault or symptom) returns value of 0.</a:t>
            </a:r>
            <a:endParaRPr lang="en-US" sz="1600" dirty="0">
              <a:effectLst/>
              <a:ea typeface="Calibri" panose="020F0502020204030204" pitchFamily="34" charset="0"/>
              <a:cs typeface="Arial" panose="020B0604020202020204" pitchFamily="34" charset="0"/>
            </a:endParaRPr>
          </a:p>
          <a:p>
            <a:pPr marR="0" lvl="0" algn="just" fontAlgn="base" hangingPunct="0">
              <a:lnSpc>
                <a:spcPct val="115000"/>
              </a:lnSpc>
              <a:spcBef>
                <a:spcPts val="0"/>
              </a:spcBef>
              <a:spcAft>
                <a:spcPts val="1000"/>
              </a:spcAft>
              <a:tabLst>
                <a:tab pos="266700" algn="l"/>
              </a:tabLst>
            </a:pPr>
            <a:r>
              <a:rPr lang="en-AU" sz="1600" b="1" kern="1200" dirty="0">
                <a:solidFill>
                  <a:srgbClr val="000000"/>
                </a:solidFill>
                <a:effectLst/>
                <a:ea typeface="Arial" panose="020B0604020202020204" pitchFamily="34" charset="0"/>
                <a:cs typeface="Trebuchet MS" panose="020B0603020202020204" pitchFamily="34" charset="0"/>
              </a:rPr>
              <a:t>Accepted: </a:t>
            </a:r>
            <a:r>
              <a:rPr lang="en-AU" sz="1600" kern="1200" dirty="0">
                <a:solidFill>
                  <a:srgbClr val="000000"/>
                </a:solidFill>
                <a:effectLst/>
                <a:ea typeface="Arial" panose="020B0604020202020204" pitchFamily="34" charset="0"/>
                <a:cs typeface="Trebuchet MS" panose="020B0603020202020204" pitchFamily="34" charset="0"/>
              </a:rPr>
              <a:t>the event haves been accepted by a user to address.</a:t>
            </a:r>
            <a:endParaRPr lang="en-US" sz="1600" dirty="0">
              <a:effectLst/>
              <a:ea typeface="Calibri" panose="020F0502020204030204" pitchFamily="34" charset="0"/>
              <a:cs typeface="Arial" panose="020B0604020202020204" pitchFamily="34" charset="0"/>
            </a:endParaRPr>
          </a:p>
          <a:p>
            <a:pPr marR="0" lvl="0" algn="just" fontAlgn="base" hangingPunct="0">
              <a:lnSpc>
                <a:spcPct val="115000"/>
              </a:lnSpc>
              <a:spcBef>
                <a:spcPts val="0"/>
              </a:spcBef>
              <a:spcAft>
                <a:spcPts val="1000"/>
              </a:spcAft>
              <a:tabLst>
                <a:tab pos="266700" algn="l"/>
              </a:tabLst>
            </a:pPr>
            <a:r>
              <a:rPr lang="en-AU" sz="1600" b="1" kern="1200" dirty="0">
                <a:solidFill>
                  <a:srgbClr val="000000"/>
                </a:solidFill>
                <a:effectLst/>
                <a:ea typeface="Arial" panose="020B0604020202020204" pitchFamily="34" charset="0"/>
                <a:cs typeface="Trebuchet MS" panose="020B0603020202020204" pitchFamily="34" charset="0"/>
              </a:rPr>
              <a:t>Locked: </a:t>
            </a:r>
            <a:r>
              <a:rPr lang="en-AU" sz="1600" kern="1200" dirty="0">
                <a:solidFill>
                  <a:srgbClr val="000000"/>
                </a:solidFill>
                <a:effectLst/>
                <a:ea typeface="Arial" panose="020B0604020202020204" pitchFamily="34" charset="0"/>
                <a:cs typeface="Trebuchet MS" panose="020B0603020202020204" pitchFamily="34" charset="0"/>
              </a:rPr>
              <a:t>event is locked by the user, so the state does not change irrespective of the fault or the symptom condition. This is typically used to avoid duplicate events when the event is being addressed in field.</a:t>
            </a:r>
            <a:endParaRPr lang="en-US" sz="1600" dirty="0">
              <a:effectLst/>
              <a:ea typeface="Calibri" panose="020F0502020204030204" pitchFamily="34" charset="0"/>
              <a:cs typeface="Arial" panose="020B0604020202020204" pitchFamily="34" charset="0"/>
            </a:endParaRPr>
          </a:p>
          <a:p>
            <a:pPr marR="0" lvl="0" algn="just" fontAlgn="base" hangingPunct="0">
              <a:lnSpc>
                <a:spcPct val="115000"/>
              </a:lnSpc>
              <a:spcBef>
                <a:spcPts val="0"/>
              </a:spcBef>
              <a:spcAft>
                <a:spcPts val="1000"/>
              </a:spcAft>
              <a:tabLst>
                <a:tab pos="266700" algn="l"/>
              </a:tabLst>
            </a:pPr>
            <a:r>
              <a:rPr lang="en-AU" sz="1600" b="1" kern="1200" dirty="0">
                <a:solidFill>
                  <a:srgbClr val="000000"/>
                </a:solidFill>
                <a:effectLst/>
                <a:ea typeface="Arial" panose="020B0604020202020204" pitchFamily="34" charset="0"/>
                <a:cs typeface="Trebuchet MS" panose="020B0603020202020204" pitchFamily="34" charset="0"/>
              </a:rPr>
              <a:t>Closed: </a:t>
            </a:r>
            <a:r>
              <a:rPr lang="en-AU" sz="1600" kern="1200" dirty="0">
                <a:solidFill>
                  <a:srgbClr val="000000"/>
                </a:solidFill>
                <a:effectLst/>
                <a:ea typeface="Arial" panose="020B0604020202020204" pitchFamily="34" charset="0"/>
                <a:cs typeface="Trebuchet MS" panose="020B0603020202020204" pitchFamily="34" charset="0"/>
              </a:rPr>
              <a:t>event has been closed by the user (includes a record of the </a:t>
            </a:r>
            <a:r>
              <a:rPr lang="en-US" sz="1600" kern="1200" dirty="0">
                <a:solidFill>
                  <a:srgbClr val="000000"/>
                </a:solidFill>
                <a:effectLst/>
                <a:ea typeface="Arial" panose="020B0604020202020204" pitchFamily="34" charset="0"/>
                <a:cs typeface="Trebuchet MS" panose="020B0603020202020204" pitchFamily="34" charset="0"/>
              </a:rPr>
              <a:t>	</a:t>
            </a:r>
            <a:r>
              <a:rPr lang="en-AU" sz="1600" kern="1200" dirty="0">
                <a:solidFill>
                  <a:srgbClr val="000000"/>
                </a:solidFill>
                <a:effectLst/>
                <a:ea typeface="Arial" panose="020B0604020202020204" pitchFamily="34" charset="0"/>
                <a:cs typeface="Trebuchet MS" panose="020B0603020202020204" pitchFamily="34" charset="0"/>
              </a:rPr>
              <a:t>reason code, comments).</a:t>
            </a:r>
            <a:endParaRPr lang="en-US" sz="1600" dirty="0">
              <a:effectLst/>
              <a:ea typeface="Calibri" panose="020F0502020204030204" pitchFamily="34" charset="0"/>
              <a:cs typeface="Arial" panose="020B0604020202020204" pitchFamily="34" charset="0"/>
            </a:endParaRPr>
          </a:p>
          <a:p>
            <a:pPr marR="0" lvl="0" algn="just" fontAlgn="base" hangingPunct="0">
              <a:lnSpc>
                <a:spcPct val="115000"/>
              </a:lnSpc>
              <a:spcBef>
                <a:spcPts val="0"/>
              </a:spcBef>
              <a:spcAft>
                <a:spcPts val="1000"/>
              </a:spcAft>
              <a:tabLst>
                <a:tab pos="266700" algn="l"/>
              </a:tabLst>
            </a:pPr>
            <a:r>
              <a:rPr lang="en-AU" sz="1600" b="1" kern="1200" dirty="0">
                <a:solidFill>
                  <a:srgbClr val="000000"/>
                </a:solidFill>
                <a:effectLst/>
                <a:ea typeface="Arial" panose="020B0604020202020204" pitchFamily="34" charset="0"/>
                <a:cs typeface="Trebuchet MS" panose="020B0603020202020204" pitchFamily="34" charset="0"/>
              </a:rPr>
              <a:t>Rejected: </a:t>
            </a:r>
            <a:r>
              <a:rPr lang="en-AU" sz="1600" kern="1200" dirty="0">
                <a:solidFill>
                  <a:srgbClr val="000000"/>
                </a:solidFill>
                <a:effectLst/>
                <a:ea typeface="Arial" panose="020B0604020202020204" pitchFamily="34" charset="0"/>
                <a:cs typeface="Trebuchet MS" panose="020B0603020202020204" pitchFamily="34" charset="0"/>
              </a:rPr>
              <a:t>event has been falsely identified by the system and rejected by a user (possibly marked as a false positive).</a:t>
            </a:r>
            <a:endParaRPr lang="en-US" sz="1600" dirty="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B6730FE-E5A2-E2C4-AE53-BA388F258A64}"/>
              </a:ext>
            </a:extLst>
          </p:cNvPr>
          <p:cNvSpPr>
            <a:spLocks noGrp="1"/>
          </p:cNvSpPr>
          <p:nvPr>
            <p:ph type="sldNum" sz="quarter" idx="12"/>
          </p:nvPr>
        </p:nvSpPr>
        <p:spPr>
          <a:xfrm>
            <a:off x="11645901" y="-18805"/>
            <a:ext cx="675217" cy="504825"/>
          </a:xfrm>
        </p:spPr>
        <p:txBody>
          <a:bodyPr/>
          <a:lstStyle/>
          <a:p>
            <a:fld id="{7B94EC18-1D2B-4535-B738-0E53AFE26620}" type="slidenum">
              <a:rPr lang="en-US" smtClean="0"/>
              <a:t>23</a:t>
            </a:fld>
            <a:endParaRPr lang="en-US"/>
          </a:p>
        </p:txBody>
      </p:sp>
      <p:pic>
        <p:nvPicPr>
          <p:cNvPr id="6" name="Picture 5">
            <a:extLst>
              <a:ext uri="{FF2B5EF4-FFF2-40B4-BE49-F238E27FC236}">
                <a16:creationId xmlns:a16="http://schemas.microsoft.com/office/drawing/2014/main" id="{F4A23AD2-8543-0402-9384-EC17A605FA36}"/>
              </a:ext>
            </a:extLst>
          </p:cNvPr>
          <p:cNvPicPr>
            <a:picLocks noChangeAspect="1"/>
          </p:cNvPicPr>
          <p:nvPr/>
        </p:nvPicPr>
        <p:blipFill>
          <a:blip r:embed="rId2"/>
          <a:stretch>
            <a:fillRect/>
          </a:stretch>
        </p:blipFill>
        <p:spPr>
          <a:xfrm>
            <a:off x="8177274" y="1042825"/>
            <a:ext cx="3105150" cy="1118483"/>
          </a:xfrm>
          <a:prstGeom prst="rect">
            <a:avLst/>
          </a:prstGeom>
        </p:spPr>
      </p:pic>
      <p:pic>
        <p:nvPicPr>
          <p:cNvPr id="10" name="Picture 9">
            <a:extLst>
              <a:ext uri="{FF2B5EF4-FFF2-40B4-BE49-F238E27FC236}">
                <a16:creationId xmlns:a16="http://schemas.microsoft.com/office/drawing/2014/main" id="{38E9648E-0726-5F44-9552-7EDEF94F3355}"/>
              </a:ext>
            </a:extLst>
          </p:cNvPr>
          <p:cNvPicPr>
            <a:picLocks noChangeAspect="1"/>
          </p:cNvPicPr>
          <p:nvPr/>
        </p:nvPicPr>
        <p:blipFill>
          <a:blip r:embed="rId3"/>
          <a:stretch>
            <a:fillRect/>
          </a:stretch>
        </p:blipFill>
        <p:spPr>
          <a:xfrm>
            <a:off x="8177274" y="2063684"/>
            <a:ext cx="3133725" cy="3751490"/>
          </a:xfrm>
          <a:prstGeom prst="rect">
            <a:avLst/>
          </a:prstGeom>
        </p:spPr>
      </p:pic>
    </p:spTree>
    <p:extLst>
      <p:ext uri="{BB962C8B-B14F-4D97-AF65-F5344CB8AC3E}">
        <p14:creationId xmlns:p14="http://schemas.microsoft.com/office/powerpoint/2010/main" val="10959653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E8336-DCEE-433A-B929-7E1F94C66F97}"/>
              </a:ext>
            </a:extLst>
          </p:cNvPr>
          <p:cNvSpPr>
            <a:spLocks noGrp="1"/>
          </p:cNvSpPr>
          <p:nvPr>
            <p:ph type="title"/>
          </p:nvPr>
        </p:nvSpPr>
        <p:spPr>
          <a:xfrm>
            <a:off x="495299" y="495299"/>
            <a:ext cx="11201401" cy="1077218"/>
          </a:xfrm>
        </p:spPr>
        <p:txBody>
          <a:bodyPr/>
          <a:lstStyle/>
          <a:p>
            <a:r>
              <a:rPr lang="en-US" sz="3200"/>
              <a:t>Hierarchy</a:t>
            </a:r>
            <a:br>
              <a:rPr lang="en-US" sz="3200" b="1">
                <a:solidFill>
                  <a:srgbClr val="84BD00"/>
                </a:solidFill>
                <a:effectLst/>
                <a:latin typeface="Cambria" panose="02040503050406030204" pitchFamily="18" charset="0"/>
                <a:ea typeface="MS Gothic" panose="020B0609070205080204" pitchFamily="49" charset="-128"/>
                <a:cs typeface="Times New Roman" panose="02020603050405020304" pitchFamily="18" charset="0"/>
              </a:rPr>
            </a:br>
            <a:endParaRPr lang="en-US" sz="3200"/>
          </a:p>
        </p:txBody>
      </p:sp>
      <p:sp>
        <p:nvSpPr>
          <p:cNvPr id="3" name="Content Placeholder 2">
            <a:extLst>
              <a:ext uri="{FF2B5EF4-FFF2-40B4-BE49-F238E27FC236}">
                <a16:creationId xmlns:a16="http://schemas.microsoft.com/office/drawing/2014/main" id="{FC14B7D6-5B28-4DFF-A9CB-74ED393B5F09}"/>
              </a:ext>
            </a:extLst>
          </p:cNvPr>
          <p:cNvSpPr>
            <a:spLocks noGrp="1"/>
          </p:cNvSpPr>
          <p:nvPr>
            <p:ph idx="1"/>
          </p:nvPr>
        </p:nvSpPr>
        <p:spPr/>
        <p:txBody>
          <a:bodyPr/>
          <a:lstStyle/>
          <a:p>
            <a:pPr marL="0" indent="0">
              <a:buNone/>
            </a:pPr>
            <a:r>
              <a:rPr lang="en-US" sz="1600" dirty="0"/>
              <a:t>Asset </a:t>
            </a:r>
            <a:r>
              <a:rPr lang="en-AU" sz="1600" dirty="0"/>
              <a:t>Hierarchy</a:t>
            </a:r>
          </a:p>
          <a:p>
            <a:pPr marL="0" indent="0">
              <a:buNone/>
            </a:pPr>
            <a:endParaRPr lang="en-AU" sz="1600" dirty="0"/>
          </a:p>
          <a:p>
            <a:pPr marL="0" marR="0" indent="0" fontAlgn="base" hangingPunct="0">
              <a:lnSpc>
                <a:spcPct val="115000"/>
              </a:lnSpc>
              <a:spcBef>
                <a:spcPts val="0"/>
              </a:spcBef>
              <a:spcAft>
                <a:spcPts val="1000"/>
              </a:spcAft>
              <a:buNone/>
            </a:pPr>
            <a:r>
              <a:rPr lang="en-AU" sz="1600" b="0" kern="1200" dirty="0">
                <a:solidFill>
                  <a:srgbClr val="000000"/>
                </a:solidFill>
                <a:effectLst/>
                <a:ea typeface="Arial" panose="020B0604020202020204" pitchFamily="34" charset="0"/>
                <a:cs typeface="Trebuchet MS" panose="020B0603020202020204" pitchFamily="34" charset="0"/>
              </a:rPr>
              <a:t>In </a:t>
            </a:r>
            <a:r>
              <a:rPr lang="en-US" sz="1600" dirty="0"/>
              <a:t>Asset Performance Management </a:t>
            </a:r>
            <a:r>
              <a:rPr lang="en-AU" sz="1600" b="0" kern="1200" dirty="0">
                <a:solidFill>
                  <a:srgbClr val="000000"/>
                </a:solidFill>
                <a:effectLst/>
                <a:ea typeface="Arial" panose="020B0604020202020204" pitchFamily="34" charset="0"/>
                <a:cs typeface="Trebuchet MS" panose="020B0603020202020204" pitchFamily="34" charset="0"/>
              </a:rPr>
              <a:t>, an ass</a:t>
            </a:r>
            <a:r>
              <a:rPr lang="en-AU" sz="1600" b="0" kern="1200" dirty="0">
                <a:effectLst/>
                <a:ea typeface="Arial" panose="020B0604020202020204" pitchFamily="34" charset="0"/>
                <a:cs typeface="Trebuchet MS" panose="020B0603020202020204" pitchFamily="34" charset="0"/>
              </a:rPr>
              <a:t>et hierarchy is created to classify an asset into several segments and represent the segments in the tree view. The hierarchy enable you to view the whole structure of the plant in a graphical tree.</a:t>
            </a:r>
            <a:endParaRPr lang="en-US" sz="1600" dirty="0">
              <a:effectLst/>
              <a:ea typeface="Calibri" panose="020F0502020204030204" pitchFamily="34" charset="0"/>
              <a:cs typeface="Arial" panose="020B0604020202020204" pitchFamily="34" charset="0"/>
            </a:endParaRPr>
          </a:p>
          <a:p>
            <a:pPr marL="0" marR="0" indent="0" fontAlgn="base" hangingPunct="0">
              <a:lnSpc>
                <a:spcPct val="115000"/>
              </a:lnSpc>
              <a:spcBef>
                <a:spcPts val="0"/>
              </a:spcBef>
              <a:spcAft>
                <a:spcPts val="1000"/>
              </a:spcAft>
              <a:buNone/>
            </a:pPr>
            <a:r>
              <a:rPr lang="en-AU" sz="1600" b="0" kern="1200" dirty="0">
                <a:effectLst/>
                <a:ea typeface="Arial" panose="020B0604020202020204" pitchFamily="34" charset="0"/>
                <a:cs typeface="Trebuchet MS" panose="020B0603020202020204" pitchFamily="34" charset="0"/>
              </a:rPr>
              <a:t>Custom hierarchy – Assets can be grouped under a different category based on the monitoring requirement and can be viewed as a sperate hierarchy. For example, static equipment monitored, rotating equipment monitored</a:t>
            </a:r>
            <a:r>
              <a:rPr lang="en-US" sz="1600" b="0" kern="1200" dirty="0">
                <a:effectLst/>
                <a:ea typeface="Arial" panose="020B0604020202020204" pitchFamily="34" charset="0"/>
                <a:cs typeface="Trebuchet MS" panose="020B0603020202020204" pitchFamily="34" charset="0"/>
              </a:rPr>
              <a:t>.</a:t>
            </a:r>
            <a:endParaRPr lang="en-US" sz="1600" b="0" dirty="0">
              <a:effectLst/>
              <a:ea typeface="Calibri" panose="020F0502020204030204" pitchFamily="34" charset="0"/>
              <a:cs typeface="Arial" panose="020B0604020202020204" pitchFamily="34" charset="0"/>
            </a:endParaRPr>
          </a:p>
          <a:p>
            <a:pPr marL="0" marR="0" indent="0">
              <a:lnSpc>
                <a:spcPct val="115000"/>
              </a:lnSpc>
              <a:spcBef>
                <a:spcPts val="0"/>
              </a:spcBef>
              <a:spcAft>
                <a:spcPts val="1000"/>
              </a:spcAft>
              <a:buNone/>
            </a:pPr>
            <a:endParaRPr lang="en-US" sz="1600" b="0" dirty="0">
              <a:effectLst/>
              <a:ea typeface="Calibri" panose="020F0502020204030204" pitchFamily="34" charset="0"/>
              <a:cs typeface="Arial" panose="020B0604020202020204" pitchFamily="34" charset="0"/>
            </a:endParaRPr>
          </a:p>
          <a:p>
            <a:pPr marL="0" indent="0">
              <a:buNone/>
            </a:pPr>
            <a:endParaRPr lang="en-US" sz="1600" b="0" dirty="0"/>
          </a:p>
        </p:txBody>
      </p:sp>
      <p:sp>
        <p:nvSpPr>
          <p:cNvPr id="4" name="Slide Number Placeholder 3">
            <a:extLst>
              <a:ext uri="{FF2B5EF4-FFF2-40B4-BE49-F238E27FC236}">
                <a16:creationId xmlns:a16="http://schemas.microsoft.com/office/drawing/2014/main" id="{FA99A1CF-BDCE-4E53-B89A-AB1A38A1F99A}"/>
              </a:ext>
            </a:extLst>
          </p:cNvPr>
          <p:cNvSpPr>
            <a:spLocks noGrp="1"/>
          </p:cNvSpPr>
          <p:nvPr>
            <p:ph type="sldNum" sz="quarter" idx="12"/>
          </p:nvPr>
        </p:nvSpPr>
        <p:spPr/>
        <p:txBody>
          <a:bodyPr/>
          <a:lstStyle/>
          <a:p>
            <a:fld id="{7B94EC18-1D2B-4535-B738-0E53AFE26620}" type="slidenum">
              <a:rPr lang="en-US" smtClean="0"/>
              <a:t>24</a:t>
            </a:fld>
            <a:endParaRPr lang="en-US"/>
          </a:p>
        </p:txBody>
      </p:sp>
      <p:pic>
        <p:nvPicPr>
          <p:cNvPr id="6" name="Picture 5">
            <a:extLst>
              <a:ext uri="{FF2B5EF4-FFF2-40B4-BE49-F238E27FC236}">
                <a16:creationId xmlns:a16="http://schemas.microsoft.com/office/drawing/2014/main" id="{F759A568-4424-4927-8318-20E5ECBE351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626432" y="1371601"/>
            <a:ext cx="3947088" cy="4533900"/>
          </a:xfrm>
          <a:prstGeom prst="rect">
            <a:avLst/>
          </a:prstGeom>
        </p:spPr>
      </p:pic>
    </p:spTree>
    <p:extLst>
      <p:ext uri="{BB962C8B-B14F-4D97-AF65-F5344CB8AC3E}">
        <p14:creationId xmlns:p14="http://schemas.microsoft.com/office/powerpoint/2010/main" val="36333147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4707-8FB4-4837-8F2A-424463829031}"/>
              </a:ext>
            </a:extLst>
          </p:cNvPr>
          <p:cNvSpPr>
            <a:spLocks noGrp="1"/>
          </p:cNvSpPr>
          <p:nvPr>
            <p:ph type="title"/>
          </p:nvPr>
        </p:nvSpPr>
        <p:spPr>
          <a:xfrm>
            <a:off x="495299" y="495299"/>
            <a:ext cx="11201401" cy="5472075"/>
          </a:xfrm>
        </p:spPr>
        <p:txBody>
          <a:bodyPr/>
          <a:lstStyle/>
          <a:p>
            <a:pPr algn="ctr">
              <a:lnSpc>
                <a:spcPct val="150000"/>
              </a:lnSpc>
            </a:pPr>
            <a:br>
              <a:rPr lang="en-US" sz="4000" b="1" dirty="0"/>
            </a:br>
            <a:br>
              <a:rPr lang="en-US" sz="4000" b="1" dirty="0"/>
            </a:br>
            <a:r>
              <a:rPr lang="en-US" sz="4000" b="1" dirty="0"/>
              <a:t>Module 4</a:t>
            </a:r>
            <a:br>
              <a:rPr lang="en-US" sz="4000" b="1" dirty="0"/>
            </a:br>
            <a:r>
              <a:rPr lang="en-US" sz="3900" b="1" dirty="0"/>
              <a:t>APM- </a:t>
            </a:r>
            <a:r>
              <a:rPr lang="en-US" sz="3900" dirty="0"/>
              <a:t>Configuration &amp; System Demo/Hands On</a:t>
            </a:r>
            <a:br>
              <a:rPr lang="en-US" sz="4000" b="1" dirty="0"/>
            </a:br>
            <a:endParaRPr lang="en-US" dirty="0"/>
          </a:p>
        </p:txBody>
      </p:sp>
      <p:sp>
        <p:nvSpPr>
          <p:cNvPr id="4" name="Slide Number Placeholder 3">
            <a:extLst>
              <a:ext uri="{FF2B5EF4-FFF2-40B4-BE49-F238E27FC236}">
                <a16:creationId xmlns:a16="http://schemas.microsoft.com/office/drawing/2014/main" id="{6512DE64-3037-4C6D-B430-409915B6E66D}"/>
              </a:ext>
            </a:extLst>
          </p:cNvPr>
          <p:cNvSpPr>
            <a:spLocks noGrp="1"/>
          </p:cNvSpPr>
          <p:nvPr>
            <p:ph type="sldNum" sz="quarter" idx="12"/>
          </p:nvPr>
        </p:nvSpPr>
        <p:spPr/>
        <p:txBody>
          <a:bodyPr/>
          <a:lstStyle/>
          <a:p>
            <a:fld id="{7B94EC18-1D2B-4535-B738-0E53AFE26620}" type="slidenum">
              <a:rPr lang="en-US" smtClean="0"/>
              <a:t>25</a:t>
            </a:fld>
            <a:endParaRPr lang="en-US"/>
          </a:p>
        </p:txBody>
      </p:sp>
    </p:spTree>
    <p:extLst>
      <p:ext uri="{BB962C8B-B14F-4D97-AF65-F5344CB8AC3E}">
        <p14:creationId xmlns:p14="http://schemas.microsoft.com/office/powerpoint/2010/main" val="12052890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63385-B96E-47E8-BA13-46E680AB4F5F}"/>
              </a:ext>
            </a:extLst>
          </p:cNvPr>
          <p:cNvSpPr>
            <a:spLocks noGrp="1"/>
          </p:cNvSpPr>
          <p:nvPr>
            <p:ph type="title"/>
          </p:nvPr>
        </p:nvSpPr>
        <p:spPr>
          <a:xfrm>
            <a:off x="330046" y="2103761"/>
            <a:ext cx="11201401" cy="3671583"/>
          </a:xfrm>
        </p:spPr>
        <p:txBody>
          <a:bodyPr/>
          <a:lstStyle/>
          <a:p>
            <a:pPr>
              <a:lnSpc>
                <a:spcPct val="150000"/>
              </a:lnSpc>
            </a:pPr>
            <a:r>
              <a:rPr lang="en-GB" b="1" dirty="0"/>
              <a:t>APM Excel Plugin – Bulk Configuration Tool</a:t>
            </a:r>
            <a:br>
              <a:rPr lang="en-US" sz="1800" b="1" dirty="0">
                <a:solidFill>
                  <a:srgbClr val="84BD00"/>
                </a:solidFill>
                <a:effectLst/>
                <a:latin typeface="Cambria" panose="02040503050406030204" pitchFamily="18" charset="0"/>
                <a:ea typeface="MS Gothic" panose="020B0609070205080204" pitchFamily="49" charset="-128"/>
                <a:cs typeface="Times New Roman" panose="02020603050405020304" pitchFamily="18" charset="0"/>
              </a:rPr>
            </a:br>
            <a:br>
              <a:rPr lang="en-US" sz="4000" b="1" dirty="0"/>
            </a:br>
            <a:br>
              <a:rPr lang="en-US" b="1" dirty="0"/>
            </a:br>
            <a:endParaRPr lang="en-US" dirty="0"/>
          </a:p>
        </p:txBody>
      </p:sp>
      <p:sp>
        <p:nvSpPr>
          <p:cNvPr id="4" name="Slide Number Placeholder 3">
            <a:extLst>
              <a:ext uri="{FF2B5EF4-FFF2-40B4-BE49-F238E27FC236}">
                <a16:creationId xmlns:a16="http://schemas.microsoft.com/office/drawing/2014/main" id="{86558623-1DEF-4F66-B428-F22B25FC5226}"/>
              </a:ext>
            </a:extLst>
          </p:cNvPr>
          <p:cNvSpPr>
            <a:spLocks noGrp="1"/>
          </p:cNvSpPr>
          <p:nvPr>
            <p:ph type="sldNum" sz="quarter" idx="12"/>
          </p:nvPr>
        </p:nvSpPr>
        <p:spPr/>
        <p:txBody>
          <a:bodyPr/>
          <a:lstStyle/>
          <a:p>
            <a:fld id="{7B94EC18-1D2B-4535-B738-0E53AFE26620}" type="slidenum">
              <a:rPr lang="en-US" smtClean="0"/>
              <a:t>26</a:t>
            </a:fld>
            <a:endParaRPr lang="en-US"/>
          </a:p>
        </p:txBody>
      </p:sp>
    </p:spTree>
    <p:extLst>
      <p:ext uri="{BB962C8B-B14F-4D97-AF65-F5344CB8AC3E}">
        <p14:creationId xmlns:p14="http://schemas.microsoft.com/office/powerpoint/2010/main" val="38951354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7A490-7D98-476D-8D1F-669503DBE190}"/>
              </a:ext>
            </a:extLst>
          </p:cNvPr>
          <p:cNvSpPr>
            <a:spLocks noGrp="1"/>
          </p:cNvSpPr>
          <p:nvPr>
            <p:ph type="title"/>
          </p:nvPr>
        </p:nvSpPr>
        <p:spPr>
          <a:xfrm>
            <a:off x="495299" y="334018"/>
            <a:ext cx="11201401" cy="1477328"/>
          </a:xfrm>
        </p:spPr>
        <p:txBody>
          <a:bodyPr/>
          <a:lstStyle/>
          <a:p>
            <a:r>
              <a:rPr lang="en-GB" sz="3200" b="1"/>
              <a:t>Data Source Configuration</a:t>
            </a:r>
            <a:br>
              <a:rPr lang="en-US" sz="1800" b="1">
                <a:solidFill>
                  <a:srgbClr val="84BD00"/>
                </a:solidFill>
                <a:effectLst/>
                <a:latin typeface="Cambria" panose="02040503050406030204" pitchFamily="18" charset="0"/>
                <a:ea typeface="MS Gothic" panose="020B0609070205080204" pitchFamily="49" charset="-128"/>
                <a:cs typeface="Times New Roman" panose="02020603050405020304" pitchFamily="18" charset="0"/>
              </a:rPr>
            </a:br>
            <a:br>
              <a:rPr lang="en-US" sz="3200" b="1"/>
            </a:br>
            <a:endParaRPr lang="en-US" sz="3200"/>
          </a:p>
        </p:txBody>
      </p:sp>
      <p:sp>
        <p:nvSpPr>
          <p:cNvPr id="4" name="Slide Number Placeholder 3">
            <a:extLst>
              <a:ext uri="{FF2B5EF4-FFF2-40B4-BE49-F238E27FC236}">
                <a16:creationId xmlns:a16="http://schemas.microsoft.com/office/drawing/2014/main" id="{53CE8E3A-9955-43A4-99D9-3D366C003060}"/>
              </a:ext>
            </a:extLst>
          </p:cNvPr>
          <p:cNvSpPr>
            <a:spLocks noGrp="1"/>
          </p:cNvSpPr>
          <p:nvPr>
            <p:ph type="sldNum" sz="quarter" idx="12"/>
          </p:nvPr>
        </p:nvSpPr>
        <p:spPr/>
        <p:txBody>
          <a:bodyPr/>
          <a:lstStyle/>
          <a:p>
            <a:fld id="{7B94EC18-1D2B-4535-B738-0E53AFE26620}" type="slidenum">
              <a:rPr lang="en-US" smtClean="0"/>
              <a:t>27</a:t>
            </a:fld>
            <a:endParaRPr lang="en-US"/>
          </a:p>
        </p:txBody>
      </p:sp>
      <p:sp>
        <p:nvSpPr>
          <p:cNvPr id="3" name="TextBox 2">
            <a:extLst>
              <a:ext uri="{FF2B5EF4-FFF2-40B4-BE49-F238E27FC236}">
                <a16:creationId xmlns:a16="http://schemas.microsoft.com/office/drawing/2014/main" id="{8C612DB9-6F53-44C0-869A-0FEB2873326E}"/>
              </a:ext>
            </a:extLst>
          </p:cNvPr>
          <p:cNvSpPr txBox="1"/>
          <p:nvPr/>
        </p:nvSpPr>
        <p:spPr>
          <a:xfrm>
            <a:off x="495299" y="854368"/>
            <a:ext cx="11391901" cy="2631490"/>
          </a:xfrm>
          <a:prstGeom prst="rect">
            <a:avLst/>
          </a:prstGeom>
          <a:noFill/>
        </p:spPr>
        <p:txBody>
          <a:bodyPr wrap="square" lIns="0" tIns="0" rIns="0" bIns="0" rtlCol="0">
            <a:spAutoFit/>
          </a:bodyPr>
          <a:lstStyle/>
          <a:p>
            <a:pPr marL="285750" marR="0" indent="-285750" fontAlgn="base">
              <a:spcBef>
                <a:spcPts val="600"/>
              </a:spcBef>
              <a:spcAft>
                <a:spcPts val="600"/>
              </a:spcAft>
              <a:buClr>
                <a:schemeClr val="accent1"/>
              </a:buClr>
              <a:buFont typeface="Wingdings" panose="05000000000000000000" pitchFamily="2" charset="2"/>
              <a:buChar char="§"/>
              <a:tabLst>
                <a:tab pos="266700" algn="l"/>
              </a:tabLst>
            </a:pPr>
            <a:r>
              <a:rPr lang="en-AU" sz="1600" dirty="0"/>
              <a:t>Sentinel Configuration Excel Plugin is an add-in installed as part of UAS client Installation.</a:t>
            </a:r>
            <a:endParaRPr lang="en-US" sz="1600" dirty="0"/>
          </a:p>
          <a:p>
            <a:pPr marL="285750" marR="0" indent="-285750" fontAlgn="base">
              <a:spcBef>
                <a:spcPts val="600"/>
              </a:spcBef>
              <a:spcAft>
                <a:spcPts val="600"/>
              </a:spcAft>
              <a:buClr>
                <a:schemeClr val="accent1"/>
              </a:buClr>
              <a:buFont typeface="Wingdings" panose="05000000000000000000" pitchFamily="2" charset="2"/>
              <a:buChar char="§"/>
              <a:tabLst>
                <a:tab pos="266700" algn="l"/>
              </a:tabLst>
            </a:pPr>
            <a:r>
              <a:rPr lang="en-AU" sz="1600" dirty="0"/>
              <a:t>Once Installation is completed, enable the </a:t>
            </a:r>
            <a:r>
              <a:rPr lang="en-US" sz="1600" dirty="0"/>
              <a:t>Asset Performance Management </a:t>
            </a:r>
            <a:r>
              <a:rPr lang="en-AU" sz="1600" dirty="0"/>
              <a:t>as shown below</a:t>
            </a:r>
            <a:endParaRPr lang="en-US" sz="1600" dirty="0"/>
          </a:p>
          <a:p>
            <a:pPr marL="285750" marR="0" indent="-285750" fontAlgn="base">
              <a:spcBef>
                <a:spcPts val="600"/>
              </a:spcBef>
              <a:spcAft>
                <a:spcPts val="600"/>
              </a:spcAft>
              <a:buClr>
                <a:schemeClr val="accent1"/>
              </a:buClr>
              <a:buFont typeface="Wingdings" panose="05000000000000000000" pitchFamily="2" charset="2"/>
              <a:buChar char="§"/>
              <a:tabLst>
                <a:tab pos="266700" algn="l"/>
              </a:tabLst>
            </a:pPr>
            <a:r>
              <a:rPr lang="en-AU" sz="1600" dirty="0"/>
              <a:t>Open excel and navigate to File&gt;&gt;Options&gt;&gt;Add-ins&gt;&gt;Manage</a:t>
            </a:r>
            <a:endParaRPr lang="en-US" sz="1600" dirty="0"/>
          </a:p>
          <a:p>
            <a:pPr marL="285750" marR="0" indent="-285750" fontAlgn="base">
              <a:spcBef>
                <a:spcPts val="600"/>
              </a:spcBef>
              <a:spcAft>
                <a:spcPts val="600"/>
              </a:spcAft>
              <a:buClr>
                <a:schemeClr val="accent1"/>
              </a:buClr>
              <a:buFont typeface="Wingdings" panose="05000000000000000000" pitchFamily="2" charset="2"/>
              <a:buChar char="§"/>
              <a:tabLst>
                <a:tab pos="266700" algn="l"/>
              </a:tabLst>
            </a:pPr>
            <a:r>
              <a:rPr lang="en-AU" sz="1600" dirty="0"/>
              <a:t>Select Manage&gt;&gt; COM-Add-ins from the drop down and click Go</a:t>
            </a:r>
            <a:endParaRPr lang="en-US" sz="1600" dirty="0"/>
          </a:p>
          <a:p>
            <a:pPr marL="285750" marR="0" indent="-285750" fontAlgn="base">
              <a:spcBef>
                <a:spcPts val="600"/>
              </a:spcBef>
              <a:spcAft>
                <a:spcPts val="600"/>
              </a:spcAft>
              <a:buClr>
                <a:schemeClr val="accent1"/>
              </a:buClr>
              <a:buFont typeface="Wingdings" panose="05000000000000000000" pitchFamily="2" charset="2"/>
              <a:buChar char="§"/>
              <a:tabLst>
                <a:tab pos="266700" algn="l"/>
              </a:tabLst>
            </a:pPr>
            <a:r>
              <a:rPr lang="en-AU" sz="1600" dirty="0"/>
              <a:t>Select </a:t>
            </a:r>
            <a:r>
              <a:rPr lang="en-US" sz="1600" dirty="0"/>
              <a:t>Asset Performance Management </a:t>
            </a:r>
            <a:r>
              <a:rPr lang="en-AU" sz="1600" dirty="0"/>
              <a:t>Excel Add-in and Click OK.</a:t>
            </a:r>
            <a:endParaRPr lang="en-US" sz="1600" dirty="0"/>
          </a:p>
          <a:p>
            <a:pPr marL="285750" marR="0" indent="-285750" fontAlgn="base">
              <a:spcBef>
                <a:spcPts val="600"/>
              </a:spcBef>
              <a:spcAft>
                <a:spcPts val="600"/>
              </a:spcAft>
              <a:buClr>
                <a:schemeClr val="accent1"/>
              </a:buClr>
              <a:buFont typeface="Wingdings" panose="05000000000000000000" pitchFamily="2" charset="2"/>
              <a:buChar char="§"/>
              <a:tabLst>
                <a:tab pos="266700" algn="l"/>
              </a:tabLst>
            </a:pPr>
            <a:r>
              <a:rPr lang="en-AU" sz="1600" dirty="0"/>
              <a:t>Uniformance Asset Sentinel add-in appears in the excel ribbon.</a:t>
            </a:r>
            <a:endParaRPr lang="en-US" sz="1600" dirty="0"/>
          </a:p>
          <a:p>
            <a:pPr marL="285750" indent="-285750" algn="l">
              <a:buFont typeface="Arial" panose="020B0604020202020204" pitchFamily="34" charset="0"/>
              <a:buChar char="•"/>
            </a:pPr>
            <a:endParaRPr lang="en-US" dirty="0"/>
          </a:p>
        </p:txBody>
      </p:sp>
      <p:pic>
        <p:nvPicPr>
          <p:cNvPr id="7" name="Picture 6">
            <a:extLst>
              <a:ext uri="{FF2B5EF4-FFF2-40B4-BE49-F238E27FC236}">
                <a16:creationId xmlns:a16="http://schemas.microsoft.com/office/drawing/2014/main" id="{5357DE12-C795-4080-AE42-88BEE79E6457}"/>
              </a:ext>
            </a:extLst>
          </p:cNvPr>
          <p:cNvPicPr>
            <a:picLocks noChangeAspect="1"/>
          </p:cNvPicPr>
          <p:nvPr/>
        </p:nvPicPr>
        <p:blipFill>
          <a:blip r:embed="rId2"/>
          <a:stretch>
            <a:fillRect/>
          </a:stretch>
        </p:blipFill>
        <p:spPr>
          <a:xfrm>
            <a:off x="814789" y="3167709"/>
            <a:ext cx="5709285" cy="3431263"/>
          </a:xfrm>
          <a:prstGeom prst="rect">
            <a:avLst/>
          </a:prstGeom>
          <a:ln w="12700">
            <a:solidFill>
              <a:schemeClr val="tx1"/>
            </a:solidFill>
          </a:ln>
        </p:spPr>
      </p:pic>
      <p:pic>
        <p:nvPicPr>
          <p:cNvPr id="9" name="Picture 8">
            <a:extLst>
              <a:ext uri="{FF2B5EF4-FFF2-40B4-BE49-F238E27FC236}">
                <a16:creationId xmlns:a16="http://schemas.microsoft.com/office/drawing/2014/main" id="{4701BF0A-C749-44E5-9878-A7C1DC17455B}"/>
              </a:ext>
            </a:extLst>
          </p:cNvPr>
          <p:cNvPicPr>
            <a:picLocks noChangeAspect="1"/>
          </p:cNvPicPr>
          <p:nvPr/>
        </p:nvPicPr>
        <p:blipFill>
          <a:blip r:embed="rId3"/>
          <a:stretch>
            <a:fillRect/>
          </a:stretch>
        </p:blipFill>
        <p:spPr>
          <a:xfrm>
            <a:off x="7061812" y="2122170"/>
            <a:ext cx="4634888" cy="2613660"/>
          </a:xfrm>
          <a:prstGeom prst="rect">
            <a:avLst/>
          </a:prstGeom>
        </p:spPr>
      </p:pic>
    </p:spTree>
    <p:extLst>
      <p:ext uri="{BB962C8B-B14F-4D97-AF65-F5344CB8AC3E}">
        <p14:creationId xmlns:p14="http://schemas.microsoft.com/office/powerpoint/2010/main" val="10051249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85723-3577-468A-968E-ABA313EB6368}"/>
              </a:ext>
            </a:extLst>
          </p:cNvPr>
          <p:cNvSpPr>
            <a:spLocks noGrp="1"/>
          </p:cNvSpPr>
          <p:nvPr>
            <p:ph type="title"/>
          </p:nvPr>
        </p:nvSpPr>
        <p:spPr>
          <a:xfrm>
            <a:off x="495299" y="495299"/>
            <a:ext cx="11201401" cy="492443"/>
          </a:xfrm>
        </p:spPr>
        <p:txBody>
          <a:bodyPr/>
          <a:lstStyle/>
          <a:p>
            <a:r>
              <a:rPr lang="en-US" sz="3200"/>
              <a:t>Contd..</a:t>
            </a:r>
          </a:p>
        </p:txBody>
      </p:sp>
      <p:sp>
        <p:nvSpPr>
          <p:cNvPr id="3" name="Content Placeholder 2">
            <a:extLst>
              <a:ext uri="{FF2B5EF4-FFF2-40B4-BE49-F238E27FC236}">
                <a16:creationId xmlns:a16="http://schemas.microsoft.com/office/drawing/2014/main" id="{1E939036-351B-48DA-AB8E-1CD72CF2FB56}"/>
              </a:ext>
            </a:extLst>
          </p:cNvPr>
          <p:cNvSpPr>
            <a:spLocks noGrp="1"/>
          </p:cNvSpPr>
          <p:nvPr>
            <p:ph idx="1"/>
          </p:nvPr>
        </p:nvSpPr>
        <p:spPr/>
        <p:txBody>
          <a:bodyPr/>
          <a:lstStyle/>
          <a:p>
            <a:pPr marL="0" marR="0" indent="0" fontAlgn="base" hangingPunct="0">
              <a:buNone/>
            </a:pPr>
            <a:r>
              <a:rPr lang="en-US" sz="1600" b="0" kern="1200">
                <a:solidFill>
                  <a:srgbClr val="000000"/>
                </a:solidFill>
                <a:effectLst/>
                <a:ea typeface="MS Mincho" panose="02020609040205080304" pitchFamily="49" charset="-128"/>
                <a:cs typeface="Trebuchet MS" panose="020B0603020202020204" pitchFamily="34" charset="0"/>
              </a:rPr>
              <a:t>Sentinel Configuration Excel Plugin is an add-in installed as part of UAS client Installation. </a:t>
            </a:r>
          </a:p>
          <a:p>
            <a:pPr marL="0" marR="0" indent="0" fontAlgn="base" hangingPunct="0">
              <a:buNone/>
            </a:pPr>
            <a:endParaRPr lang="en-US" sz="1600" b="0">
              <a:solidFill>
                <a:srgbClr val="000000"/>
              </a:solidFill>
              <a:ea typeface="MS Mincho" panose="02020609040205080304" pitchFamily="49" charset="-128"/>
              <a:cs typeface="Trebuchet MS" panose="020B0603020202020204" pitchFamily="34" charset="0"/>
            </a:endParaRPr>
          </a:p>
          <a:p>
            <a:pPr marL="0" marR="0" indent="0" fontAlgn="base" hangingPunct="0">
              <a:buNone/>
            </a:pPr>
            <a:r>
              <a:rPr lang="en-US" sz="1600" b="0" kern="1200">
                <a:solidFill>
                  <a:srgbClr val="000000"/>
                </a:solidFill>
                <a:effectLst/>
                <a:ea typeface="MS Mincho" panose="02020609040205080304" pitchFamily="49" charset="-128"/>
                <a:cs typeface="Trebuchet MS" panose="020B0603020202020204" pitchFamily="34" charset="0"/>
              </a:rPr>
              <a:t>Below are the operations performed using excel plugin</a:t>
            </a:r>
            <a:endParaRPr lang="en-US" sz="1600" b="0">
              <a:effectLst/>
              <a:ea typeface="MS Mincho" panose="02020609040205080304" pitchFamily="49" charset="-128"/>
            </a:endParaRPr>
          </a:p>
          <a:p>
            <a:pPr marL="285750" marR="0" lvl="0" indent="-285750" fontAlgn="base" hangingPunct="0">
              <a:lnSpc>
                <a:spcPct val="115000"/>
              </a:lnSpc>
              <a:spcBef>
                <a:spcPts val="0"/>
              </a:spcBef>
              <a:spcAft>
                <a:spcPts val="1000"/>
              </a:spcAft>
              <a:buFont typeface="Arial" panose="020B0604020202020204" pitchFamily="34" charset="0"/>
              <a:buChar char="•"/>
              <a:tabLst>
                <a:tab pos="266700" algn="l"/>
              </a:tabLst>
            </a:pPr>
            <a:r>
              <a:rPr lang="en-AU" sz="1600" b="0" kern="1200">
                <a:solidFill>
                  <a:srgbClr val="000000"/>
                </a:solidFill>
                <a:effectLst/>
                <a:ea typeface="MS Mincho" panose="02020609040205080304" pitchFamily="49" charset="-128"/>
                <a:cs typeface="Trebuchet MS" panose="020B0603020202020204" pitchFamily="34" charset="0"/>
              </a:rPr>
              <a:t>Create, update, or delete assets and other application related configurations.</a:t>
            </a:r>
            <a:endParaRPr lang="en-US" sz="1600" b="0">
              <a:effectLst/>
              <a:ea typeface="Calibri" panose="020F0502020204030204" pitchFamily="34" charset="0"/>
              <a:cs typeface="Arial" panose="020B0604020202020204" pitchFamily="34" charset="0"/>
            </a:endParaRPr>
          </a:p>
          <a:p>
            <a:pPr marL="285750" marR="0" lvl="0" indent="-285750" fontAlgn="base" hangingPunct="0">
              <a:lnSpc>
                <a:spcPct val="115000"/>
              </a:lnSpc>
              <a:spcBef>
                <a:spcPts val="0"/>
              </a:spcBef>
              <a:spcAft>
                <a:spcPts val="1000"/>
              </a:spcAft>
              <a:buFont typeface="Arial" panose="020B0604020202020204" pitchFamily="34" charset="0"/>
              <a:buChar char="•"/>
              <a:tabLst>
                <a:tab pos="266700" algn="l"/>
              </a:tabLst>
            </a:pPr>
            <a:r>
              <a:rPr lang="en-AU" sz="1600" b="0" kern="1200">
                <a:solidFill>
                  <a:srgbClr val="000000"/>
                </a:solidFill>
                <a:effectLst/>
                <a:ea typeface="MS Mincho" panose="02020609040205080304" pitchFamily="49" charset="-128"/>
                <a:cs typeface="Trebuchet MS" panose="020B0603020202020204" pitchFamily="34" charset="0"/>
              </a:rPr>
              <a:t>Retrieve configuration for an asset or asset type</a:t>
            </a:r>
            <a:endParaRPr lang="en-US" sz="1600" b="0">
              <a:effectLst/>
              <a:ea typeface="Calibri" panose="020F0502020204030204" pitchFamily="34" charset="0"/>
              <a:cs typeface="Arial" panose="020B0604020202020204" pitchFamily="34" charset="0"/>
            </a:endParaRPr>
          </a:p>
          <a:p>
            <a:pPr marL="285750" marR="0" lvl="0" indent="-285750" fontAlgn="base" hangingPunct="0">
              <a:lnSpc>
                <a:spcPct val="115000"/>
              </a:lnSpc>
              <a:spcBef>
                <a:spcPts val="0"/>
              </a:spcBef>
              <a:spcAft>
                <a:spcPts val="1000"/>
              </a:spcAft>
              <a:buFont typeface="Arial" panose="020B0604020202020204" pitchFamily="34" charset="0"/>
              <a:buChar char="•"/>
              <a:tabLst>
                <a:tab pos="266700" algn="l"/>
              </a:tabLst>
            </a:pPr>
            <a:r>
              <a:rPr lang="en-AU" sz="1600" b="0" kern="1200">
                <a:solidFill>
                  <a:srgbClr val="000000"/>
                </a:solidFill>
                <a:effectLst/>
                <a:ea typeface="MS Mincho" panose="02020609040205080304" pitchFamily="49" charset="-128"/>
                <a:cs typeface="Trebuchet MS" panose="020B0603020202020204" pitchFamily="34" charset="0"/>
              </a:rPr>
              <a:t>Upload configuration for an asset or asset type</a:t>
            </a:r>
            <a:endParaRPr lang="en-US" sz="1600" b="0">
              <a:effectLst/>
              <a:ea typeface="Calibri" panose="020F0502020204030204" pitchFamily="34" charset="0"/>
              <a:cs typeface="Arial" panose="020B0604020202020204" pitchFamily="34" charset="0"/>
            </a:endParaRPr>
          </a:p>
          <a:p>
            <a:pPr marL="285750" marR="0" lvl="0" indent="-285750" fontAlgn="base" hangingPunct="0">
              <a:lnSpc>
                <a:spcPct val="115000"/>
              </a:lnSpc>
              <a:spcBef>
                <a:spcPts val="0"/>
              </a:spcBef>
              <a:spcAft>
                <a:spcPts val="1000"/>
              </a:spcAft>
              <a:buFont typeface="Arial" panose="020B0604020202020204" pitchFamily="34" charset="0"/>
              <a:buChar char="•"/>
              <a:tabLst>
                <a:tab pos="266700" algn="l"/>
              </a:tabLst>
            </a:pPr>
            <a:r>
              <a:rPr lang="en-AU" sz="1600" b="0" kern="1200">
                <a:solidFill>
                  <a:srgbClr val="000000"/>
                </a:solidFill>
                <a:effectLst/>
                <a:ea typeface="MS Mincho" panose="02020609040205080304" pitchFamily="49" charset="-128"/>
                <a:cs typeface="Trebuchet MS" panose="020B0603020202020204" pitchFamily="34" charset="0"/>
              </a:rPr>
              <a:t>Delete configuration for an asset or asset type</a:t>
            </a:r>
            <a:endParaRPr lang="en-US" sz="1600" b="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53935DE-761D-489D-BA36-C369DCB5164B}"/>
              </a:ext>
            </a:extLst>
          </p:cNvPr>
          <p:cNvSpPr>
            <a:spLocks noGrp="1"/>
          </p:cNvSpPr>
          <p:nvPr>
            <p:ph type="sldNum" sz="quarter" idx="12"/>
          </p:nvPr>
        </p:nvSpPr>
        <p:spPr/>
        <p:txBody>
          <a:bodyPr/>
          <a:lstStyle/>
          <a:p>
            <a:fld id="{7B94EC18-1D2B-4535-B738-0E53AFE26620}" type="slidenum">
              <a:rPr lang="en-US" smtClean="0"/>
              <a:t>28</a:t>
            </a:fld>
            <a:endParaRPr lang="en-US"/>
          </a:p>
        </p:txBody>
      </p:sp>
      <p:pic>
        <p:nvPicPr>
          <p:cNvPr id="6" name="Picture 5">
            <a:extLst>
              <a:ext uri="{FF2B5EF4-FFF2-40B4-BE49-F238E27FC236}">
                <a16:creationId xmlns:a16="http://schemas.microsoft.com/office/drawing/2014/main" id="{19939EDE-4131-4A42-9E41-9E58231EC098}"/>
              </a:ext>
            </a:extLst>
          </p:cNvPr>
          <p:cNvPicPr>
            <a:picLocks noChangeAspect="1"/>
          </p:cNvPicPr>
          <p:nvPr/>
        </p:nvPicPr>
        <p:blipFill>
          <a:blip r:embed="rId2"/>
          <a:stretch>
            <a:fillRect/>
          </a:stretch>
        </p:blipFill>
        <p:spPr>
          <a:xfrm>
            <a:off x="7059768" y="1409701"/>
            <a:ext cx="4636931" cy="3856361"/>
          </a:xfrm>
          <a:prstGeom prst="rect">
            <a:avLst/>
          </a:prstGeom>
        </p:spPr>
      </p:pic>
    </p:spTree>
    <p:extLst>
      <p:ext uri="{BB962C8B-B14F-4D97-AF65-F5344CB8AC3E}">
        <p14:creationId xmlns:p14="http://schemas.microsoft.com/office/powerpoint/2010/main" val="26919174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85723-3577-468A-968E-ABA313EB6368}"/>
              </a:ext>
            </a:extLst>
          </p:cNvPr>
          <p:cNvSpPr>
            <a:spLocks noGrp="1"/>
          </p:cNvSpPr>
          <p:nvPr>
            <p:ph type="title"/>
          </p:nvPr>
        </p:nvSpPr>
        <p:spPr>
          <a:xfrm>
            <a:off x="495299" y="495299"/>
            <a:ext cx="11201401" cy="492443"/>
          </a:xfrm>
        </p:spPr>
        <p:txBody>
          <a:bodyPr/>
          <a:lstStyle/>
          <a:p>
            <a:r>
              <a:rPr lang="en-US" sz="3200"/>
              <a:t>Contd..</a:t>
            </a:r>
          </a:p>
        </p:txBody>
      </p:sp>
      <p:sp>
        <p:nvSpPr>
          <p:cNvPr id="3" name="Content Placeholder 2">
            <a:extLst>
              <a:ext uri="{FF2B5EF4-FFF2-40B4-BE49-F238E27FC236}">
                <a16:creationId xmlns:a16="http://schemas.microsoft.com/office/drawing/2014/main" id="{1E939036-351B-48DA-AB8E-1CD72CF2FB56}"/>
              </a:ext>
            </a:extLst>
          </p:cNvPr>
          <p:cNvSpPr>
            <a:spLocks noGrp="1"/>
          </p:cNvSpPr>
          <p:nvPr>
            <p:ph idx="1"/>
          </p:nvPr>
        </p:nvSpPr>
        <p:spPr/>
        <p:txBody>
          <a:bodyPr/>
          <a:lstStyle/>
          <a:p>
            <a:pPr marL="0" marR="0" indent="0" algn="just" fontAlgn="base" hangingPunct="0">
              <a:buNone/>
            </a:pPr>
            <a:r>
              <a:rPr lang="en-US" sz="1600" b="0" kern="1200" dirty="0">
                <a:solidFill>
                  <a:srgbClr val="000000"/>
                </a:solidFill>
                <a:effectLst/>
                <a:ea typeface="MS Mincho" panose="02020609040205080304" pitchFamily="49" charset="-128"/>
                <a:cs typeface="Trebuchet MS" panose="020B0603020202020204" pitchFamily="34" charset="0"/>
              </a:rPr>
              <a:t>To open the Sentinel Configuration Excel Plugin</a:t>
            </a:r>
            <a:endParaRPr lang="en-US" sz="1600" b="0" dirty="0">
              <a:effectLst/>
              <a:ea typeface="MS Mincho" panose="02020609040205080304" pitchFamily="49" charset="-128"/>
            </a:endParaRPr>
          </a:p>
          <a:p>
            <a:pPr marL="285750" marR="0" lvl="0" indent="-285750" algn="just" fontAlgn="base" hangingPunct="0">
              <a:lnSpc>
                <a:spcPct val="115000"/>
              </a:lnSpc>
              <a:spcBef>
                <a:spcPts val="0"/>
              </a:spcBef>
              <a:spcAft>
                <a:spcPts val="1000"/>
              </a:spcAft>
              <a:buFont typeface="Arial" panose="020B0604020202020204" pitchFamily="34" charset="0"/>
              <a:buChar char="•"/>
              <a:tabLst>
                <a:tab pos="266700" algn="l"/>
              </a:tabLst>
            </a:pPr>
            <a:r>
              <a:rPr lang="en-AU" sz="1600" b="0" kern="1200" dirty="0">
                <a:solidFill>
                  <a:srgbClr val="000000"/>
                </a:solidFill>
                <a:effectLst/>
                <a:ea typeface="MS Mincho" panose="02020609040205080304" pitchFamily="49" charset="-128"/>
                <a:cs typeface="Trebuchet MS" panose="020B0603020202020204" pitchFamily="34" charset="0"/>
              </a:rPr>
              <a:t>Open a new spreadsheet in Microsoft Excel.</a:t>
            </a:r>
            <a:endParaRPr lang="en-US" sz="1600" b="0" dirty="0">
              <a:effectLst/>
              <a:ea typeface="Calibri" panose="020F0502020204030204" pitchFamily="34" charset="0"/>
              <a:cs typeface="Arial" panose="020B0604020202020204" pitchFamily="34" charset="0"/>
            </a:endParaRPr>
          </a:p>
          <a:p>
            <a:pPr marL="285750" marR="0" lvl="0" indent="-285750" algn="just" fontAlgn="base" hangingPunct="0">
              <a:lnSpc>
                <a:spcPct val="115000"/>
              </a:lnSpc>
              <a:spcBef>
                <a:spcPts val="0"/>
              </a:spcBef>
              <a:spcAft>
                <a:spcPts val="1000"/>
              </a:spcAft>
              <a:buFont typeface="Arial" panose="020B0604020202020204" pitchFamily="34" charset="0"/>
              <a:buChar char="•"/>
              <a:tabLst>
                <a:tab pos="266700" algn="l"/>
              </a:tabLst>
            </a:pPr>
            <a:r>
              <a:rPr lang="en-AU" sz="1600" b="0" kern="1200" dirty="0">
                <a:solidFill>
                  <a:srgbClr val="000000"/>
                </a:solidFill>
                <a:effectLst/>
                <a:ea typeface="MS Mincho" panose="02020609040205080304" pitchFamily="49" charset="-128"/>
                <a:cs typeface="Trebuchet MS" panose="020B0603020202020204" pitchFamily="34" charset="0"/>
              </a:rPr>
              <a:t>On the ribbon, select the </a:t>
            </a:r>
            <a:r>
              <a:rPr lang="en-US" sz="1600" dirty="0"/>
              <a:t>Asset Performance Management </a:t>
            </a:r>
            <a:r>
              <a:rPr lang="en-AU" sz="1600" b="0" kern="1200" dirty="0">
                <a:solidFill>
                  <a:srgbClr val="000000"/>
                </a:solidFill>
                <a:effectLst/>
                <a:ea typeface="MS Mincho" panose="02020609040205080304" pitchFamily="49" charset="-128"/>
                <a:cs typeface="Trebuchet MS" panose="020B0603020202020204" pitchFamily="34" charset="0"/>
              </a:rPr>
              <a:t>tab. </a:t>
            </a:r>
            <a:endParaRPr lang="en-US" sz="1600" b="0" dirty="0">
              <a:effectLst/>
              <a:ea typeface="Calibri" panose="020F0502020204030204" pitchFamily="34" charset="0"/>
              <a:cs typeface="Arial" panose="020B0604020202020204" pitchFamily="34" charset="0"/>
            </a:endParaRPr>
          </a:p>
          <a:p>
            <a:pPr marL="285750" marR="0" indent="-285750" algn="just" fontAlgn="base" hangingPunct="0">
              <a:lnSpc>
                <a:spcPct val="115000"/>
              </a:lnSpc>
              <a:spcBef>
                <a:spcPts val="0"/>
              </a:spcBef>
              <a:spcAft>
                <a:spcPts val="1000"/>
              </a:spcAft>
              <a:buFont typeface="Arial" panose="020B0604020202020204" pitchFamily="34" charset="0"/>
              <a:buChar char="•"/>
            </a:pPr>
            <a:r>
              <a:rPr lang="en-US" sz="1600" b="0" kern="1200" dirty="0">
                <a:solidFill>
                  <a:srgbClr val="000000"/>
                </a:solidFill>
                <a:effectLst/>
                <a:ea typeface="MS Mincho" panose="02020609040205080304" pitchFamily="49" charset="-128"/>
                <a:cs typeface="Trebuchet MS" panose="020B0603020202020204" pitchFamily="34" charset="0"/>
              </a:rPr>
              <a:t>Click Load Template Sheets or Load Asset Sheets.</a:t>
            </a:r>
            <a:endParaRPr lang="en-US" sz="1600" b="0" dirty="0">
              <a:effectLst/>
              <a:ea typeface="Calibri" panose="020F0502020204030204" pitchFamily="34" charset="0"/>
              <a:cs typeface="Arial" panose="020B0604020202020204" pitchFamily="34" charset="0"/>
            </a:endParaRPr>
          </a:p>
          <a:p>
            <a:pPr marL="0" marR="0" indent="0" algn="just" fontAlgn="base" hangingPunct="0">
              <a:buNone/>
            </a:pPr>
            <a:r>
              <a:rPr lang="en-US" sz="1600" b="0" kern="1200" dirty="0">
                <a:solidFill>
                  <a:srgbClr val="000000"/>
                </a:solidFill>
                <a:effectLst/>
                <a:ea typeface="MS Mincho" panose="02020609040205080304" pitchFamily="49" charset="-128"/>
                <a:cs typeface="Trebuchet MS" panose="020B0603020202020204" pitchFamily="34" charset="0"/>
              </a:rPr>
              <a:t>The Server Configuration dialog box appears.</a:t>
            </a:r>
            <a:endParaRPr lang="en-US" sz="1600" b="0" dirty="0">
              <a:effectLst/>
              <a:ea typeface="MS Mincho" panose="02020609040205080304" pitchFamily="49" charset="-128"/>
            </a:endParaRPr>
          </a:p>
          <a:p>
            <a:pPr marL="285750" marR="0" indent="-285750" algn="just" fontAlgn="base" hangingPunct="0">
              <a:lnSpc>
                <a:spcPct val="115000"/>
              </a:lnSpc>
              <a:spcBef>
                <a:spcPts val="0"/>
              </a:spcBef>
              <a:spcAft>
                <a:spcPts val="1000"/>
              </a:spcAft>
              <a:buFont typeface="Arial" panose="020B0604020202020204" pitchFamily="34" charset="0"/>
              <a:buChar char="•"/>
            </a:pPr>
            <a:r>
              <a:rPr lang="en-AU" sz="1600" b="0" kern="1200" dirty="0">
                <a:solidFill>
                  <a:srgbClr val="000000"/>
                </a:solidFill>
                <a:effectLst/>
                <a:ea typeface="MS Mincho" panose="02020609040205080304" pitchFamily="49" charset="-128"/>
                <a:cs typeface="Trebuchet MS" panose="020B0603020202020204" pitchFamily="34" charset="0"/>
              </a:rPr>
              <a:t>Do all the following:</a:t>
            </a:r>
            <a:endParaRPr lang="en-US" sz="1600" b="0" dirty="0">
              <a:effectLst/>
              <a:ea typeface="Calibri" panose="020F0502020204030204" pitchFamily="34" charset="0"/>
              <a:cs typeface="Arial" panose="020B0604020202020204" pitchFamily="34" charset="0"/>
            </a:endParaRPr>
          </a:p>
          <a:p>
            <a:pPr marL="285750" marR="0" lvl="0" indent="-285750" algn="just" fontAlgn="base" hangingPunct="0">
              <a:lnSpc>
                <a:spcPct val="115000"/>
              </a:lnSpc>
              <a:spcBef>
                <a:spcPts val="0"/>
              </a:spcBef>
              <a:spcAft>
                <a:spcPts val="1000"/>
              </a:spcAft>
              <a:buFont typeface="Arial" panose="020B0604020202020204" pitchFamily="34" charset="0"/>
              <a:buChar char="•"/>
              <a:tabLst>
                <a:tab pos="266700" algn="l"/>
              </a:tabLst>
            </a:pPr>
            <a:r>
              <a:rPr lang="en-AU" sz="1600" b="0" kern="1200" dirty="0">
                <a:solidFill>
                  <a:srgbClr val="000000"/>
                </a:solidFill>
                <a:effectLst/>
                <a:ea typeface="MS Mincho" panose="02020609040205080304" pitchFamily="49" charset="-128"/>
                <a:cs typeface="Trebuchet MS" panose="020B0603020202020204" pitchFamily="34" charset="0"/>
              </a:rPr>
              <a:t>In the Server Name box, type the Web Server name or IP address.</a:t>
            </a:r>
            <a:endParaRPr lang="en-US" sz="1600" b="0" dirty="0">
              <a:effectLst/>
              <a:ea typeface="Calibri" panose="020F0502020204030204" pitchFamily="34" charset="0"/>
              <a:cs typeface="Arial" panose="020B0604020202020204" pitchFamily="34" charset="0"/>
            </a:endParaRPr>
          </a:p>
          <a:p>
            <a:pPr marL="285750" marR="0" lvl="0" indent="-285750" algn="just" fontAlgn="base" hangingPunct="0">
              <a:lnSpc>
                <a:spcPct val="115000"/>
              </a:lnSpc>
              <a:spcBef>
                <a:spcPts val="0"/>
              </a:spcBef>
              <a:spcAft>
                <a:spcPts val="1000"/>
              </a:spcAft>
              <a:buFont typeface="Arial" panose="020B0604020202020204" pitchFamily="34" charset="0"/>
              <a:buChar char="•"/>
              <a:tabLst>
                <a:tab pos="266700" algn="l"/>
              </a:tabLst>
            </a:pPr>
            <a:r>
              <a:rPr lang="en-AU" sz="1600" b="0" kern="1200" dirty="0">
                <a:solidFill>
                  <a:srgbClr val="000000"/>
                </a:solidFill>
                <a:effectLst/>
                <a:ea typeface="MS Mincho" panose="02020609040205080304" pitchFamily="49" charset="-128"/>
                <a:cs typeface="Trebuchet MS" panose="020B0603020202020204" pitchFamily="34" charset="0"/>
              </a:rPr>
              <a:t>In the Port Number box, type the port number used on the Web Server.</a:t>
            </a:r>
            <a:endParaRPr lang="en-US" sz="1600" b="0" dirty="0">
              <a:effectLst/>
              <a:ea typeface="Calibri" panose="020F0502020204030204" pitchFamily="34" charset="0"/>
              <a:cs typeface="Arial" panose="020B0604020202020204" pitchFamily="34" charset="0"/>
            </a:endParaRPr>
          </a:p>
          <a:p>
            <a:pPr marL="285750" marR="0" lvl="0" indent="-285750" algn="just" fontAlgn="base" hangingPunct="0">
              <a:lnSpc>
                <a:spcPct val="115000"/>
              </a:lnSpc>
              <a:spcBef>
                <a:spcPts val="0"/>
              </a:spcBef>
              <a:spcAft>
                <a:spcPts val="1000"/>
              </a:spcAft>
              <a:buFont typeface="Arial" panose="020B0604020202020204" pitchFamily="34" charset="0"/>
              <a:buChar char="•"/>
              <a:tabLst>
                <a:tab pos="266700" algn="l"/>
              </a:tabLst>
            </a:pPr>
            <a:r>
              <a:rPr lang="en-AU" sz="1600" b="0" kern="1200" dirty="0">
                <a:solidFill>
                  <a:srgbClr val="000000"/>
                </a:solidFill>
                <a:effectLst/>
                <a:ea typeface="MS Mincho" panose="02020609040205080304" pitchFamily="49" charset="-128"/>
                <a:cs typeface="Trebuchet MS" panose="020B0603020202020204" pitchFamily="34" charset="0"/>
              </a:rPr>
              <a:t>If the Web Server is installed using https, select Use Secure Connection.</a:t>
            </a:r>
            <a:endParaRPr lang="en-US" sz="1600" b="0" dirty="0">
              <a:effectLst/>
              <a:ea typeface="Calibri" panose="020F0502020204030204" pitchFamily="34" charset="0"/>
              <a:cs typeface="Arial" panose="020B0604020202020204" pitchFamily="34" charset="0"/>
            </a:endParaRPr>
          </a:p>
          <a:p>
            <a:pPr marL="285750" marR="0" lvl="0" indent="-285750" algn="just" fontAlgn="base" hangingPunct="0">
              <a:buFont typeface="Arial" panose="020B0604020202020204" pitchFamily="34" charset="0"/>
              <a:buChar char="•"/>
              <a:tabLst>
                <a:tab pos="266700" algn="l"/>
              </a:tabLst>
            </a:pPr>
            <a:r>
              <a:rPr lang="en-US" sz="1600" b="0" kern="1200" dirty="0">
                <a:solidFill>
                  <a:srgbClr val="000000"/>
                </a:solidFill>
                <a:effectLst/>
                <a:ea typeface="MS Mincho" panose="02020609040205080304" pitchFamily="49" charset="-128"/>
                <a:cs typeface="Trebuchet MS" panose="020B0603020202020204" pitchFamily="34" charset="0"/>
              </a:rPr>
              <a:t>If using http, clear the checkbox Click OK.</a:t>
            </a:r>
            <a:endParaRPr lang="en-US" sz="1600" b="0" dirty="0">
              <a:effectLst/>
              <a:ea typeface="MS Mincho" panose="02020609040205080304" pitchFamily="49" charset="-128"/>
            </a:endParaRPr>
          </a:p>
        </p:txBody>
      </p:sp>
      <p:sp>
        <p:nvSpPr>
          <p:cNvPr id="4" name="Slide Number Placeholder 3">
            <a:extLst>
              <a:ext uri="{FF2B5EF4-FFF2-40B4-BE49-F238E27FC236}">
                <a16:creationId xmlns:a16="http://schemas.microsoft.com/office/drawing/2014/main" id="{553935DE-761D-489D-BA36-C369DCB5164B}"/>
              </a:ext>
            </a:extLst>
          </p:cNvPr>
          <p:cNvSpPr>
            <a:spLocks noGrp="1"/>
          </p:cNvSpPr>
          <p:nvPr>
            <p:ph type="sldNum" sz="quarter" idx="12"/>
          </p:nvPr>
        </p:nvSpPr>
        <p:spPr/>
        <p:txBody>
          <a:bodyPr/>
          <a:lstStyle/>
          <a:p>
            <a:fld id="{7B94EC18-1D2B-4535-B738-0E53AFE26620}" type="slidenum">
              <a:rPr lang="en-US" smtClean="0"/>
              <a:t>29</a:t>
            </a:fld>
            <a:endParaRPr lang="en-US"/>
          </a:p>
        </p:txBody>
      </p:sp>
      <p:pic>
        <p:nvPicPr>
          <p:cNvPr id="8" name="Picture 7">
            <a:extLst>
              <a:ext uri="{FF2B5EF4-FFF2-40B4-BE49-F238E27FC236}">
                <a16:creationId xmlns:a16="http://schemas.microsoft.com/office/drawing/2014/main" id="{728D3F6E-27F9-449C-9BB3-621494537E7D}"/>
              </a:ext>
            </a:extLst>
          </p:cNvPr>
          <p:cNvPicPr>
            <a:picLocks noChangeAspect="1"/>
          </p:cNvPicPr>
          <p:nvPr/>
        </p:nvPicPr>
        <p:blipFill>
          <a:blip r:embed="rId2"/>
          <a:stretch>
            <a:fillRect/>
          </a:stretch>
        </p:blipFill>
        <p:spPr>
          <a:xfrm>
            <a:off x="6095999" y="1995208"/>
            <a:ext cx="5758815" cy="2493010"/>
          </a:xfrm>
          <a:prstGeom prst="rect">
            <a:avLst/>
          </a:prstGeom>
          <a:ln w="12700">
            <a:solidFill>
              <a:schemeClr val="tx1"/>
            </a:solidFill>
          </a:ln>
        </p:spPr>
      </p:pic>
    </p:spTree>
    <p:extLst>
      <p:ext uri="{BB962C8B-B14F-4D97-AF65-F5344CB8AC3E}">
        <p14:creationId xmlns:p14="http://schemas.microsoft.com/office/powerpoint/2010/main" val="23246690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85723-3577-468A-968E-ABA313EB6368}"/>
              </a:ext>
            </a:extLst>
          </p:cNvPr>
          <p:cNvSpPr>
            <a:spLocks noGrp="1"/>
          </p:cNvSpPr>
          <p:nvPr>
            <p:ph type="title"/>
          </p:nvPr>
        </p:nvSpPr>
        <p:spPr>
          <a:xfrm>
            <a:off x="495299" y="495299"/>
            <a:ext cx="11201401" cy="492443"/>
          </a:xfrm>
        </p:spPr>
        <p:txBody>
          <a:bodyPr/>
          <a:lstStyle/>
          <a:p>
            <a:r>
              <a:rPr lang="en-US" sz="3200"/>
              <a:t>Contd..</a:t>
            </a:r>
          </a:p>
        </p:txBody>
      </p:sp>
      <p:sp>
        <p:nvSpPr>
          <p:cNvPr id="3" name="Content Placeholder 2">
            <a:extLst>
              <a:ext uri="{FF2B5EF4-FFF2-40B4-BE49-F238E27FC236}">
                <a16:creationId xmlns:a16="http://schemas.microsoft.com/office/drawing/2014/main" id="{1E939036-351B-48DA-AB8E-1CD72CF2FB56}"/>
              </a:ext>
            </a:extLst>
          </p:cNvPr>
          <p:cNvSpPr>
            <a:spLocks noGrp="1"/>
          </p:cNvSpPr>
          <p:nvPr>
            <p:ph idx="1"/>
          </p:nvPr>
        </p:nvSpPr>
        <p:spPr>
          <a:xfrm>
            <a:off x="495300" y="1409701"/>
            <a:ext cx="3812295" cy="4457700"/>
          </a:xfrm>
        </p:spPr>
        <p:txBody>
          <a:bodyPr/>
          <a:lstStyle/>
          <a:p>
            <a:pPr marL="0" marR="0" indent="0" algn="just" fontAlgn="base" hangingPunct="0">
              <a:buNone/>
            </a:pPr>
            <a:r>
              <a:rPr lang="en-US" sz="1600" kern="1200">
                <a:solidFill>
                  <a:srgbClr val="000000"/>
                </a:solidFill>
                <a:effectLst/>
                <a:ea typeface="MS Mincho" panose="02020609040205080304" pitchFamily="49" charset="-128"/>
                <a:cs typeface="Trebuchet MS" panose="020B0603020202020204" pitchFamily="34" charset="0"/>
              </a:rPr>
              <a:t>ATTENTION</a:t>
            </a:r>
            <a:endParaRPr lang="en-US" sz="1600">
              <a:effectLst/>
              <a:ea typeface="MS Mincho" panose="02020609040205080304" pitchFamily="49" charset="-128"/>
            </a:endParaRPr>
          </a:p>
          <a:p>
            <a:pPr marL="0" marR="0" indent="0" algn="just" fontAlgn="base" hangingPunct="0">
              <a:buNone/>
            </a:pPr>
            <a:r>
              <a:rPr lang="en-US" sz="1600" b="0" kern="1200">
                <a:solidFill>
                  <a:srgbClr val="000000"/>
                </a:solidFill>
                <a:effectLst/>
                <a:ea typeface="MS Mincho" panose="02020609040205080304" pitchFamily="49" charset="-128"/>
                <a:cs typeface="Trebuchet MS" panose="020B0603020202020204" pitchFamily="34" charset="0"/>
              </a:rPr>
              <a:t>To connect using https, the server's name and the certificate name must match. For example, TLS certificates are usually issued for the fully qualified domain name, so the fully qualified domain name is required to connect.</a:t>
            </a:r>
            <a:endParaRPr lang="en-US" sz="1600" b="0">
              <a:effectLst/>
              <a:ea typeface="MS Mincho" panose="02020609040205080304" pitchFamily="49" charset="-128"/>
            </a:endParaRPr>
          </a:p>
        </p:txBody>
      </p:sp>
      <p:sp>
        <p:nvSpPr>
          <p:cNvPr id="4" name="Slide Number Placeholder 3">
            <a:extLst>
              <a:ext uri="{FF2B5EF4-FFF2-40B4-BE49-F238E27FC236}">
                <a16:creationId xmlns:a16="http://schemas.microsoft.com/office/drawing/2014/main" id="{553935DE-761D-489D-BA36-C369DCB5164B}"/>
              </a:ext>
            </a:extLst>
          </p:cNvPr>
          <p:cNvSpPr>
            <a:spLocks noGrp="1"/>
          </p:cNvSpPr>
          <p:nvPr>
            <p:ph type="sldNum" sz="quarter" idx="12"/>
          </p:nvPr>
        </p:nvSpPr>
        <p:spPr>
          <a:xfrm>
            <a:off x="10387411" y="6468283"/>
            <a:ext cx="601304" cy="261379"/>
          </a:xfrm>
        </p:spPr>
        <p:txBody>
          <a:bodyPr/>
          <a:lstStyle/>
          <a:p>
            <a:fld id="{7B94EC18-1D2B-4535-B738-0E53AFE26620}" type="slidenum">
              <a:rPr lang="en-US" smtClean="0"/>
              <a:t>30</a:t>
            </a:fld>
            <a:endParaRPr lang="en-US"/>
          </a:p>
        </p:txBody>
      </p:sp>
      <p:pic>
        <p:nvPicPr>
          <p:cNvPr id="7" name="Picture 6">
            <a:extLst>
              <a:ext uri="{FF2B5EF4-FFF2-40B4-BE49-F238E27FC236}">
                <a16:creationId xmlns:a16="http://schemas.microsoft.com/office/drawing/2014/main" id="{643726B1-2F50-4DE7-9408-E94862A87E3A}"/>
              </a:ext>
            </a:extLst>
          </p:cNvPr>
          <p:cNvPicPr>
            <a:picLocks noChangeAspect="1"/>
          </p:cNvPicPr>
          <p:nvPr/>
        </p:nvPicPr>
        <p:blipFill>
          <a:blip r:embed="rId2"/>
          <a:stretch>
            <a:fillRect/>
          </a:stretch>
        </p:blipFill>
        <p:spPr>
          <a:xfrm>
            <a:off x="7884407" y="3908675"/>
            <a:ext cx="3653736" cy="2282000"/>
          </a:xfrm>
          <a:prstGeom prst="rect">
            <a:avLst/>
          </a:prstGeom>
        </p:spPr>
      </p:pic>
      <p:sp>
        <p:nvSpPr>
          <p:cNvPr id="8" name="Slide Number Placeholder 3">
            <a:extLst>
              <a:ext uri="{FF2B5EF4-FFF2-40B4-BE49-F238E27FC236}">
                <a16:creationId xmlns:a16="http://schemas.microsoft.com/office/drawing/2014/main" id="{54DC45C0-75F0-118D-C5FF-A86467BA0DAA}"/>
              </a:ext>
            </a:extLst>
          </p:cNvPr>
          <p:cNvSpPr txBox="1">
            <a:spLocks/>
          </p:cNvSpPr>
          <p:nvPr/>
        </p:nvSpPr>
        <p:spPr>
          <a:xfrm>
            <a:off x="11645901" y="-28574"/>
            <a:ext cx="675217" cy="504825"/>
          </a:xfrm>
          <a:prstGeom prst="rect">
            <a:avLst/>
          </a:prstGeom>
        </p:spPr>
        <p:txBody>
          <a:bodyPr vert="horz" lIns="91440" tIns="45720" rIns="91440" bIns="45720" rtlCol="0" anchor="ctr"/>
          <a:lstStyle>
            <a:defPPr>
              <a:defRPr lang="en-US"/>
            </a:defPPr>
            <a:lvl1pPr marL="0" algn="l" defTabSz="914400" rtl="0" eaLnBrk="1" fontAlgn="auto" latinLnBrk="0" hangingPunct="1">
              <a:spcBef>
                <a:spcPts val="0"/>
              </a:spcBef>
              <a:spcAft>
                <a:spcPts val="0"/>
              </a:spcAft>
              <a:defRPr sz="1000" b="1" i="0" kern="1200">
                <a:solidFill>
                  <a:schemeClr val="bg1"/>
                </a:solidFill>
                <a:latin typeface="HelveticaNeue MediumCond"/>
                <a:ea typeface="+mn-ea"/>
                <a:cs typeface="HelveticaNeue Medium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B94EC18-1D2B-4535-B738-0E53AFE26620}" type="slidenum">
              <a:rPr lang="en-US" smtClean="0"/>
              <a:pPr/>
              <a:t>30</a:t>
            </a:fld>
            <a:endParaRPr lang="en-US"/>
          </a:p>
        </p:txBody>
      </p:sp>
      <p:pic>
        <p:nvPicPr>
          <p:cNvPr id="5" name="Picture 10" descr="Graphical user interface, application&#10;&#10;Description automatically generated">
            <a:extLst>
              <a:ext uri="{FF2B5EF4-FFF2-40B4-BE49-F238E27FC236}">
                <a16:creationId xmlns:a16="http://schemas.microsoft.com/office/drawing/2014/main" id="{1EFEA56A-95BC-D162-8563-8F7B6C5B70E8}"/>
              </a:ext>
            </a:extLst>
          </p:cNvPr>
          <p:cNvPicPr>
            <a:picLocks noChangeAspect="1"/>
          </p:cNvPicPr>
          <p:nvPr/>
        </p:nvPicPr>
        <p:blipFill>
          <a:blip r:embed="rId3"/>
          <a:stretch>
            <a:fillRect/>
          </a:stretch>
        </p:blipFill>
        <p:spPr>
          <a:xfrm>
            <a:off x="4792785" y="1504365"/>
            <a:ext cx="6543430" cy="1797730"/>
          </a:xfrm>
          <a:prstGeom prst="rect">
            <a:avLst/>
          </a:prstGeom>
        </p:spPr>
      </p:pic>
      <p:sp>
        <p:nvSpPr>
          <p:cNvPr id="10" name="Rounded Rectangular Callout 11">
            <a:extLst>
              <a:ext uri="{FF2B5EF4-FFF2-40B4-BE49-F238E27FC236}">
                <a16:creationId xmlns:a16="http://schemas.microsoft.com/office/drawing/2014/main" id="{021D8E3F-8FBB-41EF-9639-7F557F1F0663}"/>
              </a:ext>
            </a:extLst>
          </p:cNvPr>
          <p:cNvSpPr/>
          <p:nvPr/>
        </p:nvSpPr>
        <p:spPr>
          <a:xfrm>
            <a:off x="4847985" y="4138732"/>
            <a:ext cx="2042274" cy="572072"/>
          </a:xfrm>
          <a:prstGeom prst="wedgeRoundRectCallout">
            <a:avLst>
              <a:gd name="adj1" fmla="val 51922"/>
              <a:gd name="adj2" fmla="val -328567"/>
              <a:gd name="adj3" fmla="val 16667"/>
            </a:avLst>
          </a:prstGeom>
          <a:solidFill>
            <a:schemeClr val="bg1"/>
          </a:solidFill>
          <a:ln w="28575">
            <a:solidFill>
              <a:srgbClr val="92D05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marL="0" marR="0" algn="ctr" fontAlgn="base" hangingPunct="0"/>
            <a:r>
              <a:rPr lang="en-US" sz="1200" kern="1200">
                <a:solidFill>
                  <a:srgbClr val="ED7D31"/>
                </a:solidFill>
                <a:effectLst/>
                <a:latin typeface="Arial" panose="020B0604020202020204" pitchFamily="34" charset="0"/>
                <a:ea typeface="MS Mincho" panose="02020609040205080304" pitchFamily="49" charset="-128"/>
                <a:cs typeface="Times New Roman" panose="02020603050405020304" pitchFamily="18" charset="0"/>
              </a:rPr>
              <a:t>Enter Fully qualified domain name</a:t>
            </a:r>
            <a:endParaRPr lang="en-US" sz="1200">
              <a:effectLst/>
              <a:latin typeface="Times New Roman" panose="02020603050405020304" pitchFamily="18" charset="0"/>
              <a:ea typeface="MS Mincho" panose="02020609040205080304" pitchFamily="49" charset="-128"/>
            </a:endParaRPr>
          </a:p>
        </p:txBody>
      </p:sp>
      <p:sp>
        <p:nvSpPr>
          <p:cNvPr id="9" name="Arrow: Circular 8">
            <a:extLst>
              <a:ext uri="{FF2B5EF4-FFF2-40B4-BE49-F238E27FC236}">
                <a16:creationId xmlns:a16="http://schemas.microsoft.com/office/drawing/2014/main" id="{960EE76D-A21E-49DB-876B-0BD1BB6F5DBB}"/>
              </a:ext>
            </a:extLst>
          </p:cNvPr>
          <p:cNvSpPr/>
          <p:nvPr/>
        </p:nvSpPr>
        <p:spPr>
          <a:xfrm rot="2415305" flipV="1">
            <a:off x="6885454" y="2906692"/>
            <a:ext cx="2374872" cy="2315649"/>
          </a:xfrm>
          <a:prstGeom prst="circularArrow">
            <a:avLst>
              <a:gd name="adj1" fmla="val 0"/>
              <a:gd name="adj2" fmla="val 964390"/>
              <a:gd name="adj3" fmla="val 16113356"/>
              <a:gd name="adj4" fmla="val 9011500"/>
              <a:gd name="adj5" fmla="val 12228"/>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Tree>
    <p:extLst>
      <p:ext uri="{BB962C8B-B14F-4D97-AF65-F5344CB8AC3E}">
        <p14:creationId xmlns:p14="http://schemas.microsoft.com/office/powerpoint/2010/main" val="34405248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85723-3577-468A-968E-ABA313EB6368}"/>
              </a:ext>
            </a:extLst>
          </p:cNvPr>
          <p:cNvSpPr>
            <a:spLocks noGrp="1"/>
          </p:cNvSpPr>
          <p:nvPr>
            <p:ph type="title"/>
          </p:nvPr>
        </p:nvSpPr>
        <p:spPr>
          <a:xfrm>
            <a:off x="495299" y="440215"/>
            <a:ext cx="11201401" cy="1077218"/>
          </a:xfrm>
        </p:spPr>
        <p:txBody>
          <a:bodyPr/>
          <a:lstStyle/>
          <a:p>
            <a:r>
              <a:rPr lang="en-US" sz="3200" dirty="0"/>
              <a:t>Contd.. </a:t>
            </a:r>
            <a:r>
              <a:rPr lang="en-AU" sz="1800" b="1" dirty="0">
                <a:effectLst/>
                <a:latin typeface="Trebuchet MS" panose="020B0603020202020204" pitchFamily="34" charset="0"/>
                <a:ea typeface="Calibri" panose="020F0502020204030204" pitchFamily="34" charset="0"/>
                <a:cs typeface="Trebuchet MS" panose="020B0603020202020204" pitchFamily="34" charset="0"/>
              </a:rPr>
              <a:t>APM Excel Plugin Configuration – Loading Worksheets</a:t>
            </a:r>
            <a:br>
              <a:rPr lang="en-US" sz="1800" dirty="0">
                <a:effectLst/>
                <a:latin typeface="Arial" panose="020B0604020202020204" pitchFamily="34" charset="0"/>
                <a:ea typeface="Calibri" panose="020F0502020204030204" pitchFamily="34" charset="0"/>
                <a:cs typeface="Arial" panose="020B0604020202020204" pitchFamily="34" charset="0"/>
              </a:rPr>
            </a:br>
            <a:endParaRPr lang="en-US" sz="3200" dirty="0"/>
          </a:p>
        </p:txBody>
      </p:sp>
      <p:sp>
        <p:nvSpPr>
          <p:cNvPr id="3" name="Content Placeholder 2">
            <a:extLst>
              <a:ext uri="{FF2B5EF4-FFF2-40B4-BE49-F238E27FC236}">
                <a16:creationId xmlns:a16="http://schemas.microsoft.com/office/drawing/2014/main" id="{1E939036-351B-48DA-AB8E-1CD72CF2FB56}"/>
              </a:ext>
            </a:extLst>
          </p:cNvPr>
          <p:cNvSpPr>
            <a:spLocks noGrp="1"/>
          </p:cNvSpPr>
          <p:nvPr>
            <p:ph idx="1"/>
          </p:nvPr>
        </p:nvSpPr>
        <p:spPr>
          <a:xfrm>
            <a:off x="495300" y="1409701"/>
            <a:ext cx="3812295" cy="4457700"/>
          </a:xfrm>
        </p:spPr>
        <p:txBody>
          <a:bodyPr/>
          <a:lstStyle/>
          <a:p>
            <a:pPr marL="0" marR="0" indent="0" algn="just" fontAlgn="base" hangingPunct="0">
              <a:buNone/>
            </a:pPr>
            <a:r>
              <a:rPr lang="en-US" sz="1600" b="0" kern="1200">
                <a:solidFill>
                  <a:srgbClr val="000000"/>
                </a:solidFill>
                <a:effectLst/>
                <a:latin typeface="+mn-lt"/>
                <a:ea typeface="MS Mincho" panose="02020609040205080304" pitchFamily="49" charset="-128"/>
                <a:cs typeface="Trebuchet MS" panose="020B0603020202020204" pitchFamily="34" charset="0"/>
              </a:rPr>
              <a:t>To Loading Sheets for configuration</a:t>
            </a:r>
            <a:endParaRPr lang="en-US" sz="1600" b="0">
              <a:effectLst/>
              <a:latin typeface="+mn-lt"/>
              <a:ea typeface="MS Mincho" panose="02020609040205080304" pitchFamily="49" charset="-128"/>
            </a:endParaRPr>
          </a:p>
          <a:p>
            <a:pPr marL="0" marR="0" indent="0" algn="just" fontAlgn="base" hangingPunct="0">
              <a:buNone/>
            </a:pPr>
            <a:r>
              <a:rPr lang="en-US" sz="1600" b="0" kern="1200">
                <a:solidFill>
                  <a:srgbClr val="000000"/>
                </a:solidFill>
                <a:effectLst/>
                <a:latin typeface="+mn-lt"/>
                <a:ea typeface="MS Mincho" panose="02020609040205080304" pitchFamily="49" charset="-128"/>
                <a:cs typeface="Trebuchet MS" panose="020B0603020202020204" pitchFamily="34" charset="0"/>
              </a:rPr>
              <a:t>To enter your data, you need to load the sheets in Excel. There are two categories of sheets for</a:t>
            </a:r>
            <a:endParaRPr lang="en-US" sz="1600" b="0">
              <a:effectLst/>
              <a:latin typeface="+mn-lt"/>
              <a:ea typeface="MS Mincho" panose="02020609040205080304" pitchFamily="49" charset="-128"/>
            </a:endParaRPr>
          </a:p>
          <a:p>
            <a:pPr marL="0" marR="0" indent="0" algn="just" fontAlgn="base" hangingPunct="0">
              <a:buNone/>
            </a:pPr>
            <a:r>
              <a:rPr lang="en-US" sz="1600" b="0" kern="1200">
                <a:solidFill>
                  <a:srgbClr val="000000"/>
                </a:solidFill>
                <a:effectLst/>
                <a:latin typeface="+mn-lt"/>
                <a:ea typeface="MS Mincho" panose="02020609040205080304" pitchFamily="49" charset="-128"/>
                <a:cs typeface="Trebuchet MS" panose="020B0603020202020204" pitchFamily="34" charset="0"/>
              </a:rPr>
              <a:t>configuring asset data: template sheets and asset sheets</a:t>
            </a:r>
            <a:endParaRPr lang="en-US" sz="1600" b="0">
              <a:effectLst/>
              <a:latin typeface="+mn-lt"/>
              <a:ea typeface="MS Mincho" panose="02020609040205080304" pitchFamily="49" charset="-128"/>
            </a:endParaRPr>
          </a:p>
          <a:p>
            <a:pPr marL="0" marR="0" indent="0" algn="just" fontAlgn="base" hangingPunct="0">
              <a:buNone/>
            </a:pPr>
            <a:r>
              <a:rPr lang="en-US" sz="1600" b="0" kern="1200">
                <a:solidFill>
                  <a:srgbClr val="000000"/>
                </a:solidFill>
                <a:effectLst/>
                <a:latin typeface="+mn-lt"/>
                <a:ea typeface="MS Mincho" panose="02020609040205080304" pitchFamily="49" charset="-128"/>
                <a:cs typeface="Trebuchet MS" panose="020B0603020202020204" pitchFamily="34" charset="0"/>
              </a:rPr>
              <a:t>For configuring the templates, select the Load Template Sheets</a:t>
            </a:r>
            <a:endParaRPr lang="en-US" sz="1600" b="0">
              <a:effectLst/>
              <a:latin typeface="+mn-lt"/>
              <a:ea typeface="MS Mincho" panose="02020609040205080304" pitchFamily="49" charset="-128"/>
            </a:endParaRPr>
          </a:p>
          <a:p>
            <a:pPr marL="0" marR="0" indent="0" algn="just" fontAlgn="base" hangingPunct="0">
              <a:buNone/>
            </a:pPr>
            <a:r>
              <a:rPr lang="en-US" sz="1600" b="0" kern="1200">
                <a:solidFill>
                  <a:srgbClr val="000000"/>
                </a:solidFill>
                <a:effectLst/>
                <a:latin typeface="+mn-lt"/>
                <a:ea typeface="MS Mincho" panose="02020609040205080304" pitchFamily="49" charset="-128"/>
                <a:cs typeface="Trebuchet MS" panose="020B0603020202020204" pitchFamily="34" charset="0"/>
              </a:rPr>
              <a:t>For configuring the assets, select Load Asset Sheets</a:t>
            </a:r>
            <a:endParaRPr lang="en-US" sz="1600" b="0">
              <a:effectLst/>
              <a:latin typeface="+mn-lt"/>
              <a:ea typeface="MS Mincho" panose="02020609040205080304" pitchFamily="49" charset="-128"/>
            </a:endParaRPr>
          </a:p>
        </p:txBody>
      </p:sp>
      <p:sp>
        <p:nvSpPr>
          <p:cNvPr id="4" name="Slide Number Placeholder 3">
            <a:extLst>
              <a:ext uri="{FF2B5EF4-FFF2-40B4-BE49-F238E27FC236}">
                <a16:creationId xmlns:a16="http://schemas.microsoft.com/office/drawing/2014/main" id="{553935DE-761D-489D-BA36-C369DCB5164B}"/>
              </a:ext>
            </a:extLst>
          </p:cNvPr>
          <p:cNvSpPr>
            <a:spLocks noGrp="1"/>
          </p:cNvSpPr>
          <p:nvPr>
            <p:ph type="sldNum" sz="quarter" idx="12"/>
          </p:nvPr>
        </p:nvSpPr>
        <p:spPr>
          <a:xfrm>
            <a:off x="10387411" y="6468283"/>
            <a:ext cx="601304" cy="261379"/>
          </a:xfrm>
        </p:spPr>
        <p:txBody>
          <a:bodyPr/>
          <a:lstStyle/>
          <a:p>
            <a:fld id="{7B94EC18-1D2B-4535-B738-0E53AFE26620}" type="slidenum">
              <a:rPr lang="en-US" smtClean="0"/>
              <a:t>31</a:t>
            </a:fld>
            <a:endParaRPr lang="en-US"/>
          </a:p>
        </p:txBody>
      </p:sp>
      <p:pic>
        <p:nvPicPr>
          <p:cNvPr id="11" name="Picture 10">
            <a:extLst>
              <a:ext uri="{FF2B5EF4-FFF2-40B4-BE49-F238E27FC236}">
                <a16:creationId xmlns:a16="http://schemas.microsoft.com/office/drawing/2014/main" id="{0CC0A151-4874-49FC-82AF-B803DB390161}"/>
              </a:ext>
            </a:extLst>
          </p:cNvPr>
          <p:cNvPicPr>
            <a:picLocks noChangeAspect="1"/>
          </p:cNvPicPr>
          <p:nvPr/>
        </p:nvPicPr>
        <p:blipFill>
          <a:blip r:embed="rId2"/>
          <a:stretch>
            <a:fillRect/>
          </a:stretch>
        </p:blipFill>
        <p:spPr>
          <a:xfrm>
            <a:off x="5210978" y="2286299"/>
            <a:ext cx="6132451" cy="2219600"/>
          </a:xfrm>
          <a:prstGeom prst="rect">
            <a:avLst/>
          </a:prstGeom>
          <a:ln w="12700">
            <a:solidFill>
              <a:schemeClr val="tx1"/>
            </a:solidFill>
          </a:ln>
        </p:spPr>
      </p:pic>
      <p:sp>
        <p:nvSpPr>
          <p:cNvPr id="12" name="Rounded Rectangular Callout 11">
            <a:extLst>
              <a:ext uri="{FF2B5EF4-FFF2-40B4-BE49-F238E27FC236}">
                <a16:creationId xmlns:a16="http://schemas.microsoft.com/office/drawing/2014/main" id="{4BA1F233-F91A-4A48-A005-150F29AC497B}"/>
              </a:ext>
            </a:extLst>
          </p:cNvPr>
          <p:cNvSpPr/>
          <p:nvPr/>
        </p:nvSpPr>
        <p:spPr>
          <a:xfrm>
            <a:off x="6884691" y="2979826"/>
            <a:ext cx="1269868" cy="468522"/>
          </a:xfrm>
          <a:prstGeom prst="wedgeRoundRectCallout">
            <a:avLst>
              <a:gd name="adj1" fmla="val -104253"/>
              <a:gd name="adj2" fmla="val -36952"/>
              <a:gd name="adj3" fmla="val 16667"/>
            </a:avLst>
          </a:prstGeom>
          <a:solidFill>
            <a:schemeClr val="bg1"/>
          </a:solidFill>
          <a:ln w="28575">
            <a:solidFill>
              <a:srgbClr val="92D05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marL="0" marR="0" algn="ctr" fontAlgn="base" hangingPunct="0"/>
            <a:r>
              <a:rPr lang="en-US" sz="1200" kern="1200">
                <a:solidFill>
                  <a:srgbClr val="ED7D31"/>
                </a:solidFill>
                <a:effectLst/>
                <a:latin typeface="Arial" panose="020B0604020202020204" pitchFamily="34" charset="0"/>
                <a:ea typeface="MS Mincho" panose="02020609040205080304" pitchFamily="49" charset="-128"/>
                <a:cs typeface="Times New Roman" panose="02020603050405020304" pitchFamily="18" charset="0"/>
              </a:rPr>
              <a:t>Select sheets</a:t>
            </a:r>
            <a:endParaRPr lang="en-US" sz="1200">
              <a:effectLst/>
              <a:latin typeface="Times New Roman" panose="02020603050405020304" pitchFamily="18" charset="0"/>
              <a:ea typeface="MS Mincho" panose="02020609040205080304" pitchFamily="49" charset="-128"/>
            </a:endParaRPr>
          </a:p>
        </p:txBody>
      </p:sp>
      <p:sp>
        <p:nvSpPr>
          <p:cNvPr id="6" name="Slide Number Placeholder 3">
            <a:extLst>
              <a:ext uri="{FF2B5EF4-FFF2-40B4-BE49-F238E27FC236}">
                <a16:creationId xmlns:a16="http://schemas.microsoft.com/office/drawing/2014/main" id="{60C34638-DA2F-1A00-B7E2-4EEA42D52223}"/>
              </a:ext>
            </a:extLst>
          </p:cNvPr>
          <p:cNvSpPr txBox="1">
            <a:spLocks/>
          </p:cNvSpPr>
          <p:nvPr/>
        </p:nvSpPr>
        <p:spPr>
          <a:xfrm>
            <a:off x="11645901" y="-28574"/>
            <a:ext cx="675217" cy="504825"/>
          </a:xfrm>
          <a:prstGeom prst="rect">
            <a:avLst/>
          </a:prstGeom>
        </p:spPr>
        <p:txBody>
          <a:bodyPr vert="horz" lIns="91440" tIns="45720" rIns="91440" bIns="45720" rtlCol="0" anchor="ctr"/>
          <a:lstStyle>
            <a:defPPr>
              <a:defRPr lang="en-US"/>
            </a:defPPr>
            <a:lvl1pPr marL="0" algn="l" defTabSz="914400" rtl="0" eaLnBrk="1" fontAlgn="auto" latinLnBrk="0" hangingPunct="1">
              <a:spcBef>
                <a:spcPts val="0"/>
              </a:spcBef>
              <a:spcAft>
                <a:spcPts val="0"/>
              </a:spcAft>
              <a:defRPr sz="1000" b="1" i="0" kern="1200">
                <a:solidFill>
                  <a:schemeClr val="bg1"/>
                </a:solidFill>
                <a:latin typeface="HelveticaNeue MediumCond"/>
                <a:ea typeface="+mn-ea"/>
                <a:cs typeface="HelveticaNeue Medium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B94EC18-1D2B-4535-B738-0E53AFE26620}" type="slidenum">
              <a:rPr lang="en-US" smtClean="0"/>
              <a:pPr/>
              <a:t>31</a:t>
            </a:fld>
            <a:endParaRPr lang="en-US"/>
          </a:p>
        </p:txBody>
      </p:sp>
    </p:spTree>
    <p:extLst>
      <p:ext uri="{BB962C8B-B14F-4D97-AF65-F5344CB8AC3E}">
        <p14:creationId xmlns:p14="http://schemas.microsoft.com/office/powerpoint/2010/main" val="17895429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85723-3577-468A-968E-ABA313EB6368}"/>
              </a:ext>
            </a:extLst>
          </p:cNvPr>
          <p:cNvSpPr>
            <a:spLocks noGrp="1"/>
          </p:cNvSpPr>
          <p:nvPr>
            <p:ph type="title"/>
          </p:nvPr>
        </p:nvSpPr>
        <p:spPr>
          <a:xfrm>
            <a:off x="495299" y="440215"/>
            <a:ext cx="11201401" cy="1354217"/>
          </a:xfrm>
        </p:spPr>
        <p:txBody>
          <a:bodyPr/>
          <a:lstStyle/>
          <a:p>
            <a:r>
              <a:rPr lang="en-US" sz="3200" dirty="0"/>
              <a:t>Contd.. </a:t>
            </a:r>
            <a:r>
              <a:rPr lang="en-AU" sz="1800" dirty="0">
                <a:effectLst/>
                <a:latin typeface="Trebuchet MS" panose="020B0603020202020204" pitchFamily="34" charset="0"/>
                <a:ea typeface="Calibri" panose="020F0502020204030204" pitchFamily="34" charset="0"/>
                <a:cs typeface="Trebuchet MS" panose="020B0603020202020204" pitchFamily="34" charset="0"/>
              </a:rPr>
              <a:t>APM Excel Plugin Configuration - Worksheets</a:t>
            </a:r>
            <a:br>
              <a:rPr lang="en-US" sz="1800" dirty="0">
                <a:effectLst/>
                <a:latin typeface="Arial" panose="020B0604020202020204" pitchFamily="34" charset="0"/>
                <a:ea typeface="Calibri" panose="020F0502020204030204" pitchFamily="34" charset="0"/>
                <a:cs typeface="Arial" panose="020B0604020202020204" pitchFamily="34" charset="0"/>
              </a:rPr>
            </a:br>
            <a:br>
              <a:rPr lang="en-US" sz="1800" dirty="0">
                <a:effectLst/>
                <a:latin typeface="Arial" panose="020B0604020202020204" pitchFamily="34" charset="0"/>
                <a:ea typeface="Calibri" panose="020F0502020204030204" pitchFamily="34" charset="0"/>
                <a:cs typeface="Arial" panose="020B0604020202020204" pitchFamily="34" charset="0"/>
              </a:rPr>
            </a:br>
            <a:endParaRPr lang="en-US" sz="3200" dirty="0"/>
          </a:p>
        </p:txBody>
      </p:sp>
      <p:sp>
        <p:nvSpPr>
          <p:cNvPr id="3" name="Content Placeholder 2">
            <a:extLst>
              <a:ext uri="{FF2B5EF4-FFF2-40B4-BE49-F238E27FC236}">
                <a16:creationId xmlns:a16="http://schemas.microsoft.com/office/drawing/2014/main" id="{1E939036-351B-48DA-AB8E-1CD72CF2FB56}"/>
              </a:ext>
            </a:extLst>
          </p:cNvPr>
          <p:cNvSpPr>
            <a:spLocks noGrp="1"/>
          </p:cNvSpPr>
          <p:nvPr>
            <p:ph idx="1"/>
          </p:nvPr>
        </p:nvSpPr>
        <p:spPr>
          <a:xfrm>
            <a:off x="495300" y="1409701"/>
            <a:ext cx="3812295" cy="4457700"/>
          </a:xfrm>
        </p:spPr>
        <p:txBody>
          <a:bodyPr/>
          <a:lstStyle/>
          <a:p>
            <a:pPr marL="0" marR="0" indent="0" fontAlgn="base" hangingPunct="0">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Loading template sheets opens the following: </a:t>
            </a:r>
          </a:p>
          <a:p>
            <a:pPr marL="0" marR="0" indent="0" fontAlgn="base" hangingPunct="0">
              <a:spcBef>
                <a:spcPts val="0"/>
              </a:spcBef>
              <a:spcAft>
                <a:spcPts val="0"/>
              </a:spcAft>
              <a:buNone/>
            </a:pPr>
            <a:endParaRPr lang="en-US" sz="1600" b="0">
              <a:effectLst/>
              <a:ea typeface="MS Mincho" panose="02020609040205080304" pitchFamily="49" charset="-128"/>
            </a:endParaRPr>
          </a:p>
          <a:p>
            <a:pPr marL="342900" marR="0" lvl="0" indent="-342900" fontAlgn="base" hangingPunct="0">
              <a:lnSpc>
                <a:spcPct val="115000"/>
              </a:lnSpc>
              <a:spcBef>
                <a:spcPts val="0"/>
              </a:spcBef>
              <a:spcAft>
                <a:spcPts val="0"/>
              </a:spcAft>
              <a:buFont typeface="Arial" panose="020B0604020202020204" pitchFamily="34" charset="0"/>
              <a:buChar char="•"/>
              <a:tabLst>
                <a:tab pos="266700" algn="l"/>
              </a:tabLst>
            </a:pPr>
            <a:r>
              <a:rPr lang="en-US" sz="1600" b="0" kern="1200">
                <a:solidFill>
                  <a:srgbClr val="000000"/>
                </a:solidFill>
                <a:effectLst/>
                <a:ea typeface="MS Mincho" panose="02020609040205080304" pitchFamily="49" charset="-128"/>
                <a:cs typeface="Trebuchet MS" panose="020B0603020202020204" pitchFamily="34" charset="0"/>
              </a:rPr>
              <a:t>Asset Classes</a:t>
            </a:r>
            <a:endParaRPr lang="en-US" sz="1600" b="0">
              <a:effectLst/>
              <a:ea typeface="Calibri" panose="020F0502020204030204" pitchFamily="34" charset="0"/>
              <a:cs typeface="Arial" panose="020B0604020202020204" pitchFamily="34" charset="0"/>
            </a:endParaRPr>
          </a:p>
          <a:p>
            <a:pPr marL="342900" marR="0" lvl="0" indent="-342900" fontAlgn="base" hangingPunct="0">
              <a:lnSpc>
                <a:spcPct val="115000"/>
              </a:lnSpc>
              <a:spcBef>
                <a:spcPts val="0"/>
              </a:spcBef>
              <a:spcAft>
                <a:spcPts val="0"/>
              </a:spcAft>
              <a:buFont typeface="Arial" panose="020B0604020202020204" pitchFamily="34" charset="0"/>
              <a:buChar char="•"/>
              <a:tabLst>
                <a:tab pos="266700" algn="l"/>
              </a:tabLst>
            </a:pPr>
            <a:r>
              <a:rPr lang="en-US" sz="1600" b="0" kern="1200">
                <a:solidFill>
                  <a:srgbClr val="000000"/>
                </a:solidFill>
                <a:effectLst/>
                <a:ea typeface="MS Mincho" panose="02020609040205080304" pitchFamily="49" charset="-128"/>
                <a:cs typeface="Trebuchet MS" panose="020B0603020202020204" pitchFamily="34" charset="0"/>
              </a:rPr>
              <a:t>Asset Types</a:t>
            </a:r>
            <a:endParaRPr lang="en-US" sz="1600" b="0">
              <a:effectLst/>
              <a:ea typeface="Calibri" panose="020F0502020204030204" pitchFamily="34" charset="0"/>
              <a:cs typeface="Arial" panose="020B0604020202020204" pitchFamily="34" charset="0"/>
            </a:endParaRPr>
          </a:p>
          <a:p>
            <a:pPr marL="342900" marR="0" lvl="0" indent="-342900" fontAlgn="base" hangingPunct="0">
              <a:lnSpc>
                <a:spcPct val="115000"/>
              </a:lnSpc>
              <a:spcBef>
                <a:spcPts val="0"/>
              </a:spcBef>
              <a:spcAft>
                <a:spcPts val="0"/>
              </a:spcAft>
              <a:buFont typeface="Arial" panose="020B0604020202020204" pitchFamily="34" charset="0"/>
              <a:buChar char="•"/>
              <a:tabLst>
                <a:tab pos="266700" algn="l"/>
              </a:tabLst>
            </a:pPr>
            <a:r>
              <a:rPr lang="en-US" sz="1600" b="0" kern="1200">
                <a:solidFill>
                  <a:srgbClr val="000000"/>
                </a:solidFill>
                <a:effectLst/>
                <a:ea typeface="MS Mincho" panose="02020609040205080304" pitchFamily="49" charset="-128"/>
                <a:cs typeface="Trebuchet MS" panose="020B0603020202020204" pitchFamily="34" charset="0"/>
              </a:rPr>
              <a:t>Asset Type Attributes</a:t>
            </a:r>
            <a:endParaRPr lang="en-US" sz="1600" b="0">
              <a:effectLst/>
              <a:ea typeface="Calibri" panose="020F0502020204030204" pitchFamily="34" charset="0"/>
              <a:cs typeface="Arial" panose="020B0604020202020204" pitchFamily="34" charset="0"/>
            </a:endParaRPr>
          </a:p>
          <a:p>
            <a:pPr marL="342900" marR="0" lvl="0" indent="-342900" fontAlgn="base" hangingPunct="0">
              <a:lnSpc>
                <a:spcPct val="115000"/>
              </a:lnSpc>
              <a:spcBef>
                <a:spcPts val="0"/>
              </a:spcBef>
              <a:spcAft>
                <a:spcPts val="0"/>
              </a:spcAft>
              <a:buFont typeface="Arial" panose="020B0604020202020204" pitchFamily="34" charset="0"/>
              <a:buChar char="•"/>
              <a:tabLst>
                <a:tab pos="266700" algn="l"/>
              </a:tabLst>
            </a:pPr>
            <a:r>
              <a:rPr lang="en-US" sz="1600" b="0" kern="1200">
                <a:solidFill>
                  <a:srgbClr val="000000"/>
                </a:solidFill>
                <a:effectLst/>
                <a:ea typeface="MS Mincho" panose="02020609040205080304" pitchFamily="49" charset="-128"/>
                <a:cs typeface="Trebuchet MS" panose="020B0603020202020204" pitchFamily="34" charset="0"/>
              </a:rPr>
              <a:t>Attribute Type Properties</a:t>
            </a:r>
            <a:endParaRPr lang="en-US" sz="1600" b="0">
              <a:effectLst/>
              <a:ea typeface="Calibri" panose="020F0502020204030204" pitchFamily="34" charset="0"/>
              <a:cs typeface="Arial" panose="020B0604020202020204" pitchFamily="34" charset="0"/>
            </a:endParaRPr>
          </a:p>
          <a:p>
            <a:pPr marL="342900" marR="0" lvl="0" indent="-342900" fontAlgn="base" hangingPunct="0">
              <a:lnSpc>
                <a:spcPct val="115000"/>
              </a:lnSpc>
              <a:spcBef>
                <a:spcPts val="0"/>
              </a:spcBef>
              <a:spcAft>
                <a:spcPts val="0"/>
              </a:spcAft>
              <a:buFont typeface="Arial" panose="020B0604020202020204" pitchFamily="34" charset="0"/>
              <a:buChar char="•"/>
              <a:tabLst>
                <a:tab pos="266700" algn="l"/>
              </a:tabLst>
            </a:pPr>
            <a:r>
              <a:rPr lang="en-US" sz="1600" b="0" kern="1200">
                <a:solidFill>
                  <a:srgbClr val="000000"/>
                </a:solidFill>
                <a:effectLst/>
                <a:ea typeface="MS Mincho" panose="02020609040205080304" pitchFamily="49" charset="-128"/>
                <a:cs typeface="Trebuchet MS" panose="020B0603020202020204" pitchFamily="34" charset="0"/>
              </a:rPr>
              <a:t>CMMS Configuration</a:t>
            </a:r>
            <a:endParaRPr lang="en-US" sz="1600" b="0">
              <a:effectLst/>
              <a:ea typeface="Calibri" panose="020F0502020204030204" pitchFamily="34" charset="0"/>
              <a:cs typeface="Arial" panose="020B0604020202020204" pitchFamily="34" charset="0"/>
            </a:endParaRPr>
          </a:p>
          <a:p>
            <a:pPr marL="342900" marR="0" lvl="0" indent="-342900" fontAlgn="base" hangingPunct="0">
              <a:lnSpc>
                <a:spcPct val="115000"/>
              </a:lnSpc>
              <a:spcBef>
                <a:spcPts val="0"/>
              </a:spcBef>
              <a:spcAft>
                <a:spcPts val="0"/>
              </a:spcAft>
              <a:buFont typeface="Arial" panose="020B0604020202020204" pitchFamily="34" charset="0"/>
              <a:buChar char="•"/>
              <a:tabLst>
                <a:tab pos="266700" algn="l"/>
              </a:tabLst>
            </a:pPr>
            <a:r>
              <a:rPr lang="en-US" sz="1600" b="0" kern="1200">
                <a:solidFill>
                  <a:srgbClr val="000000"/>
                </a:solidFill>
                <a:effectLst/>
                <a:ea typeface="MS Mincho" panose="02020609040205080304" pitchFamily="49" charset="-128"/>
                <a:cs typeface="Trebuchet MS" panose="020B0603020202020204" pitchFamily="34" charset="0"/>
              </a:rPr>
              <a:t>Faults</a:t>
            </a:r>
            <a:endParaRPr lang="en-US" sz="1600" b="0">
              <a:effectLst/>
              <a:ea typeface="Calibri" panose="020F0502020204030204" pitchFamily="34" charset="0"/>
              <a:cs typeface="Arial" panose="020B0604020202020204" pitchFamily="34" charset="0"/>
            </a:endParaRPr>
          </a:p>
          <a:p>
            <a:pPr marL="342900" marR="0" lvl="0" indent="-342900" fontAlgn="base" hangingPunct="0">
              <a:lnSpc>
                <a:spcPct val="115000"/>
              </a:lnSpc>
              <a:spcBef>
                <a:spcPts val="0"/>
              </a:spcBef>
              <a:spcAft>
                <a:spcPts val="0"/>
              </a:spcAft>
              <a:buFont typeface="Arial" panose="020B0604020202020204" pitchFamily="34" charset="0"/>
              <a:buChar char="•"/>
              <a:tabLst>
                <a:tab pos="266700" algn="l"/>
              </a:tabLst>
            </a:pPr>
            <a:r>
              <a:rPr lang="en-US" sz="1600" b="0" kern="1200">
                <a:solidFill>
                  <a:srgbClr val="000000"/>
                </a:solidFill>
                <a:effectLst/>
                <a:ea typeface="MS Mincho" panose="02020609040205080304" pitchFamily="49" charset="-128"/>
                <a:cs typeface="Trebuchet MS" panose="020B0603020202020204" pitchFamily="34" charset="0"/>
              </a:rPr>
              <a:t>Symptoms</a:t>
            </a:r>
            <a:endParaRPr lang="en-US" sz="1600" b="0">
              <a:effectLst/>
              <a:ea typeface="Calibri" panose="020F0502020204030204" pitchFamily="34" charset="0"/>
              <a:cs typeface="Arial" panose="020B0604020202020204" pitchFamily="34" charset="0"/>
            </a:endParaRPr>
          </a:p>
          <a:p>
            <a:pPr marL="342900" marR="0" lvl="0" indent="-342900" fontAlgn="base" hangingPunct="0">
              <a:lnSpc>
                <a:spcPct val="115000"/>
              </a:lnSpc>
              <a:spcBef>
                <a:spcPts val="0"/>
              </a:spcBef>
              <a:spcAft>
                <a:spcPts val="0"/>
              </a:spcAft>
              <a:buFont typeface="Arial" panose="020B0604020202020204" pitchFamily="34" charset="0"/>
              <a:buChar char="•"/>
              <a:tabLst>
                <a:tab pos="266700" algn="l"/>
              </a:tabLst>
            </a:pPr>
            <a:r>
              <a:rPr lang="en-US" sz="1600" b="0" kern="1200">
                <a:solidFill>
                  <a:srgbClr val="000000"/>
                </a:solidFill>
                <a:effectLst/>
                <a:ea typeface="MS Mincho" panose="02020609040205080304" pitchFamily="49" charset="-128"/>
                <a:cs typeface="Trebuchet MS" panose="020B0603020202020204" pitchFamily="34" charset="0"/>
              </a:rPr>
              <a:t>Enrichment</a:t>
            </a:r>
            <a:endParaRPr lang="en-US" sz="1600" b="0">
              <a:effectLst/>
              <a:ea typeface="Calibri" panose="020F0502020204030204" pitchFamily="34" charset="0"/>
              <a:cs typeface="Arial" panose="020B0604020202020204" pitchFamily="34" charset="0"/>
            </a:endParaRPr>
          </a:p>
          <a:p>
            <a:pPr marL="342900" marR="0" lvl="0" indent="-342900" fontAlgn="base" hangingPunct="0">
              <a:lnSpc>
                <a:spcPct val="115000"/>
              </a:lnSpc>
              <a:spcBef>
                <a:spcPts val="0"/>
              </a:spcBef>
              <a:spcAft>
                <a:spcPts val="0"/>
              </a:spcAft>
              <a:buFont typeface="Arial" panose="020B0604020202020204" pitchFamily="34" charset="0"/>
              <a:buChar char="•"/>
              <a:tabLst>
                <a:tab pos="266700" algn="l"/>
              </a:tabLst>
            </a:pPr>
            <a:r>
              <a:rPr lang="en-US" sz="1600" b="0" kern="1200">
                <a:solidFill>
                  <a:srgbClr val="000000"/>
                </a:solidFill>
                <a:effectLst/>
                <a:ea typeface="MS Mincho" panose="02020609040205080304" pitchFamily="49" charset="-128"/>
                <a:cs typeface="Trebuchet MS" panose="020B0603020202020204" pitchFamily="34" charset="0"/>
              </a:rPr>
              <a:t>Basic Calculations</a:t>
            </a:r>
            <a:endParaRPr lang="en-US" sz="1600" b="0">
              <a:effectLst/>
              <a:ea typeface="Calibri" panose="020F0502020204030204" pitchFamily="34" charset="0"/>
              <a:cs typeface="Arial" panose="020B0604020202020204" pitchFamily="34" charset="0"/>
            </a:endParaRPr>
          </a:p>
          <a:p>
            <a:pPr marL="342900" marR="0" lvl="0" indent="-342900" fontAlgn="base" hangingPunct="0">
              <a:lnSpc>
                <a:spcPct val="115000"/>
              </a:lnSpc>
              <a:spcBef>
                <a:spcPts val="0"/>
              </a:spcBef>
              <a:spcAft>
                <a:spcPts val="0"/>
              </a:spcAft>
              <a:buFont typeface="Arial" panose="020B0604020202020204" pitchFamily="34" charset="0"/>
              <a:buChar char="•"/>
              <a:tabLst>
                <a:tab pos="266700" algn="l"/>
              </a:tabLst>
            </a:pPr>
            <a:r>
              <a:rPr lang="en-US" sz="1600" b="0" kern="1200">
                <a:solidFill>
                  <a:srgbClr val="000000"/>
                </a:solidFill>
                <a:effectLst/>
                <a:ea typeface="MS Mincho" panose="02020609040205080304" pitchFamily="49" charset="-128"/>
                <a:cs typeface="Trebuchet MS" panose="020B0603020202020204" pitchFamily="34" charset="0"/>
              </a:rPr>
              <a:t>Link Templates</a:t>
            </a:r>
            <a:endParaRPr lang="en-US" sz="1600" b="0">
              <a:effectLst/>
              <a:ea typeface="Calibri" panose="020F0502020204030204" pitchFamily="34" charset="0"/>
              <a:cs typeface="Arial" panose="020B0604020202020204" pitchFamily="34" charset="0"/>
            </a:endParaRPr>
          </a:p>
          <a:p>
            <a:pPr marL="342900" marR="0" lvl="0" indent="-342900" fontAlgn="base" hangingPunct="0">
              <a:lnSpc>
                <a:spcPct val="115000"/>
              </a:lnSpc>
              <a:spcBef>
                <a:spcPts val="0"/>
              </a:spcBef>
              <a:spcAft>
                <a:spcPts val="0"/>
              </a:spcAft>
              <a:buFont typeface="Arial" panose="020B0604020202020204" pitchFamily="34" charset="0"/>
              <a:buChar char="•"/>
              <a:tabLst>
                <a:tab pos="266700" algn="l"/>
              </a:tabLst>
            </a:pPr>
            <a:r>
              <a:rPr lang="en-US" sz="1600" b="0" kern="1200">
                <a:solidFill>
                  <a:srgbClr val="000000"/>
                </a:solidFill>
                <a:effectLst/>
                <a:ea typeface="MS Mincho" panose="02020609040205080304" pitchFamily="49" charset="-128"/>
                <a:cs typeface="Trebuchet MS" panose="020B0603020202020204" pitchFamily="34" charset="0"/>
              </a:rPr>
              <a:t>External Data Sources</a:t>
            </a:r>
            <a:endParaRPr lang="en-US" sz="1600" b="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53935DE-761D-489D-BA36-C369DCB5164B}"/>
              </a:ext>
            </a:extLst>
          </p:cNvPr>
          <p:cNvSpPr>
            <a:spLocks noGrp="1"/>
          </p:cNvSpPr>
          <p:nvPr>
            <p:ph type="sldNum" sz="quarter" idx="12"/>
          </p:nvPr>
        </p:nvSpPr>
        <p:spPr>
          <a:xfrm>
            <a:off x="10387411" y="6468283"/>
            <a:ext cx="601304" cy="261379"/>
          </a:xfrm>
        </p:spPr>
        <p:txBody>
          <a:bodyPr/>
          <a:lstStyle/>
          <a:p>
            <a:fld id="{7B94EC18-1D2B-4535-B738-0E53AFE26620}" type="slidenum">
              <a:rPr lang="en-US" smtClean="0"/>
              <a:t>32</a:t>
            </a:fld>
            <a:endParaRPr lang="en-US"/>
          </a:p>
        </p:txBody>
      </p:sp>
      <p:pic>
        <p:nvPicPr>
          <p:cNvPr id="8" name="Picture 7">
            <a:extLst>
              <a:ext uri="{FF2B5EF4-FFF2-40B4-BE49-F238E27FC236}">
                <a16:creationId xmlns:a16="http://schemas.microsoft.com/office/drawing/2014/main" id="{466D1D1F-F3AD-4AEE-BE9F-F2E451607DDC}"/>
              </a:ext>
            </a:extLst>
          </p:cNvPr>
          <p:cNvPicPr>
            <a:picLocks noChangeAspect="1"/>
          </p:cNvPicPr>
          <p:nvPr/>
        </p:nvPicPr>
        <p:blipFill>
          <a:blip r:embed="rId2"/>
          <a:stretch>
            <a:fillRect/>
          </a:stretch>
        </p:blipFill>
        <p:spPr>
          <a:xfrm>
            <a:off x="4776064" y="1979766"/>
            <a:ext cx="6920636" cy="3887635"/>
          </a:xfrm>
          <a:prstGeom prst="rect">
            <a:avLst/>
          </a:prstGeom>
          <a:ln w="12700">
            <a:solidFill>
              <a:schemeClr val="tx1"/>
            </a:solidFill>
          </a:ln>
        </p:spPr>
      </p:pic>
      <p:sp>
        <p:nvSpPr>
          <p:cNvPr id="9" name="Rounded Rectangular Callout 11">
            <a:extLst>
              <a:ext uri="{FF2B5EF4-FFF2-40B4-BE49-F238E27FC236}">
                <a16:creationId xmlns:a16="http://schemas.microsoft.com/office/drawing/2014/main" id="{349AA726-3FC7-4AEB-8884-C1405F2265E1}"/>
              </a:ext>
            </a:extLst>
          </p:cNvPr>
          <p:cNvSpPr/>
          <p:nvPr/>
        </p:nvSpPr>
        <p:spPr>
          <a:xfrm>
            <a:off x="5875249" y="2588730"/>
            <a:ext cx="2101308" cy="428137"/>
          </a:xfrm>
          <a:prstGeom prst="wedgeRoundRectCallout">
            <a:avLst>
              <a:gd name="adj1" fmla="val -58955"/>
              <a:gd name="adj2" fmla="val -83425"/>
              <a:gd name="adj3" fmla="val 16667"/>
            </a:avLst>
          </a:prstGeom>
          <a:solidFill>
            <a:schemeClr val="bg1"/>
          </a:solidFill>
          <a:ln w="28575">
            <a:solidFill>
              <a:srgbClr val="92D05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marL="0" marR="0" algn="ctr" fontAlgn="base" hangingPunct="0"/>
            <a:r>
              <a:rPr lang="en-US" sz="1200" kern="1200">
                <a:solidFill>
                  <a:srgbClr val="ED7D31"/>
                </a:solidFill>
                <a:effectLst/>
                <a:latin typeface="Arial" panose="020B0604020202020204" pitchFamily="34" charset="0"/>
                <a:ea typeface="MS Mincho" panose="02020609040205080304" pitchFamily="49" charset="-128"/>
                <a:cs typeface="Times New Roman" panose="02020603050405020304" pitchFamily="18" charset="0"/>
              </a:rPr>
              <a:t>Select Template sheets for configuration</a:t>
            </a:r>
            <a:endParaRPr lang="en-US" sz="1200">
              <a:effectLst/>
              <a:latin typeface="Times New Roman" panose="02020603050405020304" pitchFamily="18" charset="0"/>
              <a:ea typeface="MS Mincho" panose="02020609040205080304" pitchFamily="49" charset="-128"/>
            </a:endParaRPr>
          </a:p>
        </p:txBody>
      </p:sp>
      <p:sp>
        <p:nvSpPr>
          <p:cNvPr id="10" name="Rounded Rectangular Callout 11">
            <a:extLst>
              <a:ext uri="{FF2B5EF4-FFF2-40B4-BE49-F238E27FC236}">
                <a16:creationId xmlns:a16="http://schemas.microsoft.com/office/drawing/2014/main" id="{FB79B45F-CFCE-4634-94AF-38B0C11AE889}"/>
              </a:ext>
            </a:extLst>
          </p:cNvPr>
          <p:cNvSpPr/>
          <p:nvPr/>
        </p:nvSpPr>
        <p:spPr>
          <a:xfrm>
            <a:off x="8304666" y="4329164"/>
            <a:ext cx="1501041" cy="581807"/>
          </a:xfrm>
          <a:prstGeom prst="wedgeRoundRectCallout">
            <a:avLst>
              <a:gd name="adj1" fmla="val -62350"/>
              <a:gd name="adj2" fmla="val 162614"/>
              <a:gd name="adj3" fmla="val 16667"/>
            </a:avLst>
          </a:prstGeom>
          <a:solidFill>
            <a:schemeClr val="bg1"/>
          </a:solidFill>
          <a:ln w="28575">
            <a:solidFill>
              <a:srgbClr val="92D05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marL="0" marR="0" algn="ctr" fontAlgn="base" hangingPunct="0"/>
            <a:r>
              <a:rPr lang="en-US" sz="1200" kern="1200">
                <a:solidFill>
                  <a:srgbClr val="ED7D31"/>
                </a:solidFill>
                <a:effectLst/>
                <a:latin typeface="Arial" panose="020B0604020202020204" pitchFamily="34" charset="0"/>
                <a:ea typeface="MS Mincho" panose="02020609040205080304" pitchFamily="49" charset="-128"/>
                <a:cs typeface="Times New Roman" panose="02020603050405020304" pitchFamily="18" charset="0"/>
              </a:rPr>
              <a:t>Template Worksheets</a:t>
            </a:r>
            <a:endParaRPr lang="en-US" sz="1200">
              <a:effectLst/>
              <a:latin typeface="Times New Roman" panose="02020603050405020304" pitchFamily="18" charset="0"/>
              <a:ea typeface="MS Mincho" panose="02020609040205080304" pitchFamily="49" charset="-128"/>
            </a:endParaRPr>
          </a:p>
        </p:txBody>
      </p:sp>
      <p:sp>
        <p:nvSpPr>
          <p:cNvPr id="13" name="Rectangle 12">
            <a:extLst>
              <a:ext uri="{FF2B5EF4-FFF2-40B4-BE49-F238E27FC236}">
                <a16:creationId xmlns:a16="http://schemas.microsoft.com/office/drawing/2014/main" id="{8655181C-F827-42E9-B287-EBBFD4BC726B}"/>
              </a:ext>
            </a:extLst>
          </p:cNvPr>
          <p:cNvSpPr/>
          <p:nvPr/>
        </p:nvSpPr>
        <p:spPr>
          <a:xfrm>
            <a:off x="4776064" y="2346594"/>
            <a:ext cx="1018808" cy="220594"/>
          </a:xfrm>
          <a:prstGeom prst="rect">
            <a:avLst/>
          </a:prstGeom>
          <a:noFill/>
          <a:ln w="28575" cmpd="sng">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4" name="Rectangle 13">
            <a:extLst>
              <a:ext uri="{FF2B5EF4-FFF2-40B4-BE49-F238E27FC236}">
                <a16:creationId xmlns:a16="http://schemas.microsoft.com/office/drawing/2014/main" id="{AE52D342-5A35-4132-8935-F4618D8E7EA7}"/>
              </a:ext>
            </a:extLst>
          </p:cNvPr>
          <p:cNvSpPr/>
          <p:nvPr/>
        </p:nvSpPr>
        <p:spPr>
          <a:xfrm>
            <a:off x="5546410" y="5646808"/>
            <a:ext cx="6150289" cy="220594"/>
          </a:xfrm>
          <a:prstGeom prst="rect">
            <a:avLst/>
          </a:prstGeom>
          <a:noFill/>
          <a:ln w="28575" cmpd="sng">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5" name="Rectangle 14">
            <a:extLst>
              <a:ext uri="{FF2B5EF4-FFF2-40B4-BE49-F238E27FC236}">
                <a16:creationId xmlns:a16="http://schemas.microsoft.com/office/drawing/2014/main" id="{48B38448-E095-4312-8055-57B507F15FC4}"/>
              </a:ext>
            </a:extLst>
          </p:cNvPr>
          <p:cNvSpPr/>
          <p:nvPr/>
        </p:nvSpPr>
        <p:spPr>
          <a:xfrm>
            <a:off x="5656580" y="3338513"/>
            <a:ext cx="878840" cy="180975"/>
          </a:xfrm>
          <a:prstGeom prst="rect">
            <a:avLst/>
          </a:prstGeom>
          <a:noFill/>
          <a:ln w="28575" cmpd="sng">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6" name="Slide Number Placeholder 3">
            <a:extLst>
              <a:ext uri="{FF2B5EF4-FFF2-40B4-BE49-F238E27FC236}">
                <a16:creationId xmlns:a16="http://schemas.microsoft.com/office/drawing/2014/main" id="{77B711A0-6EE7-5AC5-3DA5-FBEA792A451F}"/>
              </a:ext>
            </a:extLst>
          </p:cNvPr>
          <p:cNvSpPr txBox="1">
            <a:spLocks/>
          </p:cNvSpPr>
          <p:nvPr/>
        </p:nvSpPr>
        <p:spPr>
          <a:xfrm>
            <a:off x="11645901" y="-28574"/>
            <a:ext cx="675217" cy="504825"/>
          </a:xfrm>
          <a:prstGeom prst="rect">
            <a:avLst/>
          </a:prstGeom>
        </p:spPr>
        <p:txBody>
          <a:bodyPr vert="horz" lIns="91440" tIns="45720" rIns="91440" bIns="45720" rtlCol="0" anchor="ctr"/>
          <a:lstStyle>
            <a:defPPr>
              <a:defRPr lang="en-US"/>
            </a:defPPr>
            <a:lvl1pPr marL="0" algn="l" defTabSz="914400" rtl="0" eaLnBrk="1" fontAlgn="auto" latinLnBrk="0" hangingPunct="1">
              <a:spcBef>
                <a:spcPts val="0"/>
              </a:spcBef>
              <a:spcAft>
                <a:spcPts val="0"/>
              </a:spcAft>
              <a:defRPr sz="1000" b="1" i="0" kern="1200">
                <a:solidFill>
                  <a:schemeClr val="bg1"/>
                </a:solidFill>
                <a:latin typeface="HelveticaNeue MediumCond"/>
                <a:ea typeface="+mn-ea"/>
                <a:cs typeface="HelveticaNeue Medium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B94EC18-1D2B-4535-B738-0E53AFE26620}" type="slidenum">
              <a:rPr lang="en-US" smtClean="0"/>
              <a:pPr/>
              <a:t>32</a:t>
            </a:fld>
            <a:endParaRPr lang="en-US"/>
          </a:p>
        </p:txBody>
      </p:sp>
    </p:spTree>
    <p:extLst>
      <p:ext uri="{BB962C8B-B14F-4D97-AF65-F5344CB8AC3E}">
        <p14:creationId xmlns:p14="http://schemas.microsoft.com/office/powerpoint/2010/main" val="27529415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85723-3577-468A-968E-ABA313EB6368}"/>
              </a:ext>
            </a:extLst>
          </p:cNvPr>
          <p:cNvSpPr>
            <a:spLocks noGrp="1"/>
          </p:cNvSpPr>
          <p:nvPr>
            <p:ph type="title"/>
          </p:nvPr>
        </p:nvSpPr>
        <p:spPr>
          <a:xfrm>
            <a:off x="495299" y="440215"/>
            <a:ext cx="11201401" cy="1631216"/>
          </a:xfrm>
        </p:spPr>
        <p:txBody>
          <a:bodyPr/>
          <a:lstStyle/>
          <a:p>
            <a:r>
              <a:rPr lang="en-US" sz="3200" dirty="0"/>
              <a:t>Contd.. </a:t>
            </a:r>
            <a:r>
              <a:rPr lang="en-AU" sz="1800" dirty="0">
                <a:effectLst/>
                <a:latin typeface="Arial" panose="020B0604020202020204" pitchFamily="34" charset="0"/>
                <a:ea typeface="Calibri" panose="020F0502020204030204" pitchFamily="34" charset="0"/>
                <a:cs typeface="Arial" panose="020B0604020202020204" pitchFamily="34" charset="0"/>
              </a:rPr>
              <a:t>APM Excel Plugin Configuration - Worksheets</a:t>
            </a:r>
            <a:br>
              <a:rPr lang="en-US" sz="1800" dirty="0">
                <a:effectLst/>
                <a:latin typeface="Arial" panose="020B0604020202020204" pitchFamily="34" charset="0"/>
                <a:ea typeface="Calibri" panose="020F0502020204030204" pitchFamily="34" charset="0"/>
                <a:cs typeface="Arial" panose="020B0604020202020204" pitchFamily="34" charset="0"/>
              </a:rPr>
            </a:br>
            <a:br>
              <a:rPr lang="en-US" sz="1800" dirty="0">
                <a:effectLst/>
                <a:latin typeface="Arial" panose="020B0604020202020204" pitchFamily="34" charset="0"/>
                <a:ea typeface="Calibri" panose="020F0502020204030204" pitchFamily="34" charset="0"/>
                <a:cs typeface="Arial" panose="020B0604020202020204" pitchFamily="34" charset="0"/>
              </a:rPr>
            </a:br>
            <a:br>
              <a:rPr lang="en-US" sz="1800" dirty="0">
                <a:effectLst/>
                <a:latin typeface="Arial" panose="020B0604020202020204" pitchFamily="34" charset="0"/>
                <a:ea typeface="Calibri" panose="020F0502020204030204" pitchFamily="34" charset="0"/>
                <a:cs typeface="Arial" panose="020B0604020202020204" pitchFamily="34" charset="0"/>
              </a:rPr>
            </a:br>
            <a:endParaRPr lang="en-US" sz="3200" dirty="0"/>
          </a:p>
        </p:txBody>
      </p:sp>
      <p:sp>
        <p:nvSpPr>
          <p:cNvPr id="3" name="Content Placeholder 2">
            <a:extLst>
              <a:ext uri="{FF2B5EF4-FFF2-40B4-BE49-F238E27FC236}">
                <a16:creationId xmlns:a16="http://schemas.microsoft.com/office/drawing/2014/main" id="{1E939036-351B-48DA-AB8E-1CD72CF2FB56}"/>
              </a:ext>
            </a:extLst>
          </p:cNvPr>
          <p:cNvSpPr>
            <a:spLocks noGrp="1"/>
          </p:cNvSpPr>
          <p:nvPr>
            <p:ph idx="1"/>
          </p:nvPr>
        </p:nvSpPr>
        <p:spPr>
          <a:xfrm>
            <a:off x="495300" y="1409701"/>
            <a:ext cx="3812295" cy="4457700"/>
          </a:xfrm>
        </p:spPr>
        <p:txBody>
          <a:bodyPr/>
          <a:lstStyle/>
          <a:p>
            <a:pPr marL="0" marR="0" indent="0" fontAlgn="base" hangingPunct="0">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Loading Asset Sheets opens the following:</a:t>
            </a:r>
            <a:endParaRPr lang="en-US" sz="1600" b="0">
              <a:effectLst/>
              <a:ea typeface="MS Mincho" panose="02020609040205080304" pitchFamily="49" charset="-128"/>
            </a:endParaRPr>
          </a:p>
          <a:p>
            <a:pPr marL="0" marR="0" indent="0" fontAlgn="base" hangingPunct="0">
              <a:spcBef>
                <a:spcPts val="0"/>
              </a:spcBef>
              <a:spcAft>
                <a:spcPts val="0"/>
              </a:spcAft>
              <a:buNone/>
            </a:pPr>
            <a:endParaRPr lang="en-US" sz="1600" b="0">
              <a:effectLst/>
              <a:ea typeface="MS Mincho" panose="02020609040205080304" pitchFamily="49" charset="-128"/>
            </a:endParaRPr>
          </a:p>
          <a:p>
            <a:pPr marL="285750" marR="0" lvl="0" indent="-285750" fontAlgn="base" hangingPunct="0">
              <a:lnSpc>
                <a:spcPct val="115000"/>
              </a:lnSpc>
              <a:spcBef>
                <a:spcPts val="0"/>
              </a:spcBef>
              <a:spcAft>
                <a:spcPts val="0"/>
              </a:spcAft>
              <a:buFont typeface="Arial" panose="020B0604020202020204" pitchFamily="34" charset="0"/>
              <a:buChar char="•"/>
              <a:tabLst>
                <a:tab pos="266700" algn="l"/>
              </a:tabLst>
            </a:pPr>
            <a:r>
              <a:rPr lang="en-US" sz="1600" b="0" kern="1200">
                <a:solidFill>
                  <a:srgbClr val="000000"/>
                </a:solidFill>
                <a:effectLst/>
                <a:ea typeface="MS Mincho" panose="02020609040205080304" pitchFamily="49" charset="-128"/>
                <a:cs typeface="Trebuchet MS" panose="020B0603020202020204" pitchFamily="34" charset="0"/>
              </a:rPr>
              <a:t>Assets</a:t>
            </a:r>
            <a:endParaRPr lang="en-US" sz="1600" b="0">
              <a:effectLst/>
              <a:ea typeface="Calibri" panose="020F0502020204030204" pitchFamily="34" charset="0"/>
              <a:cs typeface="Arial" panose="020B0604020202020204" pitchFamily="34" charset="0"/>
            </a:endParaRPr>
          </a:p>
          <a:p>
            <a:pPr marL="285750" marR="0" lvl="0" indent="-285750" fontAlgn="base" hangingPunct="0">
              <a:lnSpc>
                <a:spcPct val="115000"/>
              </a:lnSpc>
              <a:spcBef>
                <a:spcPts val="0"/>
              </a:spcBef>
              <a:spcAft>
                <a:spcPts val="0"/>
              </a:spcAft>
              <a:buFont typeface="Arial" panose="020B0604020202020204" pitchFamily="34" charset="0"/>
              <a:buChar char="•"/>
              <a:tabLst>
                <a:tab pos="266700" algn="l"/>
              </a:tabLst>
            </a:pPr>
            <a:r>
              <a:rPr lang="en-US" sz="1600" b="0" kern="1200">
                <a:solidFill>
                  <a:srgbClr val="000000"/>
                </a:solidFill>
                <a:effectLst/>
                <a:ea typeface="MS Mincho" panose="02020609040205080304" pitchFamily="49" charset="-128"/>
                <a:cs typeface="Trebuchet MS" panose="020B0603020202020204" pitchFamily="34" charset="0"/>
              </a:rPr>
              <a:t>Asset Calculations</a:t>
            </a:r>
            <a:endParaRPr lang="en-US" sz="1600" b="0">
              <a:effectLst/>
              <a:ea typeface="Calibri" panose="020F0502020204030204" pitchFamily="34" charset="0"/>
              <a:cs typeface="Arial" panose="020B0604020202020204" pitchFamily="34" charset="0"/>
            </a:endParaRPr>
          </a:p>
          <a:p>
            <a:pPr marL="285750" marR="0" lvl="0" indent="-285750" fontAlgn="base" hangingPunct="0">
              <a:lnSpc>
                <a:spcPct val="115000"/>
              </a:lnSpc>
              <a:spcBef>
                <a:spcPts val="0"/>
              </a:spcBef>
              <a:spcAft>
                <a:spcPts val="0"/>
              </a:spcAft>
              <a:buFont typeface="Arial" panose="020B0604020202020204" pitchFamily="34" charset="0"/>
              <a:buChar char="•"/>
              <a:tabLst>
                <a:tab pos="266700" algn="l"/>
              </a:tabLst>
            </a:pPr>
            <a:r>
              <a:rPr lang="en-US" sz="1600" b="0" kern="1200">
                <a:solidFill>
                  <a:srgbClr val="000000"/>
                </a:solidFill>
                <a:effectLst/>
                <a:ea typeface="MS Mincho" panose="02020609040205080304" pitchFamily="49" charset="-128"/>
                <a:cs typeface="Trebuchet MS" panose="020B0603020202020204" pitchFamily="34" charset="0"/>
              </a:rPr>
              <a:t>Asset Calculation Mappings</a:t>
            </a:r>
            <a:endParaRPr lang="en-US" sz="1600" b="0">
              <a:effectLst/>
              <a:ea typeface="Calibri" panose="020F0502020204030204" pitchFamily="34" charset="0"/>
              <a:cs typeface="Arial" panose="020B0604020202020204" pitchFamily="34" charset="0"/>
            </a:endParaRPr>
          </a:p>
          <a:p>
            <a:pPr marL="285750" marR="0" lvl="0" indent="-285750" fontAlgn="base" hangingPunct="0">
              <a:lnSpc>
                <a:spcPct val="115000"/>
              </a:lnSpc>
              <a:spcBef>
                <a:spcPts val="0"/>
              </a:spcBef>
              <a:spcAft>
                <a:spcPts val="0"/>
              </a:spcAft>
              <a:buFont typeface="Arial" panose="020B0604020202020204" pitchFamily="34" charset="0"/>
              <a:buChar char="•"/>
              <a:tabLst>
                <a:tab pos="266700" algn="l"/>
              </a:tabLst>
            </a:pPr>
            <a:r>
              <a:rPr lang="en-US" sz="1600" b="0" kern="1200">
                <a:solidFill>
                  <a:srgbClr val="000000"/>
                </a:solidFill>
                <a:effectLst/>
                <a:ea typeface="MS Mincho" panose="02020609040205080304" pitchFamily="49" charset="-128"/>
                <a:cs typeface="Trebuchet MS" panose="020B0603020202020204" pitchFamily="34" charset="0"/>
              </a:rPr>
              <a:t>Asset Attribute Mappings</a:t>
            </a:r>
            <a:endParaRPr lang="en-US" sz="1600" b="0">
              <a:effectLst/>
              <a:ea typeface="Calibri" panose="020F0502020204030204" pitchFamily="34" charset="0"/>
              <a:cs typeface="Arial" panose="020B0604020202020204" pitchFamily="34" charset="0"/>
            </a:endParaRPr>
          </a:p>
          <a:p>
            <a:pPr marL="285750" marR="0" lvl="0" indent="-285750" fontAlgn="base" hangingPunct="0">
              <a:lnSpc>
                <a:spcPct val="115000"/>
              </a:lnSpc>
              <a:spcBef>
                <a:spcPts val="0"/>
              </a:spcBef>
              <a:spcAft>
                <a:spcPts val="0"/>
              </a:spcAft>
              <a:buFont typeface="Arial" panose="020B0604020202020204" pitchFamily="34" charset="0"/>
              <a:buChar char="•"/>
              <a:tabLst>
                <a:tab pos="266700" algn="l"/>
              </a:tabLst>
            </a:pPr>
            <a:r>
              <a:rPr lang="en-US" sz="1600" b="0" kern="1200">
                <a:solidFill>
                  <a:srgbClr val="000000"/>
                </a:solidFill>
                <a:effectLst/>
                <a:ea typeface="MS Mincho" panose="02020609040205080304" pitchFamily="49" charset="-128"/>
                <a:cs typeface="Trebuchet MS" panose="020B0603020202020204" pitchFamily="34" charset="0"/>
              </a:rPr>
              <a:t>Attribute Property Mappings</a:t>
            </a:r>
            <a:endParaRPr lang="en-US" sz="1600" b="0">
              <a:effectLst/>
              <a:ea typeface="Calibri" panose="020F0502020204030204" pitchFamily="34" charset="0"/>
              <a:cs typeface="Arial" panose="020B0604020202020204" pitchFamily="34" charset="0"/>
            </a:endParaRPr>
          </a:p>
          <a:p>
            <a:pPr marL="285750" marR="0" lvl="0" indent="-285750" fontAlgn="base" hangingPunct="0">
              <a:lnSpc>
                <a:spcPct val="115000"/>
              </a:lnSpc>
              <a:spcBef>
                <a:spcPts val="0"/>
              </a:spcBef>
              <a:spcAft>
                <a:spcPts val="0"/>
              </a:spcAft>
              <a:buFont typeface="Arial" panose="020B0604020202020204" pitchFamily="34" charset="0"/>
              <a:buChar char="•"/>
              <a:tabLst>
                <a:tab pos="266700" algn="l"/>
              </a:tabLst>
            </a:pPr>
            <a:r>
              <a:rPr lang="en-US" sz="1600" b="0" kern="1200">
                <a:solidFill>
                  <a:srgbClr val="000000"/>
                </a:solidFill>
                <a:effectLst/>
                <a:ea typeface="MS Mincho" panose="02020609040205080304" pitchFamily="49" charset="-128"/>
                <a:cs typeface="Trebuchet MS" panose="020B0603020202020204" pitchFamily="34" charset="0"/>
              </a:rPr>
              <a:t>Asset Links</a:t>
            </a:r>
            <a:endParaRPr lang="en-US" sz="1600" b="0">
              <a:effectLst/>
              <a:ea typeface="Calibri" panose="020F0502020204030204" pitchFamily="34" charset="0"/>
              <a:cs typeface="Arial" panose="020B0604020202020204" pitchFamily="34" charset="0"/>
            </a:endParaRPr>
          </a:p>
          <a:p>
            <a:pPr marL="285750" marR="0" lvl="0" indent="-285750" fontAlgn="base" hangingPunct="0">
              <a:lnSpc>
                <a:spcPct val="115000"/>
              </a:lnSpc>
              <a:spcBef>
                <a:spcPts val="0"/>
              </a:spcBef>
              <a:spcAft>
                <a:spcPts val="0"/>
              </a:spcAft>
              <a:buFont typeface="Arial" panose="020B0604020202020204" pitchFamily="34" charset="0"/>
              <a:buChar char="•"/>
              <a:tabLst>
                <a:tab pos="266700" algn="l"/>
              </a:tabLst>
            </a:pPr>
            <a:r>
              <a:rPr lang="en-US" sz="1600" b="0" kern="1200">
                <a:solidFill>
                  <a:srgbClr val="000000"/>
                </a:solidFill>
                <a:effectLst/>
                <a:ea typeface="MS Mincho" panose="02020609040205080304" pitchFamily="49" charset="-128"/>
                <a:cs typeface="Trebuchet MS" panose="020B0603020202020204" pitchFamily="34" charset="0"/>
              </a:rPr>
              <a:t>CMMS Asset Mapping</a:t>
            </a:r>
            <a:endParaRPr lang="en-US" sz="1600" b="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53935DE-761D-489D-BA36-C369DCB5164B}"/>
              </a:ext>
            </a:extLst>
          </p:cNvPr>
          <p:cNvSpPr>
            <a:spLocks noGrp="1"/>
          </p:cNvSpPr>
          <p:nvPr>
            <p:ph type="sldNum" sz="quarter" idx="12"/>
          </p:nvPr>
        </p:nvSpPr>
        <p:spPr>
          <a:xfrm>
            <a:off x="10387411" y="6468283"/>
            <a:ext cx="601304" cy="261379"/>
          </a:xfrm>
        </p:spPr>
        <p:txBody>
          <a:bodyPr/>
          <a:lstStyle/>
          <a:p>
            <a:fld id="{7B94EC18-1D2B-4535-B738-0E53AFE26620}" type="slidenum">
              <a:rPr lang="en-US" smtClean="0"/>
              <a:t>33</a:t>
            </a:fld>
            <a:endParaRPr lang="en-US"/>
          </a:p>
        </p:txBody>
      </p:sp>
      <p:pic>
        <p:nvPicPr>
          <p:cNvPr id="11" name="Picture 10">
            <a:extLst>
              <a:ext uri="{FF2B5EF4-FFF2-40B4-BE49-F238E27FC236}">
                <a16:creationId xmlns:a16="http://schemas.microsoft.com/office/drawing/2014/main" id="{357EF8DA-8FCF-42E7-AD31-5A75EC9A634E}"/>
              </a:ext>
            </a:extLst>
          </p:cNvPr>
          <p:cNvPicPr>
            <a:picLocks noChangeAspect="1"/>
          </p:cNvPicPr>
          <p:nvPr/>
        </p:nvPicPr>
        <p:blipFill>
          <a:blip r:embed="rId2"/>
          <a:stretch>
            <a:fillRect/>
          </a:stretch>
        </p:blipFill>
        <p:spPr>
          <a:xfrm>
            <a:off x="5024491" y="1601285"/>
            <a:ext cx="6865208" cy="4679252"/>
          </a:xfrm>
          <a:prstGeom prst="rect">
            <a:avLst/>
          </a:prstGeom>
          <a:ln w="12700">
            <a:solidFill>
              <a:schemeClr val="tx1"/>
            </a:solidFill>
          </a:ln>
        </p:spPr>
      </p:pic>
      <p:sp>
        <p:nvSpPr>
          <p:cNvPr id="12" name="Rectangle 11">
            <a:extLst>
              <a:ext uri="{FF2B5EF4-FFF2-40B4-BE49-F238E27FC236}">
                <a16:creationId xmlns:a16="http://schemas.microsoft.com/office/drawing/2014/main" id="{4515DC8B-9481-4318-9899-6AB014A7BA89}"/>
              </a:ext>
            </a:extLst>
          </p:cNvPr>
          <p:cNvSpPr/>
          <p:nvPr/>
        </p:nvSpPr>
        <p:spPr>
          <a:xfrm>
            <a:off x="5024491" y="2243068"/>
            <a:ext cx="816757" cy="176530"/>
          </a:xfrm>
          <a:prstGeom prst="rect">
            <a:avLst/>
          </a:prstGeom>
          <a:noFill/>
          <a:ln w="12700" cmpd="sng">
            <a:gradFill>
              <a:gsLst>
                <a:gs pos="0">
                  <a:srgbClr val="FE4444"/>
                </a:gs>
                <a:gs pos="100000">
                  <a:srgbClr val="832B2B"/>
                </a:gs>
              </a:gsLst>
            </a:gra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6" name="Rectangle 15">
            <a:extLst>
              <a:ext uri="{FF2B5EF4-FFF2-40B4-BE49-F238E27FC236}">
                <a16:creationId xmlns:a16="http://schemas.microsoft.com/office/drawing/2014/main" id="{88EB2124-2B4F-4F87-A442-5E1E3B523F2C}"/>
              </a:ext>
            </a:extLst>
          </p:cNvPr>
          <p:cNvSpPr/>
          <p:nvPr/>
        </p:nvSpPr>
        <p:spPr>
          <a:xfrm>
            <a:off x="5774401" y="6009766"/>
            <a:ext cx="6115298" cy="286385"/>
          </a:xfrm>
          <a:prstGeom prst="rect">
            <a:avLst/>
          </a:prstGeom>
          <a:noFill/>
          <a:ln w="12700" cmpd="sng">
            <a:gradFill>
              <a:gsLst>
                <a:gs pos="0">
                  <a:srgbClr val="FE4444"/>
                </a:gs>
                <a:gs pos="100000">
                  <a:srgbClr val="832B2B"/>
                </a:gs>
              </a:gsLst>
            </a:gra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7" name="Rounded Rectangular Callout 11">
            <a:extLst>
              <a:ext uri="{FF2B5EF4-FFF2-40B4-BE49-F238E27FC236}">
                <a16:creationId xmlns:a16="http://schemas.microsoft.com/office/drawing/2014/main" id="{6CADBF19-5D07-4236-8361-A41A4DFFDCE3}"/>
              </a:ext>
            </a:extLst>
          </p:cNvPr>
          <p:cNvSpPr/>
          <p:nvPr/>
        </p:nvSpPr>
        <p:spPr>
          <a:xfrm>
            <a:off x="5957754" y="3102858"/>
            <a:ext cx="2567826" cy="603250"/>
          </a:xfrm>
          <a:prstGeom prst="wedgeRoundRectCallout">
            <a:avLst>
              <a:gd name="adj1" fmla="val -61276"/>
              <a:gd name="adj2" fmla="val -155250"/>
              <a:gd name="adj3" fmla="val 16667"/>
            </a:avLst>
          </a:prstGeom>
          <a:solidFill>
            <a:schemeClr val="bg1"/>
          </a:solidFill>
          <a:ln w="28575">
            <a:solidFill>
              <a:srgbClr val="92D05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marL="0" marR="0" algn="ctr" fontAlgn="base" hangingPunct="0"/>
            <a:r>
              <a:rPr lang="en-US" sz="1200" kern="1200">
                <a:solidFill>
                  <a:srgbClr val="ED7D31"/>
                </a:solidFill>
                <a:effectLst/>
                <a:latin typeface="Arial" panose="020B0604020202020204" pitchFamily="34" charset="0"/>
                <a:ea typeface="MS Mincho" panose="02020609040205080304" pitchFamily="49" charset="-128"/>
                <a:cs typeface="Times New Roman" panose="02020603050405020304" pitchFamily="18" charset="0"/>
              </a:rPr>
              <a:t>Select Asset Sheets for configuration</a:t>
            </a:r>
            <a:endParaRPr lang="en-US" sz="1200">
              <a:effectLst/>
              <a:latin typeface="Times New Roman" panose="02020603050405020304" pitchFamily="18" charset="0"/>
              <a:ea typeface="MS Mincho" panose="02020609040205080304" pitchFamily="49" charset="-128"/>
            </a:endParaRPr>
          </a:p>
        </p:txBody>
      </p:sp>
      <p:sp>
        <p:nvSpPr>
          <p:cNvPr id="18" name="Rounded Rectangular Callout 11">
            <a:extLst>
              <a:ext uri="{FF2B5EF4-FFF2-40B4-BE49-F238E27FC236}">
                <a16:creationId xmlns:a16="http://schemas.microsoft.com/office/drawing/2014/main" id="{3EFD02DE-F676-47FF-B5AB-DB05F98CEC7D}"/>
              </a:ext>
            </a:extLst>
          </p:cNvPr>
          <p:cNvSpPr/>
          <p:nvPr/>
        </p:nvSpPr>
        <p:spPr>
          <a:xfrm>
            <a:off x="8319493" y="4870063"/>
            <a:ext cx="1834052" cy="299085"/>
          </a:xfrm>
          <a:prstGeom prst="wedgeRoundRectCallout">
            <a:avLst>
              <a:gd name="adj1" fmla="val -108174"/>
              <a:gd name="adj2" fmla="val 338051"/>
              <a:gd name="adj3" fmla="val 16667"/>
            </a:avLst>
          </a:prstGeom>
          <a:solidFill>
            <a:schemeClr val="bg1"/>
          </a:solidFill>
          <a:ln w="28575">
            <a:solidFill>
              <a:srgbClr val="92D05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noAutofit/>
          </a:bodyPr>
          <a:lstStyle/>
          <a:p>
            <a:pPr marL="0" marR="0" algn="ctr" fontAlgn="base" hangingPunct="0"/>
            <a:r>
              <a:rPr lang="en-US" sz="1200" kern="1200">
                <a:solidFill>
                  <a:srgbClr val="ED7D31"/>
                </a:solidFill>
                <a:effectLst/>
                <a:latin typeface="Arial" panose="020B0604020202020204" pitchFamily="34" charset="0"/>
                <a:ea typeface="MS Mincho" panose="02020609040205080304" pitchFamily="49" charset="-128"/>
                <a:cs typeface="Times New Roman" panose="02020603050405020304" pitchFamily="18" charset="0"/>
              </a:rPr>
              <a:t>Asset Worksheets</a:t>
            </a:r>
            <a:endParaRPr lang="en-US" sz="1200">
              <a:effectLst/>
              <a:latin typeface="Times New Roman" panose="02020603050405020304" pitchFamily="18" charset="0"/>
              <a:ea typeface="MS Mincho" panose="02020609040205080304" pitchFamily="49" charset="-128"/>
            </a:endParaRPr>
          </a:p>
        </p:txBody>
      </p:sp>
      <p:sp>
        <p:nvSpPr>
          <p:cNvPr id="6" name="Slide Number Placeholder 3">
            <a:extLst>
              <a:ext uri="{FF2B5EF4-FFF2-40B4-BE49-F238E27FC236}">
                <a16:creationId xmlns:a16="http://schemas.microsoft.com/office/drawing/2014/main" id="{A6A411E8-2FBB-15F2-BE3D-E488FD121F27}"/>
              </a:ext>
            </a:extLst>
          </p:cNvPr>
          <p:cNvSpPr txBox="1">
            <a:spLocks/>
          </p:cNvSpPr>
          <p:nvPr/>
        </p:nvSpPr>
        <p:spPr>
          <a:xfrm>
            <a:off x="11645901" y="-28574"/>
            <a:ext cx="675217" cy="504825"/>
          </a:xfrm>
          <a:prstGeom prst="rect">
            <a:avLst/>
          </a:prstGeom>
        </p:spPr>
        <p:txBody>
          <a:bodyPr vert="horz" lIns="91440" tIns="45720" rIns="91440" bIns="45720" rtlCol="0" anchor="ctr"/>
          <a:lstStyle>
            <a:defPPr>
              <a:defRPr lang="en-US"/>
            </a:defPPr>
            <a:lvl1pPr marL="0" algn="l" defTabSz="914400" rtl="0" eaLnBrk="1" fontAlgn="auto" latinLnBrk="0" hangingPunct="1">
              <a:spcBef>
                <a:spcPts val="0"/>
              </a:spcBef>
              <a:spcAft>
                <a:spcPts val="0"/>
              </a:spcAft>
              <a:defRPr sz="1000" b="1" i="0" kern="1200">
                <a:solidFill>
                  <a:schemeClr val="bg1"/>
                </a:solidFill>
                <a:latin typeface="HelveticaNeue MediumCond"/>
                <a:ea typeface="+mn-ea"/>
                <a:cs typeface="HelveticaNeue Medium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B94EC18-1D2B-4535-B738-0E53AFE26620}" type="slidenum">
              <a:rPr lang="en-US" smtClean="0"/>
              <a:pPr/>
              <a:t>33</a:t>
            </a:fld>
            <a:endParaRPr lang="en-US"/>
          </a:p>
        </p:txBody>
      </p:sp>
    </p:spTree>
    <p:extLst>
      <p:ext uri="{BB962C8B-B14F-4D97-AF65-F5344CB8AC3E}">
        <p14:creationId xmlns:p14="http://schemas.microsoft.com/office/powerpoint/2010/main" val="12562589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85723-3577-468A-968E-ABA313EB6368}"/>
              </a:ext>
            </a:extLst>
          </p:cNvPr>
          <p:cNvSpPr>
            <a:spLocks noGrp="1"/>
          </p:cNvSpPr>
          <p:nvPr>
            <p:ph type="title"/>
          </p:nvPr>
        </p:nvSpPr>
        <p:spPr>
          <a:xfrm>
            <a:off x="495299" y="440215"/>
            <a:ext cx="11201401" cy="1815882"/>
          </a:xfrm>
        </p:spPr>
        <p:txBody>
          <a:bodyPr/>
          <a:lstStyle/>
          <a:p>
            <a:r>
              <a:rPr lang="en-US" sz="3200"/>
              <a:t>Contd.. </a:t>
            </a:r>
            <a:r>
              <a:rPr lang="en-US" sz="1800">
                <a:latin typeface="Arial" panose="020B0604020202020204" pitchFamily="34" charset="0"/>
                <a:cs typeface="Arial" panose="020B0604020202020204" pitchFamily="34" charset="0"/>
              </a:rPr>
              <a:t>Retrieving configuration data from application</a:t>
            </a:r>
            <a:br>
              <a:rPr lang="en-US" sz="1800">
                <a:latin typeface="Arial" panose="020B0604020202020204" pitchFamily="34" charset="0"/>
                <a:cs typeface="Arial" panose="020B0604020202020204" pitchFamily="34" charset="0"/>
              </a:rPr>
            </a:br>
            <a:br>
              <a:rPr lang="en-US" sz="1800">
                <a:latin typeface="Arial" panose="020B0604020202020204" pitchFamily="34" charset="0"/>
                <a:cs typeface="Arial" panose="020B0604020202020204" pitchFamily="34" charset="0"/>
              </a:rPr>
            </a:br>
            <a:br>
              <a:rPr lang="en-US" sz="1800">
                <a:effectLst/>
                <a:latin typeface="Arial" panose="020B0604020202020204" pitchFamily="34" charset="0"/>
                <a:ea typeface="Calibri" panose="020F0502020204030204" pitchFamily="34" charset="0"/>
                <a:cs typeface="Arial" panose="020B0604020202020204" pitchFamily="34" charset="0"/>
              </a:rPr>
            </a:br>
            <a:br>
              <a:rPr lang="en-US" sz="1800">
                <a:effectLst/>
                <a:latin typeface="Arial" panose="020B0604020202020204" pitchFamily="34" charset="0"/>
                <a:ea typeface="Calibri" panose="020F0502020204030204" pitchFamily="34" charset="0"/>
                <a:cs typeface="Arial" panose="020B0604020202020204" pitchFamily="34" charset="0"/>
              </a:rPr>
            </a:br>
            <a:endParaRPr lang="en-US" sz="3200"/>
          </a:p>
        </p:txBody>
      </p:sp>
      <p:sp>
        <p:nvSpPr>
          <p:cNvPr id="3" name="Content Placeholder 2">
            <a:extLst>
              <a:ext uri="{FF2B5EF4-FFF2-40B4-BE49-F238E27FC236}">
                <a16:creationId xmlns:a16="http://schemas.microsoft.com/office/drawing/2014/main" id="{1E939036-351B-48DA-AB8E-1CD72CF2FB56}"/>
              </a:ext>
            </a:extLst>
          </p:cNvPr>
          <p:cNvSpPr>
            <a:spLocks noGrp="1"/>
          </p:cNvSpPr>
          <p:nvPr>
            <p:ph idx="1"/>
          </p:nvPr>
        </p:nvSpPr>
        <p:spPr>
          <a:xfrm>
            <a:off x="495300" y="1409701"/>
            <a:ext cx="3812295" cy="4457700"/>
          </a:xfrm>
        </p:spPr>
        <p:txBody>
          <a:bodyPr/>
          <a:lstStyle/>
          <a:p>
            <a:pPr marL="0" marR="0" indent="0" fontAlgn="base" hangingPunct="0">
              <a:spcBef>
                <a:spcPts val="430"/>
              </a:spcBef>
              <a:spcAft>
                <a:spcPts val="0"/>
              </a:spcAft>
              <a:buNone/>
            </a:pPr>
            <a:r>
              <a:rPr lang="en-US" sz="1400" b="0" kern="1200" dirty="0">
                <a:solidFill>
                  <a:srgbClr val="000000"/>
                </a:solidFill>
                <a:effectLst/>
                <a:ea typeface="MS Mincho" panose="02020609040205080304" pitchFamily="49" charset="-128"/>
                <a:cs typeface="Trebuchet MS" panose="020B0603020202020204" pitchFamily="34" charset="0"/>
              </a:rPr>
              <a:t>Configuration data from the server for each assets shall be retrieved using the worksheets. </a:t>
            </a:r>
            <a:endParaRPr lang="en-US" sz="1400" b="0" dirty="0">
              <a:effectLst/>
              <a:ea typeface="MS Mincho" panose="02020609040205080304" pitchFamily="49" charset="-128"/>
            </a:endParaRPr>
          </a:p>
          <a:p>
            <a:pPr marL="0" marR="0" indent="0" fontAlgn="base" hangingPunct="0">
              <a:spcBef>
                <a:spcPts val="430"/>
              </a:spcBef>
              <a:spcAft>
                <a:spcPts val="0"/>
              </a:spcAft>
              <a:buNone/>
            </a:pPr>
            <a:r>
              <a:rPr lang="en-US" sz="1400" b="0" kern="1200" dirty="0">
                <a:solidFill>
                  <a:srgbClr val="000000"/>
                </a:solidFill>
                <a:effectLst/>
                <a:ea typeface="MS Mincho" panose="02020609040205080304" pitchFamily="49" charset="-128"/>
                <a:cs typeface="Trebuchet MS" panose="020B0603020202020204" pitchFamily="34" charset="0"/>
              </a:rPr>
              <a:t> </a:t>
            </a:r>
            <a:endParaRPr lang="en-US" sz="1400" b="0" dirty="0">
              <a:effectLst/>
              <a:ea typeface="MS Mincho" panose="02020609040205080304" pitchFamily="49" charset="-128"/>
            </a:endParaRPr>
          </a:p>
          <a:p>
            <a:pPr marL="0" marR="0" indent="0" fontAlgn="base" hangingPunct="0">
              <a:spcBef>
                <a:spcPts val="0"/>
              </a:spcBef>
              <a:spcAft>
                <a:spcPts val="0"/>
              </a:spcAft>
              <a:buNone/>
            </a:pPr>
            <a:r>
              <a:rPr lang="en-US" sz="1400" b="0" kern="1200" dirty="0">
                <a:solidFill>
                  <a:srgbClr val="000000"/>
                </a:solidFill>
                <a:effectLst/>
                <a:ea typeface="MS Mincho" panose="02020609040205080304" pitchFamily="49" charset="-128"/>
                <a:cs typeface="Trebuchet MS" panose="020B0603020202020204" pitchFamily="34" charset="0"/>
              </a:rPr>
              <a:t>1. Select the required sheet for which you want to retrieve/view data.</a:t>
            </a:r>
            <a:endParaRPr lang="en-US" sz="1400" b="0" dirty="0">
              <a:effectLst/>
              <a:ea typeface="MS Mincho" panose="02020609040205080304" pitchFamily="49" charset="-128"/>
            </a:endParaRPr>
          </a:p>
          <a:p>
            <a:pPr marL="0" marR="0" indent="0" fontAlgn="base" hangingPunct="0">
              <a:spcBef>
                <a:spcPts val="0"/>
              </a:spcBef>
              <a:spcAft>
                <a:spcPts val="0"/>
              </a:spcAft>
              <a:buNone/>
            </a:pPr>
            <a:r>
              <a:rPr lang="en-US" sz="1400" b="0" kern="1200" dirty="0">
                <a:solidFill>
                  <a:srgbClr val="000000"/>
                </a:solidFill>
                <a:effectLst/>
                <a:ea typeface="MS Mincho" panose="02020609040205080304" pitchFamily="49" charset="-128"/>
                <a:cs typeface="Trebuchet MS" panose="020B0603020202020204" pitchFamily="34" charset="0"/>
              </a:rPr>
              <a:t>2. On the </a:t>
            </a:r>
            <a:r>
              <a:rPr lang="en-US" sz="1400" dirty="0"/>
              <a:t>Asset Performance Management </a:t>
            </a:r>
            <a:r>
              <a:rPr lang="en-US" sz="1400" b="0" kern="1200" dirty="0">
                <a:solidFill>
                  <a:srgbClr val="000000"/>
                </a:solidFill>
                <a:effectLst/>
                <a:ea typeface="MS Mincho" panose="02020609040205080304" pitchFamily="49" charset="-128"/>
                <a:cs typeface="Trebuchet MS" panose="020B0603020202020204" pitchFamily="34" charset="0"/>
              </a:rPr>
              <a:t>tab on the ribbon, select Get Data.</a:t>
            </a:r>
            <a:endParaRPr lang="en-US" sz="1400" b="0" dirty="0">
              <a:effectLst/>
              <a:ea typeface="MS Mincho" panose="02020609040205080304" pitchFamily="49" charset="-128"/>
            </a:endParaRPr>
          </a:p>
          <a:p>
            <a:pPr marL="0" marR="0" indent="0" fontAlgn="base" hangingPunct="0">
              <a:spcBef>
                <a:spcPts val="0"/>
              </a:spcBef>
              <a:spcAft>
                <a:spcPts val="0"/>
              </a:spcAft>
              <a:buNone/>
            </a:pPr>
            <a:r>
              <a:rPr lang="en-US" sz="1400" b="0" kern="1200" dirty="0">
                <a:solidFill>
                  <a:srgbClr val="000000"/>
                </a:solidFill>
                <a:effectLst/>
                <a:ea typeface="MS Mincho" panose="02020609040205080304" pitchFamily="49" charset="-128"/>
                <a:cs typeface="Trebuchet MS" panose="020B0603020202020204" pitchFamily="34" charset="0"/>
              </a:rPr>
              <a:t>3. If a warning dialog box appears, do </a:t>
            </a:r>
            <a:r>
              <a:rPr lang="en-US" sz="1400" b="0" i="1" kern="1200" dirty="0">
                <a:solidFill>
                  <a:srgbClr val="000000"/>
                </a:solidFill>
                <a:effectLst/>
                <a:ea typeface="MS Mincho" panose="02020609040205080304" pitchFamily="49" charset="-128"/>
                <a:cs typeface="Trebuchet MS" panose="020B0603020202020204" pitchFamily="34" charset="0"/>
              </a:rPr>
              <a:t>one </a:t>
            </a:r>
            <a:r>
              <a:rPr lang="en-US" sz="1400" b="0" kern="1200" dirty="0">
                <a:solidFill>
                  <a:srgbClr val="000000"/>
                </a:solidFill>
                <a:effectLst/>
                <a:ea typeface="MS Mincho" panose="02020609040205080304" pitchFamily="49" charset="-128"/>
                <a:cs typeface="Trebuchet MS" panose="020B0603020202020204" pitchFamily="34" charset="0"/>
              </a:rPr>
              <a:t>of the following:</a:t>
            </a:r>
            <a:endParaRPr lang="en-US" sz="1400" b="0" dirty="0">
              <a:effectLst/>
              <a:ea typeface="MS Mincho" panose="02020609040205080304" pitchFamily="49" charset="-128"/>
            </a:endParaRPr>
          </a:p>
          <a:p>
            <a:pPr marL="0" marR="0" indent="0" fontAlgn="base" hangingPunct="0">
              <a:spcBef>
                <a:spcPts val="0"/>
              </a:spcBef>
              <a:spcAft>
                <a:spcPts val="0"/>
              </a:spcAft>
              <a:buNone/>
            </a:pPr>
            <a:r>
              <a:rPr lang="en-US" sz="1400" b="0" kern="1200" dirty="0">
                <a:solidFill>
                  <a:srgbClr val="000000"/>
                </a:solidFill>
                <a:effectLst/>
                <a:ea typeface="MS Mincho" panose="02020609040205080304" pitchFamily="49" charset="-128"/>
                <a:cs typeface="Trebuchet MS" panose="020B0603020202020204" pitchFamily="34" charset="0"/>
              </a:rPr>
              <a:t> </a:t>
            </a:r>
            <a:endParaRPr lang="en-US" sz="1400" b="0" dirty="0">
              <a:effectLst/>
              <a:ea typeface="MS Mincho" panose="02020609040205080304" pitchFamily="49" charset="-128"/>
            </a:endParaRPr>
          </a:p>
          <a:p>
            <a:pPr marL="285750" marR="0" lvl="0" indent="-285750" fontAlgn="base" hangingPunct="0">
              <a:lnSpc>
                <a:spcPct val="115000"/>
              </a:lnSpc>
              <a:spcBef>
                <a:spcPts val="0"/>
              </a:spcBef>
              <a:spcAft>
                <a:spcPts val="0"/>
              </a:spcAft>
              <a:buFont typeface="Arial" panose="020B0604020202020204" pitchFamily="34" charset="0"/>
              <a:buChar char="•"/>
              <a:tabLst>
                <a:tab pos="266700" algn="l"/>
              </a:tabLst>
            </a:pPr>
            <a:r>
              <a:rPr lang="en-US" sz="1400" b="0" kern="1200" dirty="0">
                <a:solidFill>
                  <a:srgbClr val="000000"/>
                </a:solidFill>
                <a:effectLst/>
                <a:ea typeface="MS Mincho" panose="02020609040205080304" pitchFamily="49" charset="-128"/>
                <a:cs typeface="Trebuchet MS" panose="020B0603020202020204" pitchFamily="34" charset="0"/>
              </a:rPr>
              <a:t>To save a copy of the existing data in the workbook, click Yes.</a:t>
            </a:r>
            <a:endParaRPr lang="en-US" sz="1400" b="0" dirty="0">
              <a:effectLst/>
              <a:ea typeface="Calibri" panose="020F0502020204030204" pitchFamily="34" charset="0"/>
              <a:cs typeface="Arial" panose="020B0604020202020204" pitchFamily="34" charset="0"/>
            </a:endParaRPr>
          </a:p>
          <a:p>
            <a:pPr marL="285750" marR="0" lvl="0" indent="-285750" fontAlgn="base" hangingPunct="0">
              <a:lnSpc>
                <a:spcPct val="115000"/>
              </a:lnSpc>
              <a:spcBef>
                <a:spcPts val="0"/>
              </a:spcBef>
              <a:spcAft>
                <a:spcPts val="0"/>
              </a:spcAft>
              <a:buFont typeface="Arial" panose="020B0604020202020204" pitchFamily="34" charset="0"/>
              <a:buChar char="•"/>
              <a:tabLst>
                <a:tab pos="266700" algn="l"/>
              </a:tabLst>
            </a:pPr>
            <a:r>
              <a:rPr lang="en-US" sz="1400" b="0" kern="1200" dirty="0">
                <a:solidFill>
                  <a:srgbClr val="000000"/>
                </a:solidFill>
                <a:effectLst/>
                <a:ea typeface="MS Mincho" panose="02020609040205080304" pitchFamily="49" charset="-128"/>
                <a:cs typeface="Trebuchet MS" panose="020B0603020202020204" pitchFamily="34" charset="0"/>
              </a:rPr>
              <a:t>To delete the existing data on the sheet and replace it with the data from the server, click No.</a:t>
            </a:r>
            <a:endParaRPr lang="en-US" sz="1400" b="0" dirty="0">
              <a:effectLst/>
              <a:ea typeface="Calibri" panose="020F0502020204030204" pitchFamily="34" charset="0"/>
              <a:cs typeface="Arial" panose="020B0604020202020204" pitchFamily="34" charset="0"/>
            </a:endParaRPr>
          </a:p>
          <a:p>
            <a:pPr marL="285750" marR="0" lvl="0" indent="-285750" fontAlgn="base" hangingPunct="0">
              <a:lnSpc>
                <a:spcPct val="115000"/>
              </a:lnSpc>
              <a:spcBef>
                <a:spcPts val="0"/>
              </a:spcBef>
              <a:spcAft>
                <a:spcPts val="0"/>
              </a:spcAft>
              <a:buFont typeface="Arial" panose="020B0604020202020204" pitchFamily="34" charset="0"/>
              <a:buChar char="•"/>
              <a:tabLst>
                <a:tab pos="266700" algn="l"/>
              </a:tabLst>
            </a:pPr>
            <a:r>
              <a:rPr lang="en-US" sz="1400" b="0" kern="1200" dirty="0">
                <a:solidFill>
                  <a:srgbClr val="000000"/>
                </a:solidFill>
                <a:effectLst/>
                <a:ea typeface="MS Mincho" panose="02020609040205080304" pitchFamily="49" charset="-128"/>
                <a:cs typeface="Trebuchet MS" panose="020B0603020202020204" pitchFamily="34" charset="0"/>
              </a:rPr>
              <a:t>To cancel the get data operation, click Cancel.</a:t>
            </a:r>
            <a:endParaRPr lang="en-US" sz="1400" b="0" dirty="0">
              <a:effectLst/>
              <a:ea typeface="Calibri" panose="020F0502020204030204" pitchFamily="34" charset="0"/>
              <a:cs typeface="Arial" panose="020B0604020202020204" pitchFamily="34" charset="0"/>
            </a:endParaRPr>
          </a:p>
          <a:p>
            <a:pPr marL="0" marR="0" indent="0" fontAlgn="base" hangingPunct="0">
              <a:lnSpc>
                <a:spcPct val="115000"/>
              </a:lnSpc>
              <a:spcBef>
                <a:spcPts val="0"/>
              </a:spcBef>
              <a:spcAft>
                <a:spcPts val="0"/>
              </a:spcAft>
              <a:buNone/>
            </a:pPr>
            <a:r>
              <a:rPr lang="en-US" sz="1400" b="0" dirty="0">
                <a:solidFill>
                  <a:srgbClr val="000000"/>
                </a:solidFill>
                <a:effectLst/>
                <a:ea typeface="MS Mincho" panose="02020609040205080304" pitchFamily="49" charset="-128"/>
                <a:cs typeface="Trebuchet MS" panose="020B0603020202020204" pitchFamily="34" charset="0"/>
              </a:rPr>
              <a:t> </a:t>
            </a:r>
            <a:endParaRPr lang="en-US" sz="1400" b="0" dirty="0">
              <a:effectLst/>
              <a:ea typeface="Calibri" panose="020F0502020204030204" pitchFamily="34" charset="0"/>
              <a:cs typeface="Arial" panose="020B0604020202020204" pitchFamily="34" charset="0"/>
            </a:endParaRPr>
          </a:p>
          <a:p>
            <a:pPr marL="0" marR="0" indent="0" fontAlgn="base" hangingPunct="0">
              <a:spcBef>
                <a:spcPts val="0"/>
              </a:spcBef>
              <a:spcAft>
                <a:spcPts val="0"/>
              </a:spcAft>
              <a:buNone/>
            </a:pPr>
            <a:r>
              <a:rPr lang="en-US" sz="1400" b="0" kern="1200" dirty="0">
                <a:solidFill>
                  <a:srgbClr val="000000"/>
                </a:solidFill>
                <a:effectLst/>
                <a:ea typeface="MS Mincho" panose="02020609040205080304" pitchFamily="49" charset="-128"/>
                <a:cs typeface="Trebuchet MS" panose="020B0603020202020204" pitchFamily="34" charset="0"/>
              </a:rPr>
              <a:t>The data appears on the sheet.</a:t>
            </a:r>
            <a:endParaRPr lang="en-US" sz="1400" b="0" dirty="0">
              <a:effectLst/>
              <a:ea typeface="MS Mincho" panose="02020609040205080304" pitchFamily="49" charset="-128"/>
            </a:endParaRPr>
          </a:p>
        </p:txBody>
      </p:sp>
      <p:sp>
        <p:nvSpPr>
          <p:cNvPr id="4" name="Slide Number Placeholder 3">
            <a:extLst>
              <a:ext uri="{FF2B5EF4-FFF2-40B4-BE49-F238E27FC236}">
                <a16:creationId xmlns:a16="http://schemas.microsoft.com/office/drawing/2014/main" id="{553935DE-761D-489D-BA36-C369DCB5164B}"/>
              </a:ext>
            </a:extLst>
          </p:cNvPr>
          <p:cNvSpPr>
            <a:spLocks noGrp="1"/>
          </p:cNvSpPr>
          <p:nvPr>
            <p:ph type="sldNum" sz="quarter" idx="12"/>
          </p:nvPr>
        </p:nvSpPr>
        <p:spPr>
          <a:xfrm>
            <a:off x="10387411" y="6468283"/>
            <a:ext cx="601304" cy="261379"/>
          </a:xfrm>
        </p:spPr>
        <p:txBody>
          <a:bodyPr/>
          <a:lstStyle/>
          <a:p>
            <a:fld id="{7B94EC18-1D2B-4535-B738-0E53AFE26620}" type="slidenum">
              <a:rPr lang="en-US" smtClean="0"/>
              <a:t>34</a:t>
            </a:fld>
            <a:endParaRPr lang="en-US"/>
          </a:p>
        </p:txBody>
      </p:sp>
      <p:pic>
        <p:nvPicPr>
          <p:cNvPr id="10" name="Picture 9">
            <a:extLst>
              <a:ext uri="{FF2B5EF4-FFF2-40B4-BE49-F238E27FC236}">
                <a16:creationId xmlns:a16="http://schemas.microsoft.com/office/drawing/2014/main" id="{61F2A0EE-C78D-4373-B2E5-ABC1AE96B350}"/>
              </a:ext>
            </a:extLst>
          </p:cNvPr>
          <p:cNvPicPr>
            <a:picLocks noChangeAspect="1"/>
          </p:cNvPicPr>
          <p:nvPr/>
        </p:nvPicPr>
        <p:blipFill>
          <a:blip r:embed="rId2"/>
          <a:stretch>
            <a:fillRect/>
          </a:stretch>
        </p:blipFill>
        <p:spPr>
          <a:xfrm>
            <a:off x="5019604" y="2380990"/>
            <a:ext cx="5729605" cy="3336764"/>
          </a:xfrm>
          <a:prstGeom prst="rect">
            <a:avLst/>
          </a:prstGeom>
          <a:noFill/>
          <a:ln>
            <a:noFill/>
          </a:ln>
        </p:spPr>
      </p:pic>
      <p:sp>
        <p:nvSpPr>
          <p:cNvPr id="6" name="Slide Number Placeholder 3">
            <a:extLst>
              <a:ext uri="{FF2B5EF4-FFF2-40B4-BE49-F238E27FC236}">
                <a16:creationId xmlns:a16="http://schemas.microsoft.com/office/drawing/2014/main" id="{99F0ACDC-57A3-AE23-8AC8-F382A20D5E1C}"/>
              </a:ext>
            </a:extLst>
          </p:cNvPr>
          <p:cNvSpPr txBox="1">
            <a:spLocks/>
          </p:cNvSpPr>
          <p:nvPr/>
        </p:nvSpPr>
        <p:spPr>
          <a:xfrm>
            <a:off x="11645901" y="-28574"/>
            <a:ext cx="675217" cy="504825"/>
          </a:xfrm>
          <a:prstGeom prst="rect">
            <a:avLst/>
          </a:prstGeom>
        </p:spPr>
        <p:txBody>
          <a:bodyPr vert="horz" lIns="91440" tIns="45720" rIns="91440" bIns="45720" rtlCol="0" anchor="ctr"/>
          <a:lstStyle>
            <a:defPPr>
              <a:defRPr lang="en-US"/>
            </a:defPPr>
            <a:lvl1pPr marL="0" algn="l" defTabSz="914400" rtl="0" eaLnBrk="1" fontAlgn="auto" latinLnBrk="0" hangingPunct="1">
              <a:spcBef>
                <a:spcPts val="0"/>
              </a:spcBef>
              <a:spcAft>
                <a:spcPts val="0"/>
              </a:spcAft>
              <a:defRPr sz="1000" b="1" i="0" kern="1200">
                <a:solidFill>
                  <a:schemeClr val="bg1"/>
                </a:solidFill>
                <a:latin typeface="HelveticaNeue MediumCond"/>
                <a:ea typeface="+mn-ea"/>
                <a:cs typeface="HelveticaNeue Medium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B94EC18-1D2B-4535-B738-0E53AFE26620}" type="slidenum">
              <a:rPr lang="en-US" smtClean="0"/>
              <a:pPr/>
              <a:t>34</a:t>
            </a:fld>
            <a:endParaRPr lang="en-US"/>
          </a:p>
        </p:txBody>
      </p:sp>
    </p:spTree>
    <p:extLst>
      <p:ext uri="{BB962C8B-B14F-4D97-AF65-F5344CB8AC3E}">
        <p14:creationId xmlns:p14="http://schemas.microsoft.com/office/powerpoint/2010/main" val="11477321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85723-3577-468A-968E-ABA313EB6368}"/>
              </a:ext>
            </a:extLst>
          </p:cNvPr>
          <p:cNvSpPr>
            <a:spLocks noGrp="1"/>
          </p:cNvSpPr>
          <p:nvPr>
            <p:ph type="title"/>
          </p:nvPr>
        </p:nvSpPr>
        <p:spPr>
          <a:xfrm>
            <a:off x="495299" y="248041"/>
            <a:ext cx="11201401" cy="2092881"/>
          </a:xfrm>
        </p:spPr>
        <p:txBody>
          <a:bodyPr/>
          <a:lstStyle/>
          <a:p>
            <a:r>
              <a:rPr lang="en-US" sz="3200"/>
              <a:t>Contd.. </a:t>
            </a:r>
            <a:r>
              <a:rPr lang="en-US" sz="1800">
                <a:latin typeface="Arial" panose="020B0604020202020204" pitchFamily="34" charset="0"/>
                <a:cs typeface="Arial" panose="020B0604020202020204" pitchFamily="34" charset="0"/>
              </a:rPr>
              <a:t>Retrieving filtered data</a:t>
            </a:r>
            <a:br>
              <a:rPr lang="en-US" sz="1800">
                <a:effectLst/>
                <a:latin typeface="Times New Roman" panose="02020603050405020304" pitchFamily="18" charset="0"/>
                <a:ea typeface="MS Mincho" panose="02020609040205080304" pitchFamily="49" charset="-128"/>
              </a:rPr>
            </a:br>
            <a:br>
              <a:rPr lang="en-US" sz="1800">
                <a:latin typeface="Arial" panose="020B0604020202020204" pitchFamily="34" charset="0"/>
                <a:cs typeface="Arial" panose="020B0604020202020204" pitchFamily="34" charset="0"/>
              </a:rPr>
            </a:br>
            <a:br>
              <a:rPr lang="en-US" sz="1800">
                <a:latin typeface="Arial" panose="020B0604020202020204" pitchFamily="34" charset="0"/>
                <a:cs typeface="Arial" panose="020B0604020202020204" pitchFamily="34" charset="0"/>
              </a:rPr>
            </a:br>
            <a:br>
              <a:rPr lang="en-US" sz="1800">
                <a:effectLst/>
                <a:latin typeface="Arial" panose="020B0604020202020204" pitchFamily="34" charset="0"/>
                <a:ea typeface="Calibri" panose="020F0502020204030204" pitchFamily="34" charset="0"/>
                <a:cs typeface="Arial" panose="020B0604020202020204" pitchFamily="34" charset="0"/>
              </a:rPr>
            </a:br>
            <a:br>
              <a:rPr lang="en-US" sz="1800">
                <a:effectLst/>
                <a:latin typeface="Arial" panose="020B0604020202020204" pitchFamily="34" charset="0"/>
                <a:ea typeface="Calibri" panose="020F0502020204030204" pitchFamily="34" charset="0"/>
                <a:cs typeface="Arial" panose="020B0604020202020204" pitchFamily="34" charset="0"/>
              </a:rPr>
            </a:br>
            <a:endParaRPr lang="en-US" sz="3200"/>
          </a:p>
        </p:txBody>
      </p:sp>
      <p:sp>
        <p:nvSpPr>
          <p:cNvPr id="3" name="Content Placeholder 2">
            <a:extLst>
              <a:ext uri="{FF2B5EF4-FFF2-40B4-BE49-F238E27FC236}">
                <a16:creationId xmlns:a16="http://schemas.microsoft.com/office/drawing/2014/main" id="{1E939036-351B-48DA-AB8E-1CD72CF2FB56}"/>
              </a:ext>
            </a:extLst>
          </p:cNvPr>
          <p:cNvSpPr>
            <a:spLocks noGrp="1"/>
          </p:cNvSpPr>
          <p:nvPr>
            <p:ph idx="1"/>
          </p:nvPr>
        </p:nvSpPr>
        <p:spPr>
          <a:xfrm>
            <a:off x="341065" y="1002077"/>
            <a:ext cx="5883465" cy="4120766"/>
          </a:xfrm>
        </p:spPr>
        <p:txBody>
          <a:bodyPr/>
          <a:lstStyle/>
          <a:p>
            <a:pPr marL="0" marR="0" indent="0" algn="just" fontAlgn="base" hangingPunct="0">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Select the sheet for which data to be retrieved</a:t>
            </a:r>
            <a:endParaRPr lang="en-US" sz="1600" b="0">
              <a:effectLst/>
              <a:ea typeface="MS Mincho" panose="02020609040205080304" pitchFamily="49" charset="-128"/>
            </a:endParaRPr>
          </a:p>
          <a:p>
            <a:pPr marL="0" marR="0" indent="0" algn="just" fontAlgn="base" hangingPunct="0">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The filtered Get Data options in the ribbon vary depending on the sheet you have selected.</a:t>
            </a:r>
            <a:endParaRPr lang="en-US" sz="1600" b="0">
              <a:effectLst/>
              <a:ea typeface="MS Mincho" panose="02020609040205080304" pitchFamily="49" charset="-128"/>
            </a:endParaRPr>
          </a:p>
          <a:p>
            <a:pPr marL="0" marR="0" lvl="0" indent="0" algn="just" fontAlgn="base" hangingPunct="0">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Click one of the following, based on the currently selected sheet and type of data you want to retrieve:</a:t>
            </a:r>
            <a:endParaRPr lang="en-US" sz="1600" b="0">
              <a:effectLst/>
              <a:ea typeface="MS Mincho" panose="02020609040205080304" pitchFamily="49" charset="-128"/>
            </a:endParaRPr>
          </a:p>
          <a:p>
            <a:pPr marL="342900" marR="0" lvl="0" indent="-342900" algn="just" fontAlgn="base" hangingPunct="0">
              <a:lnSpc>
                <a:spcPct val="115000"/>
              </a:lnSpc>
              <a:spcBef>
                <a:spcPts val="0"/>
              </a:spcBef>
              <a:spcAft>
                <a:spcPts val="0"/>
              </a:spcAft>
              <a:buFont typeface="Wingdings" panose="05000000000000000000" pitchFamily="2" charset="2"/>
              <a:buChar char=""/>
              <a:tabLst>
                <a:tab pos="266700" algn="l"/>
              </a:tabLst>
            </a:pPr>
            <a:r>
              <a:rPr lang="en-US" sz="1600" b="0" kern="1200">
                <a:solidFill>
                  <a:srgbClr val="000000"/>
                </a:solidFill>
                <a:effectLst/>
                <a:ea typeface="MS Mincho" panose="02020609040205080304" pitchFamily="49" charset="-128"/>
                <a:cs typeface="Trebuchet MS" panose="020B0603020202020204" pitchFamily="34" charset="0"/>
              </a:rPr>
              <a:t>Get Data (Filtered by Asset)</a:t>
            </a:r>
            <a:endParaRPr lang="en-US" sz="1600" b="0">
              <a:effectLst/>
              <a:ea typeface="Calibri" panose="020F0502020204030204" pitchFamily="34" charset="0"/>
              <a:cs typeface="Arial" panose="020B0604020202020204" pitchFamily="34" charset="0"/>
            </a:endParaRPr>
          </a:p>
          <a:p>
            <a:pPr marL="342900" marR="0" lvl="0" indent="-342900" algn="just" fontAlgn="base" hangingPunct="0">
              <a:lnSpc>
                <a:spcPct val="115000"/>
              </a:lnSpc>
              <a:spcBef>
                <a:spcPts val="0"/>
              </a:spcBef>
              <a:spcAft>
                <a:spcPts val="0"/>
              </a:spcAft>
              <a:buFont typeface="Wingdings" panose="05000000000000000000" pitchFamily="2" charset="2"/>
              <a:buChar char=""/>
              <a:tabLst>
                <a:tab pos="266700" algn="l"/>
              </a:tabLst>
            </a:pPr>
            <a:r>
              <a:rPr lang="en-US" sz="1600" b="0" kern="1200">
                <a:solidFill>
                  <a:srgbClr val="000000"/>
                </a:solidFill>
                <a:effectLst/>
                <a:ea typeface="MS Mincho" panose="02020609040205080304" pitchFamily="49" charset="-128"/>
                <a:cs typeface="Trebuchet MS" panose="020B0603020202020204" pitchFamily="34" charset="0"/>
              </a:rPr>
              <a:t>Get Data (Filtered by Asset Type)</a:t>
            </a:r>
            <a:endParaRPr lang="en-US" sz="1600" b="0">
              <a:effectLst/>
              <a:ea typeface="Calibri" panose="020F0502020204030204" pitchFamily="34" charset="0"/>
              <a:cs typeface="Arial" panose="020B0604020202020204" pitchFamily="34" charset="0"/>
            </a:endParaRPr>
          </a:p>
          <a:p>
            <a:pPr marL="342900" marR="0" lvl="0" indent="-342900" algn="just" fontAlgn="base" hangingPunct="0">
              <a:lnSpc>
                <a:spcPct val="115000"/>
              </a:lnSpc>
              <a:spcBef>
                <a:spcPts val="0"/>
              </a:spcBef>
              <a:spcAft>
                <a:spcPts val="0"/>
              </a:spcAft>
              <a:buFont typeface="Wingdings" panose="05000000000000000000" pitchFamily="2" charset="2"/>
              <a:buChar char=""/>
              <a:tabLst>
                <a:tab pos="266700" algn="l"/>
              </a:tabLst>
            </a:pPr>
            <a:r>
              <a:rPr lang="en-US" sz="1600" b="0" kern="1200">
                <a:solidFill>
                  <a:srgbClr val="000000"/>
                </a:solidFill>
                <a:effectLst/>
                <a:ea typeface="MS Mincho" panose="02020609040205080304" pitchFamily="49" charset="-128"/>
                <a:cs typeface="Trebuchet MS" panose="020B0603020202020204" pitchFamily="34" charset="0"/>
              </a:rPr>
              <a:t>Get Data (Filtered by Calculation)</a:t>
            </a:r>
            <a:endParaRPr lang="en-US" sz="1600" b="0">
              <a:effectLst/>
              <a:ea typeface="Calibri" panose="020F0502020204030204" pitchFamily="34" charset="0"/>
              <a:cs typeface="Arial" panose="020B0604020202020204" pitchFamily="34" charset="0"/>
            </a:endParaRPr>
          </a:p>
          <a:p>
            <a:pPr marL="342900" marR="0" lvl="0" indent="-342900" algn="just" fontAlgn="base" hangingPunct="0">
              <a:lnSpc>
                <a:spcPct val="115000"/>
              </a:lnSpc>
              <a:spcBef>
                <a:spcPts val="0"/>
              </a:spcBef>
              <a:spcAft>
                <a:spcPts val="0"/>
              </a:spcAft>
              <a:buFont typeface="Wingdings" panose="05000000000000000000" pitchFamily="2" charset="2"/>
              <a:buChar char=""/>
              <a:tabLst>
                <a:tab pos="266700" algn="l"/>
              </a:tabLst>
            </a:pPr>
            <a:r>
              <a:rPr lang="en-US" sz="1600" b="0" kern="1200">
                <a:solidFill>
                  <a:srgbClr val="000000"/>
                </a:solidFill>
                <a:effectLst/>
                <a:ea typeface="MS Mincho" panose="02020609040205080304" pitchFamily="49" charset="-128"/>
                <a:cs typeface="Trebuchet MS" panose="020B0603020202020204" pitchFamily="34" charset="0"/>
              </a:rPr>
              <a:t>Get Data (Filtered by Calculation Instance)</a:t>
            </a:r>
            <a:endParaRPr lang="en-US" sz="1600" b="0">
              <a:effectLst/>
              <a:ea typeface="Calibri" panose="020F0502020204030204" pitchFamily="34" charset="0"/>
              <a:cs typeface="Arial" panose="020B0604020202020204" pitchFamily="34" charset="0"/>
            </a:endParaRPr>
          </a:p>
          <a:p>
            <a:pPr marL="0" marR="0" algn="just" fontAlgn="base" hangingPunct="0">
              <a:spcBef>
                <a:spcPts val="0"/>
              </a:spcBef>
              <a:spcAft>
                <a:spcPts val="0"/>
              </a:spcAft>
            </a:pPr>
            <a:endParaRPr lang="en-US" sz="1600" b="0">
              <a:solidFill>
                <a:srgbClr val="000000"/>
              </a:solidFill>
              <a:ea typeface="MS Mincho" panose="02020609040205080304" pitchFamily="49" charset="-128"/>
              <a:cs typeface="Trebuchet MS" panose="020B0603020202020204" pitchFamily="34" charset="0"/>
            </a:endParaRPr>
          </a:p>
          <a:p>
            <a:pPr marL="0" marR="0" indent="0" algn="just" fontAlgn="base" hangingPunct="0">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In the dialog box, type the name of the asset or type in the text box.</a:t>
            </a:r>
            <a:endParaRPr lang="en-US" sz="1600" b="0">
              <a:effectLst/>
              <a:ea typeface="MS Mincho" panose="02020609040205080304" pitchFamily="49" charset="-128"/>
            </a:endParaRPr>
          </a:p>
          <a:p>
            <a:pPr marL="0" marR="0" indent="0" algn="just" fontAlgn="base" hangingPunct="0">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Important</a:t>
            </a:r>
            <a:endParaRPr lang="en-US" sz="1600" b="0">
              <a:effectLst/>
              <a:ea typeface="MS Mincho" panose="02020609040205080304" pitchFamily="49" charset="-128"/>
            </a:endParaRPr>
          </a:p>
          <a:p>
            <a:pPr marL="0" marR="0" indent="0" algn="just" fontAlgn="base" hangingPunct="0">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The search terms are case sensitive. If the cases do not match, no data is returned.</a:t>
            </a:r>
            <a:endParaRPr lang="en-US" sz="1600" b="0">
              <a:effectLst/>
              <a:ea typeface="MS Mincho" panose="02020609040205080304" pitchFamily="49" charset="-128"/>
            </a:endParaRPr>
          </a:p>
          <a:p>
            <a:pPr marL="0" marR="0" indent="0" algn="just" fontAlgn="base" hangingPunct="0">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 If a warning dialog box appears, do </a:t>
            </a:r>
            <a:r>
              <a:rPr lang="en-US" sz="1600" b="0" i="1" kern="1200">
                <a:solidFill>
                  <a:srgbClr val="000000"/>
                </a:solidFill>
                <a:effectLst/>
                <a:ea typeface="MS Mincho" panose="02020609040205080304" pitchFamily="49" charset="-128"/>
                <a:cs typeface="Trebuchet MS" panose="020B0603020202020204" pitchFamily="34" charset="0"/>
              </a:rPr>
              <a:t>one </a:t>
            </a:r>
            <a:r>
              <a:rPr lang="en-US" sz="1600" b="0" kern="1200">
                <a:solidFill>
                  <a:srgbClr val="000000"/>
                </a:solidFill>
                <a:effectLst/>
                <a:ea typeface="MS Mincho" panose="02020609040205080304" pitchFamily="49" charset="-128"/>
                <a:cs typeface="Trebuchet MS" panose="020B0603020202020204" pitchFamily="34" charset="0"/>
              </a:rPr>
              <a:t>of the following:</a:t>
            </a:r>
            <a:endParaRPr lang="en-US" sz="1600" b="0">
              <a:effectLst/>
              <a:ea typeface="MS Mincho" panose="02020609040205080304" pitchFamily="49" charset="-128"/>
            </a:endParaRPr>
          </a:p>
          <a:p>
            <a:pPr marL="342900" marR="0" lvl="0" indent="-342900" algn="just" fontAlgn="base" hangingPunct="0">
              <a:lnSpc>
                <a:spcPct val="115000"/>
              </a:lnSpc>
              <a:spcBef>
                <a:spcPts val="0"/>
              </a:spcBef>
              <a:spcAft>
                <a:spcPts val="0"/>
              </a:spcAft>
              <a:buFont typeface="Wingdings" panose="05000000000000000000" pitchFamily="2" charset="2"/>
              <a:buChar char=""/>
              <a:tabLst>
                <a:tab pos="266700" algn="l"/>
              </a:tabLst>
            </a:pPr>
            <a:r>
              <a:rPr lang="en-US" sz="1600" b="0" kern="1200">
                <a:solidFill>
                  <a:srgbClr val="000000"/>
                </a:solidFill>
                <a:effectLst/>
                <a:ea typeface="MS Mincho" panose="02020609040205080304" pitchFamily="49" charset="-128"/>
                <a:cs typeface="Trebuchet MS" panose="020B0603020202020204" pitchFamily="34" charset="0"/>
              </a:rPr>
              <a:t>To save a copy of the existing data in the workbook, click Yes.</a:t>
            </a:r>
            <a:endParaRPr lang="en-US" sz="1600" b="0">
              <a:effectLst/>
              <a:ea typeface="Calibri" panose="020F0502020204030204" pitchFamily="34" charset="0"/>
              <a:cs typeface="Arial" panose="020B0604020202020204" pitchFamily="34" charset="0"/>
            </a:endParaRPr>
          </a:p>
          <a:p>
            <a:pPr marL="342900" marR="0" lvl="0" indent="-342900" algn="just" fontAlgn="base" hangingPunct="0">
              <a:lnSpc>
                <a:spcPct val="115000"/>
              </a:lnSpc>
              <a:spcBef>
                <a:spcPts val="0"/>
              </a:spcBef>
              <a:spcAft>
                <a:spcPts val="0"/>
              </a:spcAft>
              <a:buFont typeface="Wingdings" panose="05000000000000000000" pitchFamily="2" charset="2"/>
              <a:buChar char=""/>
              <a:tabLst>
                <a:tab pos="266700" algn="l"/>
              </a:tabLst>
            </a:pPr>
            <a:r>
              <a:rPr lang="en-US" sz="1600" b="0" kern="1200">
                <a:solidFill>
                  <a:srgbClr val="000000"/>
                </a:solidFill>
                <a:effectLst/>
                <a:ea typeface="MS Mincho" panose="02020609040205080304" pitchFamily="49" charset="-128"/>
                <a:cs typeface="Trebuchet MS" panose="020B0603020202020204" pitchFamily="34" charset="0"/>
              </a:rPr>
              <a:t>To delete the existing data on the sheet and replace it with the data from the server, click No.</a:t>
            </a:r>
            <a:endParaRPr lang="en-US" sz="1600" b="0">
              <a:effectLst/>
              <a:ea typeface="Calibri" panose="020F0502020204030204" pitchFamily="34" charset="0"/>
              <a:cs typeface="Arial" panose="020B0604020202020204" pitchFamily="34" charset="0"/>
            </a:endParaRPr>
          </a:p>
          <a:p>
            <a:pPr marL="342900" marR="0" lvl="0" indent="-342900" algn="just" fontAlgn="base" hangingPunct="0">
              <a:lnSpc>
                <a:spcPct val="115000"/>
              </a:lnSpc>
              <a:spcBef>
                <a:spcPts val="0"/>
              </a:spcBef>
              <a:spcAft>
                <a:spcPts val="0"/>
              </a:spcAft>
              <a:buFont typeface="Wingdings" panose="05000000000000000000" pitchFamily="2" charset="2"/>
              <a:buChar char=""/>
              <a:tabLst>
                <a:tab pos="266700" algn="l"/>
              </a:tabLst>
            </a:pPr>
            <a:r>
              <a:rPr lang="en-US" sz="1600" b="0" kern="1200">
                <a:solidFill>
                  <a:srgbClr val="000000"/>
                </a:solidFill>
                <a:effectLst/>
                <a:ea typeface="MS Mincho" panose="02020609040205080304" pitchFamily="49" charset="-128"/>
                <a:cs typeface="Trebuchet MS" panose="020B0603020202020204" pitchFamily="34" charset="0"/>
              </a:rPr>
              <a:t>To cancel the get data operation, click Cancel.</a:t>
            </a:r>
            <a:endParaRPr lang="en-US" sz="1600" b="0">
              <a:effectLst/>
              <a:ea typeface="Calibri" panose="020F0502020204030204" pitchFamily="34" charset="0"/>
              <a:cs typeface="Arial" panose="020B0604020202020204" pitchFamily="34" charset="0"/>
            </a:endParaRPr>
          </a:p>
          <a:p>
            <a:pPr marL="0" marR="0" indent="0" algn="just" fontAlgn="base" hangingPunct="0">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The data for the asset appears on the sheet.</a:t>
            </a:r>
            <a:endParaRPr lang="en-US" sz="1600" b="0">
              <a:effectLst/>
              <a:ea typeface="MS Mincho" panose="02020609040205080304" pitchFamily="49" charset="-128"/>
            </a:endParaRPr>
          </a:p>
        </p:txBody>
      </p:sp>
      <p:sp>
        <p:nvSpPr>
          <p:cNvPr id="4" name="Slide Number Placeholder 3">
            <a:extLst>
              <a:ext uri="{FF2B5EF4-FFF2-40B4-BE49-F238E27FC236}">
                <a16:creationId xmlns:a16="http://schemas.microsoft.com/office/drawing/2014/main" id="{553935DE-761D-489D-BA36-C369DCB5164B}"/>
              </a:ext>
            </a:extLst>
          </p:cNvPr>
          <p:cNvSpPr>
            <a:spLocks noGrp="1"/>
          </p:cNvSpPr>
          <p:nvPr>
            <p:ph type="sldNum" sz="quarter" idx="12"/>
          </p:nvPr>
        </p:nvSpPr>
        <p:spPr>
          <a:xfrm>
            <a:off x="10387411" y="6468283"/>
            <a:ext cx="601304" cy="261379"/>
          </a:xfrm>
        </p:spPr>
        <p:txBody>
          <a:bodyPr/>
          <a:lstStyle/>
          <a:p>
            <a:fld id="{7B94EC18-1D2B-4535-B738-0E53AFE26620}" type="slidenum">
              <a:rPr lang="en-US" smtClean="0"/>
              <a:t>35</a:t>
            </a:fld>
            <a:endParaRPr lang="en-US"/>
          </a:p>
        </p:txBody>
      </p:sp>
      <p:pic>
        <p:nvPicPr>
          <p:cNvPr id="6" name="Picture 5">
            <a:extLst>
              <a:ext uri="{FF2B5EF4-FFF2-40B4-BE49-F238E27FC236}">
                <a16:creationId xmlns:a16="http://schemas.microsoft.com/office/drawing/2014/main" id="{18DC0C04-D565-4699-9F4A-A395CF2E44D7}"/>
              </a:ext>
            </a:extLst>
          </p:cNvPr>
          <p:cNvPicPr>
            <a:picLocks noChangeAspect="1"/>
          </p:cNvPicPr>
          <p:nvPr/>
        </p:nvPicPr>
        <p:blipFill>
          <a:blip r:embed="rId2"/>
          <a:stretch>
            <a:fillRect/>
          </a:stretch>
        </p:blipFill>
        <p:spPr>
          <a:xfrm>
            <a:off x="6378764" y="1698163"/>
            <a:ext cx="5727700" cy="3865355"/>
          </a:xfrm>
          <a:prstGeom prst="rect">
            <a:avLst/>
          </a:prstGeom>
          <a:noFill/>
          <a:ln>
            <a:noFill/>
          </a:ln>
        </p:spPr>
      </p:pic>
      <p:sp>
        <p:nvSpPr>
          <p:cNvPr id="7" name="Slide Number Placeholder 3">
            <a:extLst>
              <a:ext uri="{FF2B5EF4-FFF2-40B4-BE49-F238E27FC236}">
                <a16:creationId xmlns:a16="http://schemas.microsoft.com/office/drawing/2014/main" id="{0B4D2493-6E5A-EFCB-59F7-A47299A6AB7C}"/>
              </a:ext>
            </a:extLst>
          </p:cNvPr>
          <p:cNvSpPr txBox="1">
            <a:spLocks/>
          </p:cNvSpPr>
          <p:nvPr/>
        </p:nvSpPr>
        <p:spPr>
          <a:xfrm>
            <a:off x="11645901" y="-28574"/>
            <a:ext cx="675217" cy="504825"/>
          </a:xfrm>
          <a:prstGeom prst="rect">
            <a:avLst/>
          </a:prstGeom>
        </p:spPr>
        <p:txBody>
          <a:bodyPr vert="horz" lIns="91440" tIns="45720" rIns="91440" bIns="45720" rtlCol="0" anchor="ctr"/>
          <a:lstStyle>
            <a:defPPr>
              <a:defRPr lang="en-US"/>
            </a:defPPr>
            <a:lvl1pPr marL="0" algn="l" defTabSz="914400" rtl="0" eaLnBrk="1" fontAlgn="auto" latinLnBrk="0" hangingPunct="1">
              <a:spcBef>
                <a:spcPts val="0"/>
              </a:spcBef>
              <a:spcAft>
                <a:spcPts val="0"/>
              </a:spcAft>
              <a:defRPr sz="1000" b="1" i="0" kern="1200">
                <a:solidFill>
                  <a:schemeClr val="bg1"/>
                </a:solidFill>
                <a:latin typeface="HelveticaNeue MediumCond"/>
                <a:ea typeface="+mn-ea"/>
                <a:cs typeface="HelveticaNeue Medium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B94EC18-1D2B-4535-B738-0E53AFE26620}" type="slidenum">
              <a:rPr lang="en-US" smtClean="0"/>
              <a:pPr/>
              <a:t>35</a:t>
            </a:fld>
            <a:endParaRPr lang="en-US"/>
          </a:p>
        </p:txBody>
      </p:sp>
    </p:spTree>
    <p:extLst>
      <p:ext uri="{BB962C8B-B14F-4D97-AF65-F5344CB8AC3E}">
        <p14:creationId xmlns:p14="http://schemas.microsoft.com/office/powerpoint/2010/main" val="31679503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85723-3577-468A-968E-ABA313EB6368}"/>
              </a:ext>
            </a:extLst>
          </p:cNvPr>
          <p:cNvSpPr>
            <a:spLocks noGrp="1"/>
          </p:cNvSpPr>
          <p:nvPr>
            <p:ph type="title"/>
          </p:nvPr>
        </p:nvSpPr>
        <p:spPr>
          <a:xfrm>
            <a:off x="495298" y="478149"/>
            <a:ext cx="11201401" cy="2369880"/>
          </a:xfrm>
        </p:spPr>
        <p:txBody>
          <a:bodyPr/>
          <a:lstStyle/>
          <a:p>
            <a:r>
              <a:rPr lang="en-US" sz="3200"/>
              <a:t>Contd.. </a:t>
            </a:r>
            <a:r>
              <a:rPr lang="en-US" sz="1800">
                <a:latin typeface="Arial" panose="020B0604020202020204" pitchFamily="34" charset="0"/>
                <a:cs typeface="Arial" panose="020B0604020202020204" pitchFamily="34" charset="0"/>
              </a:rPr>
              <a:t>Publishing data</a:t>
            </a:r>
            <a:br>
              <a:rPr lang="en-US" sz="1800">
                <a:effectLst/>
                <a:latin typeface="Times New Roman" panose="02020603050405020304" pitchFamily="18" charset="0"/>
                <a:ea typeface="MS Mincho" panose="02020609040205080304" pitchFamily="49" charset="-128"/>
              </a:rPr>
            </a:br>
            <a:br>
              <a:rPr lang="en-US" sz="1800">
                <a:effectLst/>
                <a:latin typeface="Times New Roman" panose="02020603050405020304" pitchFamily="18" charset="0"/>
                <a:ea typeface="MS Mincho" panose="02020609040205080304" pitchFamily="49" charset="-128"/>
              </a:rPr>
            </a:br>
            <a:br>
              <a:rPr lang="en-US" sz="1800">
                <a:latin typeface="Arial" panose="020B0604020202020204" pitchFamily="34" charset="0"/>
                <a:cs typeface="Arial" panose="020B0604020202020204" pitchFamily="34" charset="0"/>
              </a:rPr>
            </a:br>
            <a:br>
              <a:rPr lang="en-US" sz="1800">
                <a:latin typeface="Arial" panose="020B0604020202020204" pitchFamily="34" charset="0"/>
                <a:cs typeface="Arial" panose="020B0604020202020204" pitchFamily="34" charset="0"/>
              </a:rPr>
            </a:br>
            <a:br>
              <a:rPr lang="en-US" sz="1800">
                <a:effectLst/>
                <a:latin typeface="Arial" panose="020B0604020202020204" pitchFamily="34" charset="0"/>
                <a:ea typeface="Calibri" panose="020F0502020204030204" pitchFamily="34" charset="0"/>
                <a:cs typeface="Arial" panose="020B0604020202020204" pitchFamily="34" charset="0"/>
              </a:rPr>
            </a:br>
            <a:br>
              <a:rPr lang="en-US" sz="1800">
                <a:effectLst/>
                <a:latin typeface="Arial" panose="020B0604020202020204" pitchFamily="34" charset="0"/>
                <a:ea typeface="Calibri" panose="020F0502020204030204" pitchFamily="34" charset="0"/>
                <a:cs typeface="Arial" panose="020B0604020202020204" pitchFamily="34" charset="0"/>
              </a:rPr>
            </a:br>
            <a:endParaRPr lang="en-US" sz="3200"/>
          </a:p>
        </p:txBody>
      </p:sp>
      <p:sp>
        <p:nvSpPr>
          <p:cNvPr id="3" name="Content Placeholder 2">
            <a:extLst>
              <a:ext uri="{FF2B5EF4-FFF2-40B4-BE49-F238E27FC236}">
                <a16:creationId xmlns:a16="http://schemas.microsoft.com/office/drawing/2014/main" id="{1E939036-351B-48DA-AB8E-1CD72CF2FB56}"/>
              </a:ext>
            </a:extLst>
          </p:cNvPr>
          <p:cNvSpPr>
            <a:spLocks noGrp="1"/>
          </p:cNvSpPr>
          <p:nvPr>
            <p:ph idx="1"/>
          </p:nvPr>
        </p:nvSpPr>
        <p:spPr>
          <a:xfrm>
            <a:off x="212534" y="1663089"/>
            <a:ext cx="5883465" cy="4120766"/>
          </a:xfrm>
        </p:spPr>
        <p:txBody>
          <a:bodyPr/>
          <a:lstStyle/>
          <a:p>
            <a:pPr marL="0" marR="0" fontAlgn="base" hangingPunct="0">
              <a:spcBef>
                <a:spcPts val="0"/>
              </a:spcBef>
              <a:spcAft>
                <a:spcPts val="0"/>
              </a:spcAft>
              <a:buFont typeface="Wingdings" panose="05000000000000000000" pitchFamily="2" charset="2"/>
              <a:buChar char="§"/>
            </a:pPr>
            <a:r>
              <a:rPr lang="en-US" sz="1600" b="0" kern="1200" dirty="0">
                <a:solidFill>
                  <a:srgbClr val="000000"/>
                </a:solidFill>
                <a:effectLst/>
                <a:ea typeface="MS Mincho" panose="02020609040205080304" pitchFamily="49" charset="-128"/>
                <a:cs typeface="Trebuchet MS" panose="020B0603020202020204" pitchFamily="34" charset="0"/>
              </a:rPr>
              <a:t>Select the required sheet for which you want to publish the data.</a:t>
            </a:r>
            <a:endParaRPr lang="en-US" sz="1600" b="0" dirty="0">
              <a:effectLst/>
              <a:ea typeface="MS Mincho" panose="02020609040205080304" pitchFamily="49" charset="-128"/>
            </a:endParaRPr>
          </a:p>
          <a:p>
            <a:pPr marL="0" marR="0" fontAlgn="base" hangingPunct="0">
              <a:spcBef>
                <a:spcPts val="0"/>
              </a:spcBef>
              <a:spcAft>
                <a:spcPts val="0"/>
              </a:spcAft>
              <a:buFont typeface="Wingdings" panose="05000000000000000000" pitchFamily="2" charset="2"/>
              <a:buChar char="§"/>
            </a:pPr>
            <a:r>
              <a:rPr lang="en-US" sz="1600" b="0" kern="1200" dirty="0">
                <a:solidFill>
                  <a:srgbClr val="000000"/>
                </a:solidFill>
                <a:effectLst/>
                <a:ea typeface="MS Mincho" panose="02020609040205080304" pitchFamily="49" charset="-128"/>
                <a:cs typeface="Trebuchet MS" panose="020B0603020202020204" pitchFamily="34" charset="0"/>
              </a:rPr>
              <a:t>On the Uniformance Asset Sentinel tab on the ribbon, select Publish.</a:t>
            </a:r>
            <a:endParaRPr lang="en-US" sz="1600" b="0" dirty="0">
              <a:effectLst/>
              <a:ea typeface="MS Mincho" panose="02020609040205080304" pitchFamily="49" charset="-128"/>
            </a:endParaRPr>
          </a:p>
          <a:p>
            <a:pPr marL="0" marR="0" fontAlgn="base" hangingPunct="0">
              <a:spcBef>
                <a:spcPts val="0"/>
              </a:spcBef>
              <a:spcAft>
                <a:spcPts val="0"/>
              </a:spcAft>
              <a:buFont typeface="Wingdings" panose="05000000000000000000" pitchFamily="2" charset="2"/>
              <a:buChar char="§"/>
            </a:pPr>
            <a:r>
              <a:rPr lang="en-US" sz="1600" b="0" kern="1200" dirty="0">
                <a:solidFill>
                  <a:srgbClr val="000000"/>
                </a:solidFill>
                <a:effectLst/>
                <a:ea typeface="MS Mincho" panose="02020609040205080304" pitchFamily="49" charset="-128"/>
                <a:cs typeface="Trebuchet MS" panose="020B0603020202020204" pitchFamily="34" charset="0"/>
              </a:rPr>
              <a:t>In the warning dialog box, do </a:t>
            </a:r>
            <a:r>
              <a:rPr lang="en-US" sz="1600" b="0" i="1" kern="1200" dirty="0">
                <a:solidFill>
                  <a:srgbClr val="000000"/>
                </a:solidFill>
                <a:effectLst/>
                <a:ea typeface="MS Mincho" panose="02020609040205080304" pitchFamily="49" charset="-128"/>
                <a:cs typeface="Trebuchet MS" panose="020B0603020202020204" pitchFamily="34" charset="0"/>
              </a:rPr>
              <a:t>one </a:t>
            </a:r>
            <a:r>
              <a:rPr lang="en-US" sz="1600" b="0" kern="1200" dirty="0">
                <a:solidFill>
                  <a:srgbClr val="000000"/>
                </a:solidFill>
                <a:effectLst/>
                <a:ea typeface="MS Mincho" panose="02020609040205080304" pitchFamily="49" charset="-128"/>
                <a:cs typeface="Trebuchet MS" panose="020B0603020202020204" pitchFamily="34" charset="0"/>
              </a:rPr>
              <a:t>of the following:</a:t>
            </a:r>
            <a:endParaRPr lang="en-US" sz="1600" b="0" dirty="0">
              <a:effectLst/>
              <a:ea typeface="MS Mincho" panose="02020609040205080304" pitchFamily="49" charset="-128"/>
            </a:endParaRPr>
          </a:p>
          <a:p>
            <a:pPr marL="742950" marR="0" lvl="1" indent="-285750" fontAlgn="base" hangingPunct="0">
              <a:lnSpc>
                <a:spcPct val="115000"/>
              </a:lnSpc>
              <a:spcBef>
                <a:spcPts val="0"/>
              </a:spcBef>
              <a:spcAft>
                <a:spcPts val="0"/>
              </a:spcAft>
              <a:tabLst>
                <a:tab pos="914400" algn="l"/>
              </a:tabLst>
            </a:pPr>
            <a:r>
              <a:rPr lang="en-US" sz="1600" kern="1200" dirty="0">
                <a:solidFill>
                  <a:srgbClr val="000000"/>
                </a:solidFill>
                <a:effectLst/>
                <a:ea typeface="MS Mincho" panose="02020609040205080304" pitchFamily="49" charset="-128"/>
                <a:cs typeface="Trebuchet MS" panose="020B0603020202020204" pitchFamily="34" charset="0"/>
              </a:rPr>
              <a:t>A. To save the changes on the sheet to server, click Yes.</a:t>
            </a:r>
            <a:endParaRPr lang="en-US" sz="1600" dirty="0">
              <a:effectLst/>
              <a:ea typeface="Arial" panose="020B0604020202020204" pitchFamily="34" charset="0"/>
              <a:cs typeface="Arial" panose="020B0604020202020204" pitchFamily="34" charset="0"/>
            </a:endParaRPr>
          </a:p>
          <a:p>
            <a:pPr marL="742950" marR="0" lvl="1" indent="-285750" fontAlgn="base" hangingPunct="0">
              <a:lnSpc>
                <a:spcPct val="115000"/>
              </a:lnSpc>
              <a:spcBef>
                <a:spcPts val="0"/>
              </a:spcBef>
              <a:spcAft>
                <a:spcPts val="0"/>
              </a:spcAft>
              <a:tabLst>
                <a:tab pos="914400" algn="l"/>
              </a:tabLst>
            </a:pPr>
            <a:r>
              <a:rPr lang="en-US" sz="1600" kern="1200" dirty="0">
                <a:solidFill>
                  <a:srgbClr val="000000"/>
                </a:solidFill>
                <a:effectLst/>
                <a:ea typeface="MS Mincho" panose="02020609040205080304" pitchFamily="49" charset="-128"/>
                <a:cs typeface="Trebuchet MS" panose="020B0603020202020204" pitchFamily="34" charset="0"/>
              </a:rPr>
              <a:t>B. To cancel the publish operation, click No.</a:t>
            </a:r>
            <a:endParaRPr lang="en-US" sz="1600" dirty="0">
              <a:effectLst/>
              <a:ea typeface="Arial" panose="020B0604020202020204" pitchFamily="34" charset="0"/>
              <a:cs typeface="Arial" panose="020B0604020202020204" pitchFamily="34" charset="0"/>
            </a:endParaRPr>
          </a:p>
          <a:p>
            <a:pPr marL="0" marR="0" indent="0" fontAlgn="base" hangingPunct="0">
              <a:spcBef>
                <a:spcPts val="0"/>
              </a:spcBef>
              <a:spcAft>
                <a:spcPts val="0"/>
              </a:spcAft>
              <a:buNone/>
            </a:pPr>
            <a:r>
              <a:rPr lang="en-US" sz="1600" b="0" kern="1200" dirty="0">
                <a:solidFill>
                  <a:srgbClr val="000000"/>
                </a:solidFill>
                <a:effectLst/>
                <a:ea typeface="MS Mincho" panose="02020609040205080304" pitchFamily="49" charset="-128"/>
                <a:cs typeface="Trebuchet MS" panose="020B0603020202020204" pitchFamily="34" charset="0"/>
              </a:rPr>
              <a:t>The database updates with the changes on the current sheet, and a success/error dialog box appears.</a:t>
            </a:r>
          </a:p>
          <a:p>
            <a:pPr marL="285750" marR="0" indent="-285750" fontAlgn="base" hangingPunct="0">
              <a:spcBef>
                <a:spcPts val="0"/>
              </a:spcBef>
              <a:spcAft>
                <a:spcPts val="0"/>
              </a:spcAft>
              <a:buFont typeface="Arial" panose="020B0604020202020204" pitchFamily="34" charset="0"/>
              <a:buChar char="•"/>
            </a:pPr>
            <a:endParaRPr lang="en-US" sz="1600" b="0" dirty="0">
              <a:effectLst/>
              <a:ea typeface="MS Mincho" panose="02020609040205080304" pitchFamily="49" charset="-128"/>
            </a:endParaRPr>
          </a:p>
          <a:p>
            <a:pPr marL="285750" indent="-285750" fontAlgn="base" hangingPunct="0">
              <a:spcBef>
                <a:spcPts val="0"/>
              </a:spcBef>
              <a:spcAft>
                <a:spcPts val="0"/>
              </a:spcAft>
              <a:buFont typeface="Arial" panose="020B0604020202020204" pitchFamily="34" charset="0"/>
              <a:buChar char="•"/>
            </a:pPr>
            <a:r>
              <a:rPr lang="en-US" sz="1600" b="0" dirty="0">
                <a:solidFill>
                  <a:srgbClr val="000000"/>
                </a:solidFill>
                <a:ea typeface="MS Mincho" panose="02020609040205080304" pitchFamily="49" charset="-128"/>
              </a:rPr>
              <a:t>Click OK to close the dialog box.</a:t>
            </a:r>
          </a:p>
          <a:p>
            <a:pPr marL="285750" indent="-285750" fontAlgn="base" hangingPunct="0">
              <a:spcBef>
                <a:spcPts val="0"/>
              </a:spcBef>
              <a:spcAft>
                <a:spcPts val="0"/>
              </a:spcAft>
              <a:buFont typeface="Arial" panose="020B0604020202020204" pitchFamily="34" charset="0"/>
              <a:buChar char="•"/>
            </a:pPr>
            <a:r>
              <a:rPr lang="en-US" sz="1600" b="0" dirty="0">
                <a:solidFill>
                  <a:srgbClr val="000000"/>
                </a:solidFill>
                <a:ea typeface="MS Mincho" panose="02020609040205080304" pitchFamily="49" charset="-128"/>
              </a:rPr>
              <a:t>To view the changes on the site immediately</a:t>
            </a:r>
            <a:r>
              <a:rPr lang="en-US" sz="1600" b="0" kern="1200" dirty="0">
                <a:solidFill>
                  <a:srgbClr val="000000"/>
                </a:solidFill>
                <a:effectLst/>
                <a:ea typeface="MS Mincho" panose="02020609040205080304" pitchFamily="49" charset="-128"/>
                <a:cs typeface="Trebuchet MS" panose="020B0603020202020204" pitchFamily="34" charset="0"/>
              </a:rPr>
              <a:t>, do the following:</a:t>
            </a:r>
            <a:endParaRPr lang="en-US" sz="1600" b="0" dirty="0">
              <a:effectLst/>
              <a:ea typeface="MS Mincho" panose="02020609040205080304" pitchFamily="49" charset="-128"/>
            </a:endParaRPr>
          </a:p>
          <a:p>
            <a:pPr marL="742950" marR="0" indent="-285750" fontAlgn="base" hangingPunct="0">
              <a:spcBef>
                <a:spcPts val="0"/>
              </a:spcBef>
              <a:spcAft>
                <a:spcPts val="0"/>
              </a:spcAft>
              <a:buFont typeface="Arial" panose="020B0604020202020204" pitchFamily="34" charset="0"/>
              <a:buChar char="•"/>
            </a:pPr>
            <a:r>
              <a:rPr lang="en-US" sz="1600" b="0" kern="1200" dirty="0">
                <a:solidFill>
                  <a:srgbClr val="000000"/>
                </a:solidFill>
                <a:effectLst/>
                <a:ea typeface="MS Mincho" panose="02020609040205080304" pitchFamily="49" charset="-128"/>
                <a:cs typeface="Trebuchet MS" panose="020B0603020202020204" pitchFamily="34" charset="0"/>
              </a:rPr>
              <a:t>A. On the Contents tree, select System Console.</a:t>
            </a:r>
            <a:endParaRPr lang="en-US" sz="1600" b="0" dirty="0">
              <a:effectLst/>
              <a:ea typeface="MS Mincho" panose="02020609040205080304" pitchFamily="49" charset="-128"/>
            </a:endParaRPr>
          </a:p>
          <a:p>
            <a:pPr marL="742950" marR="0" indent="-285750" fontAlgn="base" hangingPunct="0">
              <a:spcBef>
                <a:spcPts val="0"/>
              </a:spcBef>
              <a:spcAft>
                <a:spcPts val="0"/>
              </a:spcAft>
              <a:buFont typeface="Arial" panose="020B0604020202020204" pitchFamily="34" charset="0"/>
              <a:buChar char="•"/>
            </a:pPr>
            <a:r>
              <a:rPr lang="en-US" sz="1600" b="0" kern="1200" dirty="0">
                <a:solidFill>
                  <a:srgbClr val="000000"/>
                </a:solidFill>
                <a:effectLst/>
                <a:ea typeface="MS Mincho" panose="02020609040205080304" pitchFamily="49" charset="-128"/>
                <a:cs typeface="Trebuchet MS" panose="020B0603020202020204" pitchFamily="34" charset="0"/>
              </a:rPr>
              <a:t>B. In the Publish Saved Changes section, click Publish.</a:t>
            </a:r>
            <a:endParaRPr lang="en-US" sz="1600" b="0" dirty="0">
              <a:effectLst/>
              <a:ea typeface="MS Mincho" panose="02020609040205080304" pitchFamily="49" charset="-128"/>
            </a:endParaRPr>
          </a:p>
        </p:txBody>
      </p:sp>
      <p:sp>
        <p:nvSpPr>
          <p:cNvPr id="4" name="Slide Number Placeholder 3">
            <a:extLst>
              <a:ext uri="{FF2B5EF4-FFF2-40B4-BE49-F238E27FC236}">
                <a16:creationId xmlns:a16="http://schemas.microsoft.com/office/drawing/2014/main" id="{553935DE-761D-489D-BA36-C369DCB5164B}"/>
              </a:ext>
            </a:extLst>
          </p:cNvPr>
          <p:cNvSpPr>
            <a:spLocks noGrp="1"/>
          </p:cNvSpPr>
          <p:nvPr>
            <p:ph type="sldNum" sz="quarter" idx="12"/>
          </p:nvPr>
        </p:nvSpPr>
        <p:spPr>
          <a:xfrm>
            <a:off x="10387411" y="6468283"/>
            <a:ext cx="601304" cy="261379"/>
          </a:xfrm>
        </p:spPr>
        <p:txBody>
          <a:bodyPr/>
          <a:lstStyle/>
          <a:p>
            <a:fld id="{7B94EC18-1D2B-4535-B738-0E53AFE26620}" type="slidenum">
              <a:rPr lang="en-US" smtClean="0"/>
              <a:t>36</a:t>
            </a:fld>
            <a:endParaRPr lang="en-US"/>
          </a:p>
        </p:txBody>
      </p:sp>
      <p:pic>
        <p:nvPicPr>
          <p:cNvPr id="7" name="Picture 6">
            <a:extLst>
              <a:ext uri="{FF2B5EF4-FFF2-40B4-BE49-F238E27FC236}">
                <a16:creationId xmlns:a16="http://schemas.microsoft.com/office/drawing/2014/main" id="{C9041CBC-E6CC-4638-B623-1F9228C03ACE}"/>
              </a:ext>
            </a:extLst>
          </p:cNvPr>
          <p:cNvPicPr>
            <a:picLocks noChangeAspect="1"/>
          </p:cNvPicPr>
          <p:nvPr/>
        </p:nvPicPr>
        <p:blipFill>
          <a:blip r:embed="rId2"/>
          <a:stretch>
            <a:fillRect/>
          </a:stretch>
        </p:blipFill>
        <p:spPr>
          <a:xfrm>
            <a:off x="6118789" y="2354151"/>
            <a:ext cx="5732145" cy="1224280"/>
          </a:xfrm>
          <a:prstGeom prst="rect">
            <a:avLst/>
          </a:prstGeom>
          <a:noFill/>
          <a:ln>
            <a:noFill/>
          </a:ln>
        </p:spPr>
      </p:pic>
      <p:sp>
        <p:nvSpPr>
          <p:cNvPr id="6" name="Slide Number Placeholder 3">
            <a:extLst>
              <a:ext uri="{FF2B5EF4-FFF2-40B4-BE49-F238E27FC236}">
                <a16:creationId xmlns:a16="http://schemas.microsoft.com/office/drawing/2014/main" id="{C0643A97-04BE-6A61-6995-AF3C9166AAC1}"/>
              </a:ext>
            </a:extLst>
          </p:cNvPr>
          <p:cNvSpPr txBox="1">
            <a:spLocks/>
          </p:cNvSpPr>
          <p:nvPr/>
        </p:nvSpPr>
        <p:spPr>
          <a:xfrm>
            <a:off x="11645901" y="-28574"/>
            <a:ext cx="675217" cy="504825"/>
          </a:xfrm>
          <a:prstGeom prst="rect">
            <a:avLst/>
          </a:prstGeom>
        </p:spPr>
        <p:txBody>
          <a:bodyPr vert="horz" lIns="91440" tIns="45720" rIns="91440" bIns="45720" rtlCol="0" anchor="ctr"/>
          <a:lstStyle>
            <a:defPPr>
              <a:defRPr lang="en-US"/>
            </a:defPPr>
            <a:lvl1pPr marL="0" algn="l" defTabSz="914400" rtl="0" eaLnBrk="1" fontAlgn="auto" latinLnBrk="0" hangingPunct="1">
              <a:spcBef>
                <a:spcPts val="0"/>
              </a:spcBef>
              <a:spcAft>
                <a:spcPts val="0"/>
              </a:spcAft>
              <a:defRPr sz="1000" b="1" i="0" kern="1200">
                <a:solidFill>
                  <a:schemeClr val="bg1"/>
                </a:solidFill>
                <a:latin typeface="HelveticaNeue MediumCond"/>
                <a:ea typeface="+mn-ea"/>
                <a:cs typeface="HelveticaNeue Medium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B94EC18-1D2B-4535-B738-0E53AFE26620}" type="slidenum">
              <a:rPr lang="en-US" smtClean="0"/>
              <a:pPr/>
              <a:t>36</a:t>
            </a:fld>
            <a:endParaRPr lang="en-US"/>
          </a:p>
        </p:txBody>
      </p:sp>
    </p:spTree>
    <p:extLst>
      <p:ext uri="{BB962C8B-B14F-4D97-AF65-F5344CB8AC3E}">
        <p14:creationId xmlns:p14="http://schemas.microsoft.com/office/powerpoint/2010/main" val="35655565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85723-3577-468A-968E-ABA313EB6368}"/>
              </a:ext>
            </a:extLst>
          </p:cNvPr>
          <p:cNvSpPr>
            <a:spLocks noGrp="1"/>
          </p:cNvSpPr>
          <p:nvPr>
            <p:ph type="title"/>
          </p:nvPr>
        </p:nvSpPr>
        <p:spPr>
          <a:xfrm>
            <a:off x="495298" y="478149"/>
            <a:ext cx="11201401" cy="3200876"/>
          </a:xfrm>
        </p:spPr>
        <p:txBody>
          <a:bodyPr/>
          <a:lstStyle/>
          <a:p>
            <a:r>
              <a:rPr lang="en-US" sz="3200"/>
              <a:t>Contd.. </a:t>
            </a:r>
            <a:r>
              <a:rPr lang="en-GB" sz="1800">
                <a:latin typeface="Arial" panose="020B0604020202020204" pitchFamily="34" charset="0"/>
                <a:cs typeface="Arial" panose="020B0604020202020204" pitchFamily="34" charset="0"/>
              </a:rPr>
              <a:t>Asset Class, Type, Attribute, Property Configuration</a:t>
            </a:r>
            <a:br>
              <a:rPr lang="en-GB" sz="1800">
                <a:latin typeface="Arial" panose="020B0604020202020204" pitchFamily="34" charset="0"/>
                <a:cs typeface="Arial" panose="020B0604020202020204" pitchFamily="34" charset="0"/>
              </a:rPr>
            </a:br>
            <a:r>
              <a:rPr lang="en-US" sz="1800" b="1" kern="1200">
                <a:solidFill>
                  <a:srgbClr val="000000"/>
                </a:solidFill>
                <a:effectLst/>
                <a:latin typeface="Trebuchet MS" panose="020B0603020202020204" pitchFamily="34" charset="0"/>
                <a:ea typeface="Arial" panose="020B0604020202020204" pitchFamily="34" charset="0"/>
                <a:cs typeface="Trebuchet MS" panose="020B0603020202020204" pitchFamily="34" charset="0"/>
              </a:rPr>
              <a:t>Sentinel Configuration Excel Plugin Worksheets</a:t>
            </a:r>
            <a:br>
              <a:rPr lang="en-US" sz="1800">
                <a:effectLst/>
                <a:latin typeface="Times New Roman" panose="02020603050405020304" pitchFamily="18" charset="0"/>
                <a:ea typeface="MS Mincho" panose="02020609040205080304" pitchFamily="49" charset="-128"/>
              </a:rPr>
            </a:br>
            <a:br>
              <a:rPr lang="en-US" sz="1800" b="1">
                <a:solidFill>
                  <a:srgbClr val="84BD00"/>
                </a:solidFill>
                <a:effectLst/>
                <a:latin typeface="Cambria" panose="02040503050406030204" pitchFamily="18" charset="0"/>
                <a:ea typeface="MS Gothic" panose="020B0609070205080204" pitchFamily="49" charset="-128"/>
                <a:cs typeface="Times New Roman" panose="02020603050405020304" pitchFamily="18" charset="0"/>
              </a:rPr>
            </a:br>
            <a:br>
              <a:rPr lang="en-US" sz="1800">
                <a:effectLst/>
                <a:latin typeface="Times New Roman" panose="02020603050405020304" pitchFamily="18" charset="0"/>
                <a:ea typeface="MS Mincho" panose="02020609040205080304" pitchFamily="49" charset="-128"/>
              </a:rPr>
            </a:br>
            <a:br>
              <a:rPr lang="en-US" sz="1800">
                <a:effectLst/>
                <a:latin typeface="Times New Roman" panose="02020603050405020304" pitchFamily="18" charset="0"/>
                <a:ea typeface="MS Mincho" panose="02020609040205080304" pitchFamily="49" charset="-128"/>
              </a:rPr>
            </a:br>
            <a:br>
              <a:rPr lang="en-US" sz="1800">
                <a:latin typeface="Arial" panose="020B0604020202020204" pitchFamily="34" charset="0"/>
                <a:cs typeface="Arial" panose="020B0604020202020204" pitchFamily="34" charset="0"/>
              </a:rPr>
            </a:br>
            <a:br>
              <a:rPr lang="en-US" sz="1800">
                <a:latin typeface="Arial" panose="020B0604020202020204" pitchFamily="34" charset="0"/>
                <a:cs typeface="Arial" panose="020B0604020202020204" pitchFamily="34" charset="0"/>
              </a:rPr>
            </a:br>
            <a:br>
              <a:rPr lang="en-US" sz="1800">
                <a:effectLst/>
                <a:latin typeface="Arial" panose="020B0604020202020204" pitchFamily="34" charset="0"/>
                <a:ea typeface="Calibri" panose="020F0502020204030204" pitchFamily="34" charset="0"/>
                <a:cs typeface="Arial" panose="020B0604020202020204" pitchFamily="34" charset="0"/>
              </a:rPr>
            </a:br>
            <a:br>
              <a:rPr lang="en-US" sz="1800">
                <a:effectLst/>
                <a:latin typeface="Arial" panose="020B0604020202020204" pitchFamily="34" charset="0"/>
                <a:ea typeface="Calibri" panose="020F0502020204030204" pitchFamily="34" charset="0"/>
                <a:cs typeface="Arial" panose="020B0604020202020204" pitchFamily="34" charset="0"/>
              </a:rPr>
            </a:br>
            <a:endParaRPr lang="en-US" sz="3200"/>
          </a:p>
        </p:txBody>
      </p:sp>
      <p:sp>
        <p:nvSpPr>
          <p:cNvPr id="3" name="Content Placeholder 2">
            <a:extLst>
              <a:ext uri="{FF2B5EF4-FFF2-40B4-BE49-F238E27FC236}">
                <a16:creationId xmlns:a16="http://schemas.microsoft.com/office/drawing/2014/main" id="{1E939036-351B-48DA-AB8E-1CD72CF2FB56}"/>
              </a:ext>
            </a:extLst>
          </p:cNvPr>
          <p:cNvSpPr>
            <a:spLocks noGrp="1"/>
          </p:cNvSpPr>
          <p:nvPr>
            <p:ph idx="1"/>
          </p:nvPr>
        </p:nvSpPr>
        <p:spPr>
          <a:xfrm>
            <a:off x="212534" y="1663089"/>
            <a:ext cx="5883465" cy="4120766"/>
          </a:xfrm>
        </p:spPr>
        <p:txBody>
          <a:bodyPr/>
          <a:lstStyle/>
          <a:p>
            <a:pPr marL="0" marR="0" indent="0" fontAlgn="base" hangingPunct="0">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Asset Class</a:t>
            </a:r>
            <a:endParaRPr lang="en-US" sz="1600">
              <a:effectLst/>
              <a:ea typeface="MS Mincho" panose="02020609040205080304" pitchFamily="49" charset="-128"/>
            </a:endParaRPr>
          </a:p>
          <a:p>
            <a:pPr marL="0" marR="0" indent="0" algn="just" fontAlgn="base" hangingPunct="0">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Type the data against each column as per the instruction provided in the table and publish to the server </a:t>
            </a:r>
            <a:endParaRPr lang="en-US" sz="1600" b="0">
              <a:effectLst/>
              <a:ea typeface="MS Mincho" panose="02020609040205080304" pitchFamily="49" charset="-128"/>
            </a:endParaRPr>
          </a:p>
          <a:p>
            <a:pPr marL="0" marR="0" indent="0" fontAlgn="base" hangingPunct="0">
              <a:spcBef>
                <a:spcPts val="0"/>
              </a:spcBef>
              <a:spcAft>
                <a:spcPts val="0"/>
              </a:spcAft>
              <a:buNone/>
            </a:pPr>
            <a:r>
              <a:rPr lang="en-US" sz="1600" b="0">
                <a:effectLst/>
                <a:ea typeface="MS Mincho" panose="02020609040205080304" pitchFamily="49" charset="-128"/>
                <a:cs typeface="Trebuchet MS" panose="020B0603020202020204" pitchFamily="34" charset="0"/>
              </a:rPr>
              <a:t> </a:t>
            </a:r>
            <a:endParaRPr lang="en-US" sz="1600" b="0">
              <a:effectLst/>
              <a:ea typeface="MS Mincho" panose="02020609040205080304" pitchFamily="49" charset="-128"/>
            </a:endParaRPr>
          </a:p>
          <a:p>
            <a:pPr marL="0" marR="0" indent="0" fontAlgn="base" hangingPunct="0">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Actions:</a:t>
            </a:r>
            <a:endParaRPr lang="en-US" sz="1600">
              <a:effectLst/>
              <a:ea typeface="MS Mincho" panose="02020609040205080304" pitchFamily="49" charset="-128"/>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None: </a:t>
            </a:r>
            <a:r>
              <a:rPr lang="en-US" sz="1600" b="0" kern="1200">
                <a:solidFill>
                  <a:srgbClr val="000000"/>
                </a:solidFill>
                <a:effectLst/>
                <a:ea typeface="MS Mincho" panose="02020609040205080304" pitchFamily="49" charset="-128"/>
                <a:cs typeface="Trebuchet MS" panose="020B0603020202020204" pitchFamily="34" charset="0"/>
              </a:rPr>
              <a:t>This row does not contain any changes, or contains changes that should not be published yet, and should be skipped.</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Create</a:t>
            </a:r>
            <a:r>
              <a:rPr lang="en-US" sz="1600" b="0" kern="1200">
                <a:solidFill>
                  <a:srgbClr val="000000"/>
                </a:solidFill>
                <a:effectLst/>
                <a:ea typeface="MS Mincho" panose="02020609040205080304" pitchFamily="49" charset="-128"/>
                <a:cs typeface="Trebuchet MS" panose="020B0603020202020204" pitchFamily="34" charset="0"/>
              </a:rPr>
              <a:t>: This row contains a new asset class that should be added to the database.</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Update</a:t>
            </a:r>
            <a:r>
              <a:rPr lang="en-US" sz="1600" b="0" kern="1200">
                <a:solidFill>
                  <a:srgbClr val="000000"/>
                </a:solidFill>
                <a:effectLst/>
                <a:ea typeface="MS Mincho" panose="02020609040205080304" pitchFamily="49" charset="-128"/>
                <a:cs typeface="Trebuchet MS" panose="020B0603020202020204" pitchFamily="34" charset="0"/>
              </a:rPr>
              <a:t>: This row contains changes to an existing asset class that must be updated.</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Delete</a:t>
            </a:r>
            <a:r>
              <a:rPr lang="en-US" sz="1600" b="0" kern="1200">
                <a:solidFill>
                  <a:srgbClr val="000000"/>
                </a:solidFill>
                <a:effectLst/>
                <a:ea typeface="MS Mincho" panose="02020609040205080304" pitchFamily="49" charset="-128"/>
                <a:cs typeface="Trebuchet MS" panose="020B0603020202020204" pitchFamily="34" charset="0"/>
              </a:rPr>
              <a:t>: This row contains an asset class that should be deleted from the database</a:t>
            </a:r>
            <a:endParaRPr lang="en-US" sz="1600" b="0">
              <a:effectLst/>
              <a:ea typeface="Calibri" panose="020F050202020403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8B73D23A-787D-41F1-A163-010F0E4CB6E3}"/>
              </a:ext>
            </a:extLst>
          </p:cNvPr>
          <p:cNvPicPr>
            <a:picLocks noChangeAspect="1"/>
          </p:cNvPicPr>
          <p:nvPr/>
        </p:nvPicPr>
        <p:blipFill>
          <a:blip r:embed="rId2"/>
          <a:stretch>
            <a:fillRect/>
          </a:stretch>
        </p:blipFill>
        <p:spPr>
          <a:xfrm>
            <a:off x="6288593" y="1715605"/>
            <a:ext cx="5690870" cy="1963420"/>
          </a:xfrm>
          <a:prstGeom prst="rect">
            <a:avLst/>
          </a:prstGeom>
        </p:spPr>
      </p:pic>
      <p:pic>
        <p:nvPicPr>
          <p:cNvPr id="8" name="Picture 7">
            <a:extLst>
              <a:ext uri="{FF2B5EF4-FFF2-40B4-BE49-F238E27FC236}">
                <a16:creationId xmlns:a16="http://schemas.microsoft.com/office/drawing/2014/main" id="{86CF4BE5-9E2F-4F0D-9F81-2FE2645549F8}"/>
              </a:ext>
            </a:extLst>
          </p:cNvPr>
          <p:cNvPicPr>
            <a:picLocks noChangeAspect="1"/>
          </p:cNvPicPr>
          <p:nvPr/>
        </p:nvPicPr>
        <p:blipFill>
          <a:blip r:embed="rId3"/>
          <a:stretch>
            <a:fillRect/>
          </a:stretch>
        </p:blipFill>
        <p:spPr>
          <a:xfrm>
            <a:off x="6288593" y="3723472"/>
            <a:ext cx="5728970" cy="2519680"/>
          </a:xfrm>
          <a:prstGeom prst="rect">
            <a:avLst/>
          </a:prstGeom>
          <a:noFill/>
          <a:ln>
            <a:noFill/>
          </a:ln>
        </p:spPr>
      </p:pic>
      <p:sp>
        <p:nvSpPr>
          <p:cNvPr id="7" name="Slide Number Placeholder 3">
            <a:extLst>
              <a:ext uri="{FF2B5EF4-FFF2-40B4-BE49-F238E27FC236}">
                <a16:creationId xmlns:a16="http://schemas.microsoft.com/office/drawing/2014/main" id="{C8F53135-23D5-6CF2-3AF0-D86EAC0B9359}"/>
              </a:ext>
            </a:extLst>
          </p:cNvPr>
          <p:cNvSpPr>
            <a:spLocks noGrp="1"/>
          </p:cNvSpPr>
          <p:nvPr>
            <p:ph type="sldNum" sz="quarter" idx="12"/>
          </p:nvPr>
        </p:nvSpPr>
        <p:spPr>
          <a:xfrm>
            <a:off x="11645901" y="-28574"/>
            <a:ext cx="675217" cy="504825"/>
          </a:xfrm>
        </p:spPr>
        <p:txBody>
          <a:bodyPr/>
          <a:lstStyle/>
          <a:p>
            <a:fld id="{7B94EC18-1D2B-4535-B738-0E53AFE26620}" type="slidenum">
              <a:rPr lang="en-US" smtClean="0"/>
              <a:t>37</a:t>
            </a:fld>
            <a:endParaRPr lang="en-US"/>
          </a:p>
        </p:txBody>
      </p:sp>
    </p:spTree>
    <p:extLst>
      <p:ext uri="{BB962C8B-B14F-4D97-AF65-F5344CB8AC3E}">
        <p14:creationId xmlns:p14="http://schemas.microsoft.com/office/powerpoint/2010/main" val="41307899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85723-3577-468A-968E-ABA313EB6368}"/>
              </a:ext>
            </a:extLst>
          </p:cNvPr>
          <p:cNvSpPr>
            <a:spLocks noGrp="1"/>
          </p:cNvSpPr>
          <p:nvPr>
            <p:ph type="title"/>
          </p:nvPr>
        </p:nvSpPr>
        <p:spPr>
          <a:xfrm>
            <a:off x="495298" y="478149"/>
            <a:ext cx="11201401" cy="3200876"/>
          </a:xfrm>
        </p:spPr>
        <p:txBody>
          <a:bodyPr/>
          <a:lstStyle/>
          <a:p>
            <a:r>
              <a:rPr lang="en-US" sz="3200"/>
              <a:t>Contd.. </a:t>
            </a:r>
            <a:r>
              <a:rPr lang="en-GB" sz="1800">
                <a:latin typeface="Arial" panose="020B0604020202020204" pitchFamily="34" charset="0"/>
                <a:cs typeface="Arial" panose="020B0604020202020204" pitchFamily="34" charset="0"/>
              </a:rPr>
              <a:t>Asset Class, Type, Attribute, Property Configuration</a:t>
            </a:r>
            <a:br>
              <a:rPr lang="en-GB" sz="1800">
                <a:latin typeface="Arial" panose="020B0604020202020204" pitchFamily="34" charset="0"/>
                <a:cs typeface="Arial" panose="020B0604020202020204" pitchFamily="34" charset="0"/>
              </a:rPr>
            </a:br>
            <a:r>
              <a:rPr lang="en-US" sz="1800" b="1" kern="1200">
                <a:solidFill>
                  <a:srgbClr val="000000"/>
                </a:solidFill>
                <a:effectLst/>
                <a:latin typeface="Trebuchet MS" panose="020B0603020202020204" pitchFamily="34" charset="0"/>
                <a:ea typeface="Arial" panose="020B0604020202020204" pitchFamily="34" charset="0"/>
                <a:cs typeface="Trebuchet MS" panose="020B0603020202020204" pitchFamily="34" charset="0"/>
              </a:rPr>
              <a:t>Sentinel Configuration Excel Plugin Worksheets</a:t>
            </a:r>
            <a:br>
              <a:rPr lang="en-US" sz="1800">
                <a:effectLst/>
                <a:latin typeface="Times New Roman" panose="02020603050405020304" pitchFamily="18" charset="0"/>
                <a:ea typeface="MS Mincho" panose="02020609040205080304" pitchFamily="49" charset="-128"/>
              </a:rPr>
            </a:br>
            <a:br>
              <a:rPr lang="en-US" sz="1800" b="1">
                <a:solidFill>
                  <a:srgbClr val="84BD00"/>
                </a:solidFill>
                <a:effectLst/>
                <a:latin typeface="Cambria" panose="02040503050406030204" pitchFamily="18" charset="0"/>
                <a:ea typeface="MS Gothic" panose="020B0609070205080204" pitchFamily="49" charset="-128"/>
                <a:cs typeface="Times New Roman" panose="02020603050405020304" pitchFamily="18" charset="0"/>
              </a:rPr>
            </a:br>
            <a:br>
              <a:rPr lang="en-US" sz="1800">
                <a:effectLst/>
                <a:latin typeface="Times New Roman" panose="02020603050405020304" pitchFamily="18" charset="0"/>
                <a:ea typeface="MS Mincho" panose="02020609040205080304" pitchFamily="49" charset="-128"/>
              </a:rPr>
            </a:br>
            <a:br>
              <a:rPr lang="en-US" sz="1800">
                <a:effectLst/>
                <a:latin typeface="Times New Roman" panose="02020603050405020304" pitchFamily="18" charset="0"/>
                <a:ea typeface="MS Mincho" panose="02020609040205080304" pitchFamily="49" charset="-128"/>
              </a:rPr>
            </a:br>
            <a:br>
              <a:rPr lang="en-US" sz="1800">
                <a:latin typeface="Arial" panose="020B0604020202020204" pitchFamily="34" charset="0"/>
                <a:cs typeface="Arial" panose="020B0604020202020204" pitchFamily="34" charset="0"/>
              </a:rPr>
            </a:br>
            <a:br>
              <a:rPr lang="en-US" sz="1800">
                <a:latin typeface="Arial" panose="020B0604020202020204" pitchFamily="34" charset="0"/>
                <a:cs typeface="Arial" panose="020B0604020202020204" pitchFamily="34" charset="0"/>
              </a:rPr>
            </a:br>
            <a:br>
              <a:rPr lang="en-US" sz="1800">
                <a:effectLst/>
                <a:latin typeface="Arial" panose="020B0604020202020204" pitchFamily="34" charset="0"/>
                <a:ea typeface="Calibri" panose="020F0502020204030204" pitchFamily="34" charset="0"/>
                <a:cs typeface="Arial" panose="020B0604020202020204" pitchFamily="34" charset="0"/>
              </a:rPr>
            </a:br>
            <a:br>
              <a:rPr lang="en-US" sz="1800">
                <a:effectLst/>
                <a:latin typeface="Arial" panose="020B0604020202020204" pitchFamily="34" charset="0"/>
                <a:ea typeface="Calibri" panose="020F0502020204030204" pitchFamily="34" charset="0"/>
                <a:cs typeface="Arial" panose="020B0604020202020204" pitchFamily="34" charset="0"/>
              </a:rPr>
            </a:br>
            <a:endParaRPr lang="en-US" sz="3200"/>
          </a:p>
        </p:txBody>
      </p:sp>
      <p:sp>
        <p:nvSpPr>
          <p:cNvPr id="3" name="Content Placeholder 2">
            <a:extLst>
              <a:ext uri="{FF2B5EF4-FFF2-40B4-BE49-F238E27FC236}">
                <a16:creationId xmlns:a16="http://schemas.microsoft.com/office/drawing/2014/main" id="{1E939036-351B-48DA-AB8E-1CD72CF2FB56}"/>
              </a:ext>
            </a:extLst>
          </p:cNvPr>
          <p:cNvSpPr>
            <a:spLocks noGrp="1"/>
          </p:cNvSpPr>
          <p:nvPr>
            <p:ph idx="1"/>
          </p:nvPr>
        </p:nvSpPr>
        <p:spPr>
          <a:xfrm>
            <a:off x="212534" y="1663089"/>
            <a:ext cx="5883465" cy="4120766"/>
          </a:xfrm>
        </p:spPr>
        <p:txBody>
          <a:bodyPr/>
          <a:lstStyle/>
          <a:p>
            <a:pPr marL="0" marR="0" indent="0" fontAlgn="base" hangingPunct="0">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Asset Type</a:t>
            </a:r>
            <a:endParaRPr lang="en-US" sz="1600">
              <a:effectLst/>
              <a:ea typeface="MS Mincho" panose="02020609040205080304" pitchFamily="49" charset="-128"/>
            </a:endParaRPr>
          </a:p>
          <a:p>
            <a:pPr marL="0" marR="0" indent="0" algn="just" fontAlgn="base" hangingPunct="0">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Type the data against each column as per the instruction provided in the table and publish to the server </a:t>
            </a:r>
            <a:endParaRPr lang="en-US" sz="1600" b="0">
              <a:effectLst/>
              <a:ea typeface="MS Mincho" panose="02020609040205080304" pitchFamily="49" charset="-128"/>
            </a:endParaRPr>
          </a:p>
          <a:p>
            <a:pPr marL="0" marR="0" indent="0" fontAlgn="base" hangingPunct="0">
              <a:spcBef>
                <a:spcPts val="0"/>
              </a:spcBef>
              <a:spcAft>
                <a:spcPts val="0"/>
              </a:spcAft>
              <a:buNone/>
            </a:pPr>
            <a:endParaRPr lang="en-US" sz="1600" b="0">
              <a:effectLst/>
              <a:ea typeface="MS Mincho" panose="02020609040205080304" pitchFamily="49" charset="-128"/>
            </a:endParaRPr>
          </a:p>
          <a:p>
            <a:pPr marL="0" marR="0" indent="0" fontAlgn="base" hangingPunct="0">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Actions:</a:t>
            </a:r>
            <a:endParaRPr lang="en-US" sz="1600">
              <a:effectLst/>
              <a:ea typeface="MS Mincho" panose="02020609040205080304" pitchFamily="49" charset="-128"/>
            </a:endParaRPr>
          </a:p>
          <a:p>
            <a:pPr marL="0" marR="0" indent="0" algn="just" fontAlgn="base" hangingPunct="0">
              <a:lnSpc>
                <a:spcPct val="115000"/>
              </a:lnSpc>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None: This row does not contain any changes, or contains changes that should not be published yet, and should be skipped.</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Create: </a:t>
            </a:r>
            <a:r>
              <a:rPr lang="en-US" sz="1600" b="0" kern="1200">
                <a:solidFill>
                  <a:srgbClr val="000000"/>
                </a:solidFill>
                <a:effectLst/>
                <a:ea typeface="MS Mincho" panose="02020609040205080304" pitchFamily="49" charset="-128"/>
                <a:cs typeface="Trebuchet MS" panose="020B0603020202020204" pitchFamily="34" charset="0"/>
              </a:rPr>
              <a:t>This row contains a new asset class that should be added to the database.</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Update: </a:t>
            </a:r>
            <a:r>
              <a:rPr lang="en-US" sz="1600" b="0" kern="1200">
                <a:solidFill>
                  <a:srgbClr val="000000"/>
                </a:solidFill>
                <a:effectLst/>
                <a:ea typeface="MS Mincho" panose="02020609040205080304" pitchFamily="49" charset="-128"/>
                <a:cs typeface="Trebuchet MS" panose="020B0603020202020204" pitchFamily="34" charset="0"/>
              </a:rPr>
              <a:t>This row contains changes to an existing asset class that must be updated.</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Delete: </a:t>
            </a:r>
            <a:r>
              <a:rPr lang="en-US" sz="1600" b="0" kern="1200">
                <a:solidFill>
                  <a:srgbClr val="000000"/>
                </a:solidFill>
                <a:effectLst/>
                <a:ea typeface="MS Mincho" panose="02020609040205080304" pitchFamily="49" charset="-128"/>
                <a:cs typeface="Trebuchet MS" panose="020B0603020202020204" pitchFamily="34" charset="0"/>
              </a:rPr>
              <a:t>This row contains an asset class that should be deleted from the database</a:t>
            </a:r>
            <a:endParaRPr lang="en-US" sz="1600" b="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53935DE-761D-489D-BA36-C369DCB5164B}"/>
              </a:ext>
            </a:extLst>
          </p:cNvPr>
          <p:cNvSpPr>
            <a:spLocks noGrp="1"/>
          </p:cNvSpPr>
          <p:nvPr>
            <p:ph type="sldNum" sz="quarter" idx="12"/>
          </p:nvPr>
        </p:nvSpPr>
        <p:spPr>
          <a:xfrm>
            <a:off x="10387411" y="6468283"/>
            <a:ext cx="601304" cy="261379"/>
          </a:xfrm>
        </p:spPr>
        <p:txBody>
          <a:bodyPr/>
          <a:lstStyle/>
          <a:p>
            <a:fld id="{7B94EC18-1D2B-4535-B738-0E53AFE26620}" type="slidenum">
              <a:rPr lang="en-US" smtClean="0"/>
              <a:t>38</a:t>
            </a:fld>
            <a:endParaRPr lang="en-US"/>
          </a:p>
        </p:txBody>
      </p:sp>
      <p:pic>
        <p:nvPicPr>
          <p:cNvPr id="7" name="Picture 6">
            <a:extLst>
              <a:ext uri="{FF2B5EF4-FFF2-40B4-BE49-F238E27FC236}">
                <a16:creationId xmlns:a16="http://schemas.microsoft.com/office/drawing/2014/main" id="{0469DB5F-0F56-48C8-8EA5-AA00EE3B9558}"/>
              </a:ext>
            </a:extLst>
          </p:cNvPr>
          <p:cNvPicPr>
            <a:picLocks noChangeAspect="1"/>
          </p:cNvPicPr>
          <p:nvPr/>
        </p:nvPicPr>
        <p:blipFill>
          <a:blip r:embed="rId2"/>
          <a:stretch>
            <a:fillRect/>
          </a:stretch>
        </p:blipFill>
        <p:spPr>
          <a:xfrm>
            <a:off x="6308913" y="1565330"/>
            <a:ext cx="5670550" cy="2110740"/>
          </a:xfrm>
          <a:prstGeom prst="rect">
            <a:avLst/>
          </a:prstGeom>
          <a:ln w="12700">
            <a:solidFill>
              <a:schemeClr val="tx1"/>
            </a:solidFill>
          </a:ln>
        </p:spPr>
      </p:pic>
      <p:pic>
        <p:nvPicPr>
          <p:cNvPr id="9" name="Picture 8">
            <a:extLst>
              <a:ext uri="{FF2B5EF4-FFF2-40B4-BE49-F238E27FC236}">
                <a16:creationId xmlns:a16="http://schemas.microsoft.com/office/drawing/2014/main" id="{090E8CC7-4EDF-4909-BAE6-FC214F93374F}"/>
              </a:ext>
            </a:extLst>
          </p:cNvPr>
          <p:cNvPicPr>
            <a:picLocks noChangeAspect="1"/>
          </p:cNvPicPr>
          <p:nvPr/>
        </p:nvPicPr>
        <p:blipFill>
          <a:blip r:embed="rId3"/>
          <a:stretch>
            <a:fillRect/>
          </a:stretch>
        </p:blipFill>
        <p:spPr>
          <a:xfrm>
            <a:off x="6240015" y="4104138"/>
            <a:ext cx="5808345" cy="2308860"/>
          </a:xfrm>
          <a:prstGeom prst="rect">
            <a:avLst/>
          </a:prstGeom>
        </p:spPr>
      </p:pic>
      <p:sp>
        <p:nvSpPr>
          <p:cNvPr id="6" name="Slide Number Placeholder 3">
            <a:extLst>
              <a:ext uri="{FF2B5EF4-FFF2-40B4-BE49-F238E27FC236}">
                <a16:creationId xmlns:a16="http://schemas.microsoft.com/office/drawing/2014/main" id="{FA897630-D89D-1E64-DA3F-8F5E50937B57}"/>
              </a:ext>
            </a:extLst>
          </p:cNvPr>
          <p:cNvSpPr txBox="1">
            <a:spLocks/>
          </p:cNvSpPr>
          <p:nvPr/>
        </p:nvSpPr>
        <p:spPr>
          <a:xfrm>
            <a:off x="11645901" y="-28574"/>
            <a:ext cx="675217" cy="504825"/>
          </a:xfrm>
          <a:prstGeom prst="rect">
            <a:avLst/>
          </a:prstGeom>
        </p:spPr>
        <p:txBody>
          <a:bodyPr vert="horz" lIns="91440" tIns="45720" rIns="91440" bIns="45720" rtlCol="0" anchor="ctr"/>
          <a:lstStyle>
            <a:defPPr>
              <a:defRPr lang="en-US"/>
            </a:defPPr>
            <a:lvl1pPr marL="0" algn="l" defTabSz="914400" rtl="0" eaLnBrk="1" fontAlgn="auto" latinLnBrk="0" hangingPunct="1">
              <a:spcBef>
                <a:spcPts val="0"/>
              </a:spcBef>
              <a:spcAft>
                <a:spcPts val="0"/>
              </a:spcAft>
              <a:defRPr sz="1000" b="1" i="0" kern="1200">
                <a:solidFill>
                  <a:schemeClr val="bg1"/>
                </a:solidFill>
                <a:latin typeface="HelveticaNeue MediumCond"/>
                <a:ea typeface="+mn-ea"/>
                <a:cs typeface="HelveticaNeue Medium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B94EC18-1D2B-4535-B738-0E53AFE26620}" type="slidenum">
              <a:rPr lang="en-US" smtClean="0"/>
              <a:pPr/>
              <a:t>38</a:t>
            </a:fld>
            <a:endParaRPr lang="en-US"/>
          </a:p>
        </p:txBody>
      </p:sp>
    </p:spTree>
    <p:extLst>
      <p:ext uri="{BB962C8B-B14F-4D97-AF65-F5344CB8AC3E}">
        <p14:creationId xmlns:p14="http://schemas.microsoft.com/office/powerpoint/2010/main" val="2066099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85723-3577-468A-968E-ABA313EB6368}"/>
              </a:ext>
            </a:extLst>
          </p:cNvPr>
          <p:cNvSpPr>
            <a:spLocks noGrp="1"/>
          </p:cNvSpPr>
          <p:nvPr>
            <p:ph type="title"/>
          </p:nvPr>
        </p:nvSpPr>
        <p:spPr>
          <a:xfrm>
            <a:off x="495298" y="478149"/>
            <a:ext cx="11201401" cy="3200876"/>
          </a:xfrm>
        </p:spPr>
        <p:txBody>
          <a:bodyPr/>
          <a:lstStyle/>
          <a:p>
            <a:r>
              <a:rPr lang="en-US" sz="3200"/>
              <a:t>Contd.. </a:t>
            </a:r>
            <a:r>
              <a:rPr lang="en-GB" sz="1800">
                <a:latin typeface="Arial" panose="020B0604020202020204" pitchFamily="34" charset="0"/>
                <a:cs typeface="Arial" panose="020B0604020202020204" pitchFamily="34" charset="0"/>
              </a:rPr>
              <a:t>Asset Class, Type, Attribute, Property Configuration</a:t>
            </a:r>
            <a:br>
              <a:rPr lang="en-GB" sz="1800">
                <a:latin typeface="Arial" panose="020B0604020202020204" pitchFamily="34" charset="0"/>
                <a:cs typeface="Arial" panose="020B0604020202020204" pitchFamily="34" charset="0"/>
              </a:rPr>
            </a:br>
            <a:r>
              <a:rPr lang="en-US" sz="1800" b="1" kern="1200">
                <a:solidFill>
                  <a:srgbClr val="000000"/>
                </a:solidFill>
                <a:effectLst/>
                <a:latin typeface="Trebuchet MS" panose="020B0603020202020204" pitchFamily="34" charset="0"/>
                <a:ea typeface="Arial" panose="020B0604020202020204" pitchFamily="34" charset="0"/>
                <a:cs typeface="Trebuchet MS" panose="020B0603020202020204" pitchFamily="34" charset="0"/>
              </a:rPr>
              <a:t>Sentinel Configuration Excel Plugin Worksheets</a:t>
            </a:r>
            <a:br>
              <a:rPr lang="en-US" sz="1800">
                <a:effectLst/>
                <a:latin typeface="Times New Roman" panose="02020603050405020304" pitchFamily="18" charset="0"/>
                <a:ea typeface="MS Mincho" panose="02020609040205080304" pitchFamily="49" charset="-128"/>
              </a:rPr>
            </a:br>
            <a:br>
              <a:rPr lang="en-US" sz="1800" b="1">
                <a:solidFill>
                  <a:srgbClr val="84BD00"/>
                </a:solidFill>
                <a:effectLst/>
                <a:latin typeface="Cambria" panose="02040503050406030204" pitchFamily="18" charset="0"/>
                <a:ea typeface="MS Gothic" panose="020B0609070205080204" pitchFamily="49" charset="-128"/>
                <a:cs typeface="Times New Roman" panose="02020603050405020304" pitchFamily="18" charset="0"/>
              </a:rPr>
            </a:br>
            <a:br>
              <a:rPr lang="en-US" sz="1800">
                <a:effectLst/>
                <a:latin typeface="Times New Roman" panose="02020603050405020304" pitchFamily="18" charset="0"/>
                <a:ea typeface="MS Mincho" panose="02020609040205080304" pitchFamily="49" charset="-128"/>
              </a:rPr>
            </a:br>
            <a:br>
              <a:rPr lang="en-US" sz="1800">
                <a:effectLst/>
                <a:latin typeface="Times New Roman" panose="02020603050405020304" pitchFamily="18" charset="0"/>
                <a:ea typeface="MS Mincho" panose="02020609040205080304" pitchFamily="49" charset="-128"/>
              </a:rPr>
            </a:br>
            <a:br>
              <a:rPr lang="en-US" sz="1800">
                <a:latin typeface="Arial" panose="020B0604020202020204" pitchFamily="34" charset="0"/>
                <a:cs typeface="Arial" panose="020B0604020202020204" pitchFamily="34" charset="0"/>
              </a:rPr>
            </a:br>
            <a:br>
              <a:rPr lang="en-US" sz="1800">
                <a:latin typeface="Arial" panose="020B0604020202020204" pitchFamily="34" charset="0"/>
                <a:cs typeface="Arial" panose="020B0604020202020204" pitchFamily="34" charset="0"/>
              </a:rPr>
            </a:br>
            <a:br>
              <a:rPr lang="en-US" sz="1800">
                <a:effectLst/>
                <a:latin typeface="Arial" panose="020B0604020202020204" pitchFamily="34" charset="0"/>
                <a:ea typeface="Calibri" panose="020F0502020204030204" pitchFamily="34" charset="0"/>
                <a:cs typeface="Arial" panose="020B0604020202020204" pitchFamily="34" charset="0"/>
              </a:rPr>
            </a:br>
            <a:br>
              <a:rPr lang="en-US" sz="1800">
                <a:effectLst/>
                <a:latin typeface="Arial" panose="020B0604020202020204" pitchFamily="34" charset="0"/>
                <a:ea typeface="Calibri" panose="020F0502020204030204" pitchFamily="34" charset="0"/>
                <a:cs typeface="Arial" panose="020B0604020202020204" pitchFamily="34" charset="0"/>
              </a:rPr>
            </a:br>
            <a:endParaRPr lang="en-US" sz="3200"/>
          </a:p>
        </p:txBody>
      </p:sp>
      <p:sp>
        <p:nvSpPr>
          <p:cNvPr id="3" name="Content Placeholder 2">
            <a:extLst>
              <a:ext uri="{FF2B5EF4-FFF2-40B4-BE49-F238E27FC236}">
                <a16:creationId xmlns:a16="http://schemas.microsoft.com/office/drawing/2014/main" id="{1E939036-351B-48DA-AB8E-1CD72CF2FB56}"/>
              </a:ext>
            </a:extLst>
          </p:cNvPr>
          <p:cNvSpPr>
            <a:spLocks noGrp="1"/>
          </p:cNvSpPr>
          <p:nvPr>
            <p:ph idx="1"/>
          </p:nvPr>
        </p:nvSpPr>
        <p:spPr>
          <a:xfrm>
            <a:off x="212535" y="1663089"/>
            <a:ext cx="4965394" cy="4120766"/>
          </a:xfrm>
        </p:spPr>
        <p:txBody>
          <a:bodyPr/>
          <a:lstStyle/>
          <a:p>
            <a:pPr marL="0" indent="0" fontAlgn="base" hangingPunct="0">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Asset Type Attributes</a:t>
            </a:r>
            <a:endParaRPr lang="en-US" sz="1600">
              <a:effectLst/>
              <a:ea typeface="MS Mincho" panose="02020609040205080304" pitchFamily="49" charset="-128"/>
            </a:endParaRPr>
          </a:p>
          <a:p>
            <a:pPr marL="0" marR="0" indent="0" fontAlgn="base" hangingPunct="0">
              <a:spcBef>
                <a:spcPts val="0"/>
              </a:spcBef>
              <a:spcAft>
                <a:spcPts val="0"/>
              </a:spcAft>
              <a:buNone/>
            </a:pPr>
            <a:endParaRPr lang="en-US" sz="1600" b="0" kern="1200">
              <a:solidFill>
                <a:srgbClr val="000000"/>
              </a:solidFill>
              <a:effectLst/>
              <a:ea typeface="MS Mincho" panose="02020609040205080304" pitchFamily="49" charset="-128"/>
              <a:cs typeface="Trebuchet MS" panose="020B0603020202020204" pitchFamily="34" charset="0"/>
            </a:endParaRPr>
          </a:p>
          <a:p>
            <a:pPr marL="0" marR="0" indent="0" fontAlgn="base" hangingPunct="0">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Type the data against each column as per the instruction provided in the table and publish to the server </a:t>
            </a:r>
            <a:endParaRPr lang="en-US" sz="1600" b="0">
              <a:effectLst/>
              <a:ea typeface="MS Mincho" panose="02020609040205080304" pitchFamily="49" charset="-128"/>
            </a:endParaRPr>
          </a:p>
          <a:p>
            <a:pPr marL="0" marR="0" indent="0" fontAlgn="base" hangingPunct="0">
              <a:spcBef>
                <a:spcPts val="0"/>
              </a:spcBef>
              <a:spcAft>
                <a:spcPts val="0"/>
              </a:spcAft>
              <a:buNone/>
            </a:pPr>
            <a:r>
              <a:rPr lang="en-US" sz="1600" b="0">
                <a:effectLst/>
                <a:ea typeface="MS Mincho" panose="02020609040205080304" pitchFamily="49" charset="-128"/>
                <a:cs typeface="Arial" panose="020B0604020202020204" pitchFamily="34" charset="0"/>
              </a:rPr>
              <a:t> </a:t>
            </a:r>
            <a:endParaRPr lang="en-US" sz="1600" b="0">
              <a:effectLst/>
              <a:ea typeface="MS Mincho" panose="02020609040205080304" pitchFamily="49" charset="-128"/>
            </a:endParaRPr>
          </a:p>
          <a:p>
            <a:pPr marL="0" marR="0" indent="0" fontAlgn="base" hangingPunct="0">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Actions:</a:t>
            </a:r>
            <a:endParaRPr lang="en-US" sz="1600">
              <a:effectLst/>
              <a:ea typeface="MS Mincho" panose="02020609040205080304" pitchFamily="49" charset="-128"/>
            </a:endParaRPr>
          </a:p>
          <a:p>
            <a:pPr marL="0" marR="0" indent="0" algn="just" fontAlgn="base" hangingPunct="0">
              <a:lnSpc>
                <a:spcPct val="115000"/>
              </a:lnSpc>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None: This row does not contain any changes, or contains changes that should not be published yet, and should be skipped.</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Create: </a:t>
            </a:r>
            <a:r>
              <a:rPr lang="en-US" sz="1600" b="0" kern="1200">
                <a:solidFill>
                  <a:srgbClr val="000000"/>
                </a:solidFill>
                <a:effectLst/>
                <a:ea typeface="MS Mincho" panose="02020609040205080304" pitchFamily="49" charset="-128"/>
                <a:cs typeface="Trebuchet MS" panose="020B0603020202020204" pitchFamily="34" charset="0"/>
              </a:rPr>
              <a:t>This row contains a new asset class that should be added to the database.</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Update</a:t>
            </a:r>
            <a:r>
              <a:rPr lang="en-US" sz="1600" b="0" kern="1200">
                <a:solidFill>
                  <a:srgbClr val="000000"/>
                </a:solidFill>
                <a:effectLst/>
                <a:ea typeface="MS Mincho" panose="02020609040205080304" pitchFamily="49" charset="-128"/>
                <a:cs typeface="Trebuchet MS" panose="020B0603020202020204" pitchFamily="34" charset="0"/>
              </a:rPr>
              <a:t>: This row contains changes to an existing asset class that must be updated.</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Delete: </a:t>
            </a:r>
            <a:r>
              <a:rPr lang="en-US" sz="1600" b="0" kern="1200">
                <a:solidFill>
                  <a:srgbClr val="000000"/>
                </a:solidFill>
                <a:effectLst/>
                <a:ea typeface="MS Mincho" panose="02020609040205080304" pitchFamily="49" charset="-128"/>
                <a:cs typeface="Trebuchet MS" panose="020B0603020202020204" pitchFamily="34" charset="0"/>
              </a:rPr>
              <a:t>This row contains an asset class that should be deleted from the database</a:t>
            </a:r>
            <a:endParaRPr lang="en-US" sz="1600" b="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53935DE-761D-489D-BA36-C369DCB5164B}"/>
              </a:ext>
            </a:extLst>
          </p:cNvPr>
          <p:cNvSpPr>
            <a:spLocks noGrp="1"/>
          </p:cNvSpPr>
          <p:nvPr>
            <p:ph type="sldNum" sz="quarter" idx="12"/>
          </p:nvPr>
        </p:nvSpPr>
        <p:spPr>
          <a:xfrm>
            <a:off x="10387411" y="6468283"/>
            <a:ext cx="601304" cy="261379"/>
          </a:xfrm>
        </p:spPr>
        <p:txBody>
          <a:bodyPr/>
          <a:lstStyle/>
          <a:p>
            <a:fld id="{7B94EC18-1D2B-4535-B738-0E53AFE26620}" type="slidenum">
              <a:rPr lang="en-US" smtClean="0"/>
              <a:t>39</a:t>
            </a:fld>
            <a:endParaRPr lang="en-US"/>
          </a:p>
        </p:txBody>
      </p:sp>
      <p:pic>
        <p:nvPicPr>
          <p:cNvPr id="6" name="Picture 5">
            <a:extLst>
              <a:ext uri="{FF2B5EF4-FFF2-40B4-BE49-F238E27FC236}">
                <a16:creationId xmlns:a16="http://schemas.microsoft.com/office/drawing/2014/main" id="{4490B067-B006-49CE-9C0E-475F41F483FB}"/>
              </a:ext>
            </a:extLst>
          </p:cNvPr>
          <p:cNvPicPr>
            <a:picLocks noChangeAspect="1"/>
          </p:cNvPicPr>
          <p:nvPr/>
        </p:nvPicPr>
        <p:blipFill>
          <a:blip r:embed="rId2"/>
          <a:stretch>
            <a:fillRect/>
          </a:stretch>
        </p:blipFill>
        <p:spPr>
          <a:xfrm>
            <a:off x="5996846" y="1415647"/>
            <a:ext cx="5781675" cy="1325880"/>
          </a:xfrm>
          <a:prstGeom prst="rect">
            <a:avLst/>
          </a:prstGeom>
          <a:ln w="12700">
            <a:solidFill>
              <a:schemeClr val="tx1"/>
            </a:solidFill>
          </a:ln>
        </p:spPr>
      </p:pic>
      <p:pic>
        <p:nvPicPr>
          <p:cNvPr id="8" name="Picture 7">
            <a:extLst>
              <a:ext uri="{FF2B5EF4-FFF2-40B4-BE49-F238E27FC236}">
                <a16:creationId xmlns:a16="http://schemas.microsoft.com/office/drawing/2014/main" id="{FC3E3162-B5B7-421A-895B-A09C2B298CBB}"/>
              </a:ext>
            </a:extLst>
          </p:cNvPr>
          <p:cNvPicPr>
            <a:picLocks noChangeAspect="1"/>
          </p:cNvPicPr>
          <p:nvPr/>
        </p:nvPicPr>
        <p:blipFill>
          <a:blip r:embed="rId3"/>
          <a:stretch>
            <a:fillRect/>
          </a:stretch>
        </p:blipFill>
        <p:spPr>
          <a:xfrm>
            <a:off x="5996846" y="2881565"/>
            <a:ext cx="5816600" cy="3699751"/>
          </a:xfrm>
          <a:prstGeom prst="rect">
            <a:avLst/>
          </a:prstGeom>
        </p:spPr>
      </p:pic>
      <p:sp>
        <p:nvSpPr>
          <p:cNvPr id="7" name="Slide Number Placeholder 3">
            <a:extLst>
              <a:ext uri="{FF2B5EF4-FFF2-40B4-BE49-F238E27FC236}">
                <a16:creationId xmlns:a16="http://schemas.microsoft.com/office/drawing/2014/main" id="{6217DDA1-9952-09ED-5006-E7964B0EE858}"/>
              </a:ext>
            </a:extLst>
          </p:cNvPr>
          <p:cNvSpPr txBox="1">
            <a:spLocks/>
          </p:cNvSpPr>
          <p:nvPr/>
        </p:nvSpPr>
        <p:spPr>
          <a:xfrm>
            <a:off x="11645901" y="-28574"/>
            <a:ext cx="675217" cy="504825"/>
          </a:xfrm>
          <a:prstGeom prst="rect">
            <a:avLst/>
          </a:prstGeom>
        </p:spPr>
        <p:txBody>
          <a:bodyPr vert="horz" lIns="91440" tIns="45720" rIns="91440" bIns="45720" rtlCol="0" anchor="ctr"/>
          <a:lstStyle>
            <a:defPPr>
              <a:defRPr lang="en-US"/>
            </a:defPPr>
            <a:lvl1pPr marL="0" algn="l" defTabSz="914400" rtl="0" eaLnBrk="1" fontAlgn="auto" latinLnBrk="0" hangingPunct="1">
              <a:spcBef>
                <a:spcPts val="0"/>
              </a:spcBef>
              <a:spcAft>
                <a:spcPts val="0"/>
              </a:spcAft>
              <a:defRPr sz="1000" b="1" i="0" kern="1200">
                <a:solidFill>
                  <a:schemeClr val="bg1"/>
                </a:solidFill>
                <a:latin typeface="HelveticaNeue MediumCond"/>
                <a:ea typeface="+mn-ea"/>
                <a:cs typeface="HelveticaNeue Medium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B94EC18-1D2B-4535-B738-0E53AFE26620}" type="slidenum">
              <a:rPr lang="en-US" smtClean="0"/>
              <a:pPr/>
              <a:t>39</a:t>
            </a:fld>
            <a:endParaRPr lang="en-US"/>
          </a:p>
        </p:txBody>
      </p:sp>
    </p:spTree>
    <p:extLst>
      <p:ext uri="{BB962C8B-B14F-4D97-AF65-F5344CB8AC3E}">
        <p14:creationId xmlns:p14="http://schemas.microsoft.com/office/powerpoint/2010/main" val="24677512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85723-3577-468A-968E-ABA313EB6368}"/>
              </a:ext>
            </a:extLst>
          </p:cNvPr>
          <p:cNvSpPr>
            <a:spLocks noGrp="1"/>
          </p:cNvSpPr>
          <p:nvPr>
            <p:ph type="title"/>
          </p:nvPr>
        </p:nvSpPr>
        <p:spPr>
          <a:xfrm>
            <a:off x="495298" y="478149"/>
            <a:ext cx="11201401" cy="3200876"/>
          </a:xfrm>
        </p:spPr>
        <p:txBody>
          <a:bodyPr/>
          <a:lstStyle/>
          <a:p>
            <a:r>
              <a:rPr lang="en-US" sz="3200"/>
              <a:t>Contd.. </a:t>
            </a:r>
            <a:r>
              <a:rPr lang="en-US" sz="1800">
                <a:latin typeface="Arial" panose="020B0604020202020204" pitchFamily="34" charset="0"/>
                <a:cs typeface="Arial" panose="020B0604020202020204" pitchFamily="34" charset="0"/>
              </a:rPr>
              <a:t>Asset Type Attributes – Unit of Measurement selection</a:t>
            </a:r>
            <a:br>
              <a:rPr lang="en-GB" sz="1800">
                <a:latin typeface="Arial" panose="020B0604020202020204" pitchFamily="34" charset="0"/>
                <a:cs typeface="Arial" panose="020B0604020202020204" pitchFamily="34" charset="0"/>
              </a:rPr>
            </a:br>
            <a:br>
              <a:rPr lang="en-US" sz="1800">
                <a:effectLst/>
                <a:latin typeface="Times New Roman" panose="02020603050405020304" pitchFamily="18" charset="0"/>
                <a:ea typeface="MS Mincho" panose="02020609040205080304" pitchFamily="49" charset="-128"/>
              </a:rPr>
            </a:br>
            <a:br>
              <a:rPr lang="en-US" sz="1800" b="1">
                <a:solidFill>
                  <a:srgbClr val="84BD00"/>
                </a:solidFill>
                <a:effectLst/>
                <a:latin typeface="Cambria" panose="02040503050406030204" pitchFamily="18" charset="0"/>
                <a:ea typeface="MS Gothic" panose="020B0609070205080204" pitchFamily="49" charset="-128"/>
                <a:cs typeface="Times New Roman" panose="02020603050405020304" pitchFamily="18" charset="0"/>
              </a:rPr>
            </a:br>
            <a:br>
              <a:rPr lang="en-US" sz="1800">
                <a:effectLst/>
                <a:latin typeface="Times New Roman" panose="02020603050405020304" pitchFamily="18" charset="0"/>
                <a:ea typeface="MS Mincho" panose="02020609040205080304" pitchFamily="49" charset="-128"/>
              </a:rPr>
            </a:br>
            <a:br>
              <a:rPr lang="en-US" sz="1800">
                <a:effectLst/>
                <a:latin typeface="Times New Roman" panose="02020603050405020304" pitchFamily="18" charset="0"/>
                <a:ea typeface="MS Mincho" panose="02020609040205080304" pitchFamily="49" charset="-128"/>
              </a:rPr>
            </a:br>
            <a:br>
              <a:rPr lang="en-US" sz="1800">
                <a:latin typeface="Arial" panose="020B0604020202020204" pitchFamily="34" charset="0"/>
                <a:cs typeface="Arial" panose="020B0604020202020204" pitchFamily="34" charset="0"/>
              </a:rPr>
            </a:br>
            <a:br>
              <a:rPr lang="en-US" sz="1800">
                <a:latin typeface="Arial" panose="020B0604020202020204" pitchFamily="34" charset="0"/>
                <a:cs typeface="Arial" panose="020B0604020202020204" pitchFamily="34" charset="0"/>
              </a:rPr>
            </a:br>
            <a:br>
              <a:rPr lang="en-US" sz="1800">
                <a:effectLst/>
                <a:latin typeface="Arial" panose="020B0604020202020204" pitchFamily="34" charset="0"/>
                <a:ea typeface="Calibri" panose="020F0502020204030204" pitchFamily="34" charset="0"/>
                <a:cs typeface="Arial" panose="020B0604020202020204" pitchFamily="34" charset="0"/>
              </a:rPr>
            </a:br>
            <a:br>
              <a:rPr lang="en-US" sz="1800">
                <a:effectLst/>
                <a:latin typeface="Arial" panose="020B0604020202020204" pitchFamily="34" charset="0"/>
                <a:ea typeface="Calibri" panose="020F0502020204030204" pitchFamily="34" charset="0"/>
                <a:cs typeface="Arial" panose="020B0604020202020204" pitchFamily="34" charset="0"/>
              </a:rPr>
            </a:br>
            <a:endParaRPr lang="en-US" sz="3200"/>
          </a:p>
        </p:txBody>
      </p:sp>
      <p:sp>
        <p:nvSpPr>
          <p:cNvPr id="3" name="Content Placeholder 2">
            <a:extLst>
              <a:ext uri="{FF2B5EF4-FFF2-40B4-BE49-F238E27FC236}">
                <a16:creationId xmlns:a16="http://schemas.microsoft.com/office/drawing/2014/main" id="{1E939036-351B-48DA-AB8E-1CD72CF2FB56}"/>
              </a:ext>
            </a:extLst>
          </p:cNvPr>
          <p:cNvSpPr>
            <a:spLocks noGrp="1"/>
          </p:cNvSpPr>
          <p:nvPr>
            <p:ph idx="1"/>
          </p:nvPr>
        </p:nvSpPr>
        <p:spPr>
          <a:xfrm>
            <a:off x="212534" y="1663089"/>
            <a:ext cx="9521035" cy="4120766"/>
          </a:xfrm>
        </p:spPr>
        <p:txBody>
          <a:bodyPr/>
          <a:lstStyle/>
          <a:p>
            <a:pPr marL="0" indent="0" fontAlgn="base" hangingPunct="0">
              <a:spcBef>
                <a:spcPts val="0"/>
              </a:spcBef>
              <a:spcAft>
                <a:spcPts val="0"/>
              </a:spcAft>
              <a:buNone/>
            </a:pPr>
            <a:r>
              <a:rPr lang="en-AU" sz="1600" b="0" kern="1200">
                <a:solidFill>
                  <a:srgbClr val="000000"/>
                </a:solidFill>
                <a:effectLst/>
                <a:ea typeface="Calibri" panose="020F0502020204030204" pitchFamily="34" charset="0"/>
                <a:cs typeface="Trebuchet MS" panose="020B0603020202020204" pitchFamily="34" charset="0"/>
              </a:rPr>
              <a:t>To select a unit of measure instead of typing a value, do the followings</a:t>
            </a:r>
            <a:endParaRPr lang="en-US" sz="1600" b="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53935DE-761D-489D-BA36-C369DCB5164B}"/>
              </a:ext>
            </a:extLst>
          </p:cNvPr>
          <p:cNvSpPr>
            <a:spLocks noGrp="1"/>
          </p:cNvSpPr>
          <p:nvPr>
            <p:ph type="sldNum" sz="quarter" idx="12"/>
          </p:nvPr>
        </p:nvSpPr>
        <p:spPr>
          <a:xfrm>
            <a:off x="10387411" y="6468283"/>
            <a:ext cx="601304" cy="261379"/>
          </a:xfrm>
        </p:spPr>
        <p:txBody>
          <a:bodyPr/>
          <a:lstStyle/>
          <a:p>
            <a:fld id="{7B94EC18-1D2B-4535-B738-0E53AFE26620}" type="slidenum">
              <a:rPr lang="en-US" smtClean="0"/>
              <a:t>40</a:t>
            </a:fld>
            <a:endParaRPr lang="en-US"/>
          </a:p>
        </p:txBody>
      </p:sp>
      <p:pic>
        <p:nvPicPr>
          <p:cNvPr id="7" name="Picture 6">
            <a:extLst>
              <a:ext uri="{FF2B5EF4-FFF2-40B4-BE49-F238E27FC236}">
                <a16:creationId xmlns:a16="http://schemas.microsoft.com/office/drawing/2014/main" id="{1564A543-3964-4859-97E5-BEEAFBAA4BA1}"/>
              </a:ext>
            </a:extLst>
          </p:cNvPr>
          <p:cNvPicPr>
            <a:picLocks noChangeAspect="1"/>
          </p:cNvPicPr>
          <p:nvPr/>
        </p:nvPicPr>
        <p:blipFill>
          <a:blip r:embed="rId2"/>
          <a:stretch>
            <a:fillRect/>
          </a:stretch>
        </p:blipFill>
        <p:spPr>
          <a:xfrm>
            <a:off x="2458430" y="2761013"/>
            <a:ext cx="5732780" cy="2466340"/>
          </a:xfrm>
          <a:prstGeom prst="rect">
            <a:avLst/>
          </a:prstGeom>
          <a:noFill/>
          <a:ln>
            <a:noFill/>
          </a:ln>
        </p:spPr>
      </p:pic>
      <p:sp>
        <p:nvSpPr>
          <p:cNvPr id="6" name="Slide Number Placeholder 3">
            <a:extLst>
              <a:ext uri="{FF2B5EF4-FFF2-40B4-BE49-F238E27FC236}">
                <a16:creationId xmlns:a16="http://schemas.microsoft.com/office/drawing/2014/main" id="{0C95F50C-3DF2-2F2C-86A8-7006E6DE7F50}"/>
              </a:ext>
            </a:extLst>
          </p:cNvPr>
          <p:cNvSpPr txBox="1">
            <a:spLocks/>
          </p:cNvSpPr>
          <p:nvPr/>
        </p:nvSpPr>
        <p:spPr>
          <a:xfrm>
            <a:off x="11645901" y="-28574"/>
            <a:ext cx="675217" cy="504825"/>
          </a:xfrm>
          <a:prstGeom prst="rect">
            <a:avLst/>
          </a:prstGeom>
        </p:spPr>
        <p:txBody>
          <a:bodyPr vert="horz" lIns="91440" tIns="45720" rIns="91440" bIns="45720" rtlCol="0" anchor="ctr"/>
          <a:lstStyle>
            <a:defPPr>
              <a:defRPr lang="en-US"/>
            </a:defPPr>
            <a:lvl1pPr marL="0" algn="l" defTabSz="914400" rtl="0" eaLnBrk="1" fontAlgn="auto" latinLnBrk="0" hangingPunct="1">
              <a:spcBef>
                <a:spcPts val="0"/>
              </a:spcBef>
              <a:spcAft>
                <a:spcPts val="0"/>
              </a:spcAft>
              <a:defRPr sz="1000" b="1" i="0" kern="1200">
                <a:solidFill>
                  <a:schemeClr val="bg1"/>
                </a:solidFill>
                <a:latin typeface="HelveticaNeue MediumCond"/>
                <a:ea typeface="+mn-ea"/>
                <a:cs typeface="HelveticaNeue Medium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B94EC18-1D2B-4535-B738-0E53AFE26620}" type="slidenum">
              <a:rPr lang="en-US" smtClean="0"/>
              <a:pPr/>
              <a:t>40</a:t>
            </a:fld>
            <a:endParaRPr lang="en-US"/>
          </a:p>
        </p:txBody>
      </p:sp>
    </p:spTree>
    <p:extLst>
      <p:ext uri="{BB962C8B-B14F-4D97-AF65-F5344CB8AC3E}">
        <p14:creationId xmlns:p14="http://schemas.microsoft.com/office/powerpoint/2010/main" val="40726889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85723-3577-468A-968E-ABA313EB6368}"/>
              </a:ext>
            </a:extLst>
          </p:cNvPr>
          <p:cNvSpPr>
            <a:spLocks noGrp="1"/>
          </p:cNvSpPr>
          <p:nvPr>
            <p:ph type="title"/>
          </p:nvPr>
        </p:nvSpPr>
        <p:spPr>
          <a:xfrm>
            <a:off x="495298" y="478149"/>
            <a:ext cx="11201401" cy="1261884"/>
          </a:xfrm>
        </p:spPr>
        <p:txBody>
          <a:bodyPr/>
          <a:lstStyle/>
          <a:p>
            <a:r>
              <a:rPr lang="en-US" sz="3200"/>
              <a:t>Contd..</a:t>
            </a:r>
            <a:r>
              <a:rPr lang="en-US" sz="1800">
                <a:latin typeface="Arial" panose="020B0604020202020204" pitchFamily="34" charset="0"/>
                <a:cs typeface="Arial" panose="020B0604020202020204" pitchFamily="34" charset="0"/>
              </a:rPr>
              <a:t> Asset Type Property</a:t>
            </a:r>
            <a:br>
              <a:rPr lang="en-US" sz="1800">
                <a:effectLst/>
                <a:latin typeface="Arial" panose="020B0604020202020204" pitchFamily="34" charset="0"/>
                <a:ea typeface="Calibri" panose="020F0502020204030204" pitchFamily="34" charset="0"/>
                <a:cs typeface="Arial" panose="020B0604020202020204" pitchFamily="34" charset="0"/>
              </a:rPr>
            </a:br>
            <a:br>
              <a:rPr lang="en-US" sz="1800">
                <a:effectLst/>
                <a:latin typeface="Arial" panose="020B0604020202020204" pitchFamily="34" charset="0"/>
                <a:ea typeface="Calibri" panose="020F0502020204030204" pitchFamily="34" charset="0"/>
                <a:cs typeface="Arial" panose="020B0604020202020204" pitchFamily="34" charset="0"/>
              </a:rPr>
            </a:br>
            <a:endParaRPr lang="en-US" sz="3200"/>
          </a:p>
        </p:txBody>
      </p:sp>
      <p:sp>
        <p:nvSpPr>
          <p:cNvPr id="3" name="Content Placeholder 2">
            <a:extLst>
              <a:ext uri="{FF2B5EF4-FFF2-40B4-BE49-F238E27FC236}">
                <a16:creationId xmlns:a16="http://schemas.microsoft.com/office/drawing/2014/main" id="{1E939036-351B-48DA-AB8E-1CD72CF2FB56}"/>
              </a:ext>
            </a:extLst>
          </p:cNvPr>
          <p:cNvSpPr>
            <a:spLocks noGrp="1"/>
          </p:cNvSpPr>
          <p:nvPr>
            <p:ph idx="1"/>
          </p:nvPr>
        </p:nvSpPr>
        <p:spPr>
          <a:xfrm>
            <a:off x="212535" y="1663089"/>
            <a:ext cx="4943360" cy="2655523"/>
          </a:xfrm>
        </p:spPr>
        <p:txBody>
          <a:bodyPr/>
          <a:lstStyle/>
          <a:p>
            <a:pPr marL="0" marR="0" indent="0" algn="just" fontAlgn="base" hangingPunct="0">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Type the data against each column as per the instruction provided in the table and publish to the server </a:t>
            </a:r>
          </a:p>
          <a:p>
            <a:pPr marL="0" marR="0" indent="0" algn="just" fontAlgn="base" hangingPunct="0">
              <a:spcBef>
                <a:spcPts val="0"/>
              </a:spcBef>
              <a:spcAft>
                <a:spcPts val="0"/>
              </a:spcAft>
              <a:buNone/>
            </a:pPr>
            <a:endParaRPr lang="en-US" sz="1600" b="0">
              <a:solidFill>
                <a:srgbClr val="000000"/>
              </a:solidFill>
              <a:ea typeface="MS Mincho" panose="02020609040205080304" pitchFamily="49" charset="-128"/>
            </a:endParaRPr>
          </a:p>
          <a:p>
            <a:pPr marL="0" marR="0" indent="0" fontAlgn="base" hangingPunct="0">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Actions:</a:t>
            </a:r>
          </a:p>
          <a:p>
            <a:pPr marL="0" marR="0" indent="0" fontAlgn="base" hangingPunct="0">
              <a:spcBef>
                <a:spcPts val="0"/>
              </a:spcBef>
              <a:spcAft>
                <a:spcPts val="0"/>
              </a:spcAft>
              <a:buNone/>
            </a:pPr>
            <a:endParaRPr lang="en-US" sz="1600">
              <a:effectLst/>
              <a:ea typeface="MS Mincho" panose="02020609040205080304" pitchFamily="49" charset="-128"/>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None: </a:t>
            </a:r>
            <a:r>
              <a:rPr lang="en-US" sz="1600" b="0" kern="1200">
                <a:solidFill>
                  <a:srgbClr val="000000"/>
                </a:solidFill>
                <a:effectLst/>
                <a:ea typeface="MS Mincho" panose="02020609040205080304" pitchFamily="49" charset="-128"/>
                <a:cs typeface="Trebuchet MS" panose="020B0603020202020204" pitchFamily="34" charset="0"/>
              </a:rPr>
              <a:t>This row does not contain any changes, or contains changes that should not be published yet, and should be skipped.</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Create: </a:t>
            </a:r>
            <a:r>
              <a:rPr lang="en-US" sz="1600" b="0" kern="1200">
                <a:solidFill>
                  <a:srgbClr val="000000"/>
                </a:solidFill>
                <a:effectLst/>
                <a:ea typeface="MS Mincho" panose="02020609040205080304" pitchFamily="49" charset="-128"/>
                <a:cs typeface="Trebuchet MS" panose="020B0603020202020204" pitchFamily="34" charset="0"/>
              </a:rPr>
              <a:t>This row contains a new asset class that should be added to the database.</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Update: </a:t>
            </a:r>
            <a:r>
              <a:rPr lang="en-US" sz="1600" b="0" kern="1200">
                <a:solidFill>
                  <a:srgbClr val="000000"/>
                </a:solidFill>
                <a:effectLst/>
                <a:ea typeface="MS Mincho" panose="02020609040205080304" pitchFamily="49" charset="-128"/>
                <a:cs typeface="Trebuchet MS" panose="020B0603020202020204" pitchFamily="34" charset="0"/>
              </a:rPr>
              <a:t>This row contains changes to an existing asset class that must be updated.</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Delete</a:t>
            </a:r>
            <a:r>
              <a:rPr lang="en-US" sz="1600" b="0" kern="1200">
                <a:solidFill>
                  <a:srgbClr val="000000"/>
                </a:solidFill>
                <a:effectLst/>
                <a:ea typeface="MS Mincho" panose="02020609040205080304" pitchFamily="49" charset="-128"/>
                <a:cs typeface="Trebuchet MS" panose="020B0603020202020204" pitchFamily="34" charset="0"/>
              </a:rPr>
              <a:t>: This row contains an asset class that should be deleted from the database</a:t>
            </a:r>
            <a:endParaRPr lang="en-US" sz="1600" b="0">
              <a:effectLst/>
              <a:ea typeface="Calibri" panose="020F0502020204030204" pitchFamily="34" charset="0"/>
              <a:cs typeface="Arial" panose="020B0604020202020204" pitchFamily="34" charset="0"/>
            </a:endParaRPr>
          </a:p>
          <a:p>
            <a:pPr marL="0" marR="0" indent="0" algn="just" fontAlgn="base" hangingPunct="0">
              <a:spcBef>
                <a:spcPts val="0"/>
              </a:spcBef>
              <a:spcAft>
                <a:spcPts val="0"/>
              </a:spcAft>
              <a:buNone/>
            </a:pPr>
            <a:endParaRPr lang="en-US" sz="1600" b="0">
              <a:effectLst/>
              <a:ea typeface="MS Mincho" panose="02020609040205080304" pitchFamily="49" charset="-128"/>
            </a:endParaRPr>
          </a:p>
        </p:txBody>
      </p:sp>
      <p:sp>
        <p:nvSpPr>
          <p:cNvPr id="4" name="Slide Number Placeholder 3">
            <a:extLst>
              <a:ext uri="{FF2B5EF4-FFF2-40B4-BE49-F238E27FC236}">
                <a16:creationId xmlns:a16="http://schemas.microsoft.com/office/drawing/2014/main" id="{553935DE-761D-489D-BA36-C369DCB5164B}"/>
              </a:ext>
            </a:extLst>
          </p:cNvPr>
          <p:cNvSpPr>
            <a:spLocks noGrp="1"/>
          </p:cNvSpPr>
          <p:nvPr>
            <p:ph type="sldNum" sz="quarter" idx="12"/>
          </p:nvPr>
        </p:nvSpPr>
        <p:spPr>
          <a:xfrm>
            <a:off x="10387411" y="6468283"/>
            <a:ext cx="601304" cy="261379"/>
          </a:xfrm>
        </p:spPr>
        <p:txBody>
          <a:bodyPr/>
          <a:lstStyle/>
          <a:p>
            <a:fld id="{7B94EC18-1D2B-4535-B738-0E53AFE26620}" type="slidenum">
              <a:rPr lang="en-US" smtClean="0"/>
              <a:t>41</a:t>
            </a:fld>
            <a:endParaRPr lang="en-US"/>
          </a:p>
        </p:txBody>
      </p:sp>
      <p:pic>
        <p:nvPicPr>
          <p:cNvPr id="6" name="Picture 5">
            <a:extLst>
              <a:ext uri="{FF2B5EF4-FFF2-40B4-BE49-F238E27FC236}">
                <a16:creationId xmlns:a16="http://schemas.microsoft.com/office/drawing/2014/main" id="{C8F402B1-DECD-4CAA-AE64-37FE4816308D}"/>
              </a:ext>
            </a:extLst>
          </p:cNvPr>
          <p:cNvPicPr>
            <a:picLocks noChangeAspect="1"/>
          </p:cNvPicPr>
          <p:nvPr/>
        </p:nvPicPr>
        <p:blipFill>
          <a:blip r:embed="rId2"/>
          <a:stretch>
            <a:fillRect/>
          </a:stretch>
        </p:blipFill>
        <p:spPr>
          <a:xfrm>
            <a:off x="5909979" y="1663089"/>
            <a:ext cx="5704205" cy="2643505"/>
          </a:xfrm>
          <a:prstGeom prst="rect">
            <a:avLst/>
          </a:prstGeom>
        </p:spPr>
      </p:pic>
      <p:pic>
        <p:nvPicPr>
          <p:cNvPr id="8" name="Picture 7">
            <a:extLst>
              <a:ext uri="{FF2B5EF4-FFF2-40B4-BE49-F238E27FC236}">
                <a16:creationId xmlns:a16="http://schemas.microsoft.com/office/drawing/2014/main" id="{45F6B7B0-DF82-4D48-8477-B536734544FF}"/>
              </a:ext>
            </a:extLst>
          </p:cNvPr>
          <p:cNvPicPr>
            <a:picLocks noChangeAspect="1"/>
          </p:cNvPicPr>
          <p:nvPr/>
        </p:nvPicPr>
        <p:blipFill>
          <a:blip r:embed="rId3"/>
          <a:stretch>
            <a:fillRect/>
          </a:stretch>
        </p:blipFill>
        <p:spPr>
          <a:xfrm>
            <a:off x="5909979" y="4667543"/>
            <a:ext cx="5730875" cy="1054735"/>
          </a:xfrm>
          <a:prstGeom prst="rect">
            <a:avLst/>
          </a:prstGeom>
          <a:noFill/>
          <a:ln>
            <a:noFill/>
          </a:ln>
        </p:spPr>
      </p:pic>
      <p:sp>
        <p:nvSpPr>
          <p:cNvPr id="7" name="Slide Number Placeholder 3">
            <a:extLst>
              <a:ext uri="{FF2B5EF4-FFF2-40B4-BE49-F238E27FC236}">
                <a16:creationId xmlns:a16="http://schemas.microsoft.com/office/drawing/2014/main" id="{BB62B6BC-A8CC-C9CF-42E3-D749E56D81DD}"/>
              </a:ext>
            </a:extLst>
          </p:cNvPr>
          <p:cNvSpPr txBox="1">
            <a:spLocks/>
          </p:cNvSpPr>
          <p:nvPr/>
        </p:nvSpPr>
        <p:spPr>
          <a:xfrm>
            <a:off x="11645901" y="-28574"/>
            <a:ext cx="675217" cy="504825"/>
          </a:xfrm>
          <a:prstGeom prst="rect">
            <a:avLst/>
          </a:prstGeom>
        </p:spPr>
        <p:txBody>
          <a:bodyPr vert="horz" lIns="91440" tIns="45720" rIns="91440" bIns="45720" rtlCol="0" anchor="ctr"/>
          <a:lstStyle>
            <a:defPPr>
              <a:defRPr lang="en-US"/>
            </a:defPPr>
            <a:lvl1pPr marL="0" algn="l" defTabSz="914400" rtl="0" eaLnBrk="1" fontAlgn="auto" latinLnBrk="0" hangingPunct="1">
              <a:spcBef>
                <a:spcPts val="0"/>
              </a:spcBef>
              <a:spcAft>
                <a:spcPts val="0"/>
              </a:spcAft>
              <a:defRPr sz="1000" b="1" i="0" kern="1200">
                <a:solidFill>
                  <a:schemeClr val="bg1"/>
                </a:solidFill>
                <a:latin typeface="HelveticaNeue MediumCond"/>
                <a:ea typeface="+mn-ea"/>
                <a:cs typeface="HelveticaNeue Medium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B94EC18-1D2B-4535-B738-0E53AFE26620}" type="slidenum">
              <a:rPr lang="en-US" smtClean="0"/>
              <a:pPr/>
              <a:t>41</a:t>
            </a:fld>
            <a:endParaRPr lang="en-US"/>
          </a:p>
        </p:txBody>
      </p:sp>
    </p:spTree>
    <p:extLst>
      <p:ext uri="{BB962C8B-B14F-4D97-AF65-F5344CB8AC3E}">
        <p14:creationId xmlns:p14="http://schemas.microsoft.com/office/powerpoint/2010/main" val="36558791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E1320-2529-4064-9439-E0AD406D9E84}"/>
              </a:ext>
            </a:extLst>
          </p:cNvPr>
          <p:cNvSpPr>
            <a:spLocks noGrp="1"/>
          </p:cNvSpPr>
          <p:nvPr>
            <p:ph type="title"/>
          </p:nvPr>
        </p:nvSpPr>
        <p:spPr>
          <a:xfrm>
            <a:off x="495299" y="495299"/>
            <a:ext cx="11201401" cy="6441572"/>
          </a:xfrm>
        </p:spPr>
        <p:txBody>
          <a:bodyPr/>
          <a:lstStyle/>
          <a:p>
            <a:pPr>
              <a:lnSpc>
                <a:spcPct val="150000"/>
              </a:lnSpc>
            </a:pPr>
            <a:br>
              <a:rPr lang="en-US" sz="4000" b="1" dirty="0"/>
            </a:br>
            <a:br>
              <a:rPr lang="en-US" sz="4000" b="1" dirty="0"/>
            </a:br>
            <a:r>
              <a:rPr lang="en-US" sz="4000" b="1" dirty="0"/>
              <a:t>APM - </a:t>
            </a:r>
            <a:r>
              <a:rPr lang="en-GB" b="1" dirty="0"/>
              <a:t>Fault/Symptoms and Calculation Configuration</a:t>
            </a:r>
            <a:br>
              <a:rPr lang="en-US" sz="1800" b="1" dirty="0">
                <a:solidFill>
                  <a:srgbClr val="84BD00"/>
                </a:solidFill>
                <a:effectLst/>
                <a:latin typeface="Cambria" panose="02040503050406030204" pitchFamily="18" charset="0"/>
                <a:ea typeface="MS Gothic" panose="020B0609070205080204" pitchFamily="49" charset="-128"/>
                <a:cs typeface="Times New Roman" panose="02020603050405020304" pitchFamily="18" charset="0"/>
              </a:rPr>
            </a:br>
            <a:br>
              <a:rPr lang="en-US" sz="4000" b="1" dirty="0"/>
            </a:br>
            <a:br>
              <a:rPr lang="en-US" sz="4000" b="1" dirty="0"/>
            </a:br>
            <a:endParaRPr lang="en-US" dirty="0"/>
          </a:p>
        </p:txBody>
      </p:sp>
      <p:sp>
        <p:nvSpPr>
          <p:cNvPr id="4" name="Slide Number Placeholder 3">
            <a:extLst>
              <a:ext uri="{FF2B5EF4-FFF2-40B4-BE49-F238E27FC236}">
                <a16:creationId xmlns:a16="http://schemas.microsoft.com/office/drawing/2014/main" id="{443709C0-1799-4034-BDC0-4DC5860700FE}"/>
              </a:ext>
            </a:extLst>
          </p:cNvPr>
          <p:cNvSpPr>
            <a:spLocks noGrp="1"/>
          </p:cNvSpPr>
          <p:nvPr>
            <p:ph type="sldNum" sz="quarter" idx="12"/>
          </p:nvPr>
        </p:nvSpPr>
        <p:spPr/>
        <p:txBody>
          <a:bodyPr/>
          <a:lstStyle/>
          <a:p>
            <a:fld id="{7B94EC18-1D2B-4535-B738-0E53AFE26620}" type="slidenum">
              <a:rPr lang="en-US" smtClean="0"/>
              <a:t>42</a:t>
            </a:fld>
            <a:endParaRPr lang="en-US"/>
          </a:p>
        </p:txBody>
      </p:sp>
    </p:spTree>
    <p:extLst>
      <p:ext uri="{BB962C8B-B14F-4D97-AF65-F5344CB8AC3E}">
        <p14:creationId xmlns:p14="http://schemas.microsoft.com/office/powerpoint/2010/main" val="12996060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A8BD-3471-48CC-A7AD-556B23007C28}"/>
              </a:ext>
            </a:extLst>
          </p:cNvPr>
          <p:cNvSpPr>
            <a:spLocks noGrp="1"/>
          </p:cNvSpPr>
          <p:nvPr>
            <p:ph type="title"/>
          </p:nvPr>
        </p:nvSpPr>
        <p:spPr>
          <a:xfrm>
            <a:off x="495299" y="364656"/>
            <a:ext cx="11201401" cy="984885"/>
          </a:xfrm>
        </p:spPr>
        <p:txBody>
          <a:bodyPr/>
          <a:lstStyle/>
          <a:p>
            <a:r>
              <a:rPr lang="en-US" sz="3200"/>
              <a:t>Fault Configuration</a:t>
            </a:r>
            <a:br>
              <a:rPr lang="en-GB" sz="3200"/>
            </a:br>
            <a:endParaRPr lang="en-US" sz="3200"/>
          </a:p>
        </p:txBody>
      </p:sp>
      <p:sp>
        <p:nvSpPr>
          <p:cNvPr id="3" name="Content Placeholder 2">
            <a:extLst>
              <a:ext uri="{FF2B5EF4-FFF2-40B4-BE49-F238E27FC236}">
                <a16:creationId xmlns:a16="http://schemas.microsoft.com/office/drawing/2014/main" id="{A42A85D8-3BE5-4AAB-970B-83EABA1B8E8A}"/>
              </a:ext>
            </a:extLst>
          </p:cNvPr>
          <p:cNvSpPr>
            <a:spLocks noGrp="1"/>
          </p:cNvSpPr>
          <p:nvPr>
            <p:ph idx="1"/>
          </p:nvPr>
        </p:nvSpPr>
        <p:spPr>
          <a:xfrm>
            <a:off x="495299" y="1068178"/>
            <a:ext cx="4297037" cy="4457700"/>
          </a:xfrm>
        </p:spPr>
        <p:txBody>
          <a:bodyPr/>
          <a:lstStyle/>
          <a:p>
            <a:pPr marL="0" marR="0" indent="0" algn="just" fontAlgn="base" hangingPunct="0">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Type the data against each column as per the instruction provided in the table and publish to the server </a:t>
            </a:r>
            <a:endParaRPr lang="en-US" sz="1600" b="0">
              <a:effectLst/>
              <a:ea typeface="MS Mincho" panose="02020609040205080304" pitchFamily="49" charset="-128"/>
            </a:endParaRPr>
          </a:p>
          <a:p>
            <a:pPr marL="0" marR="0" indent="0" algn="just" fontAlgn="base" hangingPunct="0">
              <a:spcBef>
                <a:spcPts val="0"/>
              </a:spcBef>
              <a:spcAft>
                <a:spcPts val="0"/>
              </a:spcAft>
              <a:buNone/>
            </a:pPr>
            <a:r>
              <a:rPr lang="en-US" sz="1600" b="0">
                <a:effectLst/>
                <a:ea typeface="MS Mincho" panose="02020609040205080304" pitchFamily="49" charset="-128"/>
                <a:cs typeface="Trebuchet MS" panose="020B0603020202020204" pitchFamily="34" charset="0"/>
              </a:rPr>
              <a:t> </a:t>
            </a:r>
            <a:endParaRPr lang="en-US" sz="1600" b="0">
              <a:effectLst/>
              <a:ea typeface="MS Mincho" panose="02020609040205080304" pitchFamily="49" charset="-128"/>
            </a:endParaRPr>
          </a:p>
          <a:p>
            <a:pPr marL="0" marR="0" indent="0" algn="just" fontAlgn="base" hangingPunct="0">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Actions:</a:t>
            </a:r>
          </a:p>
          <a:p>
            <a:pPr marL="0" marR="0" indent="0" algn="just" fontAlgn="base" hangingPunct="0">
              <a:spcBef>
                <a:spcPts val="0"/>
              </a:spcBef>
              <a:spcAft>
                <a:spcPts val="0"/>
              </a:spcAft>
              <a:buNone/>
            </a:pPr>
            <a:endParaRPr lang="en-US" sz="1600">
              <a:effectLst/>
              <a:ea typeface="MS Mincho" panose="02020609040205080304" pitchFamily="49" charset="-128"/>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None: </a:t>
            </a:r>
            <a:r>
              <a:rPr lang="en-US" sz="1600" b="0" kern="1200">
                <a:solidFill>
                  <a:srgbClr val="000000"/>
                </a:solidFill>
                <a:effectLst/>
                <a:ea typeface="MS Mincho" panose="02020609040205080304" pitchFamily="49" charset="-128"/>
                <a:cs typeface="Trebuchet MS" panose="020B0603020202020204" pitchFamily="34" charset="0"/>
              </a:rPr>
              <a:t>This row does not contain any changes, or contains changes that should not be published yet, and should be skipped.</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Validate: The expression in this row is validated to ensure it is valid, but no changes are published yet.</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Create</a:t>
            </a:r>
            <a:r>
              <a:rPr lang="en-US" sz="1600" b="0" kern="1200">
                <a:solidFill>
                  <a:srgbClr val="000000"/>
                </a:solidFill>
                <a:effectLst/>
                <a:ea typeface="MS Mincho" panose="02020609040205080304" pitchFamily="49" charset="-128"/>
                <a:cs typeface="Trebuchet MS" panose="020B0603020202020204" pitchFamily="34" charset="0"/>
              </a:rPr>
              <a:t>: This row contains a new fault symptom calculation that should be added to the database.</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Update: </a:t>
            </a:r>
            <a:r>
              <a:rPr lang="en-US" sz="1600" b="0" kern="1200">
                <a:solidFill>
                  <a:srgbClr val="000000"/>
                </a:solidFill>
                <a:effectLst/>
                <a:ea typeface="MS Mincho" panose="02020609040205080304" pitchFamily="49" charset="-128"/>
                <a:cs typeface="Trebuchet MS" panose="020B0603020202020204" pitchFamily="34" charset="0"/>
              </a:rPr>
              <a:t>This row contains changes to an existing fault symptom calculation that must be updated.</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Delete: </a:t>
            </a:r>
            <a:r>
              <a:rPr lang="en-US" sz="1600" b="0" kern="1200">
                <a:solidFill>
                  <a:srgbClr val="000000"/>
                </a:solidFill>
                <a:effectLst/>
                <a:ea typeface="MS Mincho" panose="02020609040205080304" pitchFamily="49" charset="-128"/>
                <a:cs typeface="Trebuchet MS" panose="020B0603020202020204" pitchFamily="34" charset="0"/>
              </a:rPr>
              <a:t>This row contains a fault symptom calculation that should be deleted from the database.</a:t>
            </a:r>
            <a:endParaRPr lang="en-US" sz="1600" b="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693539D-395E-44FD-8E40-F350AB1F7DD3}"/>
              </a:ext>
            </a:extLst>
          </p:cNvPr>
          <p:cNvSpPr>
            <a:spLocks noGrp="1"/>
          </p:cNvSpPr>
          <p:nvPr>
            <p:ph type="sldNum" sz="quarter" idx="12"/>
          </p:nvPr>
        </p:nvSpPr>
        <p:spPr/>
        <p:txBody>
          <a:bodyPr/>
          <a:lstStyle/>
          <a:p>
            <a:fld id="{7B94EC18-1D2B-4535-B738-0E53AFE26620}" type="slidenum">
              <a:rPr lang="en-US" smtClean="0"/>
              <a:t>43</a:t>
            </a:fld>
            <a:endParaRPr lang="en-US"/>
          </a:p>
        </p:txBody>
      </p:sp>
      <p:pic>
        <p:nvPicPr>
          <p:cNvPr id="5" name="Picture 4">
            <a:extLst>
              <a:ext uri="{FF2B5EF4-FFF2-40B4-BE49-F238E27FC236}">
                <a16:creationId xmlns:a16="http://schemas.microsoft.com/office/drawing/2014/main" id="{25DC2BF8-65B8-499F-8AE5-A82D4298D88A}"/>
              </a:ext>
            </a:extLst>
          </p:cNvPr>
          <p:cNvPicPr>
            <a:picLocks noChangeAspect="1"/>
          </p:cNvPicPr>
          <p:nvPr/>
        </p:nvPicPr>
        <p:blipFill>
          <a:blip r:embed="rId2"/>
          <a:stretch>
            <a:fillRect/>
          </a:stretch>
        </p:blipFill>
        <p:spPr>
          <a:xfrm>
            <a:off x="6022553" y="766914"/>
            <a:ext cx="5825490" cy="5726430"/>
          </a:xfrm>
          <a:prstGeom prst="rect">
            <a:avLst/>
          </a:prstGeom>
          <a:ln w="12700">
            <a:solidFill>
              <a:schemeClr val="tx1"/>
            </a:solidFill>
          </a:ln>
        </p:spPr>
      </p:pic>
    </p:spTree>
    <p:extLst>
      <p:ext uri="{BB962C8B-B14F-4D97-AF65-F5344CB8AC3E}">
        <p14:creationId xmlns:p14="http://schemas.microsoft.com/office/powerpoint/2010/main" val="3042967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A8BD-3471-48CC-A7AD-556B23007C28}"/>
              </a:ext>
            </a:extLst>
          </p:cNvPr>
          <p:cNvSpPr>
            <a:spLocks noGrp="1"/>
          </p:cNvSpPr>
          <p:nvPr>
            <p:ph type="title"/>
          </p:nvPr>
        </p:nvSpPr>
        <p:spPr>
          <a:xfrm>
            <a:off x="495299" y="364656"/>
            <a:ext cx="11201401" cy="1077218"/>
          </a:xfrm>
        </p:spPr>
        <p:txBody>
          <a:bodyPr/>
          <a:lstStyle/>
          <a:p>
            <a:r>
              <a:rPr lang="en-US" sz="3200"/>
              <a:t>Calculation Configuration</a:t>
            </a:r>
            <a:br>
              <a:rPr lang="en-GB" sz="3200"/>
            </a:br>
            <a:endParaRPr lang="en-US" sz="3200"/>
          </a:p>
        </p:txBody>
      </p:sp>
      <p:sp>
        <p:nvSpPr>
          <p:cNvPr id="3" name="Content Placeholder 2">
            <a:extLst>
              <a:ext uri="{FF2B5EF4-FFF2-40B4-BE49-F238E27FC236}">
                <a16:creationId xmlns:a16="http://schemas.microsoft.com/office/drawing/2014/main" id="{A42A85D8-3BE5-4AAB-970B-83EABA1B8E8A}"/>
              </a:ext>
            </a:extLst>
          </p:cNvPr>
          <p:cNvSpPr>
            <a:spLocks noGrp="1"/>
          </p:cNvSpPr>
          <p:nvPr>
            <p:ph idx="1"/>
          </p:nvPr>
        </p:nvSpPr>
        <p:spPr>
          <a:xfrm>
            <a:off x="495299" y="1349541"/>
            <a:ext cx="4847882" cy="4457700"/>
          </a:xfrm>
        </p:spPr>
        <p:txBody>
          <a:bodyPr/>
          <a:lstStyle/>
          <a:p>
            <a:pPr marL="0" marR="0" indent="0" fontAlgn="base" hangingPunct="0">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Type the data against each column as per the instruction provided in the table and publish to the server.</a:t>
            </a:r>
            <a:endParaRPr lang="en-US" sz="1600" b="0">
              <a:effectLst/>
              <a:ea typeface="MS Mincho" panose="02020609040205080304" pitchFamily="49" charset="-128"/>
            </a:endParaRPr>
          </a:p>
          <a:p>
            <a:pPr marL="0" marR="0" indent="0" fontAlgn="base" hangingPunct="0">
              <a:spcBef>
                <a:spcPts val="0"/>
              </a:spcBef>
              <a:spcAft>
                <a:spcPts val="0"/>
              </a:spcAft>
              <a:buNone/>
            </a:pPr>
            <a:r>
              <a:rPr lang="en-US" sz="1600" b="0">
                <a:effectLst/>
                <a:ea typeface="MS Mincho" panose="02020609040205080304" pitchFamily="49" charset="-128"/>
                <a:cs typeface="Arial" panose="020B0604020202020204" pitchFamily="34" charset="0"/>
              </a:rPr>
              <a:t> </a:t>
            </a:r>
            <a:endParaRPr lang="en-US" sz="1600" b="0">
              <a:effectLst/>
              <a:ea typeface="MS Mincho" panose="02020609040205080304" pitchFamily="49" charset="-128"/>
            </a:endParaRPr>
          </a:p>
          <a:p>
            <a:pPr marL="0" marR="0" indent="0" fontAlgn="base" hangingPunct="0">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Actions:</a:t>
            </a:r>
            <a:endParaRPr lang="en-US" sz="1600">
              <a:effectLst/>
              <a:ea typeface="MS Mincho" panose="02020609040205080304" pitchFamily="49" charset="-128"/>
            </a:endParaRPr>
          </a:p>
          <a:p>
            <a:pPr marL="0" marR="0" indent="0" algn="just" fontAlgn="base" hangingPunct="0">
              <a:lnSpc>
                <a:spcPct val="115000"/>
              </a:lnSpc>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None: This row does not contain any changes, or contains changes that should not be published yet, and should be skipped.</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Validate: The expression in this row is validated to ensure it is valid, but no changes are published yet.</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Create</a:t>
            </a:r>
            <a:r>
              <a:rPr lang="en-US" sz="1600" b="0" kern="1200">
                <a:solidFill>
                  <a:srgbClr val="000000"/>
                </a:solidFill>
                <a:effectLst/>
                <a:ea typeface="MS Mincho" panose="02020609040205080304" pitchFamily="49" charset="-128"/>
                <a:cs typeface="Trebuchet MS" panose="020B0603020202020204" pitchFamily="34" charset="0"/>
              </a:rPr>
              <a:t>: This row contains a new fault symptom calculation that should be added to the database.</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Update: </a:t>
            </a:r>
            <a:r>
              <a:rPr lang="en-US" sz="1600" b="0" kern="1200">
                <a:solidFill>
                  <a:srgbClr val="000000"/>
                </a:solidFill>
                <a:effectLst/>
                <a:ea typeface="MS Mincho" panose="02020609040205080304" pitchFamily="49" charset="-128"/>
                <a:cs typeface="Trebuchet MS" panose="020B0603020202020204" pitchFamily="34" charset="0"/>
              </a:rPr>
              <a:t>This row contains changes to an existing fault symptom calculation that must be updated.</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Delete: </a:t>
            </a:r>
            <a:r>
              <a:rPr lang="en-US" sz="1600" b="0" kern="1200">
                <a:solidFill>
                  <a:srgbClr val="000000"/>
                </a:solidFill>
                <a:effectLst/>
                <a:ea typeface="MS Mincho" panose="02020609040205080304" pitchFamily="49" charset="-128"/>
                <a:cs typeface="Trebuchet MS" panose="020B0603020202020204" pitchFamily="34" charset="0"/>
              </a:rPr>
              <a:t>This row contains a fault symptom calculation that should be deleted from the database.</a:t>
            </a:r>
            <a:endParaRPr lang="en-US" sz="1600" b="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693539D-395E-44FD-8E40-F350AB1F7DD3}"/>
              </a:ext>
            </a:extLst>
          </p:cNvPr>
          <p:cNvSpPr>
            <a:spLocks noGrp="1"/>
          </p:cNvSpPr>
          <p:nvPr>
            <p:ph type="sldNum" sz="quarter" idx="12"/>
          </p:nvPr>
        </p:nvSpPr>
        <p:spPr/>
        <p:txBody>
          <a:bodyPr/>
          <a:lstStyle/>
          <a:p>
            <a:fld id="{7B94EC18-1D2B-4535-B738-0E53AFE26620}" type="slidenum">
              <a:rPr lang="en-US" smtClean="0"/>
              <a:t>44</a:t>
            </a:fld>
            <a:endParaRPr lang="en-US"/>
          </a:p>
        </p:txBody>
      </p:sp>
      <p:pic>
        <p:nvPicPr>
          <p:cNvPr id="6" name="Picture 5">
            <a:extLst>
              <a:ext uri="{FF2B5EF4-FFF2-40B4-BE49-F238E27FC236}">
                <a16:creationId xmlns:a16="http://schemas.microsoft.com/office/drawing/2014/main" id="{BFF34626-CC2C-46EB-994A-820AB9468953}"/>
              </a:ext>
            </a:extLst>
          </p:cNvPr>
          <p:cNvPicPr>
            <a:picLocks noChangeAspect="1"/>
          </p:cNvPicPr>
          <p:nvPr/>
        </p:nvPicPr>
        <p:blipFill>
          <a:blip r:embed="rId2"/>
          <a:stretch>
            <a:fillRect/>
          </a:stretch>
        </p:blipFill>
        <p:spPr>
          <a:xfrm>
            <a:off x="5796092" y="2124235"/>
            <a:ext cx="5652135" cy="2676525"/>
          </a:xfrm>
          <a:prstGeom prst="rect">
            <a:avLst/>
          </a:prstGeom>
          <a:ln w="12700">
            <a:solidFill>
              <a:schemeClr val="tx1"/>
            </a:solidFill>
          </a:ln>
        </p:spPr>
      </p:pic>
    </p:spTree>
    <p:extLst>
      <p:ext uri="{BB962C8B-B14F-4D97-AF65-F5344CB8AC3E}">
        <p14:creationId xmlns:p14="http://schemas.microsoft.com/office/powerpoint/2010/main" val="33242290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A8BD-3471-48CC-A7AD-556B23007C28}"/>
              </a:ext>
            </a:extLst>
          </p:cNvPr>
          <p:cNvSpPr>
            <a:spLocks noGrp="1"/>
          </p:cNvSpPr>
          <p:nvPr>
            <p:ph type="title"/>
          </p:nvPr>
        </p:nvSpPr>
        <p:spPr>
          <a:xfrm>
            <a:off x="495299" y="364656"/>
            <a:ext cx="11201401" cy="1077218"/>
          </a:xfrm>
        </p:spPr>
        <p:txBody>
          <a:bodyPr/>
          <a:lstStyle/>
          <a:p>
            <a:r>
              <a:rPr lang="en-US" sz="3200" err="1"/>
              <a:t>Datasource</a:t>
            </a:r>
            <a:r>
              <a:rPr lang="en-US" sz="3200"/>
              <a:t> Configuration</a:t>
            </a:r>
            <a:br>
              <a:rPr lang="en-GB" sz="3200"/>
            </a:br>
            <a:endParaRPr lang="en-US" sz="3200"/>
          </a:p>
        </p:txBody>
      </p:sp>
      <p:sp>
        <p:nvSpPr>
          <p:cNvPr id="3" name="Content Placeholder 2">
            <a:extLst>
              <a:ext uri="{FF2B5EF4-FFF2-40B4-BE49-F238E27FC236}">
                <a16:creationId xmlns:a16="http://schemas.microsoft.com/office/drawing/2014/main" id="{A42A85D8-3BE5-4AAB-970B-83EABA1B8E8A}"/>
              </a:ext>
            </a:extLst>
          </p:cNvPr>
          <p:cNvSpPr>
            <a:spLocks noGrp="1"/>
          </p:cNvSpPr>
          <p:nvPr>
            <p:ph idx="1"/>
          </p:nvPr>
        </p:nvSpPr>
        <p:spPr>
          <a:xfrm>
            <a:off x="495299" y="1349541"/>
            <a:ext cx="4847882" cy="4457700"/>
          </a:xfrm>
        </p:spPr>
        <p:txBody>
          <a:bodyPr/>
          <a:lstStyle/>
          <a:p>
            <a:pPr marL="0" marR="0" indent="0" algn="just" fontAlgn="base" hangingPunct="0">
              <a:buNone/>
            </a:pPr>
            <a:r>
              <a:rPr lang="en-US" sz="1600" b="0" kern="1200">
                <a:solidFill>
                  <a:srgbClr val="000000"/>
                </a:solidFill>
                <a:effectLst/>
                <a:ea typeface="MS Mincho" panose="02020609040205080304" pitchFamily="49" charset="-128"/>
                <a:cs typeface="Trebuchet MS" panose="020B0603020202020204" pitchFamily="34" charset="0"/>
              </a:rPr>
              <a:t>Type the data against each column as per the instruction provided in the table and publish to the server.</a:t>
            </a:r>
          </a:p>
          <a:p>
            <a:pPr marL="0" marR="0" indent="0" algn="just" fontAlgn="base" hangingPunct="0">
              <a:buNone/>
            </a:pPr>
            <a:endParaRPr lang="en-US" sz="1600" b="0">
              <a:effectLst/>
              <a:ea typeface="MS Mincho" panose="02020609040205080304" pitchFamily="49" charset="-128"/>
            </a:endParaRPr>
          </a:p>
          <a:p>
            <a:pPr marL="0" marR="0" indent="0" fontAlgn="base" hangingPunct="0">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Actions:</a:t>
            </a:r>
          </a:p>
          <a:p>
            <a:pPr marL="0" marR="0" indent="0" fontAlgn="base" hangingPunct="0">
              <a:spcBef>
                <a:spcPts val="0"/>
              </a:spcBef>
              <a:spcAft>
                <a:spcPts val="0"/>
              </a:spcAft>
              <a:buNone/>
            </a:pPr>
            <a:endParaRPr lang="en-US" sz="1600" b="0">
              <a:effectLst/>
              <a:ea typeface="MS Mincho" panose="02020609040205080304" pitchFamily="49" charset="-128"/>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None: </a:t>
            </a:r>
            <a:r>
              <a:rPr lang="en-US" sz="1600" b="0" kern="1200">
                <a:solidFill>
                  <a:srgbClr val="000000"/>
                </a:solidFill>
                <a:effectLst/>
                <a:ea typeface="MS Mincho" panose="02020609040205080304" pitchFamily="49" charset="-128"/>
                <a:cs typeface="Trebuchet MS" panose="020B0603020202020204" pitchFamily="34" charset="0"/>
              </a:rPr>
              <a:t>This row does not contain any changes, or contains changes that should not be published yet, and should be skipped.</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Validate: </a:t>
            </a:r>
            <a:r>
              <a:rPr lang="en-US" sz="1600" b="0" kern="1200">
                <a:solidFill>
                  <a:srgbClr val="000000"/>
                </a:solidFill>
                <a:effectLst/>
                <a:ea typeface="MS Mincho" panose="02020609040205080304" pitchFamily="49" charset="-128"/>
                <a:cs typeface="Trebuchet MS" panose="020B0603020202020204" pitchFamily="34" charset="0"/>
              </a:rPr>
              <a:t>The expression in this row is validated to ensure it is valid, but no changes are published yet.</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Create</a:t>
            </a:r>
            <a:r>
              <a:rPr lang="en-US" sz="1600" b="0" kern="1200">
                <a:solidFill>
                  <a:srgbClr val="000000"/>
                </a:solidFill>
                <a:effectLst/>
                <a:ea typeface="MS Mincho" panose="02020609040205080304" pitchFamily="49" charset="-128"/>
                <a:cs typeface="Trebuchet MS" panose="020B0603020202020204" pitchFamily="34" charset="0"/>
              </a:rPr>
              <a:t>: This row contains a new fault symptom calculation that should be added to the database.</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Update: </a:t>
            </a:r>
            <a:r>
              <a:rPr lang="en-US" sz="1600" b="0" kern="1200">
                <a:solidFill>
                  <a:srgbClr val="000000"/>
                </a:solidFill>
                <a:effectLst/>
                <a:ea typeface="MS Mincho" panose="02020609040205080304" pitchFamily="49" charset="-128"/>
                <a:cs typeface="Trebuchet MS" panose="020B0603020202020204" pitchFamily="34" charset="0"/>
              </a:rPr>
              <a:t>This row contains changes to an existing fault symptom calculation that must be updated.</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Delete: </a:t>
            </a:r>
            <a:r>
              <a:rPr lang="en-US" sz="1600" b="0" kern="1200">
                <a:solidFill>
                  <a:srgbClr val="000000"/>
                </a:solidFill>
                <a:effectLst/>
                <a:ea typeface="MS Mincho" panose="02020609040205080304" pitchFamily="49" charset="-128"/>
                <a:cs typeface="Trebuchet MS" panose="020B0603020202020204" pitchFamily="34" charset="0"/>
              </a:rPr>
              <a:t>This row contains a fault symptom calculation that should be deleted from the database.</a:t>
            </a:r>
            <a:endParaRPr lang="en-US" sz="1600" b="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693539D-395E-44FD-8E40-F350AB1F7DD3}"/>
              </a:ext>
            </a:extLst>
          </p:cNvPr>
          <p:cNvSpPr>
            <a:spLocks noGrp="1"/>
          </p:cNvSpPr>
          <p:nvPr>
            <p:ph type="sldNum" sz="quarter" idx="12"/>
          </p:nvPr>
        </p:nvSpPr>
        <p:spPr/>
        <p:txBody>
          <a:bodyPr/>
          <a:lstStyle/>
          <a:p>
            <a:fld id="{7B94EC18-1D2B-4535-B738-0E53AFE26620}" type="slidenum">
              <a:rPr lang="en-US" smtClean="0"/>
              <a:t>45</a:t>
            </a:fld>
            <a:endParaRPr lang="en-US"/>
          </a:p>
        </p:txBody>
      </p:sp>
      <p:pic>
        <p:nvPicPr>
          <p:cNvPr id="7" name="Picture 6">
            <a:extLst>
              <a:ext uri="{FF2B5EF4-FFF2-40B4-BE49-F238E27FC236}">
                <a16:creationId xmlns:a16="http://schemas.microsoft.com/office/drawing/2014/main" id="{B572F06B-97CF-480F-BE66-928B73522B9F}"/>
              </a:ext>
            </a:extLst>
          </p:cNvPr>
          <p:cNvPicPr>
            <a:picLocks noChangeAspect="1"/>
          </p:cNvPicPr>
          <p:nvPr/>
        </p:nvPicPr>
        <p:blipFill>
          <a:blip r:embed="rId2"/>
          <a:stretch>
            <a:fillRect/>
          </a:stretch>
        </p:blipFill>
        <p:spPr>
          <a:xfrm>
            <a:off x="5901904" y="2214562"/>
            <a:ext cx="5721350" cy="2428875"/>
          </a:xfrm>
          <a:prstGeom prst="rect">
            <a:avLst/>
          </a:prstGeom>
        </p:spPr>
      </p:pic>
    </p:spTree>
    <p:extLst>
      <p:ext uri="{BB962C8B-B14F-4D97-AF65-F5344CB8AC3E}">
        <p14:creationId xmlns:p14="http://schemas.microsoft.com/office/powerpoint/2010/main" val="10802410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5CC7C-6F0D-4DF5-AD27-B9932CB0FC97}"/>
              </a:ext>
            </a:extLst>
          </p:cNvPr>
          <p:cNvSpPr>
            <a:spLocks noGrp="1"/>
          </p:cNvSpPr>
          <p:nvPr>
            <p:ph type="title"/>
          </p:nvPr>
        </p:nvSpPr>
        <p:spPr>
          <a:xfrm>
            <a:off x="495299" y="304495"/>
            <a:ext cx="11201401" cy="492443"/>
          </a:xfrm>
        </p:spPr>
        <p:txBody>
          <a:bodyPr/>
          <a:lstStyle/>
          <a:p>
            <a:r>
              <a:rPr lang="en-AU" sz="3200">
                <a:latin typeface="+mn-lt"/>
              </a:rPr>
              <a:t>OPC Data Source</a:t>
            </a:r>
            <a:endParaRPr lang="en-US" sz="3200"/>
          </a:p>
        </p:txBody>
      </p:sp>
      <p:sp>
        <p:nvSpPr>
          <p:cNvPr id="4" name="Slide Number Placeholder 3">
            <a:extLst>
              <a:ext uri="{FF2B5EF4-FFF2-40B4-BE49-F238E27FC236}">
                <a16:creationId xmlns:a16="http://schemas.microsoft.com/office/drawing/2014/main" id="{3191B2F4-8FB8-440C-8762-8BD5596CFD9F}"/>
              </a:ext>
            </a:extLst>
          </p:cNvPr>
          <p:cNvSpPr>
            <a:spLocks noGrp="1"/>
          </p:cNvSpPr>
          <p:nvPr>
            <p:ph type="sldNum" sz="quarter" idx="12"/>
          </p:nvPr>
        </p:nvSpPr>
        <p:spPr/>
        <p:txBody>
          <a:bodyPr/>
          <a:lstStyle/>
          <a:p>
            <a:fld id="{7B94EC18-1D2B-4535-B738-0E53AFE26620}" type="slidenum">
              <a:rPr lang="en-US" smtClean="0"/>
              <a:t>46</a:t>
            </a:fld>
            <a:endParaRPr lang="en-US"/>
          </a:p>
        </p:txBody>
      </p:sp>
      <p:pic>
        <p:nvPicPr>
          <p:cNvPr id="6" name="Picture 5">
            <a:extLst>
              <a:ext uri="{FF2B5EF4-FFF2-40B4-BE49-F238E27FC236}">
                <a16:creationId xmlns:a16="http://schemas.microsoft.com/office/drawing/2014/main" id="{F79D7C76-05A9-4742-B276-2BC0756C536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311182" y="476251"/>
            <a:ext cx="2082537" cy="5484703"/>
          </a:xfrm>
          <a:prstGeom prst="rect">
            <a:avLst/>
          </a:prstGeom>
        </p:spPr>
      </p:pic>
      <p:sp>
        <p:nvSpPr>
          <p:cNvPr id="7" name="Rectangle 6">
            <a:extLst>
              <a:ext uri="{FF2B5EF4-FFF2-40B4-BE49-F238E27FC236}">
                <a16:creationId xmlns:a16="http://schemas.microsoft.com/office/drawing/2014/main" id="{1D1E40B6-199A-4E24-A332-08D2C06CFAA7}"/>
              </a:ext>
            </a:extLst>
          </p:cNvPr>
          <p:cNvSpPr/>
          <p:nvPr/>
        </p:nvSpPr>
        <p:spPr>
          <a:xfrm>
            <a:off x="415723" y="897578"/>
            <a:ext cx="6575627" cy="1323439"/>
          </a:xfrm>
          <a:prstGeom prst="rect">
            <a:avLst/>
          </a:prstGeom>
        </p:spPr>
        <p:txBody>
          <a:bodyPr wrap="square">
            <a:spAutoFit/>
          </a:bodyPr>
          <a:lstStyle/>
          <a:p>
            <a:r>
              <a:rPr lang="en-US" sz="1600">
                <a:solidFill>
                  <a:schemeClr val="tx1">
                    <a:lumMod val="50000"/>
                  </a:schemeClr>
                </a:solidFill>
                <a:cs typeface="Arial" panose="020B0604020202020204" pitchFamily="34" charset="0"/>
              </a:rPr>
              <a:t>To configure a OPC data source:</a:t>
            </a:r>
          </a:p>
          <a:p>
            <a:endParaRPr lang="en-US" sz="1600">
              <a:solidFill>
                <a:schemeClr val="tx1">
                  <a:lumMod val="50000"/>
                </a:schemeClr>
              </a:solidFill>
              <a:cs typeface="Arial" panose="020B0604020202020204" pitchFamily="34" charset="0"/>
            </a:endParaRPr>
          </a:p>
          <a:p>
            <a:pPr marL="342900" indent="-342900">
              <a:buFont typeface="+mj-lt"/>
              <a:buAutoNum type="arabicParenR"/>
            </a:pPr>
            <a:r>
              <a:rPr lang="en-US" sz="1600">
                <a:solidFill>
                  <a:schemeClr val="tx1">
                    <a:lumMod val="50000"/>
                  </a:schemeClr>
                </a:solidFill>
                <a:cs typeface="Arial" panose="020B0604020202020204" pitchFamily="34" charset="0"/>
              </a:rPr>
              <a:t>In the Contents Tree click on </a:t>
            </a:r>
            <a:r>
              <a:rPr lang="en-US" sz="1600" err="1">
                <a:solidFill>
                  <a:schemeClr val="tx1">
                    <a:lumMod val="50000"/>
                  </a:schemeClr>
                </a:solidFill>
                <a:cs typeface="Arial" panose="020B0604020202020204" pitchFamily="34" charset="0"/>
              </a:rPr>
              <a:t>Datasource</a:t>
            </a:r>
            <a:endParaRPr lang="en-US" sz="1600">
              <a:solidFill>
                <a:schemeClr val="tx1">
                  <a:lumMod val="50000"/>
                </a:schemeClr>
              </a:solidFill>
              <a:cs typeface="Arial" panose="020B0604020202020204" pitchFamily="34" charset="0"/>
            </a:endParaRPr>
          </a:p>
          <a:p>
            <a:pPr marL="342900" indent="-342900">
              <a:buFont typeface="+mj-lt"/>
              <a:buAutoNum type="arabicParenR"/>
            </a:pPr>
            <a:r>
              <a:rPr lang="en-US" sz="1600">
                <a:solidFill>
                  <a:schemeClr val="tx1">
                    <a:lumMod val="50000"/>
                  </a:schemeClr>
                </a:solidFill>
                <a:cs typeface="Arial" panose="020B0604020202020204" pitchFamily="34" charset="0"/>
              </a:rPr>
              <a:t>In the </a:t>
            </a:r>
            <a:r>
              <a:rPr lang="en-US" sz="1600" err="1">
                <a:solidFill>
                  <a:schemeClr val="tx1">
                    <a:lumMod val="50000"/>
                  </a:schemeClr>
                </a:solidFill>
                <a:cs typeface="Arial" panose="020B0604020202020204" pitchFamily="34" charset="0"/>
              </a:rPr>
              <a:t>Datasource</a:t>
            </a:r>
            <a:r>
              <a:rPr lang="en-US" sz="1600">
                <a:solidFill>
                  <a:schemeClr val="tx1">
                    <a:lumMod val="50000"/>
                  </a:schemeClr>
                </a:solidFill>
                <a:cs typeface="Arial" panose="020B0604020202020204" pitchFamily="34" charset="0"/>
              </a:rPr>
              <a:t> page, click the on “+Add”</a:t>
            </a:r>
          </a:p>
          <a:p>
            <a:pPr marL="342900" indent="-342900">
              <a:buFont typeface="+mj-lt"/>
              <a:buAutoNum type="arabicParenR"/>
            </a:pPr>
            <a:r>
              <a:rPr lang="en-US" sz="1600">
                <a:solidFill>
                  <a:schemeClr val="tx1">
                    <a:lumMod val="50000"/>
                  </a:schemeClr>
                </a:solidFill>
                <a:cs typeface="Arial" panose="020B0604020202020204" pitchFamily="34" charset="0"/>
              </a:rPr>
              <a:t>Select OPCDA data source type.</a:t>
            </a:r>
          </a:p>
        </p:txBody>
      </p:sp>
      <p:cxnSp>
        <p:nvCxnSpPr>
          <p:cNvPr id="8" name="Straight Arrow Connector 7">
            <a:extLst>
              <a:ext uri="{FF2B5EF4-FFF2-40B4-BE49-F238E27FC236}">
                <a16:creationId xmlns:a16="http://schemas.microsoft.com/office/drawing/2014/main" id="{A9F8371A-43ED-4D74-8B5A-0C2F2A18A5CF}"/>
              </a:ext>
            </a:extLst>
          </p:cNvPr>
          <p:cNvCxnSpPr>
            <a:cxnSpLocks/>
          </p:cNvCxnSpPr>
          <p:nvPr/>
        </p:nvCxnSpPr>
        <p:spPr>
          <a:xfrm>
            <a:off x="9575428" y="5132750"/>
            <a:ext cx="1624127"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461A287D-B32F-4253-9468-AE13314E3CDF}"/>
              </a:ext>
            </a:extLst>
          </p:cNvPr>
          <p:cNvCxnSpPr>
            <a:cxnSpLocks/>
          </p:cNvCxnSpPr>
          <p:nvPr/>
        </p:nvCxnSpPr>
        <p:spPr>
          <a:xfrm>
            <a:off x="6315705" y="3611250"/>
            <a:ext cx="487281"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8B5BB032-CAEB-410B-AA4D-77E5945BFA84}"/>
              </a:ext>
            </a:extLst>
          </p:cNvPr>
          <p:cNvSpPr/>
          <p:nvPr/>
        </p:nvSpPr>
        <p:spPr>
          <a:xfrm>
            <a:off x="11199555" y="4942329"/>
            <a:ext cx="312907"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1</a:t>
            </a:r>
            <a:endParaRPr lang="en-US" b="0" cap="none" spc="0" dirty="0">
              <a:ln w="0"/>
              <a:solidFill>
                <a:schemeClr val="tx1"/>
              </a:solidFill>
              <a:effectLst>
                <a:outerShdw blurRad="38100" dist="19050" dir="2700000" algn="tl" rotWithShape="0">
                  <a:schemeClr val="dk1">
                    <a:alpha val="40000"/>
                  </a:schemeClr>
                </a:outerShdw>
              </a:effectLst>
            </a:endParaRPr>
          </a:p>
        </p:txBody>
      </p:sp>
      <p:pic>
        <p:nvPicPr>
          <p:cNvPr id="11" name="Picture 10">
            <a:extLst>
              <a:ext uri="{FF2B5EF4-FFF2-40B4-BE49-F238E27FC236}">
                <a16:creationId xmlns:a16="http://schemas.microsoft.com/office/drawing/2014/main" id="{F79B087D-4281-4EAE-AD88-71CD44D06201}"/>
              </a:ext>
            </a:extLst>
          </p:cNvPr>
          <p:cNvPicPr>
            <a:picLocks noChangeAspect="1"/>
          </p:cNvPicPr>
          <p:nvPr/>
        </p:nvPicPr>
        <p:blipFill>
          <a:blip r:embed="rId3"/>
          <a:stretch>
            <a:fillRect/>
          </a:stretch>
        </p:blipFill>
        <p:spPr>
          <a:xfrm>
            <a:off x="523535" y="2744237"/>
            <a:ext cx="7338309" cy="3760963"/>
          </a:xfrm>
          <a:prstGeom prst="rect">
            <a:avLst/>
          </a:prstGeom>
        </p:spPr>
      </p:pic>
      <p:cxnSp>
        <p:nvCxnSpPr>
          <p:cNvPr id="12" name="Straight Arrow Connector 11">
            <a:extLst>
              <a:ext uri="{FF2B5EF4-FFF2-40B4-BE49-F238E27FC236}">
                <a16:creationId xmlns:a16="http://schemas.microsoft.com/office/drawing/2014/main" id="{B752A8E0-BC43-46FD-B14F-AEDE9C6E850D}"/>
              </a:ext>
            </a:extLst>
          </p:cNvPr>
          <p:cNvCxnSpPr>
            <a:cxnSpLocks/>
          </p:cNvCxnSpPr>
          <p:nvPr/>
        </p:nvCxnSpPr>
        <p:spPr>
          <a:xfrm>
            <a:off x="6315705" y="3552830"/>
            <a:ext cx="516286"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CE7D13D5-7584-40FD-AC71-2C626DED8DA8}"/>
              </a:ext>
            </a:extLst>
          </p:cNvPr>
          <p:cNvSpPr/>
          <p:nvPr/>
        </p:nvSpPr>
        <p:spPr>
          <a:xfrm>
            <a:off x="6706019" y="3368163"/>
            <a:ext cx="349989" cy="369332"/>
          </a:xfrm>
          <a:prstGeom prst="rect">
            <a:avLst/>
          </a:prstGeom>
          <a:noFill/>
        </p:spPr>
        <p:txBody>
          <a:bodyPr wrap="square" lIns="91440" tIns="45720" rIns="91440" bIns="45720">
            <a:spAutoFit/>
          </a:bodyPr>
          <a:lstStyle/>
          <a:p>
            <a:pPr algn="ctr"/>
            <a:r>
              <a:rPr lang="en-US" b="0" cap="none" spc="0">
                <a:ln w="0"/>
                <a:solidFill>
                  <a:schemeClr val="tx1"/>
                </a:solidFill>
                <a:effectLst>
                  <a:outerShdw blurRad="38100" dist="19050" dir="2700000" algn="tl" rotWithShape="0">
                    <a:schemeClr val="dk1">
                      <a:alpha val="40000"/>
                    </a:schemeClr>
                  </a:outerShdw>
                </a:effectLst>
              </a:rPr>
              <a:t>2</a:t>
            </a:r>
          </a:p>
        </p:txBody>
      </p:sp>
      <p:cxnSp>
        <p:nvCxnSpPr>
          <p:cNvPr id="14" name="Straight Arrow Connector 13">
            <a:extLst>
              <a:ext uri="{FF2B5EF4-FFF2-40B4-BE49-F238E27FC236}">
                <a16:creationId xmlns:a16="http://schemas.microsoft.com/office/drawing/2014/main" id="{1C00AC7B-FF9C-433D-AA0E-6B408EC151E2}"/>
              </a:ext>
            </a:extLst>
          </p:cNvPr>
          <p:cNvCxnSpPr>
            <a:cxnSpLocks/>
          </p:cNvCxnSpPr>
          <p:nvPr/>
        </p:nvCxnSpPr>
        <p:spPr>
          <a:xfrm>
            <a:off x="6048367" y="5126995"/>
            <a:ext cx="487281"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A33C9462-E5C3-4B1C-B88B-F48554AF2B9C}"/>
              </a:ext>
            </a:extLst>
          </p:cNvPr>
          <p:cNvSpPr/>
          <p:nvPr/>
        </p:nvSpPr>
        <p:spPr>
          <a:xfrm>
            <a:off x="6440136" y="4921336"/>
            <a:ext cx="357311" cy="369332"/>
          </a:xfrm>
          <a:prstGeom prst="rect">
            <a:avLst/>
          </a:prstGeom>
          <a:noFill/>
        </p:spPr>
        <p:txBody>
          <a:bodyPr wrap="square" lIns="91440" tIns="45720" rIns="91440" bIns="45720">
            <a:spAutoFit/>
          </a:bodyPr>
          <a:lstStyle/>
          <a:p>
            <a:pPr algn="ctr"/>
            <a:r>
              <a:rPr lang="en-US" b="0" cap="none" spc="0">
                <a:ln w="0"/>
                <a:solidFill>
                  <a:schemeClr val="tx1"/>
                </a:solidFill>
                <a:effectLst>
                  <a:outerShdw blurRad="38100" dist="19050" dir="2700000" algn="tl" rotWithShape="0">
                    <a:schemeClr val="dk1">
                      <a:alpha val="40000"/>
                    </a:schemeClr>
                  </a:outerShdw>
                </a:effectLst>
              </a:rPr>
              <a:t>3</a:t>
            </a:r>
          </a:p>
        </p:txBody>
      </p:sp>
      <p:sp>
        <p:nvSpPr>
          <p:cNvPr id="16" name="Slide Number Placeholder 3">
            <a:extLst>
              <a:ext uri="{FF2B5EF4-FFF2-40B4-BE49-F238E27FC236}">
                <a16:creationId xmlns:a16="http://schemas.microsoft.com/office/drawing/2014/main" id="{17152D23-74FB-4096-A8E7-A1D2AC02864F}"/>
              </a:ext>
            </a:extLst>
          </p:cNvPr>
          <p:cNvSpPr txBox="1">
            <a:spLocks/>
          </p:cNvSpPr>
          <p:nvPr/>
        </p:nvSpPr>
        <p:spPr>
          <a:xfrm>
            <a:off x="270000" y="6325200"/>
            <a:ext cx="360000" cy="180000"/>
          </a:xfrm>
          <a:prstGeom prst="rect">
            <a:avLst/>
          </a:prstGeom>
        </p:spPr>
        <p:txBody>
          <a:bodyPr vert="horz" lIns="0" tIns="0" rIns="0" bIns="0" rtlCol="0" anchor="b">
            <a:noAutofit/>
          </a:bodyPr>
          <a:lstStyle>
            <a:defPPr>
              <a:defRPr lang="en-US"/>
            </a:defPPr>
            <a:lvl1pPr marL="0" algn="r" defTabSz="914400" rtl="0" eaLnBrk="1" latinLnBrk="0" hangingPunct="1">
              <a:defRPr sz="10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Tree>
    <p:extLst>
      <p:ext uri="{BB962C8B-B14F-4D97-AF65-F5344CB8AC3E}">
        <p14:creationId xmlns:p14="http://schemas.microsoft.com/office/powerpoint/2010/main" val="9448411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3B1DA-35F3-4E75-8A5D-FD0705B34702}"/>
              </a:ext>
            </a:extLst>
          </p:cNvPr>
          <p:cNvSpPr>
            <a:spLocks noGrp="1"/>
          </p:cNvSpPr>
          <p:nvPr>
            <p:ph type="title"/>
          </p:nvPr>
        </p:nvSpPr>
        <p:spPr>
          <a:xfrm>
            <a:off x="307803" y="246762"/>
            <a:ext cx="11201401" cy="492443"/>
          </a:xfrm>
        </p:spPr>
        <p:txBody>
          <a:bodyPr/>
          <a:lstStyle/>
          <a:p>
            <a:r>
              <a:rPr lang="en-AU" sz="3200">
                <a:latin typeface="+mn-lt"/>
              </a:rPr>
              <a:t>OPC Data Source (Contd.)</a:t>
            </a:r>
            <a:endParaRPr lang="en-US" sz="3200"/>
          </a:p>
        </p:txBody>
      </p:sp>
      <p:sp>
        <p:nvSpPr>
          <p:cNvPr id="4" name="Slide Number Placeholder 3">
            <a:extLst>
              <a:ext uri="{FF2B5EF4-FFF2-40B4-BE49-F238E27FC236}">
                <a16:creationId xmlns:a16="http://schemas.microsoft.com/office/drawing/2014/main" id="{15B00C04-1835-4E7B-81AD-7DA6A4E4AD8A}"/>
              </a:ext>
            </a:extLst>
          </p:cNvPr>
          <p:cNvSpPr>
            <a:spLocks noGrp="1"/>
          </p:cNvSpPr>
          <p:nvPr>
            <p:ph type="sldNum" sz="quarter" idx="12"/>
          </p:nvPr>
        </p:nvSpPr>
        <p:spPr/>
        <p:txBody>
          <a:bodyPr/>
          <a:lstStyle/>
          <a:p>
            <a:fld id="{7B94EC18-1D2B-4535-B738-0E53AFE26620}" type="slidenum">
              <a:rPr lang="en-US" smtClean="0"/>
              <a:t>47</a:t>
            </a:fld>
            <a:endParaRPr lang="en-US"/>
          </a:p>
        </p:txBody>
      </p:sp>
      <p:sp>
        <p:nvSpPr>
          <p:cNvPr id="6" name="Rectangle 5">
            <a:extLst>
              <a:ext uri="{FF2B5EF4-FFF2-40B4-BE49-F238E27FC236}">
                <a16:creationId xmlns:a16="http://schemas.microsoft.com/office/drawing/2014/main" id="{22C51F10-D353-45B8-ACF2-2CA1DC8B3F30}"/>
              </a:ext>
            </a:extLst>
          </p:cNvPr>
          <p:cNvSpPr/>
          <p:nvPr/>
        </p:nvSpPr>
        <p:spPr>
          <a:xfrm>
            <a:off x="415723" y="897578"/>
            <a:ext cx="5758387" cy="3785652"/>
          </a:xfrm>
          <a:prstGeom prst="rect">
            <a:avLst/>
          </a:prstGeom>
        </p:spPr>
        <p:txBody>
          <a:bodyPr wrap="square">
            <a:spAutoFit/>
          </a:bodyPr>
          <a:lstStyle/>
          <a:p>
            <a:r>
              <a:rPr lang="en-US" sz="1600">
                <a:solidFill>
                  <a:schemeClr val="tx1">
                    <a:lumMod val="50000"/>
                  </a:schemeClr>
                </a:solidFill>
                <a:cs typeface="Arial" panose="020B0604020202020204" pitchFamily="34" charset="0"/>
              </a:rPr>
              <a:t>To configure a OPC data source:</a:t>
            </a:r>
          </a:p>
          <a:p>
            <a:endParaRPr lang="en-US" sz="1600">
              <a:solidFill>
                <a:schemeClr val="tx1">
                  <a:lumMod val="50000"/>
                </a:schemeClr>
              </a:solidFill>
              <a:cs typeface="Arial" panose="020B0604020202020204" pitchFamily="34" charset="0"/>
            </a:endParaRPr>
          </a:p>
          <a:p>
            <a:pPr marL="457200" indent="-457200">
              <a:buFont typeface="+mj-lt"/>
              <a:buAutoNum type="arabicParenR" startAt="4"/>
            </a:pPr>
            <a:r>
              <a:rPr lang="en-US" sz="1600">
                <a:solidFill>
                  <a:schemeClr val="tx1">
                    <a:lumMod val="50000"/>
                  </a:schemeClr>
                </a:solidFill>
                <a:cs typeface="Arial" panose="020B0604020202020204" pitchFamily="34" charset="0"/>
              </a:rPr>
              <a:t>In the Data Source Name &amp; Display Name box, and Description, type a name for the data source.</a:t>
            </a:r>
          </a:p>
          <a:p>
            <a:pPr marL="342900" indent="-342900">
              <a:buFont typeface="+mj-lt"/>
              <a:buAutoNum type="arabicParenR" startAt="4"/>
            </a:pPr>
            <a:r>
              <a:rPr lang="en-US" sz="1600">
                <a:solidFill>
                  <a:schemeClr val="tx1">
                    <a:lumMod val="50000"/>
                  </a:schemeClr>
                </a:solidFill>
                <a:cs typeface="Arial" panose="020B0604020202020204" pitchFamily="34" charset="0"/>
              </a:rPr>
              <a:t>In the Host box, type the machine name where the external application OPC Server is running.</a:t>
            </a:r>
          </a:p>
          <a:p>
            <a:pPr marL="342900" indent="-342900">
              <a:buFont typeface="+mj-lt"/>
              <a:buAutoNum type="arabicParenR" startAt="4"/>
            </a:pPr>
            <a:r>
              <a:rPr lang="en-US" sz="1600">
                <a:solidFill>
                  <a:schemeClr val="tx1">
                    <a:lumMod val="50000"/>
                  </a:schemeClr>
                </a:solidFill>
                <a:cs typeface="Arial" panose="020B0604020202020204" pitchFamily="34" charset="0"/>
              </a:rPr>
              <a:t>In the Prog ID box, type the program ID of the server.</a:t>
            </a:r>
          </a:p>
          <a:p>
            <a:pPr marL="342900" indent="-342900">
              <a:buFont typeface="+mj-lt"/>
              <a:buAutoNum type="arabicParenR" startAt="4"/>
            </a:pPr>
            <a:r>
              <a:rPr lang="en-US" sz="1600">
                <a:solidFill>
                  <a:schemeClr val="tx1">
                    <a:lumMod val="50000"/>
                  </a:schemeClr>
                </a:solidFill>
                <a:cs typeface="Arial" panose="020B0604020202020204" pitchFamily="34" charset="0"/>
              </a:rPr>
              <a:t>In the Polling Interval box, type the sampling rate for the data source (between 2 and 60 seconds) </a:t>
            </a:r>
          </a:p>
          <a:p>
            <a:pPr marL="342900" indent="-342900">
              <a:buFont typeface="+mj-lt"/>
              <a:buAutoNum type="arabicParenR" startAt="4"/>
            </a:pPr>
            <a:r>
              <a:rPr lang="en-US" sz="1600">
                <a:solidFill>
                  <a:schemeClr val="tx1">
                    <a:lumMod val="50000"/>
                  </a:schemeClr>
                </a:solidFill>
                <a:cs typeface="Arial" panose="020B0604020202020204" pitchFamily="34" charset="0"/>
              </a:rPr>
              <a:t>Click Test Connection to verify the connection to the data source. A message in the status bar indicates if the connection has succeeded  or failed. </a:t>
            </a:r>
          </a:p>
          <a:p>
            <a:pPr marL="342900" indent="-342900">
              <a:buFont typeface="+mj-lt"/>
              <a:buAutoNum type="arabicParenR" startAt="4"/>
            </a:pPr>
            <a:r>
              <a:rPr lang="en-US" sz="1600">
                <a:solidFill>
                  <a:schemeClr val="tx1">
                    <a:lumMod val="50000"/>
                  </a:schemeClr>
                </a:solidFill>
                <a:cs typeface="Arial" panose="020B0604020202020204" pitchFamily="34" charset="0"/>
              </a:rPr>
              <a:t>Check on Read or Write or both for data direction whether to ready only or write.</a:t>
            </a:r>
          </a:p>
          <a:p>
            <a:pPr marL="342900" indent="-342900">
              <a:buFont typeface="+mj-lt"/>
              <a:buAutoNum type="arabicParenR" startAt="4"/>
            </a:pPr>
            <a:r>
              <a:rPr lang="en-US" sz="1600">
                <a:solidFill>
                  <a:schemeClr val="tx1">
                    <a:lumMod val="50000"/>
                  </a:schemeClr>
                </a:solidFill>
                <a:cs typeface="Arial" panose="020B0604020202020204" pitchFamily="34" charset="0"/>
              </a:rPr>
              <a:t>Click Save to save the external data source configuration</a:t>
            </a:r>
            <a:r>
              <a:rPr lang="en-US" sz="1600"/>
              <a:t>. </a:t>
            </a:r>
            <a:endParaRPr lang="en-AU" altLang="en-US" sz="1600">
              <a:solidFill>
                <a:schemeClr val="tx1">
                  <a:lumMod val="50000"/>
                </a:schemeClr>
              </a:solidFill>
              <a:cs typeface="Arial" panose="020B0604020202020204" pitchFamily="34" charset="0"/>
            </a:endParaRPr>
          </a:p>
        </p:txBody>
      </p:sp>
      <p:pic>
        <p:nvPicPr>
          <p:cNvPr id="7" name="Picture 6">
            <a:extLst>
              <a:ext uri="{FF2B5EF4-FFF2-40B4-BE49-F238E27FC236}">
                <a16:creationId xmlns:a16="http://schemas.microsoft.com/office/drawing/2014/main" id="{A699661B-741E-4C8E-9E88-30CB5DA1911D}"/>
              </a:ext>
            </a:extLst>
          </p:cNvPr>
          <p:cNvPicPr>
            <a:picLocks noChangeAspect="1"/>
          </p:cNvPicPr>
          <p:nvPr/>
        </p:nvPicPr>
        <p:blipFill>
          <a:blip r:embed="rId2"/>
          <a:stretch>
            <a:fillRect/>
          </a:stretch>
        </p:blipFill>
        <p:spPr>
          <a:xfrm>
            <a:off x="6096000" y="548960"/>
            <a:ext cx="3599597" cy="5704505"/>
          </a:xfrm>
          <a:prstGeom prst="rect">
            <a:avLst/>
          </a:prstGeom>
        </p:spPr>
      </p:pic>
      <p:cxnSp>
        <p:nvCxnSpPr>
          <p:cNvPr id="8" name="Straight Arrow Connector 7">
            <a:extLst>
              <a:ext uri="{FF2B5EF4-FFF2-40B4-BE49-F238E27FC236}">
                <a16:creationId xmlns:a16="http://schemas.microsoft.com/office/drawing/2014/main" id="{87E9796B-4142-4CB3-8DA9-537489C779FB}"/>
              </a:ext>
            </a:extLst>
          </p:cNvPr>
          <p:cNvCxnSpPr>
            <a:cxnSpLocks/>
          </p:cNvCxnSpPr>
          <p:nvPr/>
        </p:nvCxnSpPr>
        <p:spPr>
          <a:xfrm>
            <a:off x="8597317" y="1175063"/>
            <a:ext cx="1624127"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61540481-D3EA-4846-BC0B-0D038193BDE0}"/>
              </a:ext>
            </a:extLst>
          </p:cNvPr>
          <p:cNvSpPr/>
          <p:nvPr/>
        </p:nvSpPr>
        <p:spPr>
          <a:xfrm>
            <a:off x="10139022" y="978758"/>
            <a:ext cx="312907" cy="369332"/>
          </a:xfrm>
          <a:prstGeom prst="rect">
            <a:avLst/>
          </a:prstGeom>
          <a:noFill/>
        </p:spPr>
        <p:txBody>
          <a:bodyPr wrap="none" lIns="91440" tIns="45720" rIns="91440" bIns="45720">
            <a:spAutoFit/>
          </a:bodyPr>
          <a:lstStyle/>
          <a:p>
            <a:pPr algn="ctr"/>
            <a:r>
              <a:rPr lang="en-US">
                <a:ln w="0"/>
                <a:effectLst>
                  <a:outerShdw blurRad="38100" dist="19050" dir="2700000" algn="tl" rotWithShape="0">
                    <a:schemeClr val="dk1">
                      <a:alpha val="40000"/>
                    </a:schemeClr>
                  </a:outerShdw>
                </a:effectLst>
              </a:rPr>
              <a:t>4</a:t>
            </a:r>
            <a:endParaRPr lang="en-US" b="0" cap="none" spc="0">
              <a:ln w="0"/>
              <a:solidFill>
                <a:schemeClr val="tx1"/>
              </a:solidFill>
              <a:effectLst>
                <a:outerShdw blurRad="38100" dist="19050" dir="2700000" algn="tl" rotWithShape="0">
                  <a:schemeClr val="dk1">
                    <a:alpha val="40000"/>
                  </a:schemeClr>
                </a:outerShdw>
              </a:effectLst>
            </a:endParaRPr>
          </a:p>
        </p:txBody>
      </p:sp>
      <p:cxnSp>
        <p:nvCxnSpPr>
          <p:cNvPr id="10" name="Straight Arrow Connector 9">
            <a:extLst>
              <a:ext uri="{FF2B5EF4-FFF2-40B4-BE49-F238E27FC236}">
                <a16:creationId xmlns:a16="http://schemas.microsoft.com/office/drawing/2014/main" id="{2CFC0566-C233-4A9E-A9E9-A7519F1C71E4}"/>
              </a:ext>
            </a:extLst>
          </p:cNvPr>
          <p:cNvCxnSpPr>
            <a:cxnSpLocks/>
          </p:cNvCxnSpPr>
          <p:nvPr/>
        </p:nvCxnSpPr>
        <p:spPr>
          <a:xfrm>
            <a:off x="8606842" y="1775138"/>
            <a:ext cx="1624127"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FDA9DF7D-D506-4179-AE89-E521E65F9236}"/>
              </a:ext>
            </a:extLst>
          </p:cNvPr>
          <p:cNvSpPr/>
          <p:nvPr/>
        </p:nvSpPr>
        <p:spPr>
          <a:xfrm>
            <a:off x="10148547" y="1578833"/>
            <a:ext cx="312907" cy="369332"/>
          </a:xfrm>
          <a:prstGeom prst="rect">
            <a:avLst/>
          </a:prstGeom>
          <a:noFill/>
        </p:spPr>
        <p:txBody>
          <a:bodyPr wrap="none" lIns="91440" tIns="45720" rIns="91440" bIns="45720">
            <a:spAutoFit/>
          </a:bodyPr>
          <a:lstStyle/>
          <a:p>
            <a:pPr algn="ctr"/>
            <a:r>
              <a:rPr lang="en-US">
                <a:ln w="0"/>
                <a:effectLst>
                  <a:outerShdw blurRad="38100" dist="19050" dir="2700000" algn="tl" rotWithShape="0">
                    <a:schemeClr val="dk1">
                      <a:alpha val="40000"/>
                    </a:schemeClr>
                  </a:outerShdw>
                </a:effectLst>
              </a:rPr>
              <a:t>4</a:t>
            </a:r>
            <a:endParaRPr lang="en-US" b="0" cap="none" spc="0">
              <a:ln w="0"/>
              <a:solidFill>
                <a:schemeClr val="tx1"/>
              </a:solidFill>
              <a:effectLst>
                <a:outerShdw blurRad="38100" dist="19050" dir="2700000" algn="tl" rotWithShape="0">
                  <a:schemeClr val="dk1">
                    <a:alpha val="40000"/>
                  </a:schemeClr>
                </a:outerShdw>
              </a:effectLst>
            </a:endParaRPr>
          </a:p>
        </p:txBody>
      </p:sp>
      <p:cxnSp>
        <p:nvCxnSpPr>
          <p:cNvPr id="12" name="Straight Arrow Connector 11">
            <a:extLst>
              <a:ext uri="{FF2B5EF4-FFF2-40B4-BE49-F238E27FC236}">
                <a16:creationId xmlns:a16="http://schemas.microsoft.com/office/drawing/2014/main" id="{D0BC1A2F-9544-49CE-A620-84FF6EE5D134}"/>
              </a:ext>
            </a:extLst>
          </p:cNvPr>
          <p:cNvCxnSpPr>
            <a:cxnSpLocks/>
          </p:cNvCxnSpPr>
          <p:nvPr/>
        </p:nvCxnSpPr>
        <p:spPr>
          <a:xfrm>
            <a:off x="9645067" y="2613338"/>
            <a:ext cx="1624127"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792C29DF-B85A-4770-83FD-5A65EB03B520}"/>
              </a:ext>
            </a:extLst>
          </p:cNvPr>
          <p:cNvSpPr/>
          <p:nvPr/>
        </p:nvSpPr>
        <p:spPr>
          <a:xfrm>
            <a:off x="11186772" y="2417033"/>
            <a:ext cx="312907" cy="369332"/>
          </a:xfrm>
          <a:prstGeom prst="rect">
            <a:avLst/>
          </a:prstGeom>
          <a:noFill/>
        </p:spPr>
        <p:txBody>
          <a:bodyPr wrap="none" lIns="91440" tIns="45720" rIns="91440" bIns="45720">
            <a:spAutoFit/>
          </a:bodyPr>
          <a:lstStyle/>
          <a:p>
            <a:pPr algn="ctr"/>
            <a:r>
              <a:rPr lang="en-US">
                <a:ln w="0"/>
                <a:effectLst>
                  <a:outerShdw blurRad="38100" dist="19050" dir="2700000" algn="tl" rotWithShape="0">
                    <a:schemeClr val="dk1">
                      <a:alpha val="40000"/>
                    </a:schemeClr>
                  </a:outerShdw>
                </a:effectLst>
              </a:rPr>
              <a:t>4</a:t>
            </a:r>
            <a:endParaRPr lang="en-US" b="0" cap="none" spc="0">
              <a:ln w="0"/>
              <a:solidFill>
                <a:schemeClr val="tx1"/>
              </a:solidFill>
              <a:effectLst>
                <a:outerShdw blurRad="38100" dist="19050" dir="2700000" algn="tl" rotWithShape="0">
                  <a:schemeClr val="dk1">
                    <a:alpha val="40000"/>
                  </a:schemeClr>
                </a:outerShdw>
              </a:effectLst>
            </a:endParaRPr>
          </a:p>
        </p:txBody>
      </p:sp>
      <p:cxnSp>
        <p:nvCxnSpPr>
          <p:cNvPr id="14" name="Straight Arrow Connector 13">
            <a:extLst>
              <a:ext uri="{FF2B5EF4-FFF2-40B4-BE49-F238E27FC236}">
                <a16:creationId xmlns:a16="http://schemas.microsoft.com/office/drawing/2014/main" id="{0643741A-3F69-4886-8DB5-DF20803DD93E}"/>
              </a:ext>
            </a:extLst>
          </p:cNvPr>
          <p:cNvCxnSpPr>
            <a:cxnSpLocks/>
          </p:cNvCxnSpPr>
          <p:nvPr/>
        </p:nvCxnSpPr>
        <p:spPr>
          <a:xfrm>
            <a:off x="7978192" y="3889688"/>
            <a:ext cx="1624127"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52BEC91F-ABBB-4BFB-8940-EF6665F8A3CB}"/>
              </a:ext>
            </a:extLst>
          </p:cNvPr>
          <p:cNvSpPr/>
          <p:nvPr/>
        </p:nvSpPr>
        <p:spPr>
          <a:xfrm>
            <a:off x="9519897" y="3693383"/>
            <a:ext cx="312907" cy="369332"/>
          </a:xfrm>
          <a:prstGeom prst="rect">
            <a:avLst/>
          </a:prstGeom>
          <a:noFill/>
        </p:spPr>
        <p:txBody>
          <a:bodyPr wrap="none" lIns="91440" tIns="45720" rIns="91440" bIns="45720">
            <a:spAutoFit/>
          </a:bodyPr>
          <a:lstStyle/>
          <a:p>
            <a:pPr algn="ctr"/>
            <a:r>
              <a:rPr lang="en-US">
                <a:ln w="0"/>
                <a:effectLst>
                  <a:outerShdw blurRad="38100" dist="19050" dir="2700000" algn="tl" rotWithShape="0">
                    <a:schemeClr val="dk1">
                      <a:alpha val="40000"/>
                    </a:schemeClr>
                  </a:outerShdw>
                </a:effectLst>
              </a:rPr>
              <a:t>5</a:t>
            </a:r>
            <a:endParaRPr lang="en-US" b="0" cap="none" spc="0">
              <a:ln w="0"/>
              <a:solidFill>
                <a:schemeClr val="tx1"/>
              </a:solidFill>
              <a:effectLst>
                <a:outerShdw blurRad="38100" dist="19050" dir="2700000" algn="tl" rotWithShape="0">
                  <a:schemeClr val="dk1">
                    <a:alpha val="40000"/>
                  </a:schemeClr>
                </a:outerShdw>
              </a:effectLst>
            </a:endParaRPr>
          </a:p>
        </p:txBody>
      </p:sp>
      <p:cxnSp>
        <p:nvCxnSpPr>
          <p:cNvPr id="16" name="Straight Arrow Connector 15">
            <a:extLst>
              <a:ext uri="{FF2B5EF4-FFF2-40B4-BE49-F238E27FC236}">
                <a16:creationId xmlns:a16="http://schemas.microsoft.com/office/drawing/2014/main" id="{06D114E0-6FAC-4212-B106-639557272EC0}"/>
              </a:ext>
            </a:extLst>
          </p:cNvPr>
          <p:cNvCxnSpPr>
            <a:cxnSpLocks/>
          </p:cNvCxnSpPr>
          <p:nvPr/>
        </p:nvCxnSpPr>
        <p:spPr>
          <a:xfrm>
            <a:off x="7987717" y="4394513"/>
            <a:ext cx="1624127"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C27CD227-BA9E-42CC-B53B-4660A3A58965}"/>
              </a:ext>
            </a:extLst>
          </p:cNvPr>
          <p:cNvSpPr/>
          <p:nvPr/>
        </p:nvSpPr>
        <p:spPr>
          <a:xfrm>
            <a:off x="9529422" y="4198208"/>
            <a:ext cx="312907" cy="369332"/>
          </a:xfrm>
          <a:prstGeom prst="rect">
            <a:avLst/>
          </a:prstGeom>
          <a:noFill/>
        </p:spPr>
        <p:txBody>
          <a:bodyPr wrap="none" lIns="91440" tIns="45720" rIns="91440" bIns="45720">
            <a:spAutoFit/>
          </a:bodyPr>
          <a:lstStyle/>
          <a:p>
            <a:pPr algn="ctr"/>
            <a:r>
              <a:rPr lang="en-US">
                <a:ln w="0"/>
                <a:effectLst>
                  <a:outerShdw blurRad="38100" dist="19050" dir="2700000" algn="tl" rotWithShape="0">
                    <a:schemeClr val="dk1">
                      <a:alpha val="40000"/>
                    </a:schemeClr>
                  </a:outerShdw>
                </a:effectLst>
              </a:rPr>
              <a:t>6</a:t>
            </a:r>
            <a:endParaRPr lang="en-US" b="0" cap="none" spc="0">
              <a:ln w="0"/>
              <a:solidFill>
                <a:schemeClr val="tx1"/>
              </a:solidFill>
              <a:effectLst>
                <a:outerShdw blurRad="38100" dist="19050" dir="2700000" algn="tl" rotWithShape="0">
                  <a:schemeClr val="dk1">
                    <a:alpha val="40000"/>
                  </a:schemeClr>
                </a:outerShdw>
              </a:effectLst>
            </a:endParaRPr>
          </a:p>
        </p:txBody>
      </p:sp>
      <p:cxnSp>
        <p:nvCxnSpPr>
          <p:cNvPr id="18" name="Straight Arrow Connector 17">
            <a:extLst>
              <a:ext uri="{FF2B5EF4-FFF2-40B4-BE49-F238E27FC236}">
                <a16:creationId xmlns:a16="http://schemas.microsoft.com/office/drawing/2014/main" id="{AEAE1FBF-6C7B-45F7-9BB4-A0F35C91184F}"/>
              </a:ext>
            </a:extLst>
          </p:cNvPr>
          <p:cNvCxnSpPr>
            <a:cxnSpLocks/>
          </p:cNvCxnSpPr>
          <p:nvPr/>
        </p:nvCxnSpPr>
        <p:spPr>
          <a:xfrm>
            <a:off x="9587917" y="4813613"/>
            <a:ext cx="1624127"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B5693B8C-EEB1-45A7-B84B-08AA05ED9316}"/>
              </a:ext>
            </a:extLst>
          </p:cNvPr>
          <p:cNvSpPr/>
          <p:nvPr/>
        </p:nvSpPr>
        <p:spPr>
          <a:xfrm>
            <a:off x="11129622" y="4617308"/>
            <a:ext cx="312907" cy="369332"/>
          </a:xfrm>
          <a:prstGeom prst="rect">
            <a:avLst/>
          </a:prstGeom>
          <a:noFill/>
        </p:spPr>
        <p:txBody>
          <a:bodyPr wrap="none" lIns="91440" tIns="45720" rIns="91440" bIns="45720">
            <a:spAutoFit/>
          </a:bodyPr>
          <a:lstStyle/>
          <a:p>
            <a:pPr algn="ctr"/>
            <a:r>
              <a:rPr lang="en-US">
                <a:ln w="0"/>
                <a:effectLst>
                  <a:outerShdw blurRad="38100" dist="19050" dir="2700000" algn="tl" rotWithShape="0">
                    <a:schemeClr val="dk1">
                      <a:alpha val="40000"/>
                    </a:schemeClr>
                  </a:outerShdw>
                </a:effectLst>
              </a:rPr>
              <a:t>8</a:t>
            </a:r>
            <a:endParaRPr lang="en-US" b="0" cap="none" spc="0">
              <a:ln w="0"/>
              <a:solidFill>
                <a:schemeClr val="tx1"/>
              </a:solidFill>
              <a:effectLst>
                <a:outerShdw blurRad="38100" dist="19050" dir="2700000" algn="tl" rotWithShape="0">
                  <a:schemeClr val="dk1">
                    <a:alpha val="40000"/>
                  </a:schemeClr>
                </a:outerShdw>
              </a:effectLst>
            </a:endParaRPr>
          </a:p>
        </p:txBody>
      </p:sp>
      <p:cxnSp>
        <p:nvCxnSpPr>
          <p:cNvPr id="20" name="Straight Arrow Connector 19">
            <a:extLst>
              <a:ext uri="{FF2B5EF4-FFF2-40B4-BE49-F238E27FC236}">
                <a16:creationId xmlns:a16="http://schemas.microsoft.com/office/drawing/2014/main" id="{C2FF3D6D-13CC-4101-BB79-CD3EF7539C6A}"/>
              </a:ext>
            </a:extLst>
          </p:cNvPr>
          <p:cNvCxnSpPr>
            <a:cxnSpLocks/>
          </p:cNvCxnSpPr>
          <p:nvPr/>
        </p:nvCxnSpPr>
        <p:spPr>
          <a:xfrm>
            <a:off x="9654592" y="5242238"/>
            <a:ext cx="1624127"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307A2792-59AA-43A7-B57F-14928D1D57BA}"/>
              </a:ext>
            </a:extLst>
          </p:cNvPr>
          <p:cNvSpPr/>
          <p:nvPr/>
        </p:nvSpPr>
        <p:spPr>
          <a:xfrm>
            <a:off x="11196297" y="5045933"/>
            <a:ext cx="312907" cy="369332"/>
          </a:xfrm>
          <a:prstGeom prst="rect">
            <a:avLst/>
          </a:prstGeom>
          <a:noFill/>
        </p:spPr>
        <p:txBody>
          <a:bodyPr wrap="none" lIns="91440" tIns="45720" rIns="91440" bIns="45720">
            <a:spAutoFit/>
          </a:bodyPr>
          <a:lstStyle/>
          <a:p>
            <a:pPr algn="ctr"/>
            <a:r>
              <a:rPr lang="en-US">
                <a:ln w="0"/>
                <a:effectLst>
                  <a:outerShdw blurRad="38100" dist="19050" dir="2700000" algn="tl" rotWithShape="0">
                    <a:schemeClr val="dk1">
                      <a:alpha val="40000"/>
                    </a:schemeClr>
                  </a:outerShdw>
                </a:effectLst>
              </a:rPr>
              <a:t>7</a:t>
            </a:r>
            <a:endParaRPr lang="en-US" b="0" cap="none" spc="0">
              <a:ln w="0"/>
              <a:solidFill>
                <a:schemeClr val="tx1"/>
              </a:solidFill>
              <a:effectLst>
                <a:outerShdw blurRad="38100" dist="19050" dir="2700000" algn="tl" rotWithShape="0">
                  <a:schemeClr val="dk1">
                    <a:alpha val="40000"/>
                  </a:schemeClr>
                </a:outerShdw>
              </a:effectLst>
            </a:endParaRPr>
          </a:p>
        </p:txBody>
      </p:sp>
      <p:cxnSp>
        <p:nvCxnSpPr>
          <p:cNvPr id="22" name="Straight Arrow Connector 21">
            <a:extLst>
              <a:ext uri="{FF2B5EF4-FFF2-40B4-BE49-F238E27FC236}">
                <a16:creationId xmlns:a16="http://schemas.microsoft.com/office/drawing/2014/main" id="{3055BE00-3307-4448-8220-CA07715F1A9A}"/>
              </a:ext>
            </a:extLst>
          </p:cNvPr>
          <p:cNvCxnSpPr>
            <a:cxnSpLocks/>
          </p:cNvCxnSpPr>
          <p:nvPr/>
        </p:nvCxnSpPr>
        <p:spPr>
          <a:xfrm>
            <a:off x="7873417" y="5813738"/>
            <a:ext cx="1624127"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FEF7C42C-848C-4D50-A78C-43F4740EF54A}"/>
              </a:ext>
            </a:extLst>
          </p:cNvPr>
          <p:cNvSpPr/>
          <p:nvPr/>
        </p:nvSpPr>
        <p:spPr>
          <a:xfrm>
            <a:off x="9415122" y="5617433"/>
            <a:ext cx="312907" cy="369332"/>
          </a:xfrm>
          <a:prstGeom prst="rect">
            <a:avLst/>
          </a:prstGeom>
          <a:noFill/>
        </p:spPr>
        <p:txBody>
          <a:bodyPr wrap="none" lIns="91440" tIns="45720" rIns="91440" bIns="45720">
            <a:spAutoFit/>
          </a:bodyPr>
          <a:lstStyle/>
          <a:p>
            <a:pPr algn="ctr"/>
            <a:r>
              <a:rPr lang="en-US">
                <a:ln w="0"/>
                <a:effectLst>
                  <a:outerShdw blurRad="38100" dist="19050" dir="2700000" algn="tl" rotWithShape="0">
                    <a:schemeClr val="dk1">
                      <a:alpha val="40000"/>
                    </a:schemeClr>
                  </a:outerShdw>
                </a:effectLst>
              </a:rPr>
              <a:t>9</a:t>
            </a:r>
            <a:endParaRPr lang="en-US" b="0" cap="none" spc="0">
              <a:ln w="0"/>
              <a:solidFill>
                <a:schemeClr val="tx1"/>
              </a:solidFill>
              <a:effectLst>
                <a:outerShdw blurRad="38100" dist="19050" dir="2700000" algn="tl" rotWithShape="0">
                  <a:schemeClr val="dk1">
                    <a:alpha val="40000"/>
                  </a:schemeClr>
                </a:outerShdw>
              </a:effectLst>
            </a:endParaRPr>
          </a:p>
        </p:txBody>
      </p:sp>
      <p:pic>
        <p:nvPicPr>
          <p:cNvPr id="24" name="Picture 23">
            <a:extLst>
              <a:ext uri="{FF2B5EF4-FFF2-40B4-BE49-F238E27FC236}">
                <a16:creationId xmlns:a16="http://schemas.microsoft.com/office/drawing/2014/main" id="{803FE793-CD91-4FB0-9F1B-0249649A5727}"/>
              </a:ext>
            </a:extLst>
          </p:cNvPr>
          <p:cNvPicPr>
            <a:picLocks noChangeAspect="1"/>
          </p:cNvPicPr>
          <p:nvPr/>
        </p:nvPicPr>
        <p:blipFill>
          <a:blip r:embed="rId3"/>
          <a:stretch>
            <a:fillRect/>
          </a:stretch>
        </p:blipFill>
        <p:spPr>
          <a:xfrm>
            <a:off x="6096000" y="6193031"/>
            <a:ext cx="3641346" cy="507494"/>
          </a:xfrm>
          <a:prstGeom prst="rect">
            <a:avLst/>
          </a:prstGeom>
        </p:spPr>
      </p:pic>
      <p:cxnSp>
        <p:nvCxnSpPr>
          <p:cNvPr id="25" name="Straight Arrow Connector 24">
            <a:extLst>
              <a:ext uri="{FF2B5EF4-FFF2-40B4-BE49-F238E27FC236}">
                <a16:creationId xmlns:a16="http://schemas.microsoft.com/office/drawing/2014/main" id="{EA361EE5-73DE-463A-A8C4-240BDDD458E8}"/>
              </a:ext>
            </a:extLst>
          </p:cNvPr>
          <p:cNvCxnSpPr>
            <a:cxnSpLocks/>
          </p:cNvCxnSpPr>
          <p:nvPr/>
        </p:nvCxnSpPr>
        <p:spPr>
          <a:xfrm>
            <a:off x="7835317" y="6442388"/>
            <a:ext cx="1624127"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6691FBB1-34F0-441A-88BE-A3DB396B44ED}"/>
              </a:ext>
            </a:extLst>
          </p:cNvPr>
          <p:cNvSpPr/>
          <p:nvPr/>
        </p:nvSpPr>
        <p:spPr>
          <a:xfrm>
            <a:off x="9312902" y="6246083"/>
            <a:ext cx="441147" cy="369332"/>
          </a:xfrm>
          <a:prstGeom prst="rect">
            <a:avLst/>
          </a:prstGeom>
          <a:noFill/>
        </p:spPr>
        <p:txBody>
          <a:bodyPr wrap="none" lIns="91440" tIns="45720" rIns="91440" bIns="45720">
            <a:spAutoFit/>
          </a:bodyPr>
          <a:lstStyle/>
          <a:p>
            <a:pPr algn="ctr"/>
            <a:r>
              <a:rPr lang="en-US">
                <a:ln w="0"/>
                <a:effectLst>
                  <a:outerShdw blurRad="38100" dist="19050" dir="2700000" algn="tl" rotWithShape="0">
                    <a:schemeClr val="dk1">
                      <a:alpha val="40000"/>
                    </a:schemeClr>
                  </a:outerShdw>
                </a:effectLst>
              </a:rPr>
              <a:t>10</a:t>
            </a:r>
            <a:endParaRPr lang="en-US" b="0" cap="none" spc="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1334610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E1320-2529-4064-9439-E0AD406D9E84}"/>
              </a:ext>
            </a:extLst>
          </p:cNvPr>
          <p:cNvSpPr>
            <a:spLocks noGrp="1"/>
          </p:cNvSpPr>
          <p:nvPr>
            <p:ph type="title"/>
          </p:nvPr>
        </p:nvSpPr>
        <p:spPr>
          <a:xfrm>
            <a:off x="495299" y="495299"/>
            <a:ext cx="11201401" cy="5483617"/>
          </a:xfrm>
        </p:spPr>
        <p:txBody>
          <a:bodyPr/>
          <a:lstStyle/>
          <a:p>
            <a:pPr>
              <a:lnSpc>
                <a:spcPct val="150000"/>
              </a:lnSpc>
            </a:pPr>
            <a:br>
              <a:rPr lang="en-US" sz="4000" b="1" dirty="0"/>
            </a:br>
            <a:br>
              <a:rPr lang="en-US" sz="4000" b="1" dirty="0"/>
            </a:br>
            <a:r>
              <a:rPr lang="en-GB" sz="3850" b="1" dirty="0"/>
              <a:t>APM – Configuration System Demo / Hands On</a:t>
            </a:r>
            <a:br>
              <a:rPr lang="en-US" sz="1800" b="1" dirty="0">
                <a:solidFill>
                  <a:srgbClr val="84BD00"/>
                </a:solidFill>
                <a:effectLst/>
                <a:latin typeface="Cambria" panose="02040503050406030204" pitchFamily="18" charset="0"/>
                <a:ea typeface="MS Gothic" panose="020B0609070205080204" pitchFamily="49" charset="-128"/>
                <a:cs typeface="Times New Roman" panose="02020603050405020304" pitchFamily="18" charset="0"/>
              </a:rPr>
            </a:br>
            <a:br>
              <a:rPr lang="en-US" sz="4000" b="1" dirty="0"/>
            </a:br>
            <a:br>
              <a:rPr lang="en-US" sz="4000" b="1" dirty="0"/>
            </a:br>
            <a:endParaRPr lang="en-US" dirty="0"/>
          </a:p>
        </p:txBody>
      </p:sp>
      <p:sp>
        <p:nvSpPr>
          <p:cNvPr id="4" name="Slide Number Placeholder 3">
            <a:extLst>
              <a:ext uri="{FF2B5EF4-FFF2-40B4-BE49-F238E27FC236}">
                <a16:creationId xmlns:a16="http://schemas.microsoft.com/office/drawing/2014/main" id="{443709C0-1799-4034-BDC0-4DC5860700FE}"/>
              </a:ext>
            </a:extLst>
          </p:cNvPr>
          <p:cNvSpPr>
            <a:spLocks noGrp="1"/>
          </p:cNvSpPr>
          <p:nvPr>
            <p:ph type="sldNum" sz="quarter" idx="12"/>
          </p:nvPr>
        </p:nvSpPr>
        <p:spPr/>
        <p:txBody>
          <a:bodyPr/>
          <a:lstStyle/>
          <a:p>
            <a:fld id="{7B94EC18-1D2B-4535-B738-0E53AFE26620}" type="slidenum">
              <a:rPr lang="en-US" smtClean="0"/>
              <a:t>48</a:t>
            </a:fld>
            <a:endParaRPr lang="en-US"/>
          </a:p>
        </p:txBody>
      </p:sp>
    </p:spTree>
    <p:extLst>
      <p:ext uri="{BB962C8B-B14F-4D97-AF65-F5344CB8AC3E}">
        <p14:creationId xmlns:p14="http://schemas.microsoft.com/office/powerpoint/2010/main" val="26726247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A8BD-3471-48CC-A7AD-556B23007C28}"/>
              </a:ext>
            </a:extLst>
          </p:cNvPr>
          <p:cNvSpPr>
            <a:spLocks noGrp="1"/>
          </p:cNvSpPr>
          <p:nvPr>
            <p:ph type="title"/>
          </p:nvPr>
        </p:nvSpPr>
        <p:spPr>
          <a:xfrm>
            <a:off x="495299" y="364656"/>
            <a:ext cx="11201401" cy="1477328"/>
          </a:xfrm>
        </p:spPr>
        <p:txBody>
          <a:bodyPr/>
          <a:lstStyle/>
          <a:p>
            <a:r>
              <a:rPr lang="en-AU" sz="3200"/>
              <a:t>Template Configuration – System Demo / Hands-On</a:t>
            </a:r>
            <a:br>
              <a:rPr lang="en-GB" sz="3200"/>
            </a:br>
            <a:endParaRPr lang="en-US" sz="3200"/>
          </a:p>
        </p:txBody>
      </p:sp>
      <p:sp>
        <p:nvSpPr>
          <p:cNvPr id="3" name="Content Placeholder 2">
            <a:extLst>
              <a:ext uri="{FF2B5EF4-FFF2-40B4-BE49-F238E27FC236}">
                <a16:creationId xmlns:a16="http://schemas.microsoft.com/office/drawing/2014/main" id="{A42A85D8-3BE5-4AAB-970B-83EABA1B8E8A}"/>
              </a:ext>
            </a:extLst>
          </p:cNvPr>
          <p:cNvSpPr>
            <a:spLocks noGrp="1"/>
          </p:cNvSpPr>
          <p:nvPr>
            <p:ph idx="1"/>
          </p:nvPr>
        </p:nvSpPr>
        <p:spPr>
          <a:xfrm>
            <a:off x="495299" y="1503777"/>
            <a:ext cx="10852074" cy="4457700"/>
          </a:xfrm>
        </p:spPr>
        <p:txBody>
          <a:bodyPr/>
          <a:lstStyle/>
          <a:p>
            <a:pPr marL="0" marR="0" indent="0" fontAlgn="base" hangingPunct="0">
              <a:lnSpc>
                <a:spcPct val="115000"/>
              </a:lnSpc>
              <a:spcBef>
                <a:spcPts val="0"/>
              </a:spcBef>
              <a:spcAft>
                <a:spcPts val="0"/>
              </a:spcAft>
              <a:buNone/>
            </a:pPr>
            <a:r>
              <a:rPr lang="en-US" sz="1600" b="0" kern="1200" dirty="0">
                <a:solidFill>
                  <a:srgbClr val="000000"/>
                </a:solidFill>
                <a:effectLst/>
                <a:ea typeface="Arial" panose="020B0604020202020204" pitchFamily="34" charset="0"/>
                <a:cs typeface="Trebuchet MS" panose="020B0603020202020204" pitchFamily="34" charset="0"/>
              </a:rPr>
              <a:t>Assignment 1</a:t>
            </a:r>
            <a:endParaRPr lang="en-US" sz="1600" b="0" dirty="0">
              <a:effectLst/>
              <a:ea typeface="Calibri" panose="020F0502020204030204" pitchFamily="34" charset="0"/>
              <a:cs typeface="Arial" panose="020B0604020202020204" pitchFamily="34" charset="0"/>
            </a:endParaRPr>
          </a:p>
          <a:p>
            <a:pPr marL="0" marR="0" indent="0" fontAlgn="base" hangingPunct="0">
              <a:lnSpc>
                <a:spcPct val="115000"/>
              </a:lnSpc>
              <a:spcBef>
                <a:spcPts val="0"/>
              </a:spcBef>
              <a:spcAft>
                <a:spcPts val="0"/>
              </a:spcAft>
              <a:buNone/>
            </a:pPr>
            <a:r>
              <a:rPr lang="en-US" sz="1600" dirty="0"/>
              <a:t>Asset Performance Management </a:t>
            </a:r>
            <a:r>
              <a:rPr lang="en-US" sz="1600" b="0" kern="1200" dirty="0">
                <a:solidFill>
                  <a:srgbClr val="000000"/>
                </a:solidFill>
                <a:effectLst/>
                <a:ea typeface="Arial" panose="020B0604020202020204" pitchFamily="34" charset="0"/>
                <a:cs typeface="Trebuchet MS" panose="020B0603020202020204" pitchFamily="34" charset="0"/>
              </a:rPr>
              <a:t>Excel Plugin configure as below</a:t>
            </a:r>
            <a:endParaRPr lang="en-US" sz="1600" b="0" dirty="0">
              <a:effectLst/>
              <a:ea typeface="Calibri" panose="020F0502020204030204" pitchFamily="34" charset="0"/>
              <a:cs typeface="Arial" panose="020B0604020202020204" pitchFamily="34" charset="0"/>
            </a:endParaRPr>
          </a:p>
          <a:p>
            <a:pPr marL="0" marR="0" lvl="0" indent="0" fontAlgn="base" hangingPunct="0">
              <a:lnSpc>
                <a:spcPct val="115000"/>
              </a:lnSpc>
              <a:spcBef>
                <a:spcPts val="0"/>
              </a:spcBef>
              <a:spcAft>
                <a:spcPts val="0"/>
              </a:spcAft>
              <a:buNone/>
            </a:pPr>
            <a:r>
              <a:rPr lang="en-US" sz="1600" b="0" dirty="0">
                <a:effectLst/>
                <a:ea typeface="MS Mincho" panose="02020609040205080304" pitchFamily="49" charset="-128"/>
                <a:cs typeface="Trebuchet MS" panose="020B0603020202020204" pitchFamily="34" charset="0"/>
              </a:rPr>
              <a:t> </a:t>
            </a:r>
            <a:endParaRPr lang="en-US" sz="1600" b="0" dirty="0">
              <a:effectLst/>
              <a:ea typeface="Calibri" panose="020F0502020204030204" pitchFamily="34" charset="0"/>
              <a:cs typeface="Arial" panose="020B0604020202020204" pitchFamily="34" charset="0"/>
            </a:endParaRPr>
          </a:p>
          <a:p>
            <a:pPr marL="0" marR="0" indent="0" fontAlgn="base" hangingPunct="0">
              <a:lnSpc>
                <a:spcPct val="115000"/>
              </a:lnSpc>
              <a:spcBef>
                <a:spcPts val="0"/>
              </a:spcBef>
              <a:spcAft>
                <a:spcPts val="0"/>
              </a:spcAft>
              <a:buNone/>
            </a:pPr>
            <a:r>
              <a:rPr lang="en-US" sz="1600" b="0" kern="1200" dirty="0">
                <a:solidFill>
                  <a:srgbClr val="000000"/>
                </a:solidFill>
                <a:effectLst/>
                <a:ea typeface="Arial" panose="020B0604020202020204" pitchFamily="34" charset="0"/>
                <a:cs typeface="Trebuchet MS" panose="020B0603020202020204" pitchFamily="34" charset="0"/>
              </a:rPr>
              <a:t>Step 1. Create Asset Class</a:t>
            </a:r>
            <a:endParaRPr lang="en-US" sz="1600" b="0" dirty="0">
              <a:effectLst/>
              <a:ea typeface="Calibri" panose="020F0502020204030204" pitchFamily="34" charset="0"/>
              <a:cs typeface="Arial" panose="020B0604020202020204" pitchFamily="34" charset="0"/>
            </a:endParaRPr>
          </a:p>
          <a:p>
            <a:pPr marL="0" marR="0" indent="0" fontAlgn="base" hangingPunct="0">
              <a:lnSpc>
                <a:spcPct val="115000"/>
              </a:lnSpc>
              <a:spcBef>
                <a:spcPts val="0"/>
              </a:spcBef>
              <a:spcAft>
                <a:spcPts val="0"/>
              </a:spcAft>
              <a:buNone/>
            </a:pPr>
            <a:r>
              <a:rPr lang="en-US" sz="1600" b="0" kern="1200" dirty="0">
                <a:solidFill>
                  <a:srgbClr val="000000"/>
                </a:solidFill>
                <a:effectLst/>
                <a:ea typeface="Arial" panose="020B0604020202020204" pitchFamily="34" charset="0"/>
                <a:cs typeface="Trebuchet MS" panose="020B0603020202020204" pitchFamily="34" charset="0"/>
              </a:rPr>
              <a:t>Step 2. Create Asset Type</a:t>
            </a:r>
            <a:endParaRPr lang="en-US" sz="1600" b="0" dirty="0">
              <a:effectLst/>
              <a:ea typeface="Calibri" panose="020F0502020204030204" pitchFamily="34" charset="0"/>
              <a:cs typeface="Arial" panose="020B0604020202020204" pitchFamily="34" charset="0"/>
            </a:endParaRPr>
          </a:p>
          <a:p>
            <a:pPr marL="0" marR="0" indent="0" fontAlgn="base" hangingPunct="0">
              <a:lnSpc>
                <a:spcPct val="115000"/>
              </a:lnSpc>
              <a:spcBef>
                <a:spcPts val="0"/>
              </a:spcBef>
              <a:spcAft>
                <a:spcPts val="0"/>
              </a:spcAft>
              <a:buNone/>
            </a:pPr>
            <a:r>
              <a:rPr lang="en-US" sz="1600" b="0" kern="1200" dirty="0">
                <a:solidFill>
                  <a:srgbClr val="000000"/>
                </a:solidFill>
                <a:effectLst/>
                <a:ea typeface="Arial" panose="020B0604020202020204" pitchFamily="34" charset="0"/>
                <a:cs typeface="Trebuchet MS" panose="020B0603020202020204" pitchFamily="34" charset="0"/>
              </a:rPr>
              <a:t>Step 3. Create few attribute with valid unit of measurement</a:t>
            </a:r>
            <a:endParaRPr lang="en-US" sz="1600" b="0" dirty="0">
              <a:effectLst/>
              <a:ea typeface="Calibri" panose="020F0502020204030204" pitchFamily="34" charset="0"/>
              <a:cs typeface="Arial" panose="020B0604020202020204" pitchFamily="34" charset="0"/>
            </a:endParaRPr>
          </a:p>
          <a:p>
            <a:pPr marL="0" marR="0" indent="0" fontAlgn="base" hangingPunct="0">
              <a:lnSpc>
                <a:spcPct val="115000"/>
              </a:lnSpc>
              <a:spcBef>
                <a:spcPts val="0"/>
              </a:spcBef>
              <a:spcAft>
                <a:spcPts val="0"/>
              </a:spcAft>
              <a:buNone/>
            </a:pPr>
            <a:r>
              <a:rPr lang="en-US" sz="1600" b="0" kern="1200" dirty="0">
                <a:solidFill>
                  <a:srgbClr val="000000"/>
                </a:solidFill>
                <a:effectLst/>
                <a:ea typeface="Arial" panose="020B0604020202020204" pitchFamily="34" charset="0"/>
                <a:cs typeface="Trebuchet MS" panose="020B0603020202020204" pitchFamily="34" charset="0"/>
              </a:rPr>
              <a:t>Step 4. Create property for the attributes</a:t>
            </a:r>
            <a:endParaRPr lang="en-US" sz="1600" b="0" dirty="0">
              <a:effectLst/>
              <a:ea typeface="Calibri" panose="020F0502020204030204" pitchFamily="34" charset="0"/>
              <a:cs typeface="Arial" panose="020B0604020202020204" pitchFamily="34" charset="0"/>
            </a:endParaRPr>
          </a:p>
          <a:p>
            <a:pPr marL="0" marR="0" indent="0" fontAlgn="base" hangingPunct="0">
              <a:lnSpc>
                <a:spcPct val="115000"/>
              </a:lnSpc>
              <a:spcBef>
                <a:spcPts val="0"/>
              </a:spcBef>
              <a:spcAft>
                <a:spcPts val="0"/>
              </a:spcAft>
              <a:buNone/>
            </a:pPr>
            <a:r>
              <a:rPr lang="en-US" sz="1600" b="0" kern="1200" dirty="0">
                <a:solidFill>
                  <a:srgbClr val="000000"/>
                </a:solidFill>
                <a:effectLst/>
                <a:ea typeface="Arial" panose="020B0604020202020204" pitchFamily="34" charset="0"/>
                <a:cs typeface="Trebuchet MS" panose="020B0603020202020204" pitchFamily="34" charset="0"/>
              </a:rPr>
              <a:t>Step 5. Create a calculation using the above attributes</a:t>
            </a:r>
            <a:endParaRPr lang="en-US" sz="1600" b="0" dirty="0">
              <a:effectLst/>
              <a:ea typeface="Calibri" panose="020F0502020204030204" pitchFamily="34" charset="0"/>
              <a:cs typeface="Arial" panose="020B0604020202020204" pitchFamily="34" charset="0"/>
            </a:endParaRPr>
          </a:p>
          <a:p>
            <a:pPr marL="0" marR="0" indent="0" fontAlgn="base" hangingPunct="0">
              <a:lnSpc>
                <a:spcPct val="115000"/>
              </a:lnSpc>
              <a:spcBef>
                <a:spcPts val="0"/>
              </a:spcBef>
              <a:spcAft>
                <a:spcPts val="0"/>
              </a:spcAft>
              <a:buNone/>
            </a:pPr>
            <a:r>
              <a:rPr lang="en-US" sz="1600" b="0" kern="1200" dirty="0">
                <a:solidFill>
                  <a:srgbClr val="000000"/>
                </a:solidFill>
                <a:effectLst/>
                <a:ea typeface="Arial" panose="020B0604020202020204" pitchFamily="34" charset="0"/>
                <a:cs typeface="Trebuchet MS" panose="020B0603020202020204" pitchFamily="34" charset="0"/>
              </a:rPr>
              <a:t>Step 7. Set the calculation to execute </a:t>
            </a:r>
            <a:endParaRPr lang="en-US" sz="1600" b="0" dirty="0">
              <a:effectLst/>
              <a:ea typeface="Calibri" panose="020F0502020204030204" pitchFamily="34" charset="0"/>
              <a:cs typeface="Arial" panose="020B0604020202020204" pitchFamily="34" charset="0"/>
            </a:endParaRPr>
          </a:p>
          <a:p>
            <a:pPr marL="0" marR="0" indent="0" fontAlgn="base" hangingPunct="0">
              <a:lnSpc>
                <a:spcPct val="115000"/>
              </a:lnSpc>
              <a:spcBef>
                <a:spcPts val="0"/>
              </a:spcBef>
              <a:spcAft>
                <a:spcPts val="0"/>
              </a:spcAft>
              <a:buNone/>
            </a:pPr>
            <a:r>
              <a:rPr lang="en-US" sz="1600" b="0" kern="1200" dirty="0">
                <a:solidFill>
                  <a:srgbClr val="000000"/>
                </a:solidFill>
                <a:effectLst/>
                <a:ea typeface="Arial" panose="020B0604020202020204" pitchFamily="34" charset="0"/>
                <a:cs typeface="Trebuchet MS" panose="020B0603020202020204" pitchFamily="34" charset="0"/>
              </a:rPr>
              <a:t>Step 6. Create a Fault and 2 Symptoms – Note use the calculation put and attributes in symptom for rule building</a:t>
            </a:r>
            <a:endParaRPr lang="en-US" sz="1600" b="0" dirty="0">
              <a:effectLst/>
              <a:ea typeface="Calibri" panose="020F0502020204030204" pitchFamily="34" charset="0"/>
              <a:cs typeface="Arial" panose="020B0604020202020204" pitchFamily="34" charset="0"/>
            </a:endParaRPr>
          </a:p>
          <a:p>
            <a:pPr marL="0" marR="0" indent="0" fontAlgn="base" hangingPunct="0">
              <a:lnSpc>
                <a:spcPct val="115000"/>
              </a:lnSpc>
              <a:spcBef>
                <a:spcPts val="0"/>
              </a:spcBef>
              <a:spcAft>
                <a:spcPts val="0"/>
              </a:spcAft>
              <a:buNone/>
            </a:pPr>
            <a:r>
              <a:rPr lang="en-US" sz="1600" b="0" kern="1200" dirty="0">
                <a:solidFill>
                  <a:srgbClr val="000000"/>
                </a:solidFill>
                <a:effectLst/>
                <a:ea typeface="Arial" panose="020B0604020202020204" pitchFamily="34" charset="0"/>
                <a:cs typeface="Trebuchet MS" panose="020B0603020202020204" pitchFamily="34" charset="0"/>
              </a:rPr>
              <a:t>Step 7. Create a data source with OPC DA connection – Connect to PI server</a:t>
            </a:r>
            <a:endParaRPr lang="en-US" sz="1600" b="0" dirty="0">
              <a:effectLst/>
              <a:ea typeface="Calibri" panose="020F0502020204030204" pitchFamily="34" charset="0"/>
              <a:cs typeface="Arial" panose="020B0604020202020204" pitchFamily="34" charset="0"/>
            </a:endParaRPr>
          </a:p>
          <a:p>
            <a:pPr marL="0" marR="0" lvl="0" indent="0" fontAlgn="base" hangingPunct="0">
              <a:lnSpc>
                <a:spcPct val="115000"/>
              </a:lnSpc>
              <a:spcBef>
                <a:spcPts val="0"/>
              </a:spcBef>
              <a:spcAft>
                <a:spcPts val="0"/>
              </a:spcAft>
              <a:buNone/>
            </a:pPr>
            <a:r>
              <a:rPr lang="en-US" sz="1600" b="0" dirty="0">
                <a:effectLst/>
                <a:ea typeface="MS Mincho" panose="02020609040205080304" pitchFamily="49" charset="-128"/>
                <a:cs typeface="Trebuchet MS" panose="020B0603020202020204" pitchFamily="34" charset="0"/>
              </a:rPr>
              <a:t> </a:t>
            </a:r>
            <a:endParaRPr lang="en-US" sz="1600" b="0" dirty="0">
              <a:effectLst/>
              <a:ea typeface="Calibri" panose="020F0502020204030204" pitchFamily="34" charset="0"/>
              <a:cs typeface="Arial" panose="020B0604020202020204" pitchFamily="34" charset="0"/>
            </a:endParaRPr>
          </a:p>
          <a:p>
            <a:pPr marL="0" marR="0" indent="0" fontAlgn="base" hangingPunct="0">
              <a:lnSpc>
                <a:spcPct val="115000"/>
              </a:lnSpc>
              <a:spcBef>
                <a:spcPts val="0"/>
              </a:spcBef>
              <a:spcAft>
                <a:spcPts val="0"/>
              </a:spcAft>
              <a:buNone/>
            </a:pPr>
            <a:r>
              <a:rPr lang="en-US" sz="1600" b="0" i="1" kern="1200" dirty="0">
                <a:solidFill>
                  <a:srgbClr val="000000"/>
                </a:solidFill>
                <a:effectLst/>
                <a:ea typeface="Arial" panose="020B0604020202020204" pitchFamily="34" charset="0"/>
                <a:cs typeface="Trebuchet MS" panose="020B0603020202020204" pitchFamily="34" charset="0"/>
              </a:rPr>
              <a:t>Note: </a:t>
            </a:r>
            <a:r>
              <a:rPr lang="en-US" sz="1600" b="0" kern="1200" dirty="0">
                <a:solidFill>
                  <a:srgbClr val="000000"/>
                </a:solidFill>
                <a:effectLst/>
                <a:ea typeface="Arial" panose="020B0604020202020204" pitchFamily="34" charset="0"/>
                <a:cs typeface="Trebuchet MS" panose="020B0603020202020204" pitchFamily="34" charset="0"/>
              </a:rPr>
              <a:t>For more information on configuration refer the Uniformance Asset Sentinel Configuration guide</a:t>
            </a:r>
            <a:endParaRPr lang="en-US" sz="1600" b="0" dirty="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693539D-395E-44FD-8E40-F350AB1F7DD3}"/>
              </a:ext>
            </a:extLst>
          </p:cNvPr>
          <p:cNvSpPr>
            <a:spLocks noGrp="1"/>
          </p:cNvSpPr>
          <p:nvPr>
            <p:ph type="sldNum" sz="quarter" idx="12"/>
          </p:nvPr>
        </p:nvSpPr>
        <p:spPr/>
        <p:txBody>
          <a:bodyPr/>
          <a:lstStyle/>
          <a:p>
            <a:fld id="{7B94EC18-1D2B-4535-B738-0E53AFE26620}" type="slidenum">
              <a:rPr lang="en-US" smtClean="0"/>
              <a:t>49</a:t>
            </a:fld>
            <a:endParaRPr lang="en-US"/>
          </a:p>
        </p:txBody>
      </p:sp>
    </p:spTree>
    <p:extLst>
      <p:ext uri="{BB962C8B-B14F-4D97-AF65-F5344CB8AC3E}">
        <p14:creationId xmlns:p14="http://schemas.microsoft.com/office/powerpoint/2010/main" val="8713326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A8BD-3471-48CC-A7AD-556B23007C28}"/>
              </a:ext>
            </a:extLst>
          </p:cNvPr>
          <p:cNvSpPr>
            <a:spLocks noGrp="1"/>
          </p:cNvSpPr>
          <p:nvPr>
            <p:ph type="title"/>
          </p:nvPr>
        </p:nvSpPr>
        <p:spPr>
          <a:xfrm>
            <a:off x="495299" y="364656"/>
            <a:ext cx="11201401" cy="2380203"/>
          </a:xfrm>
        </p:spPr>
        <p:txBody>
          <a:bodyPr/>
          <a:lstStyle/>
          <a:p>
            <a:pPr marL="0" marR="0">
              <a:lnSpc>
                <a:spcPct val="115000"/>
              </a:lnSpc>
              <a:spcBef>
                <a:spcPts val="0"/>
              </a:spcBef>
              <a:spcAft>
                <a:spcPts val="1000"/>
              </a:spcAft>
            </a:pPr>
            <a:r>
              <a:rPr lang="en-AU" sz="3200" dirty="0"/>
              <a:t>Asset Configuration</a:t>
            </a:r>
            <a:br>
              <a:rPr lang="en-AU" sz="3200" dirty="0"/>
            </a:br>
            <a:r>
              <a:rPr lang="en-AU" sz="1800" dirty="0">
                <a:effectLst/>
                <a:latin typeface="Trebuchet MS" panose="020B0603020202020204" pitchFamily="34" charset="0"/>
                <a:ea typeface="Calibri" panose="020F0502020204030204" pitchFamily="34" charset="0"/>
                <a:cs typeface="Trebuchet MS" panose="020B0603020202020204" pitchFamily="34" charset="0"/>
              </a:rPr>
              <a:t>APM Excel Bulk Configuration Tool (BCT) – Asset Configuration</a:t>
            </a:r>
            <a:br>
              <a:rPr lang="en-US" sz="1800" dirty="0">
                <a:effectLst/>
                <a:latin typeface="Arial" panose="020B0604020202020204" pitchFamily="34" charset="0"/>
                <a:ea typeface="Calibri" panose="020F0502020204030204" pitchFamily="34" charset="0"/>
                <a:cs typeface="Arial" panose="020B0604020202020204" pitchFamily="34" charset="0"/>
              </a:rPr>
            </a:br>
            <a:r>
              <a:rPr lang="en-AU" sz="1800" dirty="0">
                <a:effectLst/>
                <a:latin typeface="Trebuchet MS" panose="020B0603020202020204" pitchFamily="34" charset="0"/>
                <a:ea typeface="Calibri" panose="020F0502020204030204" pitchFamily="34" charset="0"/>
                <a:cs typeface="Trebuchet MS" panose="020B0603020202020204" pitchFamily="34" charset="0"/>
              </a:rPr>
              <a:t>Sentinel Configuration Excel Plugin Worksheets</a:t>
            </a:r>
            <a:br>
              <a:rPr lang="en-US" sz="1800" dirty="0">
                <a:effectLst/>
                <a:latin typeface="Arial" panose="020B0604020202020204" pitchFamily="34" charset="0"/>
                <a:ea typeface="Calibri" panose="020F0502020204030204" pitchFamily="34" charset="0"/>
                <a:cs typeface="Arial" panose="020B0604020202020204" pitchFamily="34" charset="0"/>
              </a:rPr>
            </a:br>
            <a:br>
              <a:rPr lang="en-GB" sz="3200" dirty="0"/>
            </a:br>
            <a:endParaRPr lang="en-US" sz="3200" dirty="0"/>
          </a:p>
        </p:txBody>
      </p:sp>
      <p:sp>
        <p:nvSpPr>
          <p:cNvPr id="3" name="Content Placeholder 2">
            <a:extLst>
              <a:ext uri="{FF2B5EF4-FFF2-40B4-BE49-F238E27FC236}">
                <a16:creationId xmlns:a16="http://schemas.microsoft.com/office/drawing/2014/main" id="{A42A85D8-3BE5-4AAB-970B-83EABA1B8E8A}"/>
              </a:ext>
            </a:extLst>
          </p:cNvPr>
          <p:cNvSpPr>
            <a:spLocks noGrp="1"/>
          </p:cNvSpPr>
          <p:nvPr>
            <p:ph idx="1"/>
          </p:nvPr>
        </p:nvSpPr>
        <p:spPr>
          <a:xfrm>
            <a:off x="495299" y="1691064"/>
            <a:ext cx="4495342" cy="4457700"/>
          </a:xfrm>
        </p:spPr>
        <p:txBody>
          <a:bodyPr/>
          <a:lstStyle/>
          <a:p>
            <a:pPr marL="0" marR="0" indent="0" fontAlgn="base" hangingPunct="0">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Asset Configuration</a:t>
            </a:r>
            <a:endParaRPr lang="en-US" sz="1600">
              <a:effectLst/>
              <a:ea typeface="MS Mincho" panose="02020609040205080304" pitchFamily="49" charset="-128"/>
            </a:endParaRPr>
          </a:p>
          <a:p>
            <a:pPr marL="0" marR="0" indent="0" fontAlgn="base" hangingPunct="0">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Type the data against each column as per the instruction provided in the table and publish to the server </a:t>
            </a:r>
            <a:endParaRPr lang="en-US" sz="1600" b="0">
              <a:effectLst/>
              <a:ea typeface="MS Mincho" panose="02020609040205080304" pitchFamily="49" charset="-128"/>
            </a:endParaRPr>
          </a:p>
          <a:p>
            <a:pPr marL="0" marR="0" indent="0" fontAlgn="base" hangingPunct="0">
              <a:spcBef>
                <a:spcPts val="0"/>
              </a:spcBef>
              <a:spcAft>
                <a:spcPts val="0"/>
              </a:spcAft>
              <a:buNone/>
            </a:pPr>
            <a:r>
              <a:rPr lang="en-US" sz="1600" b="0">
                <a:effectLst/>
                <a:ea typeface="MS Mincho" panose="02020609040205080304" pitchFamily="49" charset="-128"/>
                <a:cs typeface="Trebuchet MS" panose="020B0603020202020204" pitchFamily="34" charset="0"/>
              </a:rPr>
              <a:t> </a:t>
            </a:r>
            <a:endParaRPr lang="en-US" sz="1600" b="0">
              <a:effectLst/>
              <a:ea typeface="MS Mincho" panose="02020609040205080304" pitchFamily="49" charset="-128"/>
            </a:endParaRPr>
          </a:p>
          <a:p>
            <a:pPr marL="0" marR="0" indent="0" fontAlgn="base" hangingPunct="0">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Actions:</a:t>
            </a:r>
            <a:endParaRPr lang="en-US" sz="1600">
              <a:effectLst/>
              <a:ea typeface="MS Mincho" panose="02020609040205080304" pitchFamily="49" charset="-128"/>
            </a:endParaRPr>
          </a:p>
          <a:p>
            <a:pPr marL="0" marR="0" indent="0" algn="just" fontAlgn="base" hangingPunct="0">
              <a:lnSpc>
                <a:spcPct val="115000"/>
              </a:lnSpc>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None: This row does not contain any changes, or contains changes that should not be published yet, and should be skipped.</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Create: </a:t>
            </a:r>
            <a:r>
              <a:rPr lang="en-US" sz="1600" b="0" kern="1200">
                <a:solidFill>
                  <a:srgbClr val="000000"/>
                </a:solidFill>
                <a:effectLst/>
                <a:ea typeface="MS Mincho" panose="02020609040205080304" pitchFamily="49" charset="-128"/>
                <a:cs typeface="Trebuchet MS" panose="020B0603020202020204" pitchFamily="34" charset="0"/>
              </a:rPr>
              <a:t>This row contains a new fault symptom calculation that should be added to the database.</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Update: </a:t>
            </a:r>
            <a:r>
              <a:rPr lang="en-US" sz="1600" b="0" kern="1200">
                <a:solidFill>
                  <a:srgbClr val="000000"/>
                </a:solidFill>
                <a:effectLst/>
                <a:ea typeface="MS Mincho" panose="02020609040205080304" pitchFamily="49" charset="-128"/>
                <a:cs typeface="Trebuchet MS" panose="020B0603020202020204" pitchFamily="34" charset="0"/>
              </a:rPr>
              <a:t>This row contains changes to an existing fault symptom calculation that must be updated.</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Delete: </a:t>
            </a:r>
            <a:r>
              <a:rPr lang="en-US" sz="1600" b="0" kern="1200">
                <a:solidFill>
                  <a:srgbClr val="000000"/>
                </a:solidFill>
                <a:effectLst/>
                <a:ea typeface="MS Mincho" panose="02020609040205080304" pitchFamily="49" charset="-128"/>
                <a:cs typeface="Trebuchet MS" panose="020B0603020202020204" pitchFamily="34" charset="0"/>
              </a:rPr>
              <a:t>This row contains a fault symptom calculation that should be deleted from the database.</a:t>
            </a:r>
            <a:endParaRPr lang="en-US" sz="1600" b="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693539D-395E-44FD-8E40-F350AB1F7DD3}"/>
              </a:ext>
            </a:extLst>
          </p:cNvPr>
          <p:cNvSpPr>
            <a:spLocks noGrp="1"/>
          </p:cNvSpPr>
          <p:nvPr>
            <p:ph type="sldNum" sz="quarter" idx="12"/>
          </p:nvPr>
        </p:nvSpPr>
        <p:spPr/>
        <p:txBody>
          <a:bodyPr/>
          <a:lstStyle/>
          <a:p>
            <a:fld id="{7B94EC18-1D2B-4535-B738-0E53AFE26620}" type="slidenum">
              <a:rPr lang="en-US" smtClean="0"/>
              <a:t>50</a:t>
            </a:fld>
            <a:endParaRPr lang="en-US"/>
          </a:p>
        </p:txBody>
      </p:sp>
      <p:pic>
        <p:nvPicPr>
          <p:cNvPr id="5" name="Picture 4">
            <a:extLst>
              <a:ext uri="{FF2B5EF4-FFF2-40B4-BE49-F238E27FC236}">
                <a16:creationId xmlns:a16="http://schemas.microsoft.com/office/drawing/2014/main" id="{5BA92240-4E30-43F2-BB7B-8F84A15D382F}"/>
              </a:ext>
            </a:extLst>
          </p:cNvPr>
          <p:cNvPicPr>
            <a:picLocks noChangeAspect="1"/>
          </p:cNvPicPr>
          <p:nvPr/>
        </p:nvPicPr>
        <p:blipFill>
          <a:blip r:embed="rId2"/>
          <a:stretch>
            <a:fillRect/>
          </a:stretch>
        </p:blipFill>
        <p:spPr>
          <a:xfrm>
            <a:off x="6095999" y="1515932"/>
            <a:ext cx="5761990" cy="3234690"/>
          </a:xfrm>
          <a:prstGeom prst="rect">
            <a:avLst/>
          </a:prstGeom>
          <a:ln w="12700">
            <a:solidFill>
              <a:schemeClr val="tx1"/>
            </a:solidFill>
          </a:ln>
        </p:spPr>
      </p:pic>
      <p:pic>
        <p:nvPicPr>
          <p:cNvPr id="6" name="Picture 5">
            <a:extLst>
              <a:ext uri="{FF2B5EF4-FFF2-40B4-BE49-F238E27FC236}">
                <a16:creationId xmlns:a16="http://schemas.microsoft.com/office/drawing/2014/main" id="{40A62C6E-9D52-45DC-80D3-577AE2A32FB6}"/>
              </a:ext>
            </a:extLst>
          </p:cNvPr>
          <p:cNvPicPr>
            <a:picLocks noChangeAspect="1"/>
          </p:cNvPicPr>
          <p:nvPr/>
        </p:nvPicPr>
        <p:blipFill>
          <a:blip r:embed="rId3"/>
          <a:stretch>
            <a:fillRect/>
          </a:stretch>
        </p:blipFill>
        <p:spPr>
          <a:xfrm>
            <a:off x="6068694" y="4854345"/>
            <a:ext cx="5789295" cy="1522095"/>
          </a:xfrm>
          <a:prstGeom prst="rect">
            <a:avLst/>
          </a:prstGeom>
        </p:spPr>
      </p:pic>
    </p:spTree>
    <p:extLst>
      <p:ext uri="{BB962C8B-B14F-4D97-AF65-F5344CB8AC3E}">
        <p14:creationId xmlns:p14="http://schemas.microsoft.com/office/powerpoint/2010/main" val="24738355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97954-2BA9-4DF2-B0DC-1E033DD898D8}"/>
              </a:ext>
            </a:extLst>
          </p:cNvPr>
          <p:cNvSpPr>
            <a:spLocks noGrp="1"/>
          </p:cNvSpPr>
          <p:nvPr>
            <p:ph type="title"/>
          </p:nvPr>
        </p:nvSpPr>
        <p:spPr>
          <a:xfrm>
            <a:off x="495300" y="364655"/>
            <a:ext cx="11201401" cy="492443"/>
          </a:xfrm>
        </p:spPr>
        <p:txBody>
          <a:bodyPr/>
          <a:lstStyle/>
          <a:p>
            <a:r>
              <a:rPr lang="en-AU" sz="3200">
                <a:latin typeface="+mn-lt"/>
              </a:rPr>
              <a:t>Asset Configuration</a:t>
            </a:r>
            <a:endParaRPr lang="en-US" sz="3200"/>
          </a:p>
        </p:txBody>
      </p:sp>
      <p:sp>
        <p:nvSpPr>
          <p:cNvPr id="4" name="Slide Number Placeholder 3">
            <a:extLst>
              <a:ext uri="{FF2B5EF4-FFF2-40B4-BE49-F238E27FC236}">
                <a16:creationId xmlns:a16="http://schemas.microsoft.com/office/drawing/2014/main" id="{66B5A25D-4184-4F9F-B17B-996913ECEA88}"/>
              </a:ext>
            </a:extLst>
          </p:cNvPr>
          <p:cNvSpPr>
            <a:spLocks noGrp="1"/>
          </p:cNvSpPr>
          <p:nvPr>
            <p:ph type="sldNum" sz="quarter" idx="12"/>
          </p:nvPr>
        </p:nvSpPr>
        <p:spPr/>
        <p:txBody>
          <a:bodyPr/>
          <a:lstStyle/>
          <a:p>
            <a:fld id="{7B94EC18-1D2B-4535-B738-0E53AFE26620}" type="slidenum">
              <a:rPr lang="en-US" smtClean="0"/>
              <a:t>51</a:t>
            </a:fld>
            <a:endParaRPr lang="en-US"/>
          </a:p>
        </p:txBody>
      </p:sp>
      <p:pic>
        <p:nvPicPr>
          <p:cNvPr id="6" name="Picture 5">
            <a:extLst>
              <a:ext uri="{FF2B5EF4-FFF2-40B4-BE49-F238E27FC236}">
                <a16:creationId xmlns:a16="http://schemas.microsoft.com/office/drawing/2014/main" id="{E05BCA2B-6B74-4CDD-8846-E3EF3CEA777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708548" y="546848"/>
            <a:ext cx="2275845" cy="5764304"/>
          </a:xfrm>
          <a:prstGeom prst="rect">
            <a:avLst/>
          </a:prstGeom>
        </p:spPr>
      </p:pic>
      <p:sp>
        <p:nvSpPr>
          <p:cNvPr id="7" name="Rectangle 6">
            <a:extLst>
              <a:ext uri="{FF2B5EF4-FFF2-40B4-BE49-F238E27FC236}">
                <a16:creationId xmlns:a16="http://schemas.microsoft.com/office/drawing/2014/main" id="{1BC31E1A-7D41-487E-BCB0-F7D910B031E7}"/>
              </a:ext>
            </a:extLst>
          </p:cNvPr>
          <p:cNvSpPr/>
          <p:nvPr/>
        </p:nvSpPr>
        <p:spPr>
          <a:xfrm>
            <a:off x="316704" y="1206083"/>
            <a:ext cx="4321971" cy="2308324"/>
          </a:xfrm>
          <a:prstGeom prst="rect">
            <a:avLst/>
          </a:prstGeom>
        </p:spPr>
        <p:txBody>
          <a:bodyPr wrap="square">
            <a:spAutoFit/>
          </a:bodyPr>
          <a:lstStyle/>
          <a:p>
            <a:r>
              <a:rPr lang="en-US" sz="1600">
                <a:solidFill>
                  <a:schemeClr val="tx1">
                    <a:lumMod val="50000"/>
                  </a:schemeClr>
                </a:solidFill>
                <a:cs typeface="Arial" panose="020B0604020202020204" pitchFamily="34" charset="0"/>
              </a:rPr>
              <a:t>To add an Asset:</a:t>
            </a:r>
          </a:p>
          <a:p>
            <a:endParaRPr lang="en-US" sz="1600">
              <a:solidFill>
                <a:schemeClr val="tx1">
                  <a:lumMod val="50000"/>
                </a:schemeClr>
              </a:solidFill>
              <a:cs typeface="Arial" panose="020B0604020202020204" pitchFamily="34" charset="0"/>
            </a:endParaRPr>
          </a:p>
          <a:p>
            <a:pPr marL="342900" indent="-342900">
              <a:buFont typeface="+mj-lt"/>
              <a:buAutoNum type="arabicParenR"/>
            </a:pPr>
            <a:r>
              <a:rPr lang="en-US" sz="1600">
                <a:solidFill>
                  <a:schemeClr val="tx1">
                    <a:lumMod val="50000"/>
                  </a:schemeClr>
                </a:solidFill>
                <a:cs typeface="Arial" panose="020B0604020202020204" pitchFamily="34" charset="0"/>
              </a:rPr>
              <a:t>On the CONTENT Menu, Click on the Asset under Configuration</a:t>
            </a:r>
          </a:p>
          <a:p>
            <a:pPr marL="342900" indent="-342900">
              <a:buFont typeface="+mj-lt"/>
              <a:buAutoNum type="arabicParenR"/>
            </a:pPr>
            <a:r>
              <a:rPr lang="en-US" sz="1600">
                <a:solidFill>
                  <a:schemeClr val="tx1">
                    <a:lumMod val="50000"/>
                  </a:schemeClr>
                </a:solidFill>
                <a:cs typeface="Arial" panose="020B0604020202020204" pitchFamily="34" charset="0"/>
              </a:rPr>
              <a:t>From Asset Configuration, Click on “+ Create Asset” to create new asset. </a:t>
            </a:r>
          </a:p>
          <a:p>
            <a:pPr marL="342900" indent="-342900">
              <a:buFont typeface="+mj-lt"/>
              <a:buAutoNum type="arabicParenR"/>
            </a:pPr>
            <a:r>
              <a:rPr lang="en-US" sz="1600">
                <a:solidFill>
                  <a:schemeClr val="tx1">
                    <a:lumMod val="50000"/>
                  </a:schemeClr>
                </a:solidFill>
                <a:cs typeface="Arial" panose="020B0604020202020204" pitchFamily="34" charset="0"/>
              </a:rPr>
              <a:t>In the Tree View under Asset Type pane, expand the asset class you created and click the asset type.</a:t>
            </a:r>
          </a:p>
        </p:txBody>
      </p:sp>
      <p:cxnSp>
        <p:nvCxnSpPr>
          <p:cNvPr id="8" name="Straight Arrow Connector 7">
            <a:extLst>
              <a:ext uri="{FF2B5EF4-FFF2-40B4-BE49-F238E27FC236}">
                <a16:creationId xmlns:a16="http://schemas.microsoft.com/office/drawing/2014/main" id="{C43BA1CE-E385-4A9A-9933-AF5E13DE59AE}"/>
              </a:ext>
            </a:extLst>
          </p:cNvPr>
          <p:cNvCxnSpPr>
            <a:cxnSpLocks/>
          </p:cNvCxnSpPr>
          <p:nvPr/>
        </p:nvCxnSpPr>
        <p:spPr>
          <a:xfrm>
            <a:off x="6599683" y="5449563"/>
            <a:ext cx="0" cy="937789"/>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CF90C358-91AA-4924-B89E-57E150DC14AE}"/>
              </a:ext>
            </a:extLst>
          </p:cNvPr>
          <p:cNvSpPr/>
          <p:nvPr/>
        </p:nvSpPr>
        <p:spPr>
          <a:xfrm>
            <a:off x="6454937" y="6361556"/>
            <a:ext cx="289491" cy="369332"/>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1</a:t>
            </a:r>
          </a:p>
        </p:txBody>
      </p:sp>
      <p:pic>
        <p:nvPicPr>
          <p:cNvPr id="10" name="Picture 9">
            <a:extLst>
              <a:ext uri="{FF2B5EF4-FFF2-40B4-BE49-F238E27FC236}">
                <a16:creationId xmlns:a16="http://schemas.microsoft.com/office/drawing/2014/main" id="{FB04F6A0-C1CD-4235-B91C-813093F39190}"/>
              </a:ext>
            </a:extLst>
          </p:cNvPr>
          <p:cNvPicPr>
            <a:picLocks noChangeAspect="1"/>
          </p:cNvPicPr>
          <p:nvPr/>
        </p:nvPicPr>
        <p:blipFill>
          <a:blip r:embed="rId3"/>
          <a:stretch>
            <a:fillRect/>
          </a:stretch>
        </p:blipFill>
        <p:spPr>
          <a:xfrm>
            <a:off x="8037504" y="1295400"/>
            <a:ext cx="3676650" cy="2343150"/>
          </a:xfrm>
          <a:prstGeom prst="rect">
            <a:avLst/>
          </a:prstGeom>
        </p:spPr>
      </p:pic>
      <p:cxnSp>
        <p:nvCxnSpPr>
          <p:cNvPr id="11" name="Straight Arrow Connector 10">
            <a:extLst>
              <a:ext uri="{FF2B5EF4-FFF2-40B4-BE49-F238E27FC236}">
                <a16:creationId xmlns:a16="http://schemas.microsoft.com/office/drawing/2014/main" id="{D7C391B4-EE4F-48F7-8431-4A4A967A54AB}"/>
              </a:ext>
            </a:extLst>
          </p:cNvPr>
          <p:cNvCxnSpPr>
            <a:cxnSpLocks/>
          </p:cNvCxnSpPr>
          <p:nvPr/>
        </p:nvCxnSpPr>
        <p:spPr>
          <a:xfrm flipV="1">
            <a:off x="8580155" y="1206083"/>
            <a:ext cx="0" cy="1984793"/>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D0D33724-A13B-45FA-8B41-80960ECB7281}"/>
              </a:ext>
            </a:extLst>
          </p:cNvPr>
          <p:cNvSpPr/>
          <p:nvPr/>
        </p:nvSpPr>
        <p:spPr>
          <a:xfrm>
            <a:off x="8435409" y="881902"/>
            <a:ext cx="289491"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2</a:t>
            </a:r>
          </a:p>
        </p:txBody>
      </p:sp>
      <p:sp>
        <p:nvSpPr>
          <p:cNvPr id="13" name="Slide Number Placeholder 1">
            <a:extLst>
              <a:ext uri="{FF2B5EF4-FFF2-40B4-BE49-F238E27FC236}">
                <a16:creationId xmlns:a16="http://schemas.microsoft.com/office/drawing/2014/main" id="{0819D3AE-F70F-413F-83D0-D6D376916862}"/>
              </a:ext>
            </a:extLst>
          </p:cNvPr>
          <p:cNvSpPr txBox="1">
            <a:spLocks/>
          </p:cNvSpPr>
          <p:nvPr/>
        </p:nvSpPr>
        <p:spPr>
          <a:xfrm>
            <a:off x="270000" y="6325200"/>
            <a:ext cx="360000" cy="180000"/>
          </a:xfrm>
          <a:prstGeom prst="rect">
            <a:avLst/>
          </a:prstGeom>
        </p:spPr>
        <p:txBody>
          <a:bodyPr vert="horz" lIns="0" tIns="0" rIns="0" bIns="0" rtlCol="0" anchor="b">
            <a:noAutofit/>
          </a:bodyPr>
          <a:lstStyle>
            <a:defPPr>
              <a:defRPr lang="en-US"/>
            </a:defPPr>
            <a:lvl1pPr marL="0" algn="r" defTabSz="914400" rtl="0" eaLnBrk="1" latinLnBrk="0" hangingPunct="1">
              <a:defRPr sz="10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Tree>
    <p:extLst>
      <p:ext uri="{BB962C8B-B14F-4D97-AF65-F5344CB8AC3E}">
        <p14:creationId xmlns:p14="http://schemas.microsoft.com/office/powerpoint/2010/main" val="21551987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F1960-E627-4BF5-B403-E15C17721664}"/>
              </a:ext>
            </a:extLst>
          </p:cNvPr>
          <p:cNvSpPr>
            <a:spLocks noGrp="1"/>
          </p:cNvSpPr>
          <p:nvPr>
            <p:ph type="title"/>
          </p:nvPr>
        </p:nvSpPr>
        <p:spPr>
          <a:xfrm>
            <a:off x="495300" y="364655"/>
            <a:ext cx="11201401" cy="492443"/>
          </a:xfrm>
        </p:spPr>
        <p:txBody>
          <a:bodyPr/>
          <a:lstStyle/>
          <a:p>
            <a:r>
              <a:rPr lang="en-AU" sz="3200">
                <a:latin typeface="+mn-lt"/>
              </a:rPr>
              <a:t>Asset Configuration (Contd.)</a:t>
            </a:r>
            <a:endParaRPr lang="en-US" sz="3200"/>
          </a:p>
        </p:txBody>
      </p:sp>
      <p:sp>
        <p:nvSpPr>
          <p:cNvPr id="4" name="Slide Number Placeholder 3">
            <a:extLst>
              <a:ext uri="{FF2B5EF4-FFF2-40B4-BE49-F238E27FC236}">
                <a16:creationId xmlns:a16="http://schemas.microsoft.com/office/drawing/2014/main" id="{DFE5A54D-DBE6-4D17-8E84-72D98AEAFE57}"/>
              </a:ext>
            </a:extLst>
          </p:cNvPr>
          <p:cNvSpPr>
            <a:spLocks noGrp="1"/>
          </p:cNvSpPr>
          <p:nvPr>
            <p:ph type="sldNum" sz="quarter" idx="12"/>
          </p:nvPr>
        </p:nvSpPr>
        <p:spPr/>
        <p:txBody>
          <a:bodyPr/>
          <a:lstStyle/>
          <a:p>
            <a:fld id="{7B94EC18-1D2B-4535-B738-0E53AFE26620}" type="slidenum">
              <a:rPr lang="en-US" smtClean="0"/>
              <a:t>52</a:t>
            </a:fld>
            <a:endParaRPr lang="en-US"/>
          </a:p>
        </p:txBody>
      </p:sp>
      <p:sp>
        <p:nvSpPr>
          <p:cNvPr id="6" name="Rectangle 5">
            <a:extLst>
              <a:ext uri="{FF2B5EF4-FFF2-40B4-BE49-F238E27FC236}">
                <a16:creationId xmlns:a16="http://schemas.microsoft.com/office/drawing/2014/main" id="{F6117F80-EA04-4BD5-A820-FC4E3BC4180F}"/>
              </a:ext>
            </a:extLst>
          </p:cNvPr>
          <p:cNvSpPr/>
          <p:nvPr/>
        </p:nvSpPr>
        <p:spPr>
          <a:xfrm>
            <a:off x="528002" y="1073735"/>
            <a:ext cx="4321971" cy="4278094"/>
          </a:xfrm>
          <a:prstGeom prst="rect">
            <a:avLst/>
          </a:prstGeom>
        </p:spPr>
        <p:txBody>
          <a:bodyPr wrap="square">
            <a:spAutoFit/>
          </a:bodyPr>
          <a:lstStyle/>
          <a:p>
            <a:r>
              <a:rPr lang="en-US" sz="1600">
                <a:solidFill>
                  <a:schemeClr val="tx1">
                    <a:lumMod val="50000"/>
                  </a:schemeClr>
                </a:solidFill>
                <a:cs typeface="Arial" panose="020B0604020202020204" pitchFamily="34" charset="0"/>
              </a:rPr>
              <a:t>To add an Asset:</a:t>
            </a:r>
          </a:p>
          <a:p>
            <a:pPr marL="342900" indent="-342900">
              <a:buFont typeface="+mj-lt"/>
              <a:buAutoNum type="arabicParenR" startAt="4"/>
            </a:pPr>
            <a:r>
              <a:rPr lang="en-US" sz="1600">
                <a:solidFill>
                  <a:schemeClr val="tx1">
                    <a:lumMod val="50000"/>
                  </a:schemeClr>
                </a:solidFill>
                <a:cs typeface="Arial" panose="020B0604020202020204" pitchFamily="34" charset="0"/>
              </a:rPr>
              <a:t>In Asset tab, enter Asset display name</a:t>
            </a:r>
          </a:p>
          <a:p>
            <a:pPr marL="342900" indent="-342900">
              <a:buFont typeface="+mj-lt"/>
              <a:buAutoNum type="arabicParenR" startAt="4"/>
            </a:pPr>
            <a:r>
              <a:rPr lang="en-US" sz="1600">
                <a:solidFill>
                  <a:schemeClr val="tx1">
                    <a:lumMod val="50000"/>
                  </a:schemeClr>
                </a:solidFill>
                <a:cs typeface="Arial" panose="020B0604020202020204" pitchFamily="34" charset="0"/>
              </a:rPr>
              <a:t>Enter the Asset name to be configured. There should not any space in name.</a:t>
            </a:r>
          </a:p>
          <a:p>
            <a:pPr marL="342900" indent="-342900">
              <a:buFont typeface="+mj-lt"/>
              <a:buAutoNum type="arabicParenR" startAt="4"/>
            </a:pPr>
            <a:r>
              <a:rPr lang="en-US" sz="1600">
                <a:solidFill>
                  <a:schemeClr val="tx1">
                    <a:lumMod val="50000"/>
                  </a:schemeClr>
                </a:solidFill>
                <a:cs typeface="Arial" panose="020B0604020202020204" pitchFamily="34" charset="0"/>
              </a:rPr>
              <a:t>Enter the description of asset</a:t>
            </a:r>
          </a:p>
          <a:p>
            <a:pPr marL="342900" indent="-342900">
              <a:buFont typeface="+mj-lt"/>
              <a:buAutoNum type="arabicParenR" startAt="4"/>
            </a:pPr>
            <a:r>
              <a:rPr lang="en-US" sz="1600">
                <a:solidFill>
                  <a:schemeClr val="tx1">
                    <a:lumMod val="50000"/>
                  </a:schemeClr>
                </a:solidFill>
                <a:cs typeface="Arial" panose="020B0604020202020204" pitchFamily="34" charset="0"/>
              </a:rPr>
              <a:t>Select the Asset Type from dropdown.</a:t>
            </a:r>
          </a:p>
          <a:p>
            <a:pPr marL="342900" indent="-342900">
              <a:buFont typeface="+mj-lt"/>
              <a:buAutoNum type="arabicParenR" startAt="4"/>
            </a:pPr>
            <a:r>
              <a:rPr lang="en-US" sz="1600">
                <a:solidFill>
                  <a:schemeClr val="tx1">
                    <a:lumMod val="50000"/>
                  </a:schemeClr>
                </a:solidFill>
                <a:cs typeface="Arial" panose="020B0604020202020204" pitchFamily="34" charset="0"/>
              </a:rPr>
              <a:t>Enter the GPS Position Coordinate in degree (Latitude and Longitude).</a:t>
            </a:r>
          </a:p>
          <a:p>
            <a:pPr marL="342900" indent="-342900">
              <a:buFont typeface="+mj-lt"/>
              <a:buAutoNum type="arabicParenR" startAt="4"/>
            </a:pPr>
            <a:r>
              <a:rPr lang="en-US" sz="1600">
                <a:solidFill>
                  <a:schemeClr val="tx1">
                    <a:lumMod val="50000"/>
                  </a:schemeClr>
                </a:solidFill>
                <a:cs typeface="Arial" panose="020B0604020202020204" pitchFamily="34" charset="0"/>
              </a:rPr>
              <a:t>Enter the label for filtering or search</a:t>
            </a:r>
          </a:p>
          <a:p>
            <a:pPr marL="342900" indent="-342900">
              <a:buFont typeface="+mj-lt"/>
              <a:buAutoNum type="arabicParenR" startAt="4"/>
            </a:pPr>
            <a:r>
              <a:rPr lang="en-US" sz="1600">
                <a:solidFill>
                  <a:schemeClr val="tx1">
                    <a:lumMod val="50000"/>
                  </a:schemeClr>
                </a:solidFill>
                <a:cs typeface="Arial" panose="020B0604020202020204" pitchFamily="34" charset="0"/>
              </a:rPr>
              <a:t>Enter the time zone of asset.</a:t>
            </a:r>
          </a:p>
          <a:p>
            <a:pPr marL="342900" indent="-342900">
              <a:buFont typeface="+mj-lt"/>
              <a:buAutoNum type="arabicParenR" startAt="4"/>
            </a:pPr>
            <a:r>
              <a:rPr lang="en-US" sz="1600">
                <a:solidFill>
                  <a:schemeClr val="tx1">
                    <a:lumMod val="50000"/>
                  </a:schemeClr>
                </a:solidFill>
                <a:cs typeface="Arial" panose="020B0604020202020204" pitchFamily="34" charset="0"/>
              </a:rPr>
              <a:t>Enter the Criticality of asset as Minor, Major etc.</a:t>
            </a:r>
          </a:p>
          <a:p>
            <a:pPr marL="342900" indent="-342900">
              <a:buFont typeface="+mj-lt"/>
              <a:buAutoNum type="arabicParenR" startAt="4"/>
            </a:pPr>
            <a:r>
              <a:rPr lang="en-US" sz="1600">
                <a:solidFill>
                  <a:schemeClr val="tx1">
                    <a:lumMod val="50000"/>
                  </a:schemeClr>
                </a:solidFill>
                <a:cs typeface="Arial" panose="020B0604020202020204" pitchFamily="34" charset="0"/>
              </a:rPr>
              <a:t>Enter the location of Asset</a:t>
            </a:r>
          </a:p>
          <a:p>
            <a:pPr marL="342900" indent="-342900">
              <a:buFont typeface="+mj-lt"/>
              <a:buAutoNum type="arabicParenR" startAt="4"/>
            </a:pPr>
            <a:r>
              <a:rPr lang="en-US" sz="1600">
                <a:solidFill>
                  <a:schemeClr val="tx1">
                    <a:lumMod val="50000"/>
                  </a:schemeClr>
                </a:solidFill>
                <a:cs typeface="Arial" panose="020B0604020202020204" pitchFamily="34" charset="0"/>
              </a:rPr>
              <a:t>Enter the Unique id for asset.</a:t>
            </a:r>
          </a:p>
          <a:p>
            <a:pPr marL="342900" indent="-342900">
              <a:buFont typeface="+mj-lt"/>
              <a:buAutoNum type="arabicParenR" startAt="4"/>
            </a:pPr>
            <a:r>
              <a:rPr lang="en-US" sz="1600">
                <a:solidFill>
                  <a:schemeClr val="tx1">
                    <a:lumMod val="50000"/>
                  </a:schemeClr>
                </a:solidFill>
                <a:cs typeface="Arial" panose="020B0604020202020204" pitchFamily="34" charset="0"/>
              </a:rPr>
              <a:t>Enter the order no. of asset in the hierarchy.</a:t>
            </a:r>
          </a:p>
          <a:p>
            <a:pPr marL="342900" indent="-342900">
              <a:buFont typeface="+mj-lt"/>
              <a:buAutoNum type="arabicParenR" startAt="4"/>
            </a:pPr>
            <a:r>
              <a:rPr lang="en-US" sz="1600">
                <a:solidFill>
                  <a:schemeClr val="tx1">
                    <a:lumMod val="50000"/>
                  </a:schemeClr>
                </a:solidFill>
                <a:cs typeface="Arial" panose="020B0604020202020204" pitchFamily="34" charset="0"/>
              </a:rPr>
              <a:t>Click to Save or cancel.</a:t>
            </a:r>
          </a:p>
        </p:txBody>
      </p:sp>
      <p:pic>
        <p:nvPicPr>
          <p:cNvPr id="7" name="Picture 6">
            <a:extLst>
              <a:ext uri="{FF2B5EF4-FFF2-40B4-BE49-F238E27FC236}">
                <a16:creationId xmlns:a16="http://schemas.microsoft.com/office/drawing/2014/main" id="{B6680958-0414-47F6-9603-25ABA9BBFF42}"/>
              </a:ext>
            </a:extLst>
          </p:cNvPr>
          <p:cNvPicPr>
            <a:picLocks noChangeAspect="1"/>
          </p:cNvPicPr>
          <p:nvPr/>
        </p:nvPicPr>
        <p:blipFill>
          <a:blip r:embed="rId2"/>
          <a:stretch>
            <a:fillRect/>
          </a:stretch>
        </p:blipFill>
        <p:spPr>
          <a:xfrm>
            <a:off x="5033061" y="1571625"/>
            <a:ext cx="6858803" cy="4638198"/>
          </a:xfrm>
          <a:prstGeom prst="rect">
            <a:avLst/>
          </a:prstGeom>
        </p:spPr>
      </p:pic>
      <p:cxnSp>
        <p:nvCxnSpPr>
          <p:cNvPr id="8" name="Straight Arrow Connector 7">
            <a:extLst>
              <a:ext uri="{FF2B5EF4-FFF2-40B4-BE49-F238E27FC236}">
                <a16:creationId xmlns:a16="http://schemas.microsoft.com/office/drawing/2014/main" id="{AB992CA0-AF22-408D-98B8-EB9507BEE1E3}"/>
              </a:ext>
            </a:extLst>
          </p:cNvPr>
          <p:cNvCxnSpPr>
            <a:cxnSpLocks/>
          </p:cNvCxnSpPr>
          <p:nvPr/>
        </p:nvCxnSpPr>
        <p:spPr>
          <a:xfrm flipV="1">
            <a:off x="6838950" y="2400300"/>
            <a:ext cx="2409825" cy="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0D4A5FC7-3B4E-4CDD-8735-BEAEFA1770B0}"/>
              </a:ext>
            </a:extLst>
          </p:cNvPr>
          <p:cNvSpPr/>
          <p:nvPr/>
        </p:nvSpPr>
        <p:spPr>
          <a:xfrm>
            <a:off x="9248775" y="2215634"/>
            <a:ext cx="289491"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4</a:t>
            </a:r>
          </a:p>
        </p:txBody>
      </p:sp>
      <p:cxnSp>
        <p:nvCxnSpPr>
          <p:cNvPr id="10" name="Straight Arrow Connector 9">
            <a:extLst>
              <a:ext uri="{FF2B5EF4-FFF2-40B4-BE49-F238E27FC236}">
                <a16:creationId xmlns:a16="http://schemas.microsoft.com/office/drawing/2014/main" id="{F70C71E4-ECB9-422D-BCB4-09910616AFF3}"/>
              </a:ext>
            </a:extLst>
          </p:cNvPr>
          <p:cNvCxnSpPr>
            <a:cxnSpLocks/>
          </p:cNvCxnSpPr>
          <p:nvPr/>
        </p:nvCxnSpPr>
        <p:spPr>
          <a:xfrm flipV="1">
            <a:off x="6848475" y="2619375"/>
            <a:ext cx="2409825" cy="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C1772CBD-BD7E-403B-AC36-8C2F27DDF2E8}"/>
              </a:ext>
            </a:extLst>
          </p:cNvPr>
          <p:cNvSpPr/>
          <p:nvPr/>
        </p:nvSpPr>
        <p:spPr>
          <a:xfrm>
            <a:off x="9258300" y="2434709"/>
            <a:ext cx="289491"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5</a:t>
            </a:r>
          </a:p>
        </p:txBody>
      </p:sp>
      <p:cxnSp>
        <p:nvCxnSpPr>
          <p:cNvPr id="12" name="Straight Arrow Connector 11">
            <a:extLst>
              <a:ext uri="{FF2B5EF4-FFF2-40B4-BE49-F238E27FC236}">
                <a16:creationId xmlns:a16="http://schemas.microsoft.com/office/drawing/2014/main" id="{DB9CA16A-88AC-4B57-9A2E-E4176D1637A4}"/>
              </a:ext>
            </a:extLst>
          </p:cNvPr>
          <p:cNvCxnSpPr>
            <a:cxnSpLocks/>
          </p:cNvCxnSpPr>
          <p:nvPr/>
        </p:nvCxnSpPr>
        <p:spPr>
          <a:xfrm flipV="1">
            <a:off x="6905625" y="2990850"/>
            <a:ext cx="2409825" cy="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157E6BCB-5D19-4611-A6CA-9CC6078A0620}"/>
              </a:ext>
            </a:extLst>
          </p:cNvPr>
          <p:cNvSpPr/>
          <p:nvPr/>
        </p:nvSpPr>
        <p:spPr>
          <a:xfrm>
            <a:off x="9258300" y="2806184"/>
            <a:ext cx="289491"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6</a:t>
            </a:r>
          </a:p>
        </p:txBody>
      </p:sp>
      <p:cxnSp>
        <p:nvCxnSpPr>
          <p:cNvPr id="14" name="Straight Arrow Connector 13">
            <a:extLst>
              <a:ext uri="{FF2B5EF4-FFF2-40B4-BE49-F238E27FC236}">
                <a16:creationId xmlns:a16="http://schemas.microsoft.com/office/drawing/2014/main" id="{90D155F7-ABBF-4C9E-860B-B364AAA50DF0}"/>
              </a:ext>
            </a:extLst>
          </p:cNvPr>
          <p:cNvCxnSpPr>
            <a:cxnSpLocks/>
          </p:cNvCxnSpPr>
          <p:nvPr/>
        </p:nvCxnSpPr>
        <p:spPr>
          <a:xfrm flipV="1">
            <a:off x="6867525" y="3419475"/>
            <a:ext cx="2409825" cy="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12381A29-0C47-43FD-B549-D97704084B08}"/>
              </a:ext>
            </a:extLst>
          </p:cNvPr>
          <p:cNvSpPr/>
          <p:nvPr/>
        </p:nvSpPr>
        <p:spPr>
          <a:xfrm>
            <a:off x="9277350" y="3234809"/>
            <a:ext cx="289491"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7</a:t>
            </a:r>
          </a:p>
        </p:txBody>
      </p:sp>
      <p:cxnSp>
        <p:nvCxnSpPr>
          <p:cNvPr id="16" name="Straight Arrow Connector 15">
            <a:extLst>
              <a:ext uri="{FF2B5EF4-FFF2-40B4-BE49-F238E27FC236}">
                <a16:creationId xmlns:a16="http://schemas.microsoft.com/office/drawing/2014/main" id="{21A9D709-AB11-4315-AE5F-9EF7B4C5BB9D}"/>
              </a:ext>
            </a:extLst>
          </p:cNvPr>
          <p:cNvCxnSpPr>
            <a:cxnSpLocks/>
          </p:cNvCxnSpPr>
          <p:nvPr/>
        </p:nvCxnSpPr>
        <p:spPr>
          <a:xfrm flipV="1">
            <a:off x="6657975" y="3705225"/>
            <a:ext cx="2409825" cy="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4785D49F-8F99-4458-9BEB-490490D5E804}"/>
              </a:ext>
            </a:extLst>
          </p:cNvPr>
          <p:cNvSpPr/>
          <p:nvPr/>
        </p:nvSpPr>
        <p:spPr>
          <a:xfrm>
            <a:off x="9067800" y="3520559"/>
            <a:ext cx="289491"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8</a:t>
            </a:r>
          </a:p>
        </p:txBody>
      </p:sp>
      <p:cxnSp>
        <p:nvCxnSpPr>
          <p:cNvPr id="18" name="Straight Arrow Connector 17">
            <a:extLst>
              <a:ext uri="{FF2B5EF4-FFF2-40B4-BE49-F238E27FC236}">
                <a16:creationId xmlns:a16="http://schemas.microsoft.com/office/drawing/2014/main" id="{BBE0BC44-4BB0-4252-9A32-7EFCA8C3CC7D}"/>
              </a:ext>
            </a:extLst>
          </p:cNvPr>
          <p:cNvCxnSpPr>
            <a:cxnSpLocks/>
          </p:cNvCxnSpPr>
          <p:nvPr/>
        </p:nvCxnSpPr>
        <p:spPr>
          <a:xfrm flipV="1">
            <a:off x="6543675" y="3952875"/>
            <a:ext cx="2409825" cy="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DAE222B4-2D56-4770-8982-8B52A391B054}"/>
              </a:ext>
            </a:extLst>
          </p:cNvPr>
          <p:cNvSpPr/>
          <p:nvPr/>
        </p:nvSpPr>
        <p:spPr>
          <a:xfrm>
            <a:off x="8953500" y="3768209"/>
            <a:ext cx="289491"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9</a:t>
            </a:r>
          </a:p>
        </p:txBody>
      </p:sp>
      <p:cxnSp>
        <p:nvCxnSpPr>
          <p:cNvPr id="20" name="Straight Arrow Connector 19">
            <a:extLst>
              <a:ext uri="{FF2B5EF4-FFF2-40B4-BE49-F238E27FC236}">
                <a16:creationId xmlns:a16="http://schemas.microsoft.com/office/drawing/2014/main" id="{925E8957-04FC-4FA3-8197-C81DFF60BB62}"/>
              </a:ext>
            </a:extLst>
          </p:cNvPr>
          <p:cNvCxnSpPr>
            <a:cxnSpLocks/>
          </p:cNvCxnSpPr>
          <p:nvPr/>
        </p:nvCxnSpPr>
        <p:spPr>
          <a:xfrm flipV="1">
            <a:off x="6905625" y="4191000"/>
            <a:ext cx="2409825" cy="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5F29B0E1-66EC-43F3-BF07-C0D444748078}"/>
              </a:ext>
            </a:extLst>
          </p:cNvPr>
          <p:cNvSpPr/>
          <p:nvPr/>
        </p:nvSpPr>
        <p:spPr>
          <a:xfrm>
            <a:off x="9315450" y="4006334"/>
            <a:ext cx="560052"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10</a:t>
            </a:r>
          </a:p>
        </p:txBody>
      </p:sp>
      <p:cxnSp>
        <p:nvCxnSpPr>
          <p:cNvPr id="22" name="Straight Arrow Connector 21">
            <a:extLst>
              <a:ext uri="{FF2B5EF4-FFF2-40B4-BE49-F238E27FC236}">
                <a16:creationId xmlns:a16="http://schemas.microsoft.com/office/drawing/2014/main" id="{E71B40FB-FF42-4CBA-8760-517369CDC723}"/>
              </a:ext>
            </a:extLst>
          </p:cNvPr>
          <p:cNvCxnSpPr>
            <a:cxnSpLocks/>
          </p:cNvCxnSpPr>
          <p:nvPr/>
        </p:nvCxnSpPr>
        <p:spPr>
          <a:xfrm flipV="1">
            <a:off x="6781800" y="4419600"/>
            <a:ext cx="2409825" cy="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0254B793-1A8D-45EB-8513-99E0CDBDD91D}"/>
              </a:ext>
            </a:extLst>
          </p:cNvPr>
          <p:cNvSpPr/>
          <p:nvPr/>
        </p:nvSpPr>
        <p:spPr>
          <a:xfrm>
            <a:off x="9191625" y="4234934"/>
            <a:ext cx="560052"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11</a:t>
            </a:r>
          </a:p>
        </p:txBody>
      </p:sp>
      <p:cxnSp>
        <p:nvCxnSpPr>
          <p:cNvPr id="24" name="Straight Arrow Connector 23">
            <a:extLst>
              <a:ext uri="{FF2B5EF4-FFF2-40B4-BE49-F238E27FC236}">
                <a16:creationId xmlns:a16="http://schemas.microsoft.com/office/drawing/2014/main" id="{F9FCDF9E-FE29-449E-9E8C-F2DFF377F948}"/>
              </a:ext>
            </a:extLst>
          </p:cNvPr>
          <p:cNvCxnSpPr>
            <a:cxnSpLocks/>
          </p:cNvCxnSpPr>
          <p:nvPr/>
        </p:nvCxnSpPr>
        <p:spPr>
          <a:xfrm flipV="1">
            <a:off x="6686550" y="4667250"/>
            <a:ext cx="2409825" cy="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C1180F98-264E-4754-A184-52A3702F3206}"/>
              </a:ext>
            </a:extLst>
          </p:cNvPr>
          <p:cNvSpPr/>
          <p:nvPr/>
        </p:nvSpPr>
        <p:spPr>
          <a:xfrm>
            <a:off x="9096375" y="4482584"/>
            <a:ext cx="560052"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12</a:t>
            </a:r>
          </a:p>
        </p:txBody>
      </p:sp>
      <p:cxnSp>
        <p:nvCxnSpPr>
          <p:cNvPr id="26" name="Straight Arrow Connector 25">
            <a:extLst>
              <a:ext uri="{FF2B5EF4-FFF2-40B4-BE49-F238E27FC236}">
                <a16:creationId xmlns:a16="http://schemas.microsoft.com/office/drawing/2014/main" id="{E0BCCBCD-6BF4-4083-B708-EE19207B9AF4}"/>
              </a:ext>
            </a:extLst>
          </p:cNvPr>
          <p:cNvCxnSpPr>
            <a:cxnSpLocks/>
          </p:cNvCxnSpPr>
          <p:nvPr/>
        </p:nvCxnSpPr>
        <p:spPr>
          <a:xfrm flipV="1">
            <a:off x="6724650" y="4914900"/>
            <a:ext cx="2409825" cy="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81249B12-E375-4A2D-AD10-D0A47B62BD30}"/>
              </a:ext>
            </a:extLst>
          </p:cNvPr>
          <p:cNvSpPr/>
          <p:nvPr/>
        </p:nvSpPr>
        <p:spPr>
          <a:xfrm>
            <a:off x="9134475" y="4730234"/>
            <a:ext cx="617202"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13</a:t>
            </a:r>
          </a:p>
        </p:txBody>
      </p:sp>
      <p:cxnSp>
        <p:nvCxnSpPr>
          <p:cNvPr id="28" name="Straight Arrow Connector 27">
            <a:extLst>
              <a:ext uri="{FF2B5EF4-FFF2-40B4-BE49-F238E27FC236}">
                <a16:creationId xmlns:a16="http://schemas.microsoft.com/office/drawing/2014/main" id="{7E4C289E-803E-4EB4-8F80-4A4E510CB688}"/>
              </a:ext>
            </a:extLst>
          </p:cNvPr>
          <p:cNvCxnSpPr>
            <a:cxnSpLocks/>
          </p:cNvCxnSpPr>
          <p:nvPr/>
        </p:nvCxnSpPr>
        <p:spPr>
          <a:xfrm flipV="1">
            <a:off x="6515100" y="5153025"/>
            <a:ext cx="2409825" cy="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35056645-4A3B-4EAA-B80E-589BD2363FA3}"/>
              </a:ext>
            </a:extLst>
          </p:cNvPr>
          <p:cNvSpPr/>
          <p:nvPr/>
        </p:nvSpPr>
        <p:spPr>
          <a:xfrm>
            <a:off x="8924925" y="4968359"/>
            <a:ext cx="641916"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14</a:t>
            </a:r>
          </a:p>
        </p:txBody>
      </p:sp>
      <p:cxnSp>
        <p:nvCxnSpPr>
          <p:cNvPr id="30" name="Straight Arrow Connector 29">
            <a:extLst>
              <a:ext uri="{FF2B5EF4-FFF2-40B4-BE49-F238E27FC236}">
                <a16:creationId xmlns:a16="http://schemas.microsoft.com/office/drawing/2014/main" id="{03D454FD-410B-4BB7-87D4-5E1EF148B022}"/>
              </a:ext>
            </a:extLst>
          </p:cNvPr>
          <p:cNvCxnSpPr>
            <a:cxnSpLocks/>
          </p:cNvCxnSpPr>
          <p:nvPr/>
        </p:nvCxnSpPr>
        <p:spPr>
          <a:xfrm flipH="1">
            <a:off x="9214416" y="5981701"/>
            <a:ext cx="1472634"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1" name="Rectangle 30">
            <a:extLst>
              <a:ext uri="{FF2B5EF4-FFF2-40B4-BE49-F238E27FC236}">
                <a16:creationId xmlns:a16="http://schemas.microsoft.com/office/drawing/2014/main" id="{D1CD4A83-474A-440F-921E-922A49AA7C0B}"/>
              </a:ext>
            </a:extLst>
          </p:cNvPr>
          <p:cNvSpPr/>
          <p:nvPr/>
        </p:nvSpPr>
        <p:spPr>
          <a:xfrm>
            <a:off x="8734426" y="5797034"/>
            <a:ext cx="470466"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15</a:t>
            </a:r>
          </a:p>
        </p:txBody>
      </p:sp>
      <p:sp>
        <p:nvSpPr>
          <p:cNvPr id="32" name="Slide Number Placeholder 1">
            <a:extLst>
              <a:ext uri="{FF2B5EF4-FFF2-40B4-BE49-F238E27FC236}">
                <a16:creationId xmlns:a16="http://schemas.microsoft.com/office/drawing/2014/main" id="{90087711-BE4C-41CC-846D-F6B51C184810}"/>
              </a:ext>
            </a:extLst>
          </p:cNvPr>
          <p:cNvSpPr txBox="1">
            <a:spLocks/>
          </p:cNvSpPr>
          <p:nvPr/>
        </p:nvSpPr>
        <p:spPr>
          <a:xfrm>
            <a:off x="270000" y="6325200"/>
            <a:ext cx="360000" cy="180000"/>
          </a:xfrm>
          <a:prstGeom prst="rect">
            <a:avLst/>
          </a:prstGeom>
        </p:spPr>
        <p:txBody>
          <a:bodyPr vert="horz" lIns="0" tIns="0" rIns="0" bIns="0" rtlCol="0" anchor="b">
            <a:noAutofit/>
          </a:bodyPr>
          <a:lstStyle>
            <a:defPPr>
              <a:defRPr lang="en-US"/>
            </a:defPPr>
            <a:lvl1pPr marL="0" algn="r" defTabSz="914400" rtl="0" eaLnBrk="1" latinLnBrk="0" hangingPunct="1">
              <a:defRPr sz="10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Tree>
    <p:extLst>
      <p:ext uri="{BB962C8B-B14F-4D97-AF65-F5344CB8AC3E}">
        <p14:creationId xmlns:p14="http://schemas.microsoft.com/office/powerpoint/2010/main" val="11280257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B25E8-F62B-4275-B005-1A4D4F666C32}"/>
              </a:ext>
            </a:extLst>
          </p:cNvPr>
          <p:cNvSpPr>
            <a:spLocks noGrp="1"/>
          </p:cNvSpPr>
          <p:nvPr>
            <p:ph type="title"/>
          </p:nvPr>
        </p:nvSpPr>
        <p:spPr>
          <a:xfrm>
            <a:off x="495300" y="364655"/>
            <a:ext cx="11201401" cy="492443"/>
          </a:xfrm>
        </p:spPr>
        <p:txBody>
          <a:bodyPr/>
          <a:lstStyle/>
          <a:p>
            <a:r>
              <a:rPr lang="en-AU" sz="3200">
                <a:latin typeface="+mn-lt"/>
              </a:rPr>
              <a:t>Asset Tag Mapping</a:t>
            </a:r>
            <a:endParaRPr lang="en-US" sz="3200"/>
          </a:p>
        </p:txBody>
      </p:sp>
      <p:sp>
        <p:nvSpPr>
          <p:cNvPr id="4" name="Slide Number Placeholder 3">
            <a:extLst>
              <a:ext uri="{FF2B5EF4-FFF2-40B4-BE49-F238E27FC236}">
                <a16:creationId xmlns:a16="http://schemas.microsoft.com/office/drawing/2014/main" id="{5429A4FD-CE2F-4088-9674-23047D2C1627}"/>
              </a:ext>
            </a:extLst>
          </p:cNvPr>
          <p:cNvSpPr>
            <a:spLocks noGrp="1"/>
          </p:cNvSpPr>
          <p:nvPr>
            <p:ph type="sldNum" sz="quarter" idx="12"/>
          </p:nvPr>
        </p:nvSpPr>
        <p:spPr/>
        <p:txBody>
          <a:bodyPr/>
          <a:lstStyle/>
          <a:p>
            <a:fld id="{7B94EC18-1D2B-4535-B738-0E53AFE26620}" type="slidenum">
              <a:rPr lang="en-US" smtClean="0"/>
              <a:t>53</a:t>
            </a:fld>
            <a:endParaRPr lang="en-US"/>
          </a:p>
        </p:txBody>
      </p:sp>
      <p:sp>
        <p:nvSpPr>
          <p:cNvPr id="6" name="Rectangle 5">
            <a:extLst>
              <a:ext uri="{FF2B5EF4-FFF2-40B4-BE49-F238E27FC236}">
                <a16:creationId xmlns:a16="http://schemas.microsoft.com/office/drawing/2014/main" id="{765229E2-AF3C-49F9-8289-1992452049E5}"/>
              </a:ext>
            </a:extLst>
          </p:cNvPr>
          <p:cNvSpPr/>
          <p:nvPr/>
        </p:nvSpPr>
        <p:spPr>
          <a:xfrm>
            <a:off x="594371" y="866332"/>
            <a:ext cx="11018836" cy="2062103"/>
          </a:xfrm>
          <a:prstGeom prst="rect">
            <a:avLst/>
          </a:prstGeom>
        </p:spPr>
        <p:txBody>
          <a:bodyPr wrap="square">
            <a:spAutoFit/>
          </a:bodyPr>
          <a:lstStyle/>
          <a:p>
            <a:endParaRPr lang="en-US" sz="1600">
              <a:solidFill>
                <a:schemeClr val="tx1">
                  <a:lumMod val="50000"/>
                </a:schemeClr>
              </a:solidFill>
              <a:cs typeface="Arial" panose="020B0604020202020204" pitchFamily="34" charset="0"/>
            </a:endParaRPr>
          </a:p>
          <a:p>
            <a:r>
              <a:rPr lang="en-US" sz="1600">
                <a:solidFill>
                  <a:schemeClr val="tx1">
                    <a:lumMod val="50000"/>
                  </a:schemeClr>
                </a:solidFill>
                <a:cs typeface="Arial" panose="020B0604020202020204" pitchFamily="34" charset="0"/>
              </a:rPr>
              <a:t>For selected asset, go to Asset Attribute Tab. </a:t>
            </a:r>
          </a:p>
          <a:p>
            <a:pPr marL="342900" indent="-342900">
              <a:buFont typeface="+mj-lt"/>
              <a:buAutoNum type="arabicParenR"/>
            </a:pPr>
            <a:r>
              <a:rPr lang="en-US" sz="1600">
                <a:solidFill>
                  <a:schemeClr val="tx1">
                    <a:lumMod val="50000"/>
                  </a:schemeClr>
                </a:solidFill>
                <a:cs typeface="Arial" panose="020B0604020202020204" pitchFamily="34" charset="0"/>
              </a:rPr>
              <a:t>Select Attribute to be mapped for Tag</a:t>
            </a:r>
          </a:p>
          <a:p>
            <a:pPr marL="342900" indent="-342900">
              <a:buFont typeface="+mj-lt"/>
              <a:buAutoNum type="arabicParenR"/>
            </a:pPr>
            <a:r>
              <a:rPr lang="en-US" sz="1600">
                <a:solidFill>
                  <a:schemeClr val="tx1">
                    <a:lumMod val="50000"/>
                  </a:schemeClr>
                </a:solidFill>
                <a:cs typeface="Arial" panose="020B0604020202020204" pitchFamily="34" charset="0"/>
              </a:rPr>
              <a:t>Select the History Source from the dropdown.</a:t>
            </a:r>
          </a:p>
          <a:p>
            <a:pPr marL="342900" indent="-342900">
              <a:buFont typeface="+mj-lt"/>
              <a:buAutoNum type="arabicParenR"/>
            </a:pPr>
            <a:r>
              <a:rPr lang="en-US" sz="1600">
                <a:solidFill>
                  <a:schemeClr val="tx1">
                    <a:lumMod val="50000"/>
                  </a:schemeClr>
                </a:solidFill>
                <a:cs typeface="Arial" panose="020B0604020202020204" pitchFamily="34" charset="0"/>
              </a:rPr>
              <a:t>Enter the Tag name or value of attribute.</a:t>
            </a:r>
          </a:p>
          <a:p>
            <a:pPr marL="342900" indent="-342900">
              <a:buFont typeface="+mj-lt"/>
              <a:buAutoNum type="arabicParenR"/>
            </a:pPr>
            <a:r>
              <a:rPr lang="en-US" sz="1600">
                <a:solidFill>
                  <a:schemeClr val="tx1">
                    <a:lumMod val="50000"/>
                  </a:schemeClr>
                </a:solidFill>
                <a:cs typeface="Arial" panose="020B0604020202020204" pitchFamily="34" charset="0"/>
              </a:rPr>
              <a:t>Enter Unit of Measurement of Attribute.</a:t>
            </a:r>
          </a:p>
          <a:p>
            <a:pPr marL="342900" indent="-342900">
              <a:buFont typeface="+mj-lt"/>
              <a:buAutoNum type="arabicParenR"/>
            </a:pPr>
            <a:r>
              <a:rPr lang="en-US" sz="1600">
                <a:solidFill>
                  <a:schemeClr val="tx1">
                    <a:lumMod val="50000"/>
                  </a:schemeClr>
                </a:solidFill>
                <a:cs typeface="Arial" panose="020B0604020202020204" pitchFamily="34" charset="0"/>
              </a:rPr>
              <a:t>Select its class which derived as its parent.</a:t>
            </a:r>
          </a:p>
          <a:p>
            <a:pPr marL="342900" indent="-342900">
              <a:buFont typeface="+mj-lt"/>
              <a:buAutoNum type="arabicParenR"/>
            </a:pPr>
            <a:r>
              <a:rPr lang="en-US" sz="1600">
                <a:solidFill>
                  <a:schemeClr val="tx1">
                    <a:lumMod val="50000"/>
                  </a:schemeClr>
                </a:solidFill>
                <a:cs typeface="Arial" panose="020B0604020202020204" pitchFamily="34" charset="0"/>
              </a:rPr>
              <a:t>Click Save to save the changes made to the attribute.</a:t>
            </a:r>
            <a:endParaRPr lang="en-AU" altLang="en-US" sz="1600">
              <a:solidFill>
                <a:schemeClr val="tx1">
                  <a:lumMod val="50000"/>
                </a:schemeClr>
              </a:solidFill>
              <a:cs typeface="Arial" panose="020B0604020202020204" pitchFamily="34" charset="0"/>
            </a:endParaRPr>
          </a:p>
        </p:txBody>
      </p:sp>
      <p:pic>
        <p:nvPicPr>
          <p:cNvPr id="7" name="Picture 6">
            <a:extLst>
              <a:ext uri="{FF2B5EF4-FFF2-40B4-BE49-F238E27FC236}">
                <a16:creationId xmlns:a16="http://schemas.microsoft.com/office/drawing/2014/main" id="{F710275D-A6A0-4C43-9D0C-7703ECE7C3DA}"/>
              </a:ext>
            </a:extLst>
          </p:cNvPr>
          <p:cNvPicPr>
            <a:picLocks noChangeAspect="1"/>
          </p:cNvPicPr>
          <p:nvPr/>
        </p:nvPicPr>
        <p:blipFill>
          <a:blip r:embed="rId2"/>
          <a:stretch>
            <a:fillRect/>
          </a:stretch>
        </p:blipFill>
        <p:spPr>
          <a:xfrm>
            <a:off x="517171" y="4558307"/>
            <a:ext cx="10355616" cy="1946893"/>
          </a:xfrm>
          <a:prstGeom prst="rect">
            <a:avLst/>
          </a:prstGeom>
        </p:spPr>
      </p:pic>
      <p:cxnSp>
        <p:nvCxnSpPr>
          <p:cNvPr id="8" name="Straight Arrow Connector 7">
            <a:extLst>
              <a:ext uri="{FF2B5EF4-FFF2-40B4-BE49-F238E27FC236}">
                <a16:creationId xmlns:a16="http://schemas.microsoft.com/office/drawing/2014/main" id="{9D31A3B5-3F2A-409C-A0CD-DDA2571C2549}"/>
              </a:ext>
            </a:extLst>
          </p:cNvPr>
          <p:cNvCxnSpPr>
            <a:cxnSpLocks/>
            <a:endCxn id="11" idx="2"/>
          </p:cNvCxnSpPr>
          <p:nvPr/>
        </p:nvCxnSpPr>
        <p:spPr>
          <a:xfrm flipV="1">
            <a:off x="1208861" y="4505324"/>
            <a:ext cx="14637" cy="164782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3F45C547-50F8-4399-B283-2A2333EB31D5}"/>
              </a:ext>
            </a:extLst>
          </p:cNvPr>
          <p:cNvCxnSpPr>
            <a:cxnSpLocks/>
          </p:cNvCxnSpPr>
          <p:nvPr/>
        </p:nvCxnSpPr>
        <p:spPr>
          <a:xfrm flipV="1">
            <a:off x="5337967" y="4509830"/>
            <a:ext cx="0" cy="170737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075E6989-9701-40C4-88D0-AC1DC889006D}"/>
              </a:ext>
            </a:extLst>
          </p:cNvPr>
          <p:cNvCxnSpPr>
            <a:cxnSpLocks/>
          </p:cNvCxnSpPr>
          <p:nvPr/>
        </p:nvCxnSpPr>
        <p:spPr>
          <a:xfrm flipV="1">
            <a:off x="3423361" y="4509830"/>
            <a:ext cx="1" cy="164332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A528190A-5967-4829-8DEC-8357DE53B251}"/>
              </a:ext>
            </a:extLst>
          </p:cNvPr>
          <p:cNvSpPr/>
          <p:nvPr/>
        </p:nvSpPr>
        <p:spPr>
          <a:xfrm>
            <a:off x="1070250" y="4135992"/>
            <a:ext cx="306495" cy="369332"/>
          </a:xfrm>
          <a:prstGeom prst="rect">
            <a:avLst/>
          </a:prstGeom>
          <a:noFill/>
        </p:spPr>
        <p:txBody>
          <a:bodyPr wrap="none" lIns="91440" tIns="45720" rIns="91440" bIns="45720">
            <a:spAutoFit/>
          </a:bodyPr>
          <a:lstStyle/>
          <a:p>
            <a:pPr algn="ctr"/>
            <a:r>
              <a:rPr lang="en-US">
                <a:ln w="0"/>
                <a:effectLst>
                  <a:outerShdw blurRad="38100" dist="19050" dir="2700000" algn="tl" rotWithShape="0">
                    <a:schemeClr val="dk1">
                      <a:alpha val="40000"/>
                    </a:schemeClr>
                  </a:outerShdw>
                </a:effectLst>
              </a:rPr>
              <a:t>1</a:t>
            </a:r>
            <a:endParaRPr lang="en-US" b="0" cap="none" spc="0">
              <a:ln w="0"/>
              <a:solidFill>
                <a:schemeClr val="tx1"/>
              </a:solidFill>
              <a:effectLst>
                <a:outerShdw blurRad="38100" dist="19050" dir="2700000" algn="tl" rotWithShape="0">
                  <a:schemeClr val="dk1">
                    <a:alpha val="40000"/>
                  </a:schemeClr>
                </a:outerShdw>
              </a:effectLst>
            </a:endParaRPr>
          </a:p>
        </p:txBody>
      </p:sp>
      <p:sp>
        <p:nvSpPr>
          <p:cNvPr id="12" name="Rectangle 11">
            <a:extLst>
              <a:ext uri="{FF2B5EF4-FFF2-40B4-BE49-F238E27FC236}">
                <a16:creationId xmlns:a16="http://schemas.microsoft.com/office/drawing/2014/main" id="{BDECB906-0E1B-4D0D-854A-66814BF38662}"/>
              </a:ext>
            </a:extLst>
          </p:cNvPr>
          <p:cNvSpPr/>
          <p:nvPr/>
        </p:nvSpPr>
        <p:spPr>
          <a:xfrm>
            <a:off x="3270332" y="4047418"/>
            <a:ext cx="306495" cy="369332"/>
          </a:xfrm>
          <a:prstGeom prst="rect">
            <a:avLst/>
          </a:prstGeom>
          <a:noFill/>
        </p:spPr>
        <p:txBody>
          <a:bodyPr wrap="none" lIns="91440" tIns="45720" rIns="91440" bIns="45720">
            <a:spAutoFit/>
          </a:bodyPr>
          <a:lstStyle/>
          <a:p>
            <a:pPr algn="ctr"/>
            <a:r>
              <a:rPr lang="en-US" b="0" cap="none" spc="0">
                <a:ln w="0"/>
                <a:solidFill>
                  <a:schemeClr val="tx1"/>
                </a:solidFill>
                <a:effectLst>
                  <a:outerShdw blurRad="38100" dist="19050" dir="2700000" algn="tl" rotWithShape="0">
                    <a:schemeClr val="dk1">
                      <a:alpha val="40000"/>
                    </a:schemeClr>
                  </a:outerShdw>
                </a:effectLst>
              </a:rPr>
              <a:t>2</a:t>
            </a:r>
          </a:p>
        </p:txBody>
      </p:sp>
      <p:sp>
        <p:nvSpPr>
          <p:cNvPr id="13" name="Rectangle 12">
            <a:extLst>
              <a:ext uri="{FF2B5EF4-FFF2-40B4-BE49-F238E27FC236}">
                <a16:creationId xmlns:a16="http://schemas.microsoft.com/office/drawing/2014/main" id="{276CA394-04DF-4E04-A3BD-EBAE7C444D49}"/>
              </a:ext>
            </a:extLst>
          </p:cNvPr>
          <p:cNvSpPr/>
          <p:nvPr/>
        </p:nvSpPr>
        <p:spPr>
          <a:xfrm>
            <a:off x="7280219" y="4133849"/>
            <a:ext cx="306495" cy="369332"/>
          </a:xfrm>
          <a:prstGeom prst="rect">
            <a:avLst/>
          </a:prstGeom>
          <a:noFill/>
        </p:spPr>
        <p:txBody>
          <a:bodyPr wrap="none" lIns="91440" tIns="45720" rIns="91440" bIns="45720">
            <a:spAutoFit/>
          </a:bodyPr>
          <a:lstStyle/>
          <a:p>
            <a:pPr algn="ctr"/>
            <a:r>
              <a:rPr lang="en-US" b="0" cap="none" spc="0">
                <a:ln w="0"/>
                <a:solidFill>
                  <a:schemeClr val="tx1"/>
                </a:solidFill>
                <a:effectLst>
                  <a:outerShdw blurRad="38100" dist="19050" dir="2700000" algn="tl" rotWithShape="0">
                    <a:schemeClr val="dk1">
                      <a:alpha val="40000"/>
                    </a:schemeClr>
                  </a:outerShdw>
                </a:effectLst>
              </a:rPr>
              <a:t>4</a:t>
            </a:r>
          </a:p>
        </p:txBody>
      </p:sp>
      <p:sp>
        <p:nvSpPr>
          <p:cNvPr id="14" name="Rectangle 13">
            <a:extLst>
              <a:ext uri="{FF2B5EF4-FFF2-40B4-BE49-F238E27FC236}">
                <a16:creationId xmlns:a16="http://schemas.microsoft.com/office/drawing/2014/main" id="{D6CC0175-3384-4650-BB60-BA6EBC0698FA}"/>
              </a:ext>
            </a:extLst>
          </p:cNvPr>
          <p:cNvSpPr/>
          <p:nvPr/>
        </p:nvSpPr>
        <p:spPr>
          <a:xfrm>
            <a:off x="5181043" y="4131825"/>
            <a:ext cx="312907" cy="369332"/>
          </a:xfrm>
          <a:prstGeom prst="rect">
            <a:avLst/>
          </a:prstGeom>
          <a:noFill/>
        </p:spPr>
        <p:txBody>
          <a:bodyPr wrap="none" lIns="91440" tIns="45720" rIns="91440" bIns="45720">
            <a:spAutoFit/>
          </a:bodyPr>
          <a:lstStyle/>
          <a:p>
            <a:pPr algn="ctr"/>
            <a:r>
              <a:rPr lang="en-US" b="0" cap="none" spc="0">
                <a:ln w="0"/>
                <a:solidFill>
                  <a:schemeClr val="tx1"/>
                </a:solidFill>
                <a:effectLst>
                  <a:outerShdw blurRad="38100" dist="19050" dir="2700000" algn="tl" rotWithShape="0">
                    <a:schemeClr val="dk1">
                      <a:alpha val="40000"/>
                    </a:schemeClr>
                  </a:outerShdw>
                </a:effectLst>
              </a:rPr>
              <a:t>3</a:t>
            </a:r>
          </a:p>
        </p:txBody>
      </p:sp>
      <p:sp>
        <p:nvSpPr>
          <p:cNvPr id="15" name="Rectangle 14">
            <a:extLst>
              <a:ext uri="{FF2B5EF4-FFF2-40B4-BE49-F238E27FC236}">
                <a16:creationId xmlns:a16="http://schemas.microsoft.com/office/drawing/2014/main" id="{599F49FE-09FD-40F9-B38E-B092B1B76448}"/>
              </a:ext>
            </a:extLst>
          </p:cNvPr>
          <p:cNvSpPr/>
          <p:nvPr/>
        </p:nvSpPr>
        <p:spPr>
          <a:xfrm>
            <a:off x="8899469" y="4094744"/>
            <a:ext cx="306495" cy="369332"/>
          </a:xfrm>
          <a:prstGeom prst="rect">
            <a:avLst/>
          </a:prstGeom>
          <a:noFill/>
        </p:spPr>
        <p:txBody>
          <a:bodyPr wrap="none" lIns="91440" tIns="45720" rIns="91440" bIns="45720">
            <a:spAutoFit/>
          </a:bodyPr>
          <a:lstStyle/>
          <a:p>
            <a:pPr algn="ctr"/>
            <a:r>
              <a:rPr lang="en-US" b="0" cap="none" spc="0">
                <a:ln w="0"/>
                <a:solidFill>
                  <a:schemeClr val="tx1"/>
                </a:solidFill>
                <a:effectLst>
                  <a:outerShdw blurRad="38100" dist="19050" dir="2700000" algn="tl" rotWithShape="0">
                    <a:schemeClr val="dk1">
                      <a:alpha val="40000"/>
                    </a:schemeClr>
                  </a:outerShdw>
                </a:effectLst>
              </a:rPr>
              <a:t>5</a:t>
            </a:r>
          </a:p>
        </p:txBody>
      </p:sp>
      <p:cxnSp>
        <p:nvCxnSpPr>
          <p:cNvPr id="16" name="Straight Arrow Connector 15">
            <a:extLst>
              <a:ext uri="{FF2B5EF4-FFF2-40B4-BE49-F238E27FC236}">
                <a16:creationId xmlns:a16="http://schemas.microsoft.com/office/drawing/2014/main" id="{6051C535-9CE6-4A96-8129-5FB1E41376DB}"/>
              </a:ext>
            </a:extLst>
          </p:cNvPr>
          <p:cNvCxnSpPr>
            <a:cxnSpLocks/>
          </p:cNvCxnSpPr>
          <p:nvPr/>
        </p:nvCxnSpPr>
        <p:spPr>
          <a:xfrm flipV="1">
            <a:off x="7433467" y="4475549"/>
            <a:ext cx="0" cy="170737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2382B9F2-E9BB-40F3-96AF-DB3241EF1EDE}"/>
              </a:ext>
            </a:extLst>
          </p:cNvPr>
          <p:cNvCxnSpPr>
            <a:cxnSpLocks/>
          </p:cNvCxnSpPr>
          <p:nvPr/>
        </p:nvCxnSpPr>
        <p:spPr>
          <a:xfrm flipV="1">
            <a:off x="9052717" y="4501157"/>
            <a:ext cx="0" cy="170737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E4EB18C9-BA3D-4074-AC73-85A77C8D0BB5}"/>
              </a:ext>
            </a:extLst>
          </p:cNvPr>
          <p:cNvPicPr>
            <a:picLocks noChangeAspect="1"/>
          </p:cNvPicPr>
          <p:nvPr/>
        </p:nvPicPr>
        <p:blipFill>
          <a:blip r:embed="rId3"/>
          <a:stretch>
            <a:fillRect/>
          </a:stretch>
        </p:blipFill>
        <p:spPr>
          <a:xfrm>
            <a:off x="9863137" y="3475619"/>
            <a:ext cx="2019300" cy="619125"/>
          </a:xfrm>
          <a:prstGeom prst="rect">
            <a:avLst/>
          </a:prstGeom>
        </p:spPr>
      </p:pic>
      <p:sp>
        <p:nvSpPr>
          <p:cNvPr id="19" name="Rectangle 18">
            <a:extLst>
              <a:ext uri="{FF2B5EF4-FFF2-40B4-BE49-F238E27FC236}">
                <a16:creationId xmlns:a16="http://schemas.microsoft.com/office/drawing/2014/main" id="{4BAC1D3E-7515-465C-8301-BDC37DD109DD}"/>
              </a:ext>
            </a:extLst>
          </p:cNvPr>
          <p:cNvSpPr/>
          <p:nvPr/>
        </p:nvSpPr>
        <p:spPr>
          <a:xfrm>
            <a:off x="10716333" y="1448161"/>
            <a:ext cx="312907" cy="369332"/>
          </a:xfrm>
          <a:prstGeom prst="rect">
            <a:avLst/>
          </a:prstGeom>
          <a:noFill/>
        </p:spPr>
        <p:txBody>
          <a:bodyPr wrap="none" lIns="91440" tIns="45720" rIns="91440" bIns="45720">
            <a:spAutoFit/>
          </a:bodyPr>
          <a:lstStyle/>
          <a:p>
            <a:pPr algn="ctr"/>
            <a:r>
              <a:rPr lang="en-US" b="0" cap="none" spc="0">
                <a:ln w="0"/>
                <a:solidFill>
                  <a:schemeClr val="tx1"/>
                </a:solidFill>
                <a:effectLst>
                  <a:outerShdw blurRad="38100" dist="19050" dir="2700000" algn="tl" rotWithShape="0">
                    <a:schemeClr val="dk1">
                      <a:alpha val="40000"/>
                    </a:schemeClr>
                  </a:outerShdw>
                </a:effectLst>
              </a:rPr>
              <a:t>6</a:t>
            </a:r>
          </a:p>
        </p:txBody>
      </p:sp>
      <p:cxnSp>
        <p:nvCxnSpPr>
          <p:cNvPr id="20" name="Straight Arrow Connector 19">
            <a:extLst>
              <a:ext uri="{FF2B5EF4-FFF2-40B4-BE49-F238E27FC236}">
                <a16:creationId xmlns:a16="http://schemas.microsoft.com/office/drawing/2014/main" id="{DF3213CB-85F8-452D-94D6-B0F6A90B1156}"/>
              </a:ext>
            </a:extLst>
          </p:cNvPr>
          <p:cNvCxnSpPr>
            <a:cxnSpLocks/>
          </p:cNvCxnSpPr>
          <p:nvPr/>
        </p:nvCxnSpPr>
        <p:spPr>
          <a:xfrm flipV="1">
            <a:off x="10872787" y="1854574"/>
            <a:ext cx="0" cy="170737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281988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A8BD-3471-48CC-A7AD-556B23007C28}"/>
              </a:ext>
            </a:extLst>
          </p:cNvPr>
          <p:cNvSpPr>
            <a:spLocks noGrp="1"/>
          </p:cNvSpPr>
          <p:nvPr>
            <p:ph type="title"/>
          </p:nvPr>
        </p:nvSpPr>
        <p:spPr>
          <a:xfrm>
            <a:off x="495299" y="364656"/>
            <a:ext cx="11201401" cy="659913"/>
          </a:xfrm>
        </p:spPr>
        <p:txBody>
          <a:bodyPr/>
          <a:lstStyle/>
          <a:p>
            <a:pPr>
              <a:lnSpc>
                <a:spcPct val="115000"/>
              </a:lnSpc>
              <a:spcBef>
                <a:spcPts val="0"/>
              </a:spcBef>
              <a:spcAft>
                <a:spcPts val="1000"/>
              </a:spcAft>
            </a:pPr>
            <a:r>
              <a:rPr lang="en-GB" sz="3200"/>
              <a:t>Fault Model/Calculation Association </a:t>
            </a:r>
            <a:br>
              <a:rPr lang="en-US" sz="3200"/>
            </a:br>
            <a:br>
              <a:rPr lang="en-US" sz="1800">
                <a:effectLst/>
                <a:latin typeface="Arial" panose="020B0604020202020204" pitchFamily="34" charset="0"/>
                <a:ea typeface="Calibri" panose="020F0502020204030204" pitchFamily="34" charset="0"/>
                <a:cs typeface="Arial" panose="020B0604020202020204" pitchFamily="34" charset="0"/>
              </a:rPr>
            </a:br>
            <a:br>
              <a:rPr lang="en-US" sz="1800">
                <a:effectLst/>
                <a:latin typeface="Arial" panose="020B0604020202020204" pitchFamily="34" charset="0"/>
                <a:ea typeface="Calibri" panose="020F0502020204030204" pitchFamily="34" charset="0"/>
                <a:cs typeface="Arial" panose="020B0604020202020204" pitchFamily="34" charset="0"/>
              </a:rPr>
            </a:br>
            <a:br>
              <a:rPr lang="en-GB" sz="3200"/>
            </a:br>
            <a:endParaRPr lang="en-US" sz="3200"/>
          </a:p>
        </p:txBody>
      </p:sp>
      <p:sp>
        <p:nvSpPr>
          <p:cNvPr id="3" name="Content Placeholder 2">
            <a:extLst>
              <a:ext uri="{FF2B5EF4-FFF2-40B4-BE49-F238E27FC236}">
                <a16:creationId xmlns:a16="http://schemas.microsoft.com/office/drawing/2014/main" id="{A42A85D8-3BE5-4AAB-970B-83EABA1B8E8A}"/>
              </a:ext>
            </a:extLst>
          </p:cNvPr>
          <p:cNvSpPr>
            <a:spLocks noGrp="1"/>
          </p:cNvSpPr>
          <p:nvPr>
            <p:ph idx="1"/>
          </p:nvPr>
        </p:nvSpPr>
        <p:spPr>
          <a:xfrm>
            <a:off x="495299" y="1515932"/>
            <a:ext cx="4495342" cy="4632832"/>
          </a:xfrm>
        </p:spPr>
        <p:txBody>
          <a:bodyPr/>
          <a:lstStyle/>
          <a:p>
            <a:pPr marL="0" marR="0" indent="0" fontAlgn="base" hangingPunct="0">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Asset and Calculation Association</a:t>
            </a:r>
            <a:endParaRPr lang="en-US" sz="1600">
              <a:effectLst/>
              <a:ea typeface="MS Mincho" panose="02020609040205080304" pitchFamily="49" charset="-128"/>
            </a:endParaRPr>
          </a:p>
          <a:p>
            <a:pPr marL="0" marR="0" indent="0" algn="just" fontAlgn="base" hangingPunct="0">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Type the data against each column as per the instruction provided in the table and publish to the server</a:t>
            </a:r>
            <a:endParaRPr lang="en-US" sz="1600" b="0">
              <a:effectLst/>
              <a:ea typeface="MS Mincho" panose="02020609040205080304" pitchFamily="49" charset="-128"/>
            </a:endParaRPr>
          </a:p>
          <a:p>
            <a:pPr marL="0" marR="0" indent="0" fontAlgn="base" hangingPunct="0">
              <a:spcBef>
                <a:spcPts val="0"/>
              </a:spcBef>
              <a:spcAft>
                <a:spcPts val="0"/>
              </a:spcAft>
              <a:buNone/>
            </a:pPr>
            <a:r>
              <a:rPr lang="en-US" sz="1600" b="0">
                <a:effectLst/>
                <a:ea typeface="MS Mincho" panose="02020609040205080304" pitchFamily="49" charset="-128"/>
                <a:cs typeface="Trebuchet MS" panose="020B0603020202020204" pitchFamily="34" charset="0"/>
              </a:rPr>
              <a:t> </a:t>
            </a:r>
            <a:endParaRPr lang="en-US" sz="1600" b="0">
              <a:effectLst/>
              <a:ea typeface="MS Mincho" panose="02020609040205080304" pitchFamily="49" charset="-128"/>
            </a:endParaRPr>
          </a:p>
          <a:p>
            <a:pPr marL="0" marR="0" indent="0" fontAlgn="base" hangingPunct="0">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Actions:</a:t>
            </a:r>
            <a:endParaRPr lang="en-US" sz="1600">
              <a:effectLst/>
              <a:ea typeface="MS Mincho" panose="02020609040205080304" pitchFamily="49" charset="-128"/>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None: </a:t>
            </a:r>
            <a:r>
              <a:rPr lang="en-US" sz="1600" b="0" kern="1200">
                <a:solidFill>
                  <a:srgbClr val="000000"/>
                </a:solidFill>
                <a:effectLst/>
                <a:ea typeface="MS Mincho" panose="02020609040205080304" pitchFamily="49" charset="-128"/>
                <a:cs typeface="Trebuchet MS" panose="020B0603020202020204" pitchFamily="34" charset="0"/>
              </a:rPr>
              <a:t>This row does not contain any changes, or contains changes that should not be published yet, and should be skipped.</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Create: </a:t>
            </a:r>
            <a:r>
              <a:rPr lang="en-US" sz="1600" b="0" kern="1200">
                <a:solidFill>
                  <a:srgbClr val="000000"/>
                </a:solidFill>
                <a:effectLst/>
                <a:ea typeface="MS Mincho" panose="02020609040205080304" pitchFamily="49" charset="-128"/>
                <a:cs typeface="Trebuchet MS" panose="020B0603020202020204" pitchFamily="34" charset="0"/>
              </a:rPr>
              <a:t>This row contains a new fault symptom calculation that should be added to the database.</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Update: </a:t>
            </a:r>
            <a:r>
              <a:rPr lang="en-US" sz="1600" b="0" kern="1200">
                <a:solidFill>
                  <a:srgbClr val="000000"/>
                </a:solidFill>
                <a:effectLst/>
                <a:ea typeface="MS Mincho" panose="02020609040205080304" pitchFamily="49" charset="-128"/>
                <a:cs typeface="Trebuchet MS" panose="020B0603020202020204" pitchFamily="34" charset="0"/>
              </a:rPr>
              <a:t>This row contains changes to an existing fault symptom calculation that must be updated.</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Delete: </a:t>
            </a:r>
            <a:r>
              <a:rPr lang="en-US" sz="1600" b="0" kern="1200">
                <a:solidFill>
                  <a:srgbClr val="000000"/>
                </a:solidFill>
                <a:effectLst/>
                <a:ea typeface="MS Mincho" panose="02020609040205080304" pitchFamily="49" charset="-128"/>
                <a:cs typeface="Trebuchet MS" panose="020B0603020202020204" pitchFamily="34" charset="0"/>
              </a:rPr>
              <a:t>This row contains a fault symptom calculation that should be deleted from the database.</a:t>
            </a:r>
            <a:endParaRPr lang="en-US" sz="1600" b="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693539D-395E-44FD-8E40-F350AB1F7DD3}"/>
              </a:ext>
            </a:extLst>
          </p:cNvPr>
          <p:cNvSpPr>
            <a:spLocks noGrp="1"/>
          </p:cNvSpPr>
          <p:nvPr>
            <p:ph type="sldNum" sz="quarter" idx="12"/>
          </p:nvPr>
        </p:nvSpPr>
        <p:spPr/>
        <p:txBody>
          <a:bodyPr/>
          <a:lstStyle/>
          <a:p>
            <a:fld id="{7B94EC18-1D2B-4535-B738-0E53AFE26620}" type="slidenum">
              <a:rPr lang="en-US" smtClean="0"/>
              <a:t>54</a:t>
            </a:fld>
            <a:endParaRPr lang="en-US"/>
          </a:p>
        </p:txBody>
      </p:sp>
      <p:pic>
        <p:nvPicPr>
          <p:cNvPr id="7" name="Picture 6">
            <a:extLst>
              <a:ext uri="{FF2B5EF4-FFF2-40B4-BE49-F238E27FC236}">
                <a16:creationId xmlns:a16="http://schemas.microsoft.com/office/drawing/2014/main" id="{8CFEBC65-F0AF-4DCA-B30D-24891803BC18}"/>
              </a:ext>
            </a:extLst>
          </p:cNvPr>
          <p:cNvPicPr>
            <a:picLocks noChangeAspect="1"/>
          </p:cNvPicPr>
          <p:nvPr/>
        </p:nvPicPr>
        <p:blipFill>
          <a:blip r:embed="rId2"/>
          <a:stretch>
            <a:fillRect/>
          </a:stretch>
        </p:blipFill>
        <p:spPr>
          <a:xfrm>
            <a:off x="5771871" y="1286661"/>
            <a:ext cx="5760085" cy="4931410"/>
          </a:xfrm>
          <a:prstGeom prst="rect">
            <a:avLst/>
          </a:prstGeom>
        </p:spPr>
      </p:pic>
    </p:spTree>
    <p:extLst>
      <p:ext uri="{BB962C8B-B14F-4D97-AF65-F5344CB8AC3E}">
        <p14:creationId xmlns:p14="http://schemas.microsoft.com/office/powerpoint/2010/main" val="22736872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A8BD-3471-48CC-A7AD-556B23007C28}"/>
              </a:ext>
            </a:extLst>
          </p:cNvPr>
          <p:cNvSpPr>
            <a:spLocks noGrp="1"/>
          </p:cNvSpPr>
          <p:nvPr>
            <p:ph type="title"/>
          </p:nvPr>
        </p:nvSpPr>
        <p:spPr>
          <a:xfrm>
            <a:off x="495299" y="364656"/>
            <a:ext cx="11201401" cy="659912"/>
          </a:xfrm>
        </p:spPr>
        <p:txBody>
          <a:bodyPr/>
          <a:lstStyle/>
          <a:p>
            <a:pPr>
              <a:lnSpc>
                <a:spcPct val="115000"/>
              </a:lnSpc>
              <a:spcBef>
                <a:spcPts val="0"/>
              </a:spcBef>
              <a:spcAft>
                <a:spcPts val="1000"/>
              </a:spcAft>
            </a:pPr>
            <a:r>
              <a:rPr lang="en-US" sz="3200"/>
              <a:t>Asset Attribute Mapping</a:t>
            </a:r>
            <a:br>
              <a:rPr lang="en-US" sz="3200"/>
            </a:br>
            <a:br>
              <a:rPr lang="en-US" sz="3200"/>
            </a:br>
            <a:br>
              <a:rPr lang="en-US" sz="1800">
                <a:effectLst/>
                <a:latin typeface="Arial" panose="020B0604020202020204" pitchFamily="34" charset="0"/>
                <a:ea typeface="Calibri" panose="020F0502020204030204" pitchFamily="34" charset="0"/>
                <a:cs typeface="Arial" panose="020B0604020202020204" pitchFamily="34" charset="0"/>
              </a:rPr>
            </a:br>
            <a:br>
              <a:rPr lang="en-US" sz="1800">
                <a:effectLst/>
                <a:latin typeface="Arial" panose="020B0604020202020204" pitchFamily="34" charset="0"/>
                <a:ea typeface="Calibri" panose="020F0502020204030204" pitchFamily="34" charset="0"/>
                <a:cs typeface="Arial" panose="020B0604020202020204" pitchFamily="34" charset="0"/>
              </a:rPr>
            </a:br>
            <a:br>
              <a:rPr lang="en-GB" sz="3200"/>
            </a:br>
            <a:endParaRPr lang="en-US" sz="3200"/>
          </a:p>
        </p:txBody>
      </p:sp>
      <p:sp>
        <p:nvSpPr>
          <p:cNvPr id="3" name="Content Placeholder 2">
            <a:extLst>
              <a:ext uri="{FF2B5EF4-FFF2-40B4-BE49-F238E27FC236}">
                <a16:creationId xmlns:a16="http://schemas.microsoft.com/office/drawing/2014/main" id="{A42A85D8-3BE5-4AAB-970B-83EABA1B8E8A}"/>
              </a:ext>
            </a:extLst>
          </p:cNvPr>
          <p:cNvSpPr>
            <a:spLocks noGrp="1"/>
          </p:cNvSpPr>
          <p:nvPr>
            <p:ph idx="1"/>
          </p:nvPr>
        </p:nvSpPr>
        <p:spPr>
          <a:xfrm>
            <a:off x="495299" y="1515932"/>
            <a:ext cx="4495342" cy="4632832"/>
          </a:xfrm>
        </p:spPr>
        <p:txBody>
          <a:bodyPr/>
          <a:lstStyle/>
          <a:p>
            <a:pPr marL="0" marR="0" indent="0" fontAlgn="base" hangingPunct="0">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Type the data against each column as per the instruction provided in the table and publish to the server </a:t>
            </a:r>
            <a:endParaRPr lang="en-US" sz="1600" b="0">
              <a:effectLst/>
              <a:ea typeface="MS Mincho" panose="02020609040205080304" pitchFamily="49" charset="-128"/>
            </a:endParaRPr>
          </a:p>
          <a:p>
            <a:pPr marL="0" marR="0" indent="0" fontAlgn="base" hangingPunct="0">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 </a:t>
            </a:r>
            <a:endParaRPr lang="en-US" sz="1600" b="0">
              <a:effectLst/>
              <a:ea typeface="MS Mincho" panose="02020609040205080304" pitchFamily="49" charset="-128"/>
            </a:endParaRPr>
          </a:p>
          <a:p>
            <a:pPr marL="0" marR="0" indent="0" fontAlgn="base" hangingPunct="0">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Actions:</a:t>
            </a:r>
            <a:endParaRPr lang="en-US" sz="1600">
              <a:effectLst/>
              <a:ea typeface="MS Mincho" panose="02020609040205080304" pitchFamily="49" charset="-128"/>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None: </a:t>
            </a:r>
            <a:r>
              <a:rPr lang="en-US" sz="1600" b="0" kern="1200">
                <a:solidFill>
                  <a:srgbClr val="000000"/>
                </a:solidFill>
                <a:effectLst/>
                <a:ea typeface="MS Mincho" panose="02020609040205080304" pitchFamily="49" charset="-128"/>
                <a:cs typeface="Trebuchet MS" panose="020B0603020202020204" pitchFamily="34" charset="0"/>
              </a:rPr>
              <a:t>This row does not contain any changes, or contains changes that should not be published yet, and should be skipped.</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Create: </a:t>
            </a:r>
            <a:r>
              <a:rPr lang="en-US" sz="1600" b="0" kern="1200">
                <a:solidFill>
                  <a:srgbClr val="000000"/>
                </a:solidFill>
                <a:effectLst/>
                <a:ea typeface="MS Mincho" panose="02020609040205080304" pitchFamily="49" charset="-128"/>
                <a:cs typeface="Trebuchet MS" panose="020B0603020202020204" pitchFamily="34" charset="0"/>
              </a:rPr>
              <a:t>This row contains a new fault symptom calculation that should be added to the database.</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Update: </a:t>
            </a:r>
            <a:r>
              <a:rPr lang="en-US" sz="1600" b="0" kern="1200">
                <a:solidFill>
                  <a:srgbClr val="000000"/>
                </a:solidFill>
                <a:effectLst/>
                <a:ea typeface="MS Mincho" panose="02020609040205080304" pitchFamily="49" charset="-128"/>
                <a:cs typeface="Trebuchet MS" panose="020B0603020202020204" pitchFamily="34" charset="0"/>
              </a:rPr>
              <a:t>This row contains changes to an existing fault symptom calculation that must be updated.</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Delete: </a:t>
            </a:r>
            <a:r>
              <a:rPr lang="en-US" sz="1600" b="0" kern="1200">
                <a:solidFill>
                  <a:srgbClr val="000000"/>
                </a:solidFill>
                <a:effectLst/>
                <a:ea typeface="MS Mincho" panose="02020609040205080304" pitchFamily="49" charset="-128"/>
                <a:cs typeface="Trebuchet MS" panose="020B0603020202020204" pitchFamily="34" charset="0"/>
              </a:rPr>
              <a:t>This row contains a fault symptom calculation that should be deleted from the database.</a:t>
            </a:r>
            <a:endParaRPr lang="en-US" sz="1600" b="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693539D-395E-44FD-8E40-F350AB1F7DD3}"/>
              </a:ext>
            </a:extLst>
          </p:cNvPr>
          <p:cNvSpPr>
            <a:spLocks noGrp="1"/>
          </p:cNvSpPr>
          <p:nvPr>
            <p:ph type="sldNum" sz="quarter" idx="12"/>
          </p:nvPr>
        </p:nvSpPr>
        <p:spPr/>
        <p:txBody>
          <a:bodyPr/>
          <a:lstStyle/>
          <a:p>
            <a:fld id="{7B94EC18-1D2B-4535-B738-0E53AFE26620}" type="slidenum">
              <a:rPr lang="en-US" smtClean="0"/>
              <a:t>55</a:t>
            </a:fld>
            <a:endParaRPr lang="en-US"/>
          </a:p>
        </p:txBody>
      </p:sp>
      <p:pic>
        <p:nvPicPr>
          <p:cNvPr id="6" name="Picture 5">
            <a:extLst>
              <a:ext uri="{FF2B5EF4-FFF2-40B4-BE49-F238E27FC236}">
                <a16:creationId xmlns:a16="http://schemas.microsoft.com/office/drawing/2014/main" id="{93DF9761-A9BF-4C82-B559-6E529DD59AD6}"/>
              </a:ext>
            </a:extLst>
          </p:cNvPr>
          <p:cNvPicPr>
            <a:picLocks noChangeAspect="1"/>
          </p:cNvPicPr>
          <p:nvPr/>
        </p:nvPicPr>
        <p:blipFill>
          <a:blip r:embed="rId2"/>
          <a:stretch>
            <a:fillRect/>
          </a:stretch>
        </p:blipFill>
        <p:spPr>
          <a:xfrm>
            <a:off x="6095999" y="4616723"/>
            <a:ext cx="5833745" cy="1455420"/>
          </a:xfrm>
          <a:prstGeom prst="rect">
            <a:avLst/>
          </a:prstGeom>
        </p:spPr>
      </p:pic>
      <p:pic>
        <p:nvPicPr>
          <p:cNvPr id="8" name="Picture 7">
            <a:extLst>
              <a:ext uri="{FF2B5EF4-FFF2-40B4-BE49-F238E27FC236}">
                <a16:creationId xmlns:a16="http://schemas.microsoft.com/office/drawing/2014/main" id="{DE4E8E3A-B859-48AA-B8F8-2D8DDABF4848}"/>
              </a:ext>
            </a:extLst>
          </p:cNvPr>
          <p:cNvPicPr>
            <a:picLocks noChangeAspect="1"/>
          </p:cNvPicPr>
          <p:nvPr/>
        </p:nvPicPr>
        <p:blipFill>
          <a:blip r:embed="rId3"/>
          <a:stretch>
            <a:fillRect/>
          </a:stretch>
        </p:blipFill>
        <p:spPr>
          <a:xfrm>
            <a:off x="6104254" y="898623"/>
            <a:ext cx="5825490" cy="3514090"/>
          </a:xfrm>
          <a:prstGeom prst="rect">
            <a:avLst/>
          </a:prstGeom>
          <a:ln w="12700">
            <a:solidFill>
              <a:schemeClr val="tx1"/>
            </a:solidFill>
          </a:ln>
        </p:spPr>
      </p:pic>
    </p:spTree>
    <p:extLst>
      <p:ext uri="{BB962C8B-B14F-4D97-AF65-F5344CB8AC3E}">
        <p14:creationId xmlns:p14="http://schemas.microsoft.com/office/powerpoint/2010/main" val="655385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A8BD-3471-48CC-A7AD-556B23007C28}"/>
              </a:ext>
            </a:extLst>
          </p:cNvPr>
          <p:cNvSpPr>
            <a:spLocks noGrp="1"/>
          </p:cNvSpPr>
          <p:nvPr>
            <p:ph type="title"/>
          </p:nvPr>
        </p:nvSpPr>
        <p:spPr>
          <a:xfrm>
            <a:off x="495299" y="364656"/>
            <a:ext cx="11201401" cy="3435171"/>
          </a:xfrm>
        </p:spPr>
        <p:txBody>
          <a:bodyPr/>
          <a:lstStyle/>
          <a:p>
            <a:pPr>
              <a:lnSpc>
                <a:spcPct val="115000"/>
              </a:lnSpc>
              <a:spcBef>
                <a:spcPts val="0"/>
              </a:spcBef>
              <a:spcAft>
                <a:spcPts val="1000"/>
              </a:spcAft>
            </a:pPr>
            <a:r>
              <a:rPr lang="en-GB" sz="3200"/>
              <a:t>Attribute Property Mapping</a:t>
            </a:r>
            <a:br>
              <a:rPr lang="en-US" sz="3200"/>
            </a:br>
            <a:br>
              <a:rPr lang="en-US" sz="3200"/>
            </a:br>
            <a:br>
              <a:rPr lang="en-US" sz="3200"/>
            </a:br>
            <a:br>
              <a:rPr lang="en-US" sz="1800">
                <a:effectLst/>
                <a:latin typeface="Arial" panose="020B0604020202020204" pitchFamily="34" charset="0"/>
                <a:ea typeface="Calibri" panose="020F0502020204030204" pitchFamily="34" charset="0"/>
                <a:cs typeface="Arial" panose="020B0604020202020204" pitchFamily="34" charset="0"/>
              </a:rPr>
            </a:br>
            <a:br>
              <a:rPr lang="en-US" sz="1800">
                <a:effectLst/>
                <a:latin typeface="Arial" panose="020B0604020202020204" pitchFamily="34" charset="0"/>
                <a:ea typeface="Calibri" panose="020F0502020204030204" pitchFamily="34" charset="0"/>
                <a:cs typeface="Arial" panose="020B0604020202020204" pitchFamily="34" charset="0"/>
              </a:rPr>
            </a:br>
            <a:br>
              <a:rPr lang="en-GB" sz="3200"/>
            </a:br>
            <a:endParaRPr lang="en-US" sz="3200"/>
          </a:p>
        </p:txBody>
      </p:sp>
      <p:sp>
        <p:nvSpPr>
          <p:cNvPr id="3" name="Content Placeholder 2">
            <a:extLst>
              <a:ext uri="{FF2B5EF4-FFF2-40B4-BE49-F238E27FC236}">
                <a16:creationId xmlns:a16="http://schemas.microsoft.com/office/drawing/2014/main" id="{A42A85D8-3BE5-4AAB-970B-83EABA1B8E8A}"/>
              </a:ext>
            </a:extLst>
          </p:cNvPr>
          <p:cNvSpPr>
            <a:spLocks noGrp="1"/>
          </p:cNvSpPr>
          <p:nvPr>
            <p:ph idx="1"/>
          </p:nvPr>
        </p:nvSpPr>
        <p:spPr>
          <a:xfrm>
            <a:off x="495299" y="1515932"/>
            <a:ext cx="4495342" cy="4632832"/>
          </a:xfrm>
        </p:spPr>
        <p:txBody>
          <a:bodyPr/>
          <a:lstStyle/>
          <a:p>
            <a:pPr marL="0" marR="0" indent="0" algn="just" fontAlgn="base" hangingPunct="0">
              <a:buNone/>
            </a:pPr>
            <a:r>
              <a:rPr lang="en-US" sz="1600" b="0" kern="1200">
                <a:solidFill>
                  <a:srgbClr val="000000"/>
                </a:solidFill>
                <a:effectLst/>
                <a:ea typeface="MS Mincho" panose="02020609040205080304" pitchFamily="49" charset="-128"/>
                <a:cs typeface="Times New Roman" panose="02020603050405020304" pitchFamily="18" charset="0"/>
              </a:rPr>
              <a:t>Attribute Property Mapping</a:t>
            </a:r>
            <a:endParaRPr lang="en-US" sz="1600" b="0">
              <a:effectLst/>
              <a:ea typeface="MS Mincho" panose="02020609040205080304" pitchFamily="49" charset="-128"/>
            </a:endParaRPr>
          </a:p>
          <a:p>
            <a:pPr marL="0" marR="0" indent="0" fontAlgn="base" hangingPunct="0">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Type the data against each column as per the instruction provided in the table and publish to the server </a:t>
            </a:r>
            <a:endParaRPr lang="en-US" sz="1600" b="0">
              <a:effectLst/>
              <a:ea typeface="MS Mincho" panose="02020609040205080304" pitchFamily="49" charset="-128"/>
            </a:endParaRPr>
          </a:p>
          <a:p>
            <a:pPr marL="0" marR="0" indent="0" fontAlgn="base" hangingPunct="0">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 </a:t>
            </a:r>
            <a:endParaRPr lang="en-US" sz="1600" b="0">
              <a:effectLst/>
              <a:ea typeface="MS Mincho" panose="02020609040205080304" pitchFamily="49" charset="-128"/>
            </a:endParaRPr>
          </a:p>
          <a:p>
            <a:pPr marL="0" marR="0" indent="0" fontAlgn="base" hangingPunct="0">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Actions:</a:t>
            </a:r>
          </a:p>
          <a:p>
            <a:pPr marL="0" marR="0" indent="0" fontAlgn="base" hangingPunct="0">
              <a:spcBef>
                <a:spcPts val="0"/>
              </a:spcBef>
              <a:spcAft>
                <a:spcPts val="0"/>
              </a:spcAft>
              <a:buNone/>
            </a:pPr>
            <a:endParaRPr lang="en-US" sz="1600">
              <a:effectLst/>
              <a:ea typeface="MS Mincho" panose="02020609040205080304" pitchFamily="49" charset="-128"/>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None: </a:t>
            </a:r>
            <a:r>
              <a:rPr lang="en-US" sz="1600" b="0" kern="1200">
                <a:solidFill>
                  <a:srgbClr val="000000"/>
                </a:solidFill>
                <a:effectLst/>
                <a:ea typeface="MS Mincho" panose="02020609040205080304" pitchFamily="49" charset="-128"/>
                <a:cs typeface="Trebuchet MS" panose="020B0603020202020204" pitchFamily="34" charset="0"/>
              </a:rPr>
              <a:t>This row does not contain any changes, or contains changes that should not be published yet, and should be skipped.</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Create: </a:t>
            </a:r>
            <a:r>
              <a:rPr lang="en-US" sz="1600" b="0" kern="1200">
                <a:solidFill>
                  <a:srgbClr val="000000"/>
                </a:solidFill>
                <a:effectLst/>
                <a:ea typeface="MS Mincho" panose="02020609040205080304" pitchFamily="49" charset="-128"/>
                <a:cs typeface="Trebuchet MS" panose="020B0603020202020204" pitchFamily="34" charset="0"/>
              </a:rPr>
              <a:t>This row contains a new fault symptom calculation that should be added to the database.</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Update: </a:t>
            </a:r>
            <a:r>
              <a:rPr lang="en-US" sz="1600" b="0" kern="1200">
                <a:solidFill>
                  <a:srgbClr val="000000"/>
                </a:solidFill>
                <a:effectLst/>
                <a:ea typeface="MS Mincho" panose="02020609040205080304" pitchFamily="49" charset="-128"/>
                <a:cs typeface="Trebuchet MS" panose="020B0603020202020204" pitchFamily="34" charset="0"/>
              </a:rPr>
              <a:t>This row contains changes to an existing fault symptom calculation that must be updated.</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Delete: </a:t>
            </a:r>
            <a:r>
              <a:rPr lang="en-US" sz="1600" b="0" kern="1200">
                <a:solidFill>
                  <a:srgbClr val="000000"/>
                </a:solidFill>
                <a:effectLst/>
                <a:ea typeface="MS Mincho" panose="02020609040205080304" pitchFamily="49" charset="-128"/>
                <a:cs typeface="Trebuchet MS" panose="020B0603020202020204" pitchFamily="34" charset="0"/>
              </a:rPr>
              <a:t>This row contains a fault symptom calculation that should be deleted from the database.</a:t>
            </a:r>
            <a:endParaRPr lang="en-US" sz="1600" b="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693539D-395E-44FD-8E40-F350AB1F7DD3}"/>
              </a:ext>
            </a:extLst>
          </p:cNvPr>
          <p:cNvSpPr>
            <a:spLocks noGrp="1"/>
          </p:cNvSpPr>
          <p:nvPr>
            <p:ph type="sldNum" sz="quarter" idx="12"/>
          </p:nvPr>
        </p:nvSpPr>
        <p:spPr/>
        <p:txBody>
          <a:bodyPr/>
          <a:lstStyle/>
          <a:p>
            <a:fld id="{7B94EC18-1D2B-4535-B738-0E53AFE26620}" type="slidenum">
              <a:rPr lang="en-US" smtClean="0"/>
              <a:t>56</a:t>
            </a:fld>
            <a:endParaRPr lang="en-US"/>
          </a:p>
        </p:txBody>
      </p:sp>
      <p:pic>
        <p:nvPicPr>
          <p:cNvPr id="7" name="Picture 6">
            <a:extLst>
              <a:ext uri="{FF2B5EF4-FFF2-40B4-BE49-F238E27FC236}">
                <a16:creationId xmlns:a16="http://schemas.microsoft.com/office/drawing/2014/main" id="{7B3271E6-A7D5-46E3-B9F6-6E38A1284167}"/>
              </a:ext>
            </a:extLst>
          </p:cNvPr>
          <p:cNvPicPr>
            <a:picLocks noChangeAspect="1"/>
          </p:cNvPicPr>
          <p:nvPr/>
        </p:nvPicPr>
        <p:blipFill>
          <a:blip r:embed="rId2"/>
          <a:stretch>
            <a:fillRect/>
          </a:stretch>
        </p:blipFill>
        <p:spPr>
          <a:xfrm>
            <a:off x="5723706" y="1594099"/>
            <a:ext cx="5834380" cy="3978275"/>
          </a:xfrm>
          <a:prstGeom prst="rect">
            <a:avLst/>
          </a:prstGeom>
        </p:spPr>
      </p:pic>
    </p:spTree>
    <p:extLst>
      <p:ext uri="{BB962C8B-B14F-4D97-AF65-F5344CB8AC3E}">
        <p14:creationId xmlns:p14="http://schemas.microsoft.com/office/powerpoint/2010/main" val="646266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A8BD-3471-48CC-A7AD-556B23007C28}"/>
              </a:ext>
            </a:extLst>
          </p:cNvPr>
          <p:cNvSpPr>
            <a:spLocks noGrp="1"/>
          </p:cNvSpPr>
          <p:nvPr>
            <p:ph type="title"/>
          </p:nvPr>
        </p:nvSpPr>
        <p:spPr>
          <a:xfrm>
            <a:off x="495299" y="364656"/>
            <a:ext cx="11201401" cy="3435171"/>
          </a:xfrm>
        </p:spPr>
        <p:txBody>
          <a:bodyPr/>
          <a:lstStyle/>
          <a:p>
            <a:pPr>
              <a:lnSpc>
                <a:spcPct val="115000"/>
              </a:lnSpc>
              <a:spcBef>
                <a:spcPts val="0"/>
              </a:spcBef>
              <a:spcAft>
                <a:spcPts val="1000"/>
              </a:spcAft>
            </a:pPr>
            <a:r>
              <a:rPr lang="en-US" sz="3200"/>
              <a:t>Asset Links</a:t>
            </a:r>
            <a:br>
              <a:rPr lang="en-US" sz="3200"/>
            </a:br>
            <a:br>
              <a:rPr lang="en-US" sz="3200"/>
            </a:br>
            <a:br>
              <a:rPr lang="en-US" sz="3200"/>
            </a:br>
            <a:br>
              <a:rPr lang="en-US" sz="1800">
                <a:effectLst/>
                <a:latin typeface="Arial" panose="020B0604020202020204" pitchFamily="34" charset="0"/>
                <a:ea typeface="Calibri" panose="020F0502020204030204" pitchFamily="34" charset="0"/>
                <a:cs typeface="Arial" panose="020B0604020202020204" pitchFamily="34" charset="0"/>
              </a:rPr>
            </a:br>
            <a:br>
              <a:rPr lang="en-US" sz="1800">
                <a:effectLst/>
                <a:latin typeface="Arial" panose="020B0604020202020204" pitchFamily="34" charset="0"/>
                <a:ea typeface="Calibri" panose="020F0502020204030204" pitchFamily="34" charset="0"/>
                <a:cs typeface="Arial" panose="020B0604020202020204" pitchFamily="34" charset="0"/>
              </a:rPr>
            </a:br>
            <a:br>
              <a:rPr lang="en-GB" sz="3200"/>
            </a:br>
            <a:endParaRPr lang="en-US" sz="3200"/>
          </a:p>
        </p:txBody>
      </p:sp>
      <p:sp>
        <p:nvSpPr>
          <p:cNvPr id="3" name="Content Placeholder 2">
            <a:extLst>
              <a:ext uri="{FF2B5EF4-FFF2-40B4-BE49-F238E27FC236}">
                <a16:creationId xmlns:a16="http://schemas.microsoft.com/office/drawing/2014/main" id="{A42A85D8-3BE5-4AAB-970B-83EABA1B8E8A}"/>
              </a:ext>
            </a:extLst>
          </p:cNvPr>
          <p:cNvSpPr>
            <a:spLocks noGrp="1"/>
          </p:cNvSpPr>
          <p:nvPr>
            <p:ph idx="1"/>
          </p:nvPr>
        </p:nvSpPr>
        <p:spPr>
          <a:xfrm>
            <a:off x="495299" y="1515932"/>
            <a:ext cx="4495342" cy="4632832"/>
          </a:xfrm>
        </p:spPr>
        <p:txBody>
          <a:bodyPr/>
          <a:lstStyle/>
          <a:p>
            <a:pPr marL="0" marR="0" indent="0" fontAlgn="base" hangingPunct="0">
              <a:spcBef>
                <a:spcPts val="0"/>
              </a:spcBef>
              <a:spcAft>
                <a:spcPts val="0"/>
              </a:spcAft>
              <a:buNone/>
            </a:pPr>
            <a:r>
              <a:rPr lang="en-US" sz="1600" b="0" kern="1200">
                <a:solidFill>
                  <a:srgbClr val="000000"/>
                </a:solidFill>
                <a:effectLst/>
                <a:ea typeface="MS Mincho" panose="02020609040205080304" pitchFamily="49" charset="-128"/>
                <a:cs typeface="Trebuchet MS" panose="020B0603020202020204" pitchFamily="34" charset="0"/>
              </a:rPr>
              <a:t>Type the data against each column as per the instruction provided in the table and publish to the server </a:t>
            </a:r>
            <a:endParaRPr lang="en-US" sz="1600" b="0">
              <a:effectLst/>
              <a:ea typeface="MS Mincho" panose="02020609040205080304" pitchFamily="49" charset="-128"/>
            </a:endParaRPr>
          </a:p>
          <a:p>
            <a:pPr marL="0" marR="0" indent="0" fontAlgn="base" hangingPunct="0">
              <a:spcBef>
                <a:spcPts val="0"/>
              </a:spcBef>
              <a:spcAft>
                <a:spcPts val="0"/>
              </a:spcAft>
              <a:buNone/>
            </a:pPr>
            <a:r>
              <a:rPr lang="en-US" sz="1600" b="0">
                <a:effectLst/>
                <a:ea typeface="MS Mincho" panose="02020609040205080304" pitchFamily="49" charset="-128"/>
                <a:cs typeface="Trebuchet MS" panose="020B0603020202020204" pitchFamily="34" charset="0"/>
              </a:rPr>
              <a:t> </a:t>
            </a:r>
            <a:endParaRPr lang="en-US" sz="1600" b="0">
              <a:effectLst/>
              <a:ea typeface="MS Mincho" panose="02020609040205080304" pitchFamily="49" charset="-128"/>
            </a:endParaRPr>
          </a:p>
          <a:p>
            <a:pPr marL="0" marR="0" indent="0" fontAlgn="base" hangingPunct="0">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Actions:</a:t>
            </a:r>
            <a:endParaRPr lang="en-US" sz="1600">
              <a:effectLst/>
              <a:ea typeface="MS Mincho" panose="02020609040205080304" pitchFamily="49" charset="-128"/>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None: </a:t>
            </a:r>
            <a:r>
              <a:rPr lang="en-US" sz="1600" b="0" kern="1200">
                <a:solidFill>
                  <a:srgbClr val="000000"/>
                </a:solidFill>
                <a:effectLst/>
                <a:ea typeface="MS Mincho" panose="02020609040205080304" pitchFamily="49" charset="-128"/>
                <a:cs typeface="Trebuchet MS" panose="020B0603020202020204" pitchFamily="34" charset="0"/>
              </a:rPr>
              <a:t>This row does not contain any changes, or contains changes that should not be published yet, and should be skipped.</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Create: </a:t>
            </a:r>
            <a:r>
              <a:rPr lang="en-US" sz="1600" b="0" kern="1200">
                <a:solidFill>
                  <a:srgbClr val="000000"/>
                </a:solidFill>
                <a:effectLst/>
                <a:ea typeface="MS Mincho" panose="02020609040205080304" pitchFamily="49" charset="-128"/>
                <a:cs typeface="Trebuchet MS" panose="020B0603020202020204" pitchFamily="34" charset="0"/>
              </a:rPr>
              <a:t>This row contains a new fault symptom calculation that should be added to the database.</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Update: </a:t>
            </a:r>
            <a:r>
              <a:rPr lang="en-US" sz="1600" b="0" kern="1200">
                <a:solidFill>
                  <a:srgbClr val="000000"/>
                </a:solidFill>
                <a:effectLst/>
                <a:ea typeface="MS Mincho" panose="02020609040205080304" pitchFamily="49" charset="-128"/>
                <a:cs typeface="Trebuchet MS" panose="020B0603020202020204" pitchFamily="34" charset="0"/>
              </a:rPr>
              <a:t>This row contains changes to an existing fault symptom calculation that must be updated.</a:t>
            </a:r>
            <a:endParaRPr lang="en-US" sz="1600" b="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kern="1200">
                <a:solidFill>
                  <a:srgbClr val="000000"/>
                </a:solidFill>
                <a:effectLst/>
                <a:ea typeface="MS Mincho" panose="02020609040205080304" pitchFamily="49" charset="-128"/>
                <a:cs typeface="Trebuchet MS" panose="020B0603020202020204" pitchFamily="34" charset="0"/>
              </a:rPr>
              <a:t>Delete: </a:t>
            </a:r>
            <a:r>
              <a:rPr lang="en-US" sz="1600" b="0" kern="1200">
                <a:solidFill>
                  <a:srgbClr val="000000"/>
                </a:solidFill>
                <a:effectLst/>
                <a:ea typeface="MS Mincho" panose="02020609040205080304" pitchFamily="49" charset="-128"/>
                <a:cs typeface="Trebuchet MS" panose="020B0603020202020204" pitchFamily="34" charset="0"/>
              </a:rPr>
              <a:t>This row contains a fault symptom calculation that should be deleted from the database.</a:t>
            </a:r>
            <a:endParaRPr lang="en-US" sz="1600" b="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693539D-395E-44FD-8E40-F350AB1F7DD3}"/>
              </a:ext>
            </a:extLst>
          </p:cNvPr>
          <p:cNvSpPr>
            <a:spLocks noGrp="1"/>
          </p:cNvSpPr>
          <p:nvPr>
            <p:ph type="sldNum" sz="quarter" idx="12"/>
          </p:nvPr>
        </p:nvSpPr>
        <p:spPr/>
        <p:txBody>
          <a:bodyPr/>
          <a:lstStyle/>
          <a:p>
            <a:fld id="{7B94EC18-1D2B-4535-B738-0E53AFE26620}" type="slidenum">
              <a:rPr lang="en-US" smtClean="0"/>
              <a:t>57</a:t>
            </a:fld>
            <a:endParaRPr lang="en-US"/>
          </a:p>
        </p:txBody>
      </p:sp>
      <p:pic>
        <p:nvPicPr>
          <p:cNvPr id="6" name="Picture 5">
            <a:extLst>
              <a:ext uri="{FF2B5EF4-FFF2-40B4-BE49-F238E27FC236}">
                <a16:creationId xmlns:a16="http://schemas.microsoft.com/office/drawing/2014/main" id="{50E48C03-00A4-4981-918D-F1870D00701C}"/>
              </a:ext>
            </a:extLst>
          </p:cNvPr>
          <p:cNvPicPr>
            <a:picLocks noChangeAspect="1"/>
          </p:cNvPicPr>
          <p:nvPr/>
        </p:nvPicPr>
        <p:blipFill>
          <a:blip r:embed="rId2"/>
          <a:stretch>
            <a:fillRect/>
          </a:stretch>
        </p:blipFill>
        <p:spPr>
          <a:xfrm>
            <a:off x="6055604" y="1630680"/>
            <a:ext cx="5689600" cy="3596640"/>
          </a:xfrm>
          <a:prstGeom prst="rect">
            <a:avLst/>
          </a:prstGeom>
        </p:spPr>
      </p:pic>
    </p:spTree>
    <p:extLst>
      <p:ext uri="{BB962C8B-B14F-4D97-AF65-F5344CB8AC3E}">
        <p14:creationId xmlns:p14="http://schemas.microsoft.com/office/powerpoint/2010/main" val="15194387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A8BD-3471-48CC-A7AD-556B23007C28}"/>
              </a:ext>
            </a:extLst>
          </p:cNvPr>
          <p:cNvSpPr>
            <a:spLocks noGrp="1"/>
          </p:cNvSpPr>
          <p:nvPr>
            <p:ph type="title"/>
          </p:nvPr>
        </p:nvSpPr>
        <p:spPr>
          <a:xfrm>
            <a:off x="495299" y="364656"/>
            <a:ext cx="11201401" cy="4001480"/>
          </a:xfrm>
        </p:spPr>
        <p:txBody>
          <a:bodyPr/>
          <a:lstStyle/>
          <a:p>
            <a:pPr>
              <a:lnSpc>
                <a:spcPct val="115000"/>
              </a:lnSpc>
              <a:spcBef>
                <a:spcPts val="0"/>
              </a:spcBef>
              <a:spcAft>
                <a:spcPts val="1000"/>
              </a:spcAft>
            </a:pPr>
            <a:r>
              <a:rPr lang="en-US" sz="3200"/>
              <a:t>Asset Configuration– System Demo / Hands-On</a:t>
            </a:r>
            <a:br>
              <a:rPr lang="en-US" sz="3200"/>
            </a:br>
            <a:br>
              <a:rPr lang="en-US" sz="3200"/>
            </a:br>
            <a:br>
              <a:rPr lang="en-US" sz="3200"/>
            </a:br>
            <a:br>
              <a:rPr lang="en-US" sz="1800">
                <a:effectLst/>
                <a:latin typeface="Arial" panose="020B0604020202020204" pitchFamily="34" charset="0"/>
                <a:ea typeface="Calibri" panose="020F0502020204030204" pitchFamily="34" charset="0"/>
                <a:cs typeface="Arial" panose="020B0604020202020204" pitchFamily="34" charset="0"/>
              </a:rPr>
            </a:br>
            <a:br>
              <a:rPr lang="en-US" sz="1800">
                <a:effectLst/>
                <a:latin typeface="Arial" panose="020B0604020202020204" pitchFamily="34" charset="0"/>
                <a:ea typeface="Calibri" panose="020F0502020204030204" pitchFamily="34" charset="0"/>
                <a:cs typeface="Arial" panose="020B0604020202020204" pitchFamily="34" charset="0"/>
              </a:rPr>
            </a:br>
            <a:br>
              <a:rPr lang="en-GB" sz="3200"/>
            </a:br>
            <a:endParaRPr lang="en-US" sz="3200"/>
          </a:p>
        </p:txBody>
      </p:sp>
      <p:sp>
        <p:nvSpPr>
          <p:cNvPr id="3" name="Content Placeholder 2">
            <a:extLst>
              <a:ext uri="{FF2B5EF4-FFF2-40B4-BE49-F238E27FC236}">
                <a16:creationId xmlns:a16="http://schemas.microsoft.com/office/drawing/2014/main" id="{A42A85D8-3BE5-4AAB-970B-83EABA1B8E8A}"/>
              </a:ext>
            </a:extLst>
          </p:cNvPr>
          <p:cNvSpPr>
            <a:spLocks noGrp="1"/>
          </p:cNvSpPr>
          <p:nvPr>
            <p:ph idx="1"/>
          </p:nvPr>
        </p:nvSpPr>
        <p:spPr>
          <a:xfrm>
            <a:off x="495299" y="1681185"/>
            <a:ext cx="10521568" cy="4632832"/>
          </a:xfrm>
        </p:spPr>
        <p:txBody>
          <a:bodyPr/>
          <a:lstStyle/>
          <a:p>
            <a:pPr marL="0" marR="0" indent="0" algn="just" fontAlgn="base" hangingPunct="0">
              <a:lnSpc>
                <a:spcPct val="115000"/>
              </a:lnSpc>
              <a:spcBef>
                <a:spcPts val="0"/>
              </a:spcBef>
              <a:spcAft>
                <a:spcPts val="0"/>
              </a:spcAft>
              <a:buNone/>
            </a:pPr>
            <a:r>
              <a:rPr lang="en-US" sz="1600" kern="1200" dirty="0">
                <a:solidFill>
                  <a:srgbClr val="000000"/>
                </a:solidFill>
                <a:effectLst/>
                <a:ea typeface="Arial" panose="020B0604020202020204" pitchFamily="34" charset="0"/>
                <a:cs typeface="Trebuchet MS" panose="020B0603020202020204" pitchFamily="34" charset="0"/>
              </a:rPr>
              <a:t>Assignment 2</a:t>
            </a:r>
            <a:endParaRPr lang="en-US" sz="1600" dirty="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400" dirty="0"/>
              <a:t>Asset Performance Management </a:t>
            </a:r>
            <a:r>
              <a:rPr lang="en-US" sz="1600" b="0" kern="1200" dirty="0">
                <a:solidFill>
                  <a:srgbClr val="000000"/>
                </a:solidFill>
                <a:effectLst/>
                <a:ea typeface="Arial" panose="020B0604020202020204" pitchFamily="34" charset="0"/>
                <a:cs typeface="Trebuchet MS" panose="020B0603020202020204" pitchFamily="34" charset="0"/>
              </a:rPr>
              <a:t>Excel Plugin configure as below</a:t>
            </a:r>
            <a:endParaRPr lang="en-US" sz="1600" b="0" dirty="0">
              <a:effectLst/>
              <a:ea typeface="Calibri" panose="020F0502020204030204" pitchFamily="34" charset="0"/>
              <a:cs typeface="Arial" panose="020B0604020202020204" pitchFamily="34" charset="0"/>
            </a:endParaRPr>
          </a:p>
          <a:p>
            <a:pPr marL="0" marR="0" lvl="0" indent="0" algn="just" fontAlgn="base" hangingPunct="0">
              <a:lnSpc>
                <a:spcPct val="115000"/>
              </a:lnSpc>
              <a:spcBef>
                <a:spcPts val="0"/>
              </a:spcBef>
              <a:spcAft>
                <a:spcPts val="0"/>
              </a:spcAft>
              <a:buNone/>
            </a:pPr>
            <a:r>
              <a:rPr lang="en-US" sz="1600" b="0" dirty="0">
                <a:effectLst/>
                <a:ea typeface="MS Mincho" panose="02020609040205080304" pitchFamily="49" charset="-128"/>
                <a:cs typeface="Trebuchet MS" panose="020B0603020202020204" pitchFamily="34" charset="0"/>
              </a:rPr>
              <a:t> </a:t>
            </a:r>
            <a:endParaRPr lang="en-US" sz="1600" b="0" dirty="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b="0" kern="1200" dirty="0">
                <a:solidFill>
                  <a:srgbClr val="000000"/>
                </a:solidFill>
                <a:effectLst/>
                <a:ea typeface="Arial" panose="020B0604020202020204" pitchFamily="34" charset="0"/>
                <a:cs typeface="Trebuchet MS" panose="020B0603020202020204" pitchFamily="34" charset="0"/>
              </a:rPr>
              <a:t>Step 1: Create Asset of type as created in Assignment 1</a:t>
            </a:r>
            <a:endParaRPr lang="en-US" sz="1600" b="0" dirty="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b="0" kern="1200" dirty="0">
                <a:solidFill>
                  <a:srgbClr val="000000"/>
                </a:solidFill>
                <a:effectLst/>
                <a:ea typeface="Arial" panose="020B0604020202020204" pitchFamily="34" charset="0"/>
                <a:cs typeface="Trebuchet MS" panose="020B0603020202020204" pitchFamily="34" charset="0"/>
              </a:rPr>
              <a:t>Step 2: Associate the Calculation and Fault Models</a:t>
            </a:r>
            <a:endParaRPr lang="en-US" sz="1600" b="0" dirty="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b="0" kern="1200" dirty="0">
                <a:solidFill>
                  <a:srgbClr val="000000"/>
                </a:solidFill>
                <a:effectLst/>
                <a:ea typeface="Arial" panose="020B0604020202020204" pitchFamily="34" charset="0"/>
                <a:cs typeface="Trebuchet MS" panose="020B0603020202020204" pitchFamily="34" charset="0"/>
              </a:rPr>
              <a:t>Step 3: Map the real time tags for the attributes </a:t>
            </a:r>
            <a:endParaRPr lang="en-US" sz="1600" b="0" dirty="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b="0" kern="1200" dirty="0">
                <a:solidFill>
                  <a:srgbClr val="000000"/>
                </a:solidFill>
                <a:effectLst/>
                <a:ea typeface="Arial" panose="020B0604020202020204" pitchFamily="34" charset="0"/>
                <a:cs typeface="Trebuchet MS" panose="020B0603020202020204" pitchFamily="34" charset="0"/>
              </a:rPr>
              <a:t>Step 4: Check Calculation Execution.</a:t>
            </a:r>
            <a:endParaRPr lang="en-US" sz="1600" b="0" dirty="0">
              <a:effectLst/>
              <a:ea typeface="Calibri" panose="020F0502020204030204" pitchFamily="34" charset="0"/>
              <a:cs typeface="Arial" panose="020B0604020202020204" pitchFamily="34" charset="0"/>
            </a:endParaRPr>
          </a:p>
          <a:p>
            <a:pPr marL="0" marR="0" lvl="0" indent="0" algn="just" fontAlgn="base" hangingPunct="0">
              <a:lnSpc>
                <a:spcPct val="115000"/>
              </a:lnSpc>
              <a:spcBef>
                <a:spcPts val="0"/>
              </a:spcBef>
              <a:spcAft>
                <a:spcPts val="0"/>
              </a:spcAft>
              <a:buNone/>
            </a:pPr>
            <a:r>
              <a:rPr lang="en-US" sz="1600" b="0" dirty="0">
                <a:effectLst/>
                <a:ea typeface="MS Mincho" panose="02020609040205080304" pitchFamily="49" charset="-128"/>
                <a:cs typeface="Trebuchet MS" panose="020B0603020202020204" pitchFamily="34" charset="0"/>
              </a:rPr>
              <a:t> </a:t>
            </a:r>
            <a:endParaRPr lang="en-US" sz="1600" b="0" dirty="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b="0" dirty="0">
                <a:effectLst/>
                <a:ea typeface="MS Mincho" panose="02020609040205080304" pitchFamily="49" charset="-128"/>
                <a:cs typeface="Trebuchet MS" panose="020B0603020202020204" pitchFamily="34" charset="0"/>
              </a:rPr>
              <a:t>Note: For more information on configuration, refer the Uniformance Asset Sentinel Configuration guide.</a:t>
            </a:r>
            <a:endParaRPr lang="en-US" sz="1600" b="0" dirty="0">
              <a:effectLst/>
              <a:ea typeface="Calibri" panose="020F0502020204030204" pitchFamily="34" charset="0"/>
              <a:cs typeface="Arial" panose="020B0604020202020204" pitchFamily="34" charset="0"/>
            </a:endParaRPr>
          </a:p>
          <a:p>
            <a:pPr marL="0" marR="0" lvl="0" indent="0" algn="just" fontAlgn="base" hangingPunct="0">
              <a:lnSpc>
                <a:spcPct val="115000"/>
              </a:lnSpc>
              <a:spcBef>
                <a:spcPts val="0"/>
              </a:spcBef>
              <a:spcAft>
                <a:spcPts val="0"/>
              </a:spcAft>
              <a:buNone/>
            </a:pPr>
            <a:r>
              <a:rPr lang="en-US" sz="1600" b="0" dirty="0">
                <a:effectLst/>
                <a:ea typeface="MS Mincho" panose="02020609040205080304" pitchFamily="49" charset="-128"/>
                <a:cs typeface="Trebuchet MS" panose="020B0603020202020204" pitchFamily="34" charset="0"/>
              </a:rPr>
              <a:t> </a:t>
            </a:r>
            <a:endParaRPr lang="en-US" sz="1600" b="0" dirty="0">
              <a:effectLst/>
              <a:ea typeface="Calibri" panose="020F0502020204030204" pitchFamily="34" charset="0"/>
              <a:cs typeface="Arial" panose="020B0604020202020204" pitchFamily="34" charset="0"/>
            </a:endParaRPr>
          </a:p>
          <a:p>
            <a:pPr marL="0" marR="0" indent="0" algn="just" fontAlgn="base" hangingPunct="0">
              <a:lnSpc>
                <a:spcPct val="115000"/>
              </a:lnSpc>
              <a:spcBef>
                <a:spcPts val="0"/>
              </a:spcBef>
              <a:spcAft>
                <a:spcPts val="0"/>
              </a:spcAft>
              <a:buNone/>
            </a:pPr>
            <a:r>
              <a:rPr lang="en-US" sz="1600" b="0" i="1" kern="1200" dirty="0">
                <a:solidFill>
                  <a:srgbClr val="000000"/>
                </a:solidFill>
                <a:effectLst/>
                <a:ea typeface="Arial" panose="020B0604020202020204" pitchFamily="34" charset="0"/>
                <a:cs typeface="Trebuchet MS" panose="020B0603020202020204" pitchFamily="34" charset="0"/>
              </a:rPr>
              <a:t>Note</a:t>
            </a:r>
            <a:r>
              <a:rPr lang="en-US" sz="1600" b="0" kern="1200" dirty="0">
                <a:solidFill>
                  <a:srgbClr val="000000"/>
                </a:solidFill>
                <a:effectLst/>
                <a:ea typeface="Arial" panose="020B0604020202020204" pitchFamily="34" charset="0"/>
                <a:cs typeface="Trebuchet MS" panose="020B0603020202020204" pitchFamily="34" charset="0"/>
              </a:rPr>
              <a:t>: For more information on configuration, refer the Uniformance Asset Sentinel Configuration guide.</a:t>
            </a:r>
            <a:endParaRPr lang="en-US" sz="1600" b="0" dirty="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693539D-395E-44FD-8E40-F350AB1F7DD3}"/>
              </a:ext>
            </a:extLst>
          </p:cNvPr>
          <p:cNvSpPr>
            <a:spLocks noGrp="1"/>
          </p:cNvSpPr>
          <p:nvPr>
            <p:ph type="sldNum" sz="quarter" idx="12"/>
          </p:nvPr>
        </p:nvSpPr>
        <p:spPr/>
        <p:txBody>
          <a:bodyPr/>
          <a:lstStyle/>
          <a:p>
            <a:fld id="{7B94EC18-1D2B-4535-B738-0E53AFE26620}" type="slidenum">
              <a:rPr lang="en-US" smtClean="0"/>
              <a:t>58</a:t>
            </a:fld>
            <a:endParaRPr lang="en-US"/>
          </a:p>
        </p:txBody>
      </p:sp>
    </p:spTree>
    <p:extLst>
      <p:ext uri="{BB962C8B-B14F-4D97-AF65-F5344CB8AC3E}">
        <p14:creationId xmlns:p14="http://schemas.microsoft.com/office/powerpoint/2010/main" val="23278520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A8BD-3471-48CC-A7AD-556B23007C28}"/>
              </a:ext>
            </a:extLst>
          </p:cNvPr>
          <p:cNvSpPr>
            <a:spLocks noGrp="1"/>
          </p:cNvSpPr>
          <p:nvPr>
            <p:ph type="title"/>
          </p:nvPr>
        </p:nvSpPr>
        <p:spPr>
          <a:xfrm>
            <a:off x="495299" y="364656"/>
            <a:ext cx="11201401" cy="532838"/>
          </a:xfrm>
        </p:spPr>
        <p:txBody>
          <a:bodyPr/>
          <a:lstStyle/>
          <a:p>
            <a:pPr>
              <a:lnSpc>
                <a:spcPct val="115000"/>
              </a:lnSpc>
              <a:spcBef>
                <a:spcPts val="0"/>
              </a:spcBef>
              <a:spcAft>
                <a:spcPts val="1000"/>
              </a:spcAft>
            </a:pPr>
            <a:r>
              <a:rPr lang="en-GB" sz="3200"/>
              <a:t>Data Cleansing </a:t>
            </a:r>
            <a:r>
              <a:rPr lang="en-AU" sz="3200"/>
              <a:t>Configuration</a:t>
            </a:r>
            <a:endParaRPr lang="en-US" sz="3200"/>
          </a:p>
        </p:txBody>
      </p:sp>
      <p:sp>
        <p:nvSpPr>
          <p:cNvPr id="3" name="Content Placeholder 2">
            <a:extLst>
              <a:ext uri="{FF2B5EF4-FFF2-40B4-BE49-F238E27FC236}">
                <a16:creationId xmlns:a16="http://schemas.microsoft.com/office/drawing/2014/main" id="{A42A85D8-3BE5-4AAB-970B-83EABA1B8E8A}"/>
              </a:ext>
            </a:extLst>
          </p:cNvPr>
          <p:cNvSpPr>
            <a:spLocks noGrp="1"/>
          </p:cNvSpPr>
          <p:nvPr>
            <p:ph idx="1"/>
          </p:nvPr>
        </p:nvSpPr>
        <p:spPr>
          <a:xfrm>
            <a:off x="495299" y="1207460"/>
            <a:ext cx="4495342" cy="4632832"/>
          </a:xfrm>
        </p:spPr>
        <p:txBody>
          <a:bodyPr/>
          <a:lstStyle/>
          <a:p>
            <a:pPr marL="0" marR="0" indent="0">
              <a:lnSpc>
                <a:spcPct val="115000"/>
              </a:lnSpc>
              <a:spcBef>
                <a:spcPts val="0"/>
              </a:spcBef>
              <a:spcAft>
                <a:spcPts val="0"/>
              </a:spcAft>
              <a:buNone/>
            </a:pPr>
            <a:r>
              <a:rPr lang="en-US" sz="1400" dirty="0"/>
              <a:t>Asset Performance Management </a:t>
            </a:r>
            <a:r>
              <a:rPr lang="en-US" sz="1600" dirty="0">
                <a:effectLst/>
                <a:ea typeface="MS Mincho" panose="02020609040205080304" pitchFamily="49" charset="-128"/>
                <a:cs typeface="Trebuchet MS" panose="020B0603020202020204" pitchFamily="34" charset="0"/>
              </a:rPr>
              <a:t>-Data Cleansing Configuration</a:t>
            </a:r>
            <a:endParaRPr lang="en-US" sz="1600" dirty="0">
              <a:effectLst/>
              <a:ea typeface="Calibri" panose="020F0502020204030204" pitchFamily="34" charset="0"/>
              <a:cs typeface="Arial" panose="020B0604020202020204" pitchFamily="34" charset="0"/>
            </a:endParaRPr>
          </a:p>
          <a:p>
            <a:pPr marL="0" marR="0" indent="0">
              <a:lnSpc>
                <a:spcPct val="115000"/>
              </a:lnSpc>
              <a:spcBef>
                <a:spcPts val="0"/>
              </a:spcBef>
              <a:spcAft>
                <a:spcPts val="0"/>
              </a:spcAft>
              <a:buNone/>
            </a:pPr>
            <a:r>
              <a:rPr lang="en-US" sz="1600" dirty="0">
                <a:effectLst/>
                <a:ea typeface="MS Mincho" panose="02020609040205080304" pitchFamily="49" charset="-128"/>
                <a:cs typeface="Trebuchet MS" panose="020B0603020202020204" pitchFamily="34" charset="0"/>
              </a:rPr>
              <a:t> </a:t>
            </a:r>
            <a:endParaRPr lang="en-US" sz="1600" dirty="0">
              <a:effectLst/>
              <a:ea typeface="Calibri" panose="020F0502020204030204" pitchFamily="34" charset="0"/>
              <a:cs typeface="Arial" panose="020B0604020202020204" pitchFamily="34" charset="0"/>
            </a:endParaRPr>
          </a:p>
          <a:p>
            <a:pPr marL="0" marR="0" indent="0">
              <a:lnSpc>
                <a:spcPct val="115000"/>
              </a:lnSpc>
              <a:spcBef>
                <a:spcPts val="0"/>
              </a:spcBef>
              <a:spcAft>
                <a:spcPts val="1000"/>
              </a:spcAft>
              <a:buNone/>
            </a:pPr>
            <a:r>
              <a:rPr lang="en-US" sz="1600" dirty="0">
                <a:effectLst/>
                <a:ea typeface="Calibri" panose="020F0502020204030204" pitchFamily="34" charset="0"/>
                <a:cs typeface="Trebuchet MS" panose="020B0603020202020204" pitchFamily="34" charset="0"/>
              </a:rPr>
              <a:t>Below are the steps involved in Data Cleansing configuration </a:t>
            </a:r>
            <a:endParaRPr lang="en-US" sz="1600" dirty="0">
              <a:effectLst/>
              <a:ea typeface="Calibri" panose="020F0502020204030204" pitchFamily="34" charset="0"/>
              <a:cs typeface="Arial" panose="020B0604020202020204" pitchFamily="34" charset="0"/>
            </a:endParaRPr>
          </a:p>
          <a:p>
            <a:pPr marL="285750" marR="0" lvl="0" indent="-285750" algn="just" fontAlgn="base" hangingPunct="0">
              <a:lnSpc>
                <a:spcPct val="115000"/>
              </a:lnSpc>
              <a:spcBef>
                <a:spcPts val="0"/>
              </a:spcBef>
              <a:spcAft>
                <a:spcPts val="0"/>
              </a:spcAft>
              <a:buFont typeface="Arial" panose="020B0604020202020204" pitchFamily="34" charset="0"/>
              <a:buChar char="•"/>
              <a:tabLst>
                <a:tab pos="457200" algn="l"/>
              </a:tabLst>
            </a:pPr>
            <a:r>
              <a:rPr lang="en-US" sz="1600" b="0" kern="1200" dirty="0">
                <a:solidFill>
                  <a:srgbClr val="000000"/>
                </a:solidFill>
                <a:effectLst/>
                <a:ea typeface="MS Mincho" panose="02020609040205080304" pitchFamily="49" charset="-128"/>
                <a:cs typeface="Trebuchet MS" panose="020B0603020202020204" pitchFamily="34" charset="0"/>
              </a:rPr>
              <a:t>Select the particular asset in the Hierarchy.</a:t>
            </a:r>
            <a:endParaRPr lang="en-US" sz="1600" b="0" dirty="0">
              <a:effectLst/>
              <a:ea typeface="Calibri" panose="020F0502020204030204" pitchFamily="34" charset="0"/>
              <a:cs typeface="Arial" panose="020B0604020202020204" pitchFamily="34" charset="0"/>
            </a:endParaRPr>
          </a:p>
          <a:p>
            <a:pPr marL="285750" marR="0" lvl="0" indent="-285750" algn="just" fontAlgn="base" hangingPunct="0">
              <a:lnSpc>
                <a:spcPct val="115000"/>
              </a:lnSpc>
              <a:spcBef>
                <a:spcPts val="0"/>
              </a:spcBef>
              <a:spcAft>
                <a:spcPts val="0"/>
              </a:spcAft>
              <a:buFont typeface="Arial" panose="020B0604020202020204" pitchFamily="34" charset="0"/>
              <a:buChar char="•"/>
              <a:tabLst>
                <a:tab pos="457200" algn="l"/>
              </a:tabLst>
            </a:pPr>
            <a:r>
              <a:rPr lang="en-US" sz="1600" b="0" kern="1200" dirty="0">
                <a:solidFill>
                  <a:srgbClr val="000000"/>
                </a:solidFill>
                <a:effectLst/>
                <a:ea typeface="MS Mincho" panose="02020609040205080304" pitchFamily="49" charset="-128"/>
                <a:cs typeface="Trebuchet MS" panose="020B0603020202020204" pitchFamily="34" charset="0"/>
              </a:rPr>
              <a:t>Click variable monitoring in content menu.</a:t>
            </a:r>
            <a:endParaRPr lang="en-US" sz="1600" b="0" dirty="0">
              <a:effectLst/>
              <a:ea typeface="Calibri" panose="020F0502020204030204" pitchFamily="34" charset="0"/>
              <a:cs typeface="Arial" panose="020B0604020202020204" pitchFamily="34" charset="0"/>
            </a:endParaRPr>
          </a:p>
          <a:p>
            <a:pPr marL="285750" marR="0" lvl="0" indent="-285750" algn="just" fontAlgn="base" hangingPunct="0">
              <a:lnSpc>
                <a:spcPct val="115000"/>
              </a:lnSpc>
              <a:spcBef>
                <a:spcPts val="0"/>
              </a:spcBef>
              <a:spcAft>
                <a:spcPts val="0"/>
              </a:spcAft>
              <a:buFont typeface="Arial" panose="020B0604020202020204" pitchFamily="34" charset="0"/>
              <a:buChar char="•"/>
              <a:tabLst>
                <a:tab pos="457200" algn="l"/>
              </a:tabLst>
            </a:pPr>
            <a:r>
              <a:rPr lang="en-US" sz="1600" b="0" kern="1200" dirty="0">
                <a:solidFill>
                  <a:srgbClr val="000000"/>
                </a:solidFill>
                <a:effectLst/>
                <a:ea typeface="MS Mincho" panose="02020609040205080304" pitchFamily="49" charset="-128"/>
                <a:cs typeface="Trebuchet MS" panose="020B0603020202020204" pitchFamily="34" charset="0"/>
              </a:rPr>
              <a:t>In the Replacement and filtering tab, select the Tag from asset windows.</a:t>
            </a:r>
            <a:endParaRPr lang="en-US" sz="1600" b="0" dirty="0">
              <a:effectLst/>
              <a:ea typeface="Calibri" panose="020F0502020204030204" pitchFamily="34" charset="0"/>
              <a:cs typeface="Arial" panose="020B0604020202020204" pitchFamily="34" charset="0"/>
            </a:endParaRPr>
          </a:p>
          <a:p>
            <a:pPr marL="285750" marR="0" lvl="0" indent="-285750" algn="just" fontAlgn="base" hangingPunct="0">
              <a:lnSpc>
                <a:spcPct val="115000"/>
              </a:lnSpc>
              <a:spcBef>
                <a:spcPts val="0"/>
              </a:spcBef>
              <a:spcAft>
                <a:spcPts val="0"/>
              </a:spcAft>
              <a:buFont typeface="Arial" panose="020B0604020202020204" pitchFamily="34" charset="0"/>
              <a:buChar char="•"/>
              <a:tabLst>
                <a:tab pos="457200" algn="l"/>
              </a:tabLst>
            </a:pPr>
            <a:r>
              <a:rPr lang="en-US" sz="1600" b="0" kern="1200" dirty="0">
                <a:solidFill>
                  <a:srgbClr val="000000"/>
                </a:solidFill>
                <a:effectLst/>
                <a:ea typeface="MS Mincho" panose="02020609040205080304" pitchFamily="49" charset="-128"/>
                <a:cs typeface="Trebuchet MS" panose="020B0603020202020204" pitchFamily="34" charset="0"/>
              </a:rPr>
              <a:t>Specify the replacement type </a:t>
            </a:r>
            <a:endParaRPr lang="en-US" sz="1600" b="0" dirty="0">
              <a:effectLst/>
              <a:ea typeface="Calibri" panose="020F0502020204030204" pitchFamily="34" charset="0"/>
              <a:cs typeface="Arial" panose="020B0604020202020204" pitchFamily="34" charset="0"/>
            </a:endParaRPr>
          </a:p>
          <a:p>
            <a:pPr marL="747395" marR="0" indent="-285750" algn="just" fontAlgn="base" hangingPunct="0">
              <a:spcBef>
                <a:spcPts val="0"/>
              </a:spcBef>
              <a:spcAft>
                <a:spcPts val="0"/>
              </a:spcAft>
              <a:buFont typeface="Arial" panose="020B0604020202020204" pitchFamily="34" charset="0"/>
              <a:buChar char="•"/>
            </a:pPr>
            <a:r>
              <a:rPr lang="en-US" sz="1600" b="0" kern="1200" dirty="0">
                <a:solidFill>
                  <a:srgbClr val="000000"/>
                </a:solidFill>
                <a:effectLst/>
                <a:ea typeface="MS Mincho" panose="02020609040205080304" pitchFamily="49" charset="-128"/>
                <a:cs typeface="Trebuchet MS" panose="020B0603020202020204" pitchFamily="34" charset="0"/>
              </a:rPr>
              <a:t>	- Interpolate / Average / Last Good Value / Next Good Value / None</a:t>
            </a:r>
            <a:endParaRPr lang="en-US" sz="1600" b="0" dirty="0">
              <a:effectLst/>
              <a:ea typeface="MS Mincho" panose="02020609040205080304" pitchFamily="49" charset="-128"/>
            </a:endParaRPr>
          </a:p>
          <a:p>
            <a:pPr marL="285750" marR="0" lvl="0" indent="-285750" algn="just" fontAlgn="base" hangingPunct="0">
              <a:lnSpc>
                <a:spcPct val="115000"/>
              </a:lnSpc>
              <a:spcBef>
                <a:spcPts val="0"/>
              </a:spcBef>
              <a:spcAft>
                <a:spcPts val="0"/>
              </a:spcAft>
              <a:buFont typeface="Arial" panose="020B0604020202020204" pitchFamily="34" charset="0"/>
              <a:buChar char="•"/>
              <a:tabLst>
                <a:tab pos="457200" algn="l"/>
              </a:tabLst>
            </a:pPr>
            <a:r>
              <a:rPr lang="en-US" sz="1600" b="0" kern="1200" dirty="0">
                <a:solidFill>
                  <a:srgbClr val="000000"/>
                </a:solidFill>
                <a:effectLst/>
                <a:ea typeface="MS Mincho" panose="02020609040205080304" pitchFamily="49" charset="-128"/>
                <a:cs typeface="Trebuchet MS" panose="020B0603020202020204" pitchFamily="34" charset="0"/>
              </a:rPr>
              <a:t>Specify the Filter type (EMWA, LOES, Average / None) and specify filter param.</a:t>
            </a:r>
            <a:endParaRPr lang="en-US" sz="1600" b="0" dirty="0">
              <a:effectLst/>
              <a:ea typeface="Calibri" panose="020F0502020204030204" pitchFamily="34" charset="0"/>
              <a:cs typeface="Arial" panose="020B0604020202020204" pitchFamily="34" charset="0"/>
            </a:endParaRPr>
          </a:p>
          <a:p>
            <a:pPr marL="285750" marR="0" lvl="0" indent="-285750" algn="just" fontAlgn="base" hangingPunct="0">
              <a:lnSpc>
                <a:spcPct val="115000"/>
              </a:lnSpc>
              <a:spcBef>
                <a:spcPts val="0"/>
              </a:spcBef>
              <a:spcAft>
                <a:spcPts val="0"/>
              </a:spcAft>
              <a:buFont typeface="Arial" panose="020B0604020202020204" pitchFamily="34" charset="0"/>
              <a:buChar char="•"/>
              <a:tabLst>
                <a:tab pos="457200" algn="l"/>
              </a:tabLst>
            </a:pPr>
            <a:r>
              <a:rPr lang="en-US" sz="1600" b="0" kern="1200" dirty="0">
                <a:solidFill>
                  <a:srgbClr val="000000"/>
                </a:solidFill>
                <a:effectLst/>
                <a:ea typeface="MS Mincho" panose="02020609040205080304" pitchFamily="49" charset="-128"/>
                <a:cs typeface="Trebuchet MS" panose="020B0603020202020204" pitchFamily="34" charset="0"/>
              </a:rPr>
              <a:t>Specify the Lower and upper limit for the variable and enable event.</a:t>
            </a:r>
            <a:endParaRPr lang="en-US" sz="1600" b="0" dirty="0">
              <a:effectLst/>
              <a:ea typeface="Calibri" panose="020F0502020204030204" pitchFamily="34" charset="0"/>
              <a:cs typeface="Arial" panose="020B0604020202020204" pitchFamily="34" charset="0"/>
            </a:endParaRPr>
          </a:p>
          <a:p>
            <a:pPr marL="285750" marR="0" lvl="0" indent="-285750" algn="just" fontAlgn="base" hangingPunct="0">
              <a:lnSpc>
                <a:spcPct val="115000"/>
              </a:lnSpc>
              <a:spcBef>
                <a:spcPts val="0"/>
              </a:spcBef>
              <a:spcAft>
                <a:spcPts val="0"/>
              </a:spcAft>
              <a:buFont typeface="Arial" panose="020B0604020202020204" pitchFamily="34" charset="0"/>
              <a:buChar char="•"/>
              <a:tabLst>
                <a:tab pos="457200" algn="l"/>
              </a:tabLst>
            </a:pPr>
            <a:r>
              <a:rPr lang="en-US" sz="1600" b="0" kern="1200" dirty="0">
                <a:solidFill>
                  <a:srgbClr val="000000"/>
                </a:solidFill>
                <a:effectLst/>
                <a:ea typeface="MS Mincho" panose="02020609040205080304" pitchFamily="49" charset="-128"/>
                <a:cs typeface="Trebuchet MS" panose="020B0603020202020204" pitchFamily="34" charset="0"/>
              </a:rPr>
              <a:t>Save and Publish</a:t>
            </a:r>
          </a:p>
          <a:p>
            <a:pPr marL="285750" marR="0" lvl="0" indent="-285750" algn="just" fontAlgn="base" hangingPunct="0">
              <a:lnSpc>
                <a:spcPct val="115000"/>
              </a:lnSpc>
              <a:spcBef>
                <a:spcPts val="0"/>
              </a:spcBef>
              <a:spcAft>
                <a:spcPts val="0"/>
              </a:spcAft>
              <a:buFont typeface="Arial" panose="020B0604020202020204" pitchFamily="34" charset="0"/>
              <a:buChar char="•"/>
              <a:tabLst>
                <a:tab pos="457200" algn="l"/>
              </a:tabLst>
            </a:pPr>
            <a:endParaRPr lang="en-US" sz="1600" b="0" dirty="0">
              <a:solidFill>
                <a:srgbClr val="000000"/>
              </a:solidFill>
              <a:ea typeface="MS Mincho" panose="02020609040205080304" pitchFamily="49" charset="-128"/>
              <a:cs typeface="Arial" panose="020B0604020202020204" pitchFamily="34" charset="0"/>
            </a:endParaRPr>
          </a:p>
          <a:p>
            <a:pPr marL="0" indent="0" algn="just" fontAlgn="base" hangingPunct="0">
              <a:lnSpc>
                <a:spcPct val="115000"/>
              </a:lnSpc>
              <a:spcBef>
                <a:spcPts val="0"/>
              </a:spcBef>
              <a:spcAft>
                <a:spcPts val="0"/>
              </a:spcAft>
              <a:buNone/>
              <a:tabLst>
                <a:tab pos="457200" algn="l"/>
              </a:tabLst>
            </a:pPr>
            <a:r>
              <a:rPr lang="en-US" sz="1600" b="0" i="1" kern="1200" dirty="0">
                <a:solidFill>
                  <a:srgbClr val="000000"/>
                </a:solidFill>
                <a:effectLst/>
                <a:ea typeface="MS Mincho" panose="02020609040205080304" pitchFamily="49" charset="-128"/>
                <a:cs typeface="Trebuchet MS" panose="020B0603020202020204" pitchFamily="34" charset="0"/>
              </a:rPr>
              <a:t>Note:</a:t>
            </a:r>
            <a:r>
              <a:rPr lang="en-US" sz="1600" b="0" kern="1200" dirty="0">
                <a:solidFill>
                  <a:srgbClr val="000000"/>
                </a:solidFill>
                <a:effectLst/>
                <a:ea typeface="MS Mincho" panose="02020609040205080304" pitchFamily="49" charset="-128"/>
                <a:cs typeface="Trebuchet MS" panose="020B0603020202020204" pitchFamily="34" charset="0"/>
              </a:rPr>
              <a:t> For more information on data cleansing, refer Asset Sentinel users guide</a:t>
            </a:r>
            <a:endParaRPr lang="en-US" sz="1600" b="0" dirty="0">
              <a:effectLst/>
              <a:ea typeface="MS Mincho" panose="02020609040205080304" pitchFamily="49" charset="-128"/>
            </a:endParaRPr>
          </a:p>
          <a:p>
            <a:pPr marL="285750" marR="0" lvl="0" indent="-285750" algn="just" fontAlgn="base" hangingPunct="0">
              <a:lnSpc>
                <a:spcPct val="115000"/>
              </a:lnSpc>
              <a:spcBef>
                <a:spcPts val="0"/>
              </a:spcBef>
              <a:spcAft>
                <a:spcPts val="0"/>
              </a:spcAft>
              <a:buFont typeface="Arial" panose="020B0604020202020204" pitchFamily="34" charset="0"/>
              <a:buChar char="•"/>
              <a:tabLst>
                <a:tab pos="457200" algn="l"/>
              </a:tabLst>
            </a:pPr>
            <a:endParaRPr lang="en-US" sz="1600" b="0" dirty="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693539D-395E-44FD-8E40-F350AB1F7DD3}"/>
              </a:ext>
            </a:extLst>
          </p:cNvPr>
          <p:cNvSpPr>
            <a:spLocks noGrp="1"/>
          </p:cNvSpPr>
          <p:nvPr>
            <p:ph type="sldNum" sz="quarter" idx="12"/>
          </p:nvPr>
        </p:nvSpPr>
        <p:spPr/>
        <p:txBody>
          <a:bodyPr/>
          <a:lstStyle/>
          <a:p>
            <a:fld id="{7B94EC18-1D2B-4535-B738-0E53AFE26620}" type="slidenum">
              <a:rPr lang="en-US" smtClean="0"/>
              <a:t>59</a:t>
            </a:fld>
            <a:endParaRPr lang="en-US"/>
          </a:p>
        </p:txBody>
      </p:sp>
      <p:pic>
        <p:nvPicPr>
          <p:cNvPr id="7" name="Picture 6">
            <a:extLst>
              <a:ext uri="{FF2B5EF4-FFF2-40B4-BE49-F238E27FC236}">
                <a16:creationId xmlns:a16="http://schemas.microsoft.com/office/drawing/2014/main" id="{89B2D1A4-CB21-4A0A-AB2A-68CE171DDD03}"/>
              </a:ext>
            </a:extLst>
          </p:cNvPr>
          <p:cNvPicPr>
            <a:picLocks noChangeAspect="1"/>
          </p:cNvPicPr>
          <p:nvPr/>
        </p:nvPicPr>
        <p:blipFill>
          <a:blip r:embed="rId2"/>
          <a:stretch>
            <a:fillRect/>
          </a:stretch>
        </p:blipFill>
        <p:spPr>
          <a:xfrm>
            <a:off x="5764342" y="1633343"/>
            <a:ext cx="5683885" cy="4398010"/>
          </a:xfrm>
          <a:prstGeom prst="rect">
            <a:avLst/>
          </a:prstGeom>
        </p:spPr>
      </p:pic>
    </p:spTree>
    <p:extLst>
      <p:ext uri="{BB962C8B-B14F-4D97-AF65-F5344CB8AC3E}">
        <p14:creationId xmlns:p14="http://schemas.microsoft.com/office/powerpoint/2010/main" val="12620787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A8BD-3471-48CC-A7AD-556B23007C28}"/>
              </a:ext>
            </a:extLst>
          </p:cNvPr>
          <p:cNvSpPr>
            <a:spLocks noGrp="1"/>
          </p:cNvSpPr>
          <p:nvPr>
            <p:ph type="title"/>
          </p:nvPr>
        </p:nvSpPr>
        <p:spPr>
          <a:xfrm>
            <a:off x="495299" y="364656"/>
            <a:ext cx="11201401" cy="610488"/>
          </a:xfrm>
        </p:spPr>
        <p:txBody>
          <a:bodyPr/>
          <a:lstStyle/>
          <a:p>
            <a:pPr>
              <a:lnSpc>
                <a:spcPct val="115000"/>
              </a:lnSpc>
              <a:spcBef>
                <a:spcPts val="0"/>
              </a:spcBef>
              <a:spcAft>
                <a:spcPts val="1000"/>
              </a:spcAft>
            </a:pPr>
            <a:r>
              <a:rPr lang="en-US" sz="3200"/>
              <a:t>Check Calculation Execution Status</a:t>
            </a:r>
          </a:p>
        </p:txBody>
      </p:sp>
      <p:sp>
        <p:nvSpPr>
          <p:cNvPr id="3" name="Content Placeholder 2">
            <a:extLst>
              <a:ext uri="{FF2B5EF4-FFF2-40B4-BE49-F238E27FC236}">
                <a16:creationId xmlns:a16="http://schemas.microsoft.com/office/drawing/2014/main" id="{A42A85D8-3BE5-4AAB-970B-83EABA1B8E8A}"/>
              </a:ext>
            </a:extLst>
          </p:cNvPr>
          <p:cNvSpPr>
            <a:spLocks noGrp="1"/>
          </p:cNvSpPr>
          <p:nvPr>
            <p:ph idx="1"/>
          </p:nvPr>
        </p:nvSpPr>
        <p:spPr>
          <a:xfrm>
            <a:off x="495299" y="1207460"/>
            <a:ext cx="4495342" cy="4632832"/>
          </a:xfrm>
        </p:spPr>
        <p:txBody>
          <a:bodyPr/>
          <a:lstStyle/>
          <a:p>
            <a:pPr marL="0" marR="0" indent="0" fontAlgn="base" hangingPunct="0">
              <a:buNone/>
            </a:pPr>
            <a:r>
              <a:rPr lang="en-US" sz="1600" kern="1200">
                <a:solidFill>
                  <a:srgbClr val="000000"/>
                </a:solidFill>
                <a:effectLst/>
                <a:latin typeface="+mn-lt"/>
                <a:ea typeface="MS Mincho" panose="02020609040205080304" pitchFamily="49" charset="-128"/>
                <a:cs typeface="Trebuchet MS" panose="020B0603020202020204" pitchFamily="34" charset="0"/>
              </a:rPr>
              <a:t> Navigate to </a:t>
            </a:r>
            <a:r>
              <a:rPr lang="en-US" sz="1600" b="1" kern="1200">
                <a:solidFill>
                  <a:srgbClr val="000000"/>
                </a:solidFill>
                <a:effectLst/>
                <a:latin typeface="+mn-lt"/>
                <a:ea typeface="MS Mincho" panose="02020609040205080304" pitchFamily="49" charset="-128"/>
                <a:cs typeface="Trebuchet MS" panose="020B0603020202020204" pitchFamily="34" charset="0"/>
              </a:rPr>
              <a:t>Calculation Status</a:t>
            </a:r>
            <a:endParaRPr lang="en-US" sz="1600">
              <a:effectLst/>
              <a:latin typeface="+mn-lt"/>
              <a:ea typeface="MS Mincho" panose="02020609040205080304" pitchFamily="49" charset="-128"/>
            </a:endParaRPr>
          </a:p>
        </p:txBody>
      </p:sp>
      <p:sp>
        <p:nvSpPr>
          <p:cNvPr id="4" name="Slide Number Placeholder 3">
            <a:extLst>
              <a:ext uri="{FF2B5EF4-FFF2-40B4-BE49-F238E27FC236}">
                <a16:creationId xmlns:a16="http://schemas.microsoft.com/office/drawing/2014/main" id="{8693539D-395E-44FD-8E40-F350AB1F7DD3}"/>
              </a:ext>
            </a:extLst>
          </p:cNvPr>
          <p:cNvSpPr>
            <a:spLocks noGrp="1"/>
          </p:cNvSpPr>
          <p:nvPr>
            <p:ph type="sldNum" sz="quarter" idx="12"/>
          </p:nvPr>
        </p:nvSpPr>
        <p:spPr/>
        <p:txBody>
          <a:bodyPr/>
          <a:lstStyle/>
          <a:p>
            <a:fld id="{7B94EC18-1D2B-4535-B738-0E53AFE26620}" type="slidenum">
              <a:rPr lang="en-US" smtClean="0"/>
              <a:t>60</a:t>
            </a:fld>
            <a:endParaRPr lang="en-US"/>
          </a:p>
        </p:txBody>
      </p:sp>
      <p:pic>
        <p:nvPicPr>
          <p:cNvPr id="6" name="Picture 5">
            <a:extLst>
              <a:ext uri="{FF2B5EF4-FFF2-40B4-BE49-F238E27FC236}">
                <a16:creationId xmlns:a16="http://schemas.microsoft.com/office/drawing/2014/main" id="{6F74594B-DB49-46C5-8972-00BFDDB85559}"/>
              </a:ext>
            </a:extLst>
          </p:cNvPr>
          <p:cNvPicPr>
            <a:picLocks noChangeAspect="1"/>
          </p:cNvPicPr>
          <p:nvPr/>
        </p:nvPicPr>
        <p:blipFill>
          <a:blip r:embed="rId2"/>
          <a:stretch>
            <a:fillRect/>
          </a:stretch>
        </p:blipFill>
        <p:spPr>
          <a:xfrm>
            <a:off x="1358746" y="1931509"/>
            <a:ext cx="9474505" cy="4392173"/>
          </a:xfrm>
          <a:prstGeom prst="rect">
            <a:avLst/>
          </a:prstGeom>
          <a:noFill/>
          <a:ln>
            <a:noFill/>
          </a:ln>
        </p:spPr>
      </p:pic>
    </p:spTree>
    <p:extLst>
      <p:ext uri="{BB962C8B-B14F-4D97-AF65-F5344CB8AC3E}">
        <p14:creationId xmlns:p14="http://schemas.microsoft.com/office/powerpoint/2010/main" val="8191499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A8BD-3471-48CC-A7AD-556B23007C28}"/>
              </a:ext>
            </a:extLst>
          </p:cNvPr>
          <p:cNvSpPr>
            <a:spLocks noGrp="1"/>
          </p:cNvSpPr>
          <p:nvPr>
            <p:ph type="title"/>
          </p:nvPr>
        </p:nvSpPr>
        <p:spPr>
          <a:xfrm>
            <a:off x="495299" y="364656"/>
            <a:ext cx="11201401" cy="1166689"/>
          </a:xfrm>
        </p:spPr>
        <p:txBody>
          <a:bodyPr/>
          <a:lstStyle/>
          <a:p>
            <a:pPr>
              <a:lnSpc>
                <a:spcPct val="115000"/>
              </a:lnSpc>
              <a:spcBef>
                <a:spcPts val="0"/>
              </a:spcBef>
              <a:spcAft>
                <a:spcPts val="1000"/>
              </a:spcAft>
            </a:pPr>
            <a:r>
              <a:rPr lang="en-US" sz="3200"/>
              <a:t>Data Cleansing Configuration– System</a:t>
            </a:r>
            <a:br>
              <a:rPr lang="en-US" sz="3200"/>
            </a:br>
            <a:r>
              <a:rPr lang="en-US" sz="3200"/>
              <a:t>Demo / Hands-On</a:t>
            </a:r>
            <a:br>
              <a:rPr lang="en-US" sz="3200"/>
            </a:br>
            <a:br>
              <a:rPr lang="en-US" sz="3200"/>
            </a:br>
            <a:br>
              <a:rPr lang="en-US" sz="3200"/>
            </a:br>
            <a:br>
              <a:rPr lang="en-US" sz="1800">
                <a:effectLst/>
                <a:latin typeface="Arial" panose="020B0604020202020204" pitchFamily="34" charset="0"/>
                <a:ea typeface="Calibri" panose="020F0502020204030204" pitchFamily="34" charset="0"/>
                <a:cs typeface="Arial" panose="020B0604020202020204" pitchFamily="34" charset="0"/>
              </a:rPr>
            </a:br>
            <a:br>
              <a:rPr lang="en-US" sz="1800">
                <a:effectLst/>
                <a:latin typeface="Arial" panose="020B0604020202020204" pitchFamily="34" charset="0"/>
                <a:ea typeface="Calibri" panose="020F0502020204030204" pitchFamily="34" charset="0"/>
                <a:cs typeface="Arial" panose="020B0604020202020204" pitchFamily="34" charset="0"/>
              </a:rPr>
            </a:br>
            <a:br>
              <a:rPr lang="en-GB" sz="3200"/>
            </a:br>
            <a:endParaRPr lang="en-US" sz="3200"/>
          </a:p>
        </p:txBody>
      </p:sp>
      <p:sp>
        <p:nvSpPr>
          <p:cNvPr id="3" name="Content Placeholder 2">
            <a:extLst>
              <a:ext uri="{FF2B5EF4-FFF2-40B4-BE49-F238E27FC236}">
                <a16:creationId xmlns:a16="http://schemas.microsoft.com/office/drawing/2014/main" id="{A42A85D8-3BE5-4AAB-970B-83EABA1B8E8A}"/>
              </a:ext>
            </a:extLst>
          </p:cNvPr>
          <p:cNvSpPr>
            <a:spLocks noGrp="1"/>
          </p:cNvSpPr>
          <p:nvPr>
            <p:ph idx="1"/>
          </p:nvPr>
        </p:nvSpPr>
        <p:spPr>
          <a:xfrm>
            <a:off x="495299" y="1681185"/>
            <a:ext cx="10521568" cy="4632832"/>
          </a:xfrm>
        </p:spPr>
        <p:txBody>
          <a:bodyPr/>
          <a:lstStyle/>
          <a:p>
            <a:pPr marL="0" marR="0" indent="0" algn="just" fontAlgn="base" hangingPunct="0">
              <a:lnSpc>
                <a:spcPct val="115000"/>
              </a:lnSpc>
              <a:spcBef>
                <a:spcPts val="0"/>
              </a:spcBef>
              <a:spcAft>
                <a:spcPts val="0"/>
              </a:spcAft>
              <a:buNone/>
            </a:pPr>
            <a:r>
              <a:rPr lang="en-US" sz="1600" kern="1200">
                <a:solidFill>
                  <a:srgbClr val="000000"/>
                </a:solidFill>
                <a:effectLst/>
                <a:ea typeface="Arial" panose="020B0604020202020204" pitchFamily="34" charset="0"/>
                <a:cs typeface="Trebuchet MS" panose="020B0603020202020204" pitchFamily="34" charset="0"/>
              </a:rPr>
              <a:t>Assignment 3</a:t>
            </a:r>
            <a:endParaRPr lang="en-US" sz="1600">
              <a:effectLst/>
              <a:ea typeface="Calibri" panose="020F0502020204030204" pitchFamily="34" charset="0"/>
              <a:cs typeface="Arial" panose="020B0604020202020204" pitchFamily="34" charset="0"/>
            </a:endParaRPr>
          </a:p>
          <a:p>
            <a:pPr marL="0" marR="0" indent="0" fontAlgn="base" hangingPunct="0">
              <a:lnSpc>
                <a:spcPct val="115000"/>
              </a:lnSpc>
              <a:spcBef>
                <a:spcPts val="0"/>
              </a:spcBef>
              <a:spcAft>
                <a:spcPts val="0"/>
              </a:spcAft>
              <a:buNone/>
            </a:pPr>
            <a:r>
              <a:rPr lang="en-US" sz="1600" b="0" kern="1200">
                <a:solidFill>
                  <a:srgbClr val="000000"/>
                </a:solidFill>
                <a:effectLst/>
                <a:ea typeface="Arial" panose="020B0604020202020204" pitchFamily="34" charset="0"/>
                <a:cs typeface="Trebuchet MS" panose="020B0603020202020204" pitchFamily="34" charset="0"/>
              </a:rPr>
              <a:t>Step 1: Select already configured asset and perform data cleansing for an asset</a:t>
            </a:r>
            <a:endParaRPr lang="en-US" sz="1600" b="0">
              <a:effectLst/>
              <a:ea typeface="Calibri" panose="020F0502020204030204" pitchFamily="34" charset="0"/>
              <a:cs typeface="Arial" panose="020B0604020202020204" pitchFamily="34" charset="0"/>
            </a:endParaRPr>
          </a:p>
          <a:p>
            <a:pPr marL="0" marR="0" indent="0" fontAlgn="base" hangingPunct="0">
              <a:lnSpc>
                <a:spcPct val="115000"/>
              </a:lnSpc>
              <a:spcBef>
                <a:spcPts val="0"/>
              </a:spcBef>
              <a:spcAft>
                <a:spcPts val="0"/>
              </a:spcAft>
              <a:buNone/>
            </a:pPr>
            <a:r>
              <a:rPr lang="en-US" sz="1600" b="0" kern="1200">
                <a:solidFill>
                  <a:srgbClr val="000000"/>
                </a:solidFill>
                <a:effectLst/>
                <a:ea typeface="Arial" panose="020B0604020202020204" pitchFamily="34" charset="0"/>
                <a:cs typeface="Trebuchet MS" panose="020B0603020202020204" pitchFamily="34" charset="0"/>
              </a:rPr>
              <a:t>Step 2: Use cleansed value in calculation.</a:t>
            </a:r>
            <a:endParaRPr lang="en-US" sz="1600" b="0">
              <a:effectLst/>
              <a:ea typeface="Calibri" panose="020F0502020204030204" pitchFamily="34" charset="0"/>
              <a:cs typeface="Arial" panose="020B0604020202020204" pitchFamily="34" charset="0"/>
            </a:endParaRPr>
          </a:p>
          <a:p>
            <a:pPr marL="0" marR="0" indent="0" fontAlgn="base" hangingPunct="0">
              <a:lnSpc>
                <a:spcPct val="115000"/>
              </a:lnSpc>
              <a:spcBef>
                <a:spcPts val="0"/>
              </a:spcBef>
              <a:spcAft>
                <a:spcPts val="0"/>
              </a:spcAft>
              <a:buNone/>
            </a:pPr>
            <a:r>
              <a:rPr lang="en-US" sz="1600" b="0" kern="1200">
                <a:solidFill>
                  <a:srgbClr val="000000"/>
                </a:solidFill>
                <a:effectLst/>
                <a:ea typeface="Arial" panose="020B0604020202020204" pitchFamily="34" charset="0"/>
                <a:cs typeface="Trebuchet MS" panose="020B0603020202020204" pitchFamily="34" charset="0"/>
              </a:rPr>
              <a:t>Step 3: Check the calculation status for any issue. </a:t>
            </a:r>
            <a:endParaRPr lang="en-US" sz="1600" b="0">
              <a:effectLst/>
              <a:ea typeface="Calibri" panose="020F0502020204030204" pitchFamily="34" charset="0"/>
              <a:cs typeface="Arial" panose="020B0604020202020204" pitchFamily="34" charset="0"/>
            </a:endParaRPr>
          </a:p>
          <a:p>
            <a:pPr marL="0" marR="0" lvl="0" indent="0" fontAlgn="base" hangingPunct="0">
              <a:lnSpc>
                <a:spcPct val="115000"/>
              </a:lnSpc>
              <a:spcBef>
                <a:spcPts val="0"/>
              </a:spcBef>
              <a:spcAft>
                <a:spcPts val="0"/>
              </a:spcAft>
              <a:buNone/>
            </a:pPr>
            <a:r>
              <a:rPr lang="en-US" sz="1600" b="0">
                <a:effectLst/>
                <a:ea typeface="MS Mincho" panose="02020609040205080304" pitchFamily="49" charset="-128"/>
                <a:cs typeface="Trebuchet MS" panose="020B0603020202020204" pitchFamily="34" charset="0"/>
              </a:rPr>
              <a:t> </a:t>
            </a:r>
            <a:endParaRPr lang="en-US" sz="1600" b="0">
              <a:effectLst/>
              <a:ea typeface="Calibri" panose="020F0502020204030204" pitchFamily="34" charset="0"/>
              <a:cs typeface="Arial" panose="020B0604020202020204" pitchFamily="34" charset="0"/>
            </a:endParaRPr>
          </a:p>
          <a:p>
            <a:pPr marL="0" marR="0" indent="0" fontAlgn="base" hangingPunct="0">
              <a:lnSpc>
                <a:spcPct val="115000"/>
              </a:lnSpc>
              <a:spcBef>
                <a:spcPts val="0"/>
              </a:spcBef>
              <a:spcAft>
                <a:spcPts val="0"/>
              </a:spcAft>
              <a:buNone/>
            </a:pPr>
            <a:r>
              <a:rPr lang="en-US" sz="1600" b="0" i="1" kern="1200">
                <a:solidFill>
                  <a:srgbClr val="000000"/>
                </a:solidFill>
                <a:effectLst/>
                <a:ea typeface="Arial" panose="020B0604020202020204" pitchFamily="34" charset="0"/>
                <a:cs typeface="Trebuchet MS" panose="020B0603020202020204" pitchFamily="34" charset="0"/>
              </a:rPr>
              <a:t>Note</a:t>
            </a:r>
            <a:r>
              <a:rPr lang="en-US" sz="1600" b="0" kern="1200">
                <a:solidFill>
                  <a:srgbClr val="000000"/>
                </a:solidFill>
                <a:effectLst/>
                <a:ea typeface="Arial" panose="020B0604020202020204" pitchFamily="34" charset="0"/>
                <a:cs typeface="Trebuchet MS" panose="020B0603020202020204" pitchFamily="34" charset="0"/>
              </a:rPr>
              <a:t>: For more information on configuration refer the </a:t>
            </a:r>
            <a:r>
              <a:rPr lang="en-US" sz="1600" b="0" kern="1200" err="1">
                <a:solidFill>
                  <a:srgbClr val="000000"/>
                </a:solidFill>
                <a:effectLst/>
                <a:ea typeface="Arial" panose="020B0604020202020204" pitchFamily="34" charset="0"/>
                <a:cs typeface="Trebuchet MS" panose="020B0603020202020204" pitchFamily="34" charset="0"/>
              </a:rPr>
              <a:t>Uniformance</a:t>
            </a:r>
            <a:r>
              <a:rPr lang="en-US" sz="1600" b="0" kern="1200">
                <a:solidFill>
                  <a:srgbClr val="000000"/>
                </a:solidFill>
                <a:effectLst/>
                <a:ea typeface="Arial" panose="020B0604020202020204" pitchFamily="34" charset="0"/>
                <a:cs typeface="Trebuchet MS" panose="020B0603020202020204" pitchFamily="34" charset="0"/>
              </a:rPr>
              <a:t> Asset Sentinel Configuration guide.</a:t>
            </a:r>
            <a:endParaRPr lang="en-US" sz="1600" b="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693539D-395E-44FD-8E40-F350AB1F7DD3}"/>
              </a:ext>
            </a:extLst>
          </p:cNvPr>
          <p:cNvSpPr>
            <a:spLocks noGrp="1"/>
          </p:cNvSpPr>
          <p:nvPr>
            <p:ph type="sldNum" sz="quarter" idx="12"/>
          </p:nvPr>
        </p:nvSpPr>
        <p:spPr/>
        <p:txBody>
          <a:bodyPr/>
          <a:lstStyle/>
          <a:p>
            <a:fld id="{7B94EC18-1D2B-4535-B738-0E53AFE26620}" type="slidenum">
              <a:rPr lang="en-US" smtClean="0"/>
              <a:t>61</a:t>
            </a:fld>
            <a:endParaRPr lang="en-US"/>
          </a:p>
        </p:txBody>
      </p:sp>
    </p:spTree>
    <p:extLst>
      <p:ext uri="{BB962C8B-B14F-4D97-AF65-F5344CB8AC3E}">
        <p14:creationId xmlns:p14="http://schemas.microsoft.com/office/powerpoint/2010/main" val="37339578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BEBCD-AB1C-4A74-818B-81930952BA38}"/>
              </a:ext>
            </a:extLst>
          </p:cNvPr>
          <p:cNvSpPr>
            <a:spLocks noGrp="1"/>
          </p:cNvSpPr>
          <p:nvPr>
            <p:ph type="title"/>
          </p:nvPr>
        </p:nvSpPr>
        <p:spPr>
          <a:xfrm>
            <a:off x="495299" y="2114779"/>
            <a:ext cx="11201401" cy="3671583"/>
          </a:xfrm>
        </p:spPr>
        <p:txBody>
          <a:bodyPr/>
          <a:lstStyle/>
          <a:p>
            <a:pPr algn="ctr">
              <a:lnSpc>
                <a:spcPct val="150000"/>
              </a:lnSpc>
            </a:pPr>
            <a:r>
              <a:rPr lang="en-US" sz="4000" b="1" dirty="0"/>
              <a:t>Module 5</a:t>
            </a:r>
            <a:br>
              <a:rPr lang="en-US" sz="4000" b="1" dirty="0"/>
            </a:br>
            <a:r>
              <a:rPr lang="en-US" sz="4000" b="1" dirty="0"/>
              <a:t>APM – User Roles and Permission</a:t>
            </a:r>
            <a:br>
              <a:rPr lang="en-US" sz="4000" b="1" dirty="0"/>
            </a:br>
            <a:br>
              <a:rPr lang="en-US" b="1" dirty="0"/>
            </a:br>
            <a:endParaRPr lang="en-US" dirty="0"/>
          </a:p>
        </p:txBody>
      </p:sp>
      <p:sp>
        <p:nvSpPr>
          <p:cNvPr id="4" name="Slide Number Placeholder 3">
            <a:extLst>
              <a:ext uri="{FF2B5EF4-FFF2-40B4-BE49-F238E27FC236}">
                <a16:creationId xmlns:a16="http://schemas.microsoft.com/office/drawing/2014/main" id="{75A460D8-5693-420B-AE61-C7D5B7AA3C80}"/>
              </a:ext>
            </a:extLst>
          </p:cNvPr>
          <p:cNvSpPr>
            <a:spLocks noGrp="1"/>
          </p:cNvSpPr>
          <p:nvPr>
            <p:ph type="sldNum" sz="quarter" idx="12"/>
          </p:nvPr>
        </p:nvSpPr>
        <p:spPr/>
        <p:txBody>
          <a:bodyPr/>
          <a:lstStyle/>
          <a:p>
            <a:fld id="{7B94EC18-1D2B-4535-B738-0E53AFE26620}" type="slidenum">
              <a:rPr lang="en-US" smtClean="0"/>
              <a:t>62</a:t>
            </a:fld>
            <a:endParaRPr lang="en-US"/>
          </a:p>
        </p:txBody>
      </p:sp>
    </p:spTree>
    <p:extLst>
      <p:ext uri="{BB962C8B-B14F-4D97-AF65-F5344CB8AC3E}">
        <p14:creationId xmlns:p14="http://schemas.microsoft.com/office/powerpoint/2010/main" val="25074769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A8BD-3471-48CC-A7AD-556B23007C28}"/>
              </a:ext>
            </a:extLst>
          </p:cNvPr>
          <p:cNvSpPr>
            <a:spLocks noGrp="1"/>
          </p:cNvSpPr>
          <p:nvPr>
            <p:ph type="title"/>
          </p:nvPr>
        </p:nvSpPr>
        <p:spPr>
          <a:xfrm>
            <a:off x="495299" y="495299"/>
            <a:ext cx="11201401" cy="615553"/>
          </a:xfrm>
        </p:spPr>
        <p:txBody>
          <a:bodyPr wrap="square" anchor="t">
            <a:normAutofit/>
          </a:bodyPr>
          <a:lstStyle/>
          <a:p>
            <a:pPr>
              <a:spcBef>
                <a:spcPts val="0"/>
              </a:spcBef>
              <a:spcAft>
                <a:spcPts val="1000"/>
              </a:spcAft>
            </a:pPr>
            <a:r>
              <a:rPr lang="en-GB" sz="3200"/>
              <a:t>User Roles and Permission</a:t>
            </a:r>
            <a:endParaRPr lang="en-US" sz="3200"/>
          </a:p>
        </p:txBody>
      </p:sp>
      <p:sp>
        <p:nvSpPr>
          <p:cNvPr id="3" name="Content Placeholder 2">
            <a:extLst>
              <a:ext uri="{FF2B5EF4-FFF2-40B4-BE49-F238E27FC236}">
                <a16:creationId xmlns:a16="http://schemas.microsoft.com/office/drawing/2014/main" id="{A42A85D8-3BE5-4AAB-970B-83EABA1B8E8A}"/>
              </a:ext>
            </a:extLst>
          </p:cNvPr>
          <p:cNvSpPr>
            <a:spLocks noGrp="1"/>
          </p:cNvSpPr>
          <p:nvPr>
            <p:ph idx="1"/>
          </p:nvPr>
        </p:nvSpPr>
        <p:spPr>
          <a:xfrm>
            <a:off x="723899" y="2417389"/>
            <a:ext cx="5372100" cy="3135218"/>
          </a:xfrm>
        </p:spPr>
        <p:txBody>
          <a:bodyPr wrap="square">
            <a:normAutofit/>
          </a:bodyPr>
          <a:lstStyle/>
          <a:p>
            <a:pPr marL="0" marR="0" indent="0">
              <a:spcBef>
                <a:spcPts val="0"/>
              </a:spcBef>
              <a:spcAft>
                <a:spcPts val="1000"/>
              </a:spcAft>
              <a:buNone/>
            </a:pPr>
            <a:r>
              <a:rPr lang="en-US" sz="1600" b="0">
                <a:effectLst/>
              </a:rPr>
              <a:t>Roles Configured</a:t>
            </a:r>
          </a:p>
          <a:p>
            <a:pPr marL="0" marR="0" indent="0" fontAlgn="base" hangingPunct="0">
              <a:spcBef>
                <a:spcPts val="0"/>
              </a:spcBef>
              <a:spcAft>
                <a:spcPts val="0"/>
              </a:spcAft>
              <a:buNone/>
            </a:pPr>
            <a:r>
              <a:rPr lang="en-US" sz="1600" b="0" kern="1200">
                <a:effectLst/>
              </a:rPr>
              <a:t>Below are the roles configured</a:t>
            </a:r>
            <a:endParaRPr lang="en-US" sz="1600" b="0">
              <a:effectLst/>
            </a:endParaRPr>
          </a:p>
          <a:p>
            <a:pPr marL="0" marR="0" lvl="0" indent="0" fontAlgn="base" hangingPunct="0">
              <a:spcBef>
                <a:spcPts val="0"/>
              </a:spcBef>
              <a:spcAft>
                <a:spcPts val="0"/>
              </a:spcAft>
              <a:buNone/>
              <a:tabLst>
                <a:tab pos="269875" algn="l"/>
              </a:tabLst>
            </a:pPr>
            <a:r>
              <a:rPr lang="en-US" sz="1600" b="0" kern="1200">
                <a:effectLst/>
              </a:rPr>
              <a:t>Administrators</a:t>
            </a:r>
            <a:endParaRPr lang="en-US" sz="1600" b="0">
              <a:effectLst/>
            </a:endParaRPr>
          </a:p>
          <a:p>
            <a:pPr marL="0" marR="0" lvl="0" indent="0" fontAlgn="base" hangingPunct="0">
              <a:spcBef>
                <a:spcPts val="0"/>
              </a:spcBef>
              <a:spcAft>
                <a:spcPts val="0"/>
              </a:spcAft>
              <a:buNone/>
              <a:tabLst>
                <a:tab pos="269875" algn="l"/>
              </a:tabLst>
            </a:pPr>
            <a:r>
              <a:rPr lang="en-US" sz="1600" b="0" kern="1200">
                <a:effectLst/>
              </a:rPr>
              <a:t>Engineers</a:t>
            </a:r>
            <a:endParaRPr lang="en-US" sz="1600" b="0">
              <a:effectLst/>
            </a:endParaRPr>
          </a:p>
          <a:p>
            <a:pPr marL="0" marR="0" lvl="0" indent="0" fontAlgn="base" hangingPunct="0">
              <a:spcBef>
                <a:spcPts val="0"/>
              </a:spcBef>
              <a:spcAft>
                <a:spcPts val="0"/>
              </a:spcAft>
              <a:buNone/>
              <a:tabLst>
                <a:tab pos="269875" algn="l"/>
              </a:tabLst>
            </a:pPr>
            <a:r>
              <a:rPr lang="en-US" sz="1600" b="0" kern="1200">
                <a:effectLst/>
              </a:rPr>
              <a:t>Reliability Engineers</a:t>
            </a:r>
            <a:endParaRPr lang="en-US" sz="1600" b="0">
              <a:effectLst/>
            </a:endParaRPr>
          </a:p>
          <a:p>
            <a:pPr marL="0" marR="0" lvl="0" indent="0" fontAlgn="base" hangingPunct="0">
              <a:spcBef>
                <a:spcPts val="0"/>
              </a:spcBef>
              <a:spcAft>
                <a:spcPts val="0"/>
              </a:spcAft>
              <a:buNone/>
              <a:tabLst>
                <a:tab pos="269875" algn="l"/>
              </a:tabLst>
            </a:pPr>
            <a:r>
              <a:rPr lang="en-US" sz="1600" b="0" kern="1200">
                <a:effectLst/>
              </a:rPr>
              <a:t>View Only Users</a:t>
            </a:r>
            <a:endParaRPr lang="en-US" sz="1600" b="0">
              <a:effectLst/>
            </a:endParaRPr>
          </a:p>
          <a:p>
            <a:pPr marL="0" marR="0" lvl="0" indent="0" fontAlgn="base" hangingPunct="0">
              <a:spcBef>
                <a:spcPts val="0"/>
              </a:spcBef>
              <a:spcAft>
                <a:spcPts val="0"/>
              </a:spcAft>
              <a:buNone/>
              <a:tabLst>
                <a:tab pos="457200" algn="l"/>
              </a:tabLst>
            </a:pPr>
            <a:endParaRPr lang="en-US" b="0">
              <a:effectLst/>
            </a:endParaRPr>
          </a:p>
        </p:txBody>
      </p:sp>
      <p:sp>
        <p:nvSpPr>
          <p:cNvPr id="4" name="Slide Number Placeholder 3">
            <a:extLst>
              <a:ext uri="{FF2B5EF4-FFF2-40B4-BE49-F238E27FC236}">
                <a16:creationId xmlns:a16="http://schemas.microsoft.com/office/drawing/2014/main" id="{8693539D-395E-44FD-8E40-F350AB1F7DD3}"/>
              </a:ext>
            </a:extLst>
          </p:cNvPr>
          <p:cNvSpPr>
            <a:spLocks noGrp="1"/>
          </p:cNvSpPr>
          <p:nvPr>
            <p:ph type="sldNum" sz="quarter" idx="12"/>
          </p:nvPr>
        </p:nvSpPr>
        <p:spPr>
          <a:xfrm>
            <a:off x="11199755" y="6480164"/>
            <a:ext cx="496945" cy="237617"/>
          </a:xfrm>
        </p:spPr>
        <p:txBody>
          <a:bodyPr anchor="b">
            <a:normAutofit lnSpcReduction="10000"/>
          </a:bodyPr>
          <a:lstStyle/>
          <a:p>
            <a:pPr>
              <a:spcAft>
                <a:spcPts val="600"/>
              </a:spcAft>
            </a:pPr>
            <a:fld id="{7B94EC18-1D2B-4535-B738-0E53AFE26620}" type="slidenum">
              <a:rPr lang="en-US" smtClean="0"/>
              <a:pPr>
                <a:spcAft>
                  <a:spcPts val="600"/>
                </a:spcAft>
              </a:pPr>
              <a:t>63</a:t>
            </a:fld>
            <a:endParaRPr lang="en-US"/>
          </a:p>
        </p:txBody>
      </p:sp>
      <p:pic>
        <p:nvPicPr>
          <p:cNvPr id="6" name="Picture 5">
            <a:extLst>
              <a:ext uri="{FF2B5EF4-FFF2-40B4-BE49-F238E27FC236}">
                <a16:creationId xmlns:a16="http://schemas.microsoft.com/office/drawing/2014/main" id="{6972D3D2-D7E1-48AB-ABCC-800878448A1E}"/>
              </a:ext>
            </a:extLst>
          </p:cNvPr>
          <p:cNvPicPr>
            <a:picLocks noChangeAspect="1"/>
          </p:cNvPicPr>
          <p:nvPr/>
        </p:nvPicPr>
        <p:blipFill>
          <a:blip r:embed="rId2"/>
          <a:stretch>
            <a:fillRect/>
          </a:stretch>
        </p:blipFill>
        <p:spPr>
          <a:xfrm>
            <a:off x="4771222" y="2252243"/>
            <a:ext cx="5372100" cy="3465511"/>
          </a:xfrm>
          <a:prstGeom prst="rect">
            <a:avLst/>
          </a:prstGeom>
          <a:noFill/>
          <a:ln>
            <a:noFill/>
          </a:ln>
        </p:spPr>
      </p:pic>
      <p:sp>
        <p:nvSpPr>
          <p:cNvPr id="7" name="Slide Number Placeholder 3">
            <a:extLst>
              <a:ext uri="{FF2B5EF4-FFF2-40B4-BE49-F238E27FC236}">
                <a16:creationId xmlns:a16="http://schemas.microsoft.com/office/drawing/2014/main" id="{098D0050-7CE5-77B3-27B6-F7FF51787E71}"/>
              </a:ext>
            </a:extLst>
          </p:cNvPr>
          <p:cNvSpPr txBox="1">
            <a:spLocks/>
          </p:cNvSpPr>
          <p:nvPr/>
        </p:nvSpPr>
        <p:spPr>
          <a:xfrm>
            <a:off x="11645901" y="-38343"/>
            <a:ext cx="675217" cy="504825"/>
          </a:xfrm>
          <a:prstGeom prst="rect">
            <a:avLst/>
          </a:prstGeom>
        </p:spPr>
        <p:txBody>
          <a:bodyPr vert="horz" lIns="91440" tIns="45720" rIns="91440" bIns="45720" rtlCol="0" anchor="ctr"/>
          <a:lstStyle>
            <a:defPPr>
              <a:defRPr lang="en-US"/>
            </a:defPPr>
            <a:lvl1pPr marL="0" algn="l" defTabSz="914400" rtl="0" eaLnBrk="1" fontAlgn="auto" latinLnBrk="0" hangingPunct="1">
              <a:spcBef>
                <a:spcPts val="0"/>
              </a:spcBef>
              <a:spcAft>
                <a:spcPts val="0"/>
              </a:spcAft>
              <a:defRPr sz="1000" b="1" i="0" kern="1200">
                <a:solidFill>
                  <a:schemeClr val="bg1"/>
                </a:solidFill>
                <a:latin typeface="HelveticaNeue MediumCond"/>
                <a:ea typeface="+mn-ea"/>
                <a:cs typeface="HelveticaNeue Medium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B94EC18-1D2B-4535-B738-0E53AFE26620}" type="slidenum">
              <a:rPr lang="en-US" smtClean="0"/>
              <a:pPr/>
              <a:t>63</a:t>
            </a:fld>
            <a:endParaRPr lang="en-US"/>
          </a:p>
        </p:txBody>
      </p:sp>
    </p:spTree>
    <p:extLst>
      <p:ext uri="{BB962C8B-B14F-4D97-AF65-F5344CB8AC3E}">
        <p14:creationId xmlns:p14="http://schemas.microsoft.com/office/powerpoint/2010/main" val="16413409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A8BD-3471-48CC-A7AD-556B23007C28}"/>
              </a:ext>
            </a:extLst>
          </p:cNvPr>
          <p:cNvSpPr>
            <a:spLocks noGrp="1"/>
          </p:cNvSpPr>
          <p:nvPr>
            <p:ph type="title"/>
          </p:nvPr>
        </p:nvSpPr>
        <p:spPr>
          <a:xfrm>
            <a:off x="495299" y="495299"/>
            <a:ext cx="11201401" cy="615553"/>
          </a:xfrm>
        </p:spPr>
        <p:txBody>
          <a:bodyPr wrap="square" anchor="t">
            <a:normAutofit fontScale="90000"/>
          </a:bodyPr>
          <a:lstStyle/>
          <a:p>
            <a:pPr>
              <a:spcBef>
                <a:spcPts val="0"/>
              </a:spcBef>
              <a:spcAft>
                <a:spcPts val="1000"/>
              </a:spcAft>
            </a:pPr>
            <a:r>
              <a:rPr lang="en-US" sz="3600"/>
              <a:t>Associating Users to Roles</a:t>
            </a:r>
            <a:br>
              <a:rPr lang="en-US" sz="3600"/>
            </a:br>
            <a:endParaRPr lang="en-US" sz="3600"/>
          </a:p>
        </p:txBody>
      </p:sp>
      <p:sp>
        <p:nvSpPr>
          <p:cNvPr id="3" name="Content Placeholder 2">
            <a:extLst>
              <a:ext uri="{FF2B5EF4-FFF2-40B4-BE49-F238E27FC236}">
                <a16:creationId xmlns:a16="http://schemas.microsoft.com/office/drawing/2014/main" id="{A42A85D8-3BE5-4AAB-970B-83EABA1B8E8A}"/>
              </a:ext>
            </a:extLst>
          </p:cNvPr>
          <p:cNvSpPr>
            <a:spLocks noGrp="1"/>
          </p:cNvSpPr>
          <p:nvPr>
            <p:ph idx="1"/>
          </p:nvPr>
        </p:nvSpPr>
        <p:spPr>
          <a:xfrm>
            <a:off x="305258" y="1701293"/>
            <a:ext cx="5372100" cy="3135218"/>
          </a:xfrm>
        </p:spPr>
        <p:txBody>
          <a:bodyPr wrap="square">
            <a:normAutofit/>
          </a:bodyPr>
          <a:lstStyle/>
          <a:p>
            <a:pPr marL="0" marR="0" indent="0" fontAlgn="base" hangingPunct="0">
              <a:lnSpc>
                <a:spcPct val="115000"/>
              </a:lnSpc>
              <a:spcBef>
                <a:spcPts val="0"/>
              </a:spcBef>
              <a:spcAft>
                <a:spcPts val="0"/>
              </a:spcAft>
              <a:buNone/>
            </a:pPr>
            <a:r>
              <a:rPr lang="en-US" sz="1600" b="0" kern="1200" dirty="0">
                <a:solidFill>
                  <a:srgbClr val="000000"/>
                </a:solidFill>
                <a:effectLst/>
                <a:ea typeface="Arial" panose="020B0604020202020204" pitchFamily="34" charset="0"/>
                <a:cs typeface="Trebuchet MS" panose="020B0603020202020204" pitchFamily="34" charset="0"/>
              </a:rPr>
              <a:t>User to specific roles shall be added at the respective domain user groups. These Domain groups are associated to the respective roles in UAS security</a:t>
            </a:r>
            <a:endParaRPr lang="en-US" sz="1600" b="0" dirty="0">
              <a:effectLst/>
              <a:ea typeface="Calibri" panose="020F0502020204030204" pitchFamily="34" charset="0"/>
              <a:cs typeface="Arial" panose="020B0604020202020204" pitchFamily="34" charset="0"/>
            </a:endParaRPr>
          </a:p>
          <a:p>
            <a:pPr marL="0" marR="0" lvl="0" indent="0" fontAlgn="base" hangingPunct="0">
              <a:lnSpc>
                <a:spcPct val="115000"/>
              </a:lnSpc>
              <a:spcBef>
                <a:spcPts val="0"/>
              </a:spcBef>
              <a:spcAft>
                <a:spcPts val="0"/>
              </a:spcAft>
              <a:buNone/>
            </a:pPr>
            <a:r>
              <a:rPr lang="en-US" sz="1600" b="0" dirty="0">
                <a:effectLst/>
                <a:ea typeface="MS Mincho" panose="02020609040205080304" pitchFamily="49" charset="-128"/>
                <a:cs typeface="Trebuchet MS" panose="020B0603020202020204" pitchFamily="34" charset="0"/>
              </a:rPr>
              <a:t> </a:t>
            </a:r>
            <a:endParaRPr lang="en-US" sz="1600" b="0" dirty="0">
              <a:effectLst/>
              <a:ea typeface="Calibri" panose="020F0502020204030204" pitchFamily="34" charset="0"/>
              <a:cs typeface="Arial" panose="020B0604020202020204" pitchFamily="34" charset="0"/>
            </a:endParaRPr>
          </a:p>
          <a:p>
            <a:pPr marL="0" marR="0" indent="0" fontAlgn="base" hangingPunct="0">
              <a:lnSpc>
                <a:spcPct val="115000"/>
              </a:lnSpc>
              <a:spcBef>
                <a:spcPts val="0"/>
              </a:spcBef>
              <a:spcAft>
                <a:spcPts val="0"/>
              </a:spcAft>
              <a:buNone/>
            </a:pPr>
            <a:r>
              <a:rPr lang="en-US" sz="1600" b="0" kern="1200" dirty="0">
                <a:solidFill>
                  <a:srgbClr val="000000"/>
                </a:solidFill>
                <a:effectLst/>
                <a:ea typeface="Arial" panose="020B0604020202020204" pitchFamily="34" charset="0"/>
                <a:cs typeface="Trebuchet MS" panose="020B0603020202020204" pitchFamily="34" charset="0"/>
              </a:rPr>
              <a:t>Following are the user group created at Domain, and users shall be added.</a:t>
            </a:r>
            <a:endParaRPr lang="en-US" sz="1600" b="0" dirty="0">
              <a:effectLst/>
              <a:ea typeface="Calibri" panose="020F0502020204030204" pitchFamily="34" charset="0"/>
              <a:cs typeface="Arial" panose="020B0604020202020204" pitchFamily="34" charset="0"/>
            </a:endParaRPr>
          </a:p>
          <a:p>
            <a:pPr marL="0" marR="0" lvl="0" indent="0" fontAlgn="base" hangingPunct="0">
              <a:lnSpc>
                <a:spcPct val="115000"/>
              </a:lnSpc>
              <a:spcBef>
                <a:spcPts val="0"/>
              </a:spcBef>
              <a:spcAft>
                <a:spcPts val="0"/>
              </a:spcAft>
              <a:buNone/>
              <a:tabLst>
                <a:tab pos="269875" algn="l"/>
              </a:tabLst>
            </a:pPr>
            <a:r>
              <a:rPr lang="en-US" sz="1600" b="0" kern="1200" dirty="0">
                <a:solidFill>
                  <a:srgbClr val="000000"/>
                </a:solidFill>
                <a:effectLst/>
                <a:ea typeface="Arial" panose="020B0604020202020204" pitchFamily="34" charset="0"/>
                <a:cs typeface="Trebuchet MS" panose="020B0603020202020204" pitchFamily="34" charset="0"/>
              </a:rPr>
              <a:t>APM Admin</a:t>
            </a:r>
            <a:endParaRPr lang="en-US" sz="1600" b="0" dirty="0">
              <a:effectLst/>
              <a:ea typeface="Calibri" panose="020F0502020204030204" pitchFamily="34" charset="0"/>
              <a:cs typeface="Arial" panose="020B0604020202020204" pitchFamily="34" charset="0"/>
            </a:endParaRPr>
          </a:p>
          <a:p>
            <a:pPr marL="0" marR="0" lvl="0" indent="0" fontAlgn="base" hangingPunct="0">
              <a:lnSpc>
                <a:spcPct val="115000"/>
              </a:lnSpc>
              <a:spcBef>
                <a:spcPts val="0"/>
              </a:spcBef>
              <a:spcAft>
                <a:spcPts val="0"/>
              </a:spcAft>
              <a:buNone/>
              <a:tabLst>
                <a:tab pos="269875" algn="l"/>
              </a:tabLst>
            </a:pPr>
            <a:r>
              <a:rPr lang="en-US" sz="1600" b="0" kern="1200" dirty="0">
                <a:solidFill>
                  <a:srgbClr val="000000"/>
                </a:solidFill>
                <a:effectLst/>
                <a:ea typeface="Arial" panose="020B0604020202020204" pitchFamily="34" charset="0"/>
                <a:cs typeface="Trebuchet MS" panose="020B0603020202020204" pitchFamily="34" charset="0"/>
              </a:rPr>
              <a:t>Engineers</a:t>
            </a:r>
            <a:endParaRPr lang="en-US" sz="1600" b="0" dirty="0">
              <a:effectLst/>
              <a:ea typeface="Calibri" panose="020F0502020204030204" pitchFamily="34" charset="0"/>
              <a:cs typeface="Arial" panose="020B0604020202020204" pitchFamily="34" charset="0"/>
            </a:endParaRPr>
          </a:p>
          <a:p>
            <a:pPr marL="0" marR="0" lvl="0" indent="0" fontAlgn="base" hangingPunct="0">
              <a:lnSpc>
                <a:spcPct val="115000"/>
              </a:lnSpc>
              <a:spcBef>
                <a:spcPts val="0"/>
              </a:spcBef>
              <a:spcAft>
                <a:spcPts val="0"/>
              </a:spcAft>
              <a:buNone/>
              <a:tabLst>
                <a:tab pos="269875" algn="l"/>
              </a:tabLst>
            </a:pPr>
            <a:r>
              <a:rPr lang="en-US" sz="1600" b="0" kern="1200" dirty="0">
                <a:solidFill>
                  <a:srgbClr val="000000"/>
                </a:solidFill>
                <a:effectLst/>
                <a:ea typeface="Arial" panose="020B0604020202020204" pitchFamily="34" charset="0"/>
                <a:cs typeface="Trebuchet MS" panose="020B0603020202020204" pitchFamily="34" charset="0"/>
              </a:rPr>
              <a:t>Reliability Engineers</a:t>
            </a:r>
            <a:endParaRPr lang="en-US" sz="1600" b="0" dirty="0">
              <a:effectLst/>
              <a:ea typeface="Calibri" panose="020F0502020204030204" pitchFamily="34" charset="0"/>
              <a:cs typeface="Arial" panose="020B0604020202020204" pitchFamily="34" charset="0"/>
            </a:endParaRPr>
          </a:p>
          <a:p>
            <a:pPr marL="0" marR="0" lvl="0" indent="0" fontAlgn="base" hangingPunct="0">
              <a:lnSpc>
                <a:spcPct val="115000"/>
              </a:lnSpc>
              <a:spcBef>
                <a:spcPts val="0"/>
              </a:spcBef>
              <a:spcAft>
                <a:spcPts val="0"/>
              </a:spcAft>
              <a:buNone/>
              <a:tabLst>
                <a:tab pos="269875" algn="l"/>
              </a:tabLst>
            </a:pPr>
            <a:r>
              <a:rPr lang="en-US" sz="1600" b="0" kern="1200" dirty="0">
                <a:solidFill>
                  <a:srgbClr val="000000"/>
                </a:solidFill>
                <a:effectLst/>
                <a:ea typeface="Arial" panose="020B0604020202020204" pitchFamily="34" charset="0"/>
                <a:cs typeface="Trebuchet MS" panose="020B0603020202020204" pitchFamily="34" charset="0"/>
              </a:rPr>
              <a:t>View Only Users</a:t>
            </a:r>
            <a:endParaRPr lang="en-US" sz="1600" b="0" dirty="0">
              <a:effectLst/>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693539D-395E-44FD-8E40-F350AB1F7DD3}"/>
              </a:ext>
            </a:extLst>
          </p:cNvPr>
          <p:cNvSpPr>
            <a:spLocks noGrp="1"/>
          </p:cNvSpPr>
          <p:nvPr>
            <p:ph type="sldNum" sz="quarter" idx="12"/>
          </p:nvPr>
        </p:nvSpPr>
        <p:spPr>
          <a:xfrm>
            <a:off x="11199755" y="6480164"/>
            <a:ext cx="496945" cy="237617"/>
          </a:xfrm>
        </p:spPr>
        <p:txBody>
          <a:bodyPr anchor="b">
            <a:normAutofit lnSpcReduction="10000"/>
          </a:bodyPr>
          <a:lstStyle/>
          <a:p>
            <a:pPr>
              <a:spcAft>
                <a:spcPts val="600"/>
              </a:spcAft>
            </a:pPr>
            <a:fld id="{7B94EC18-1D2B-4535-B738-0E53AFE26620}" type="slidenum">
              <a:rPr lang="en-US" smtClean="0"/>
              <a:pPr>
                <a:spcAft>
                  <a:spcPts val="600"/>
                </a:spcAft>
              </a:pPr>
              <a:t>64</a:t>
            </a:fld>
            <a:endParaRPr lang="en-US"/>
          </a:p>
        </p:txBody>
      </p:sp>
      <p:pic>
        <p:nvPicPr>
          <p:cNvPr id="7" name="Picture 6">
            <a:extLst>
              <a:ext uri="{FF2B5EF4-FFF2-40B4-BE49-F238E27FC236}">
                <a16:creationId xmlns:a16="http://schemas.microsoft.com/office/drawing/2014/main" id="{ADC2D9A6-BEE7-4D90-B7CF-0F47D91E3082}"/>
              </a:ext>
            </a:extLst>
          </p:cNvPr>
          <p:cNvPicPr>
            <a:picLocks noChangeAspect="1"/>
          </p:cNvPicPr>
          <p:nvPr/>
        </p:nvPicPr>
        <p:blipFill>
          <a:blip r:embed="rId2"/>
          <a:stretch>
            <a:fillRect/>
          </a:stretch>
        </p:blipFill>
        <p:spPr>
          <a:xfrm>
            <a:off x="5966460" y="2087678"/>
            <a:ext cx="5730240" cy="2362448"/>
          </a:xfrm>
          <a:prstGeom prst="rect">
            <a:avLst/>
          </a:prstGeom>
          <a:ln w="12700">
            <a:solidFill>
              <a:schemeClr val="tx1"/>
            </a:solidFill>
          </a:ln>
        </p:spPr>
      </p:pic>
      <p:sp>
        <p:nvSpPr>
          <p:cNvPr id="6" name="Slide Number Placeholder 3">
            <a:extLst>
              <a:ext uri="{FF2B5EF4-FFF2-40B4-BE49-F238E27FC236}">
                <a16:creationId xmlns:a16="http://schemas.microsoft.com/office/drawing/2014/main" id="{C5D62F8B-C4D8-34DC-1DF4-638D99A198FB}"/>
              </a:ext>
            </a:extLst>
          </p:cNvPr>
          <p:cNvSpPr txBox="1">
            <a:spLocks/>
          </p:cNvSpPr>
          <p:nvPr/>
        </p:nvSpPr>
        <p:spPr>
          <a:xfrm>
            <a:off x="11645901" y="-28574"/>
            <a:ext cx="675217" cy="504825"/>
          </a:xfrm>
          <a:prstGeom prst="rect">
            <a:avLst/>
          </a:prstGeom>
        </p:spPr>
        <p:txBody>
          <a:bodyPr vert="horz" lIns="91440" tIns="45720" rIns="91440" bIns="45720" rtlCol="0" anchor="ctr"/>
          <a:lstStyle>
            <a:defPPr>
              <a:defRPr lang="en-US"/>
            </a:defPPr>
            <a:lvl1pPr marL="0" algn="l" defTabSz="914400" rtl="0" eaLnBrk="1" fontAlgn="auto" latinLnBrk="0" hangingPunct="1">
              <a:spcBef>
                <a:spcPts val="0"/>
              </a:spcBef>
              <a:spcAft>
                <a:spcPts val="0"/>
              </a:spcAft>
              <a:defRPr sz="1000" b="1" i="0" kern="1200">
                <a:solidFill>
                  <a:schemeClr val="bg1"/>
                </a:solidFill>
                <a:latin typeface="HelveticaNeue MediumCond"/>
                <a:ea typeface="+mn-ea"/>
                <a:cs typeface="HelveticaNeue Medium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B94EC18-1D2B-4535-B738-0E53AFE26620}" type="slidenum">
              <a:rPr lang="en-US" smtClean="0"/>
              <a:pPr/>
              <a:t>64</a:t>
            </a:fld>
            <a:endParaRPr lang="en-US"/>
          </a:p>
        </p:txBody>
      </p:sp>
    </p:spTree>
    <p:extLst>
      <p:ext uri="{BB962C8B-B14F-4D97-AF65-F5344CB8AC3E}">
        <p14:creationId xmlns:p14="http://schemas.microsoft.com/office/powerpoint/2010/main" val="2724650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0219CA5-4C94-4AB4-BC96-19296873B96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6" name="Object 5" hidden="1">
                        <a:extLst>
                          <a:ext uri="{FF2B5EF4-FFF2-40B4-BE49-F238E27FC236}">
                            <a16:creationId xmlns:a16="http://schemas.microsoft.com/office/drawing/2014/main" id="{10219CA5-4C94-4AB4-BC96-19296873B96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3B702ED1-68A4-4C4C-8AB8-131E1BAB333A}"/>
              </a:ext>
            </a:extLst>
          </p:cNvPr>
          <p:cNvSpPr/>
          <p:nvPr>
            <p:custDataLst>
              <p:tags r:id="rId2"/>
            </p:custDataLst>
          </p:nvPr>
        </p:nvSpPr>
        <p:spPr>
          <a:xfrm>
            <a:off x="0" y="0"/>
            <a:ext cx="158750" cy="1587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en-US" sz="4400" dirty="0" err="1">
              <a:solidFill>
                <a:schemeClr val="tx1"/>
              </a:solidFill>
              <a:latin typeface="Arial Black" panose="020B0A04020102020204" pitchFamily="34" charset="0"/>
              <a:ea typeface="+mj-ea"/>
              <a:cs typeface="+mj-cs"/>
              <a:sym typeface="Arial Black" panose="020B0A04020102020204" pitchFamily="34" charset="0"/>
            </a:endParaRPr>
          </a:p>
        </p:txBody>
      </p:sp>
      <p:sp>
        <p:nvSpPr>
          <p:cNvPr id="2" name="Title 1">
            <a:extLst>
              <a:ext uri="{FF2B5EF4-FFF2-40B4-BE49-F238E27FC236}">
                <a16:creationId xmlns:a16="http://schemas.microsoft.com/office/drawing/2014/main" id="{23423282-47ED-48A9-BB4D-CF63D190058B}"/>
              </a:ext>
            </a:extLst>
          </p:cNvPr>
          <p:cNvSpPr>
            <a:spLocks noGrp="1"/>
          </p:cNvSpPr>
          <p:nvPr>
            <p:ph type="title"/>
          </p:nvPr>
        </p:nvSpPr>
        <p:spPr>
          <a:xfrm>
            <a:off x="495300" y="3848099"/>
            <a:ext cx="11700254" cy="677108"/>
          </a:xfrm>
        </p:spPr>
        <p:txBody>
          <a:bodyPr/>
          <a:lstStyle/>
          <a:p>
            <a:r>
              <a:rPr lang="en-US" altLang="en-US" dirty="0"/>
              <a:t>Q &amp; A</a:t>
            </a:r>
          </a:p>
        </p:txBody>
      </p:sp>
      <p:pic>
        <p:nvPicPr>
          <p:cNvPr id="8" name="Picture Placeholder 7">
            <a:extLst>
              <a:ext uri="{FF2B5EF4-FFF2-40B4-BE49-F238E27FC236}">
                <a16:creationId xmlns:a16="http://schemas.microsoft.com/office/drawing/2014/main" id="{1ED6C810-C6EF-423D-812D-65DEA83B27A3}"/>
              </a:ext>
            </a:extLst>
          </p:cNvPr>
          <p:cNvPicPr>
            <a:picLocks noGrp="1" noChangeAspect="1"/>
          </p:cNvPicPr>
          <p:nvPr>
            <p:ph type="pic" sz="quarter" idx="13"/>
          </p:nvPr>
        </p:nvPicPr>
        <p:blipFill rotWithShape="1">
          <a:blip r:embed="rId6" cstate="print">
            <a:extLst>
              <a:ext uri="{28A0092B-C50C-407E-A947-70E740481C1C}">
                <a14:useLocalDpi xmlns:a14="http://schemas.microsoft.com/office/drawing/2010/main"/>
              </a:ext>
            </a:extLst>
          </a:blip>
          <a:srcRect t="6" b="6"/>
          <a:stretch/>
        </p:blipFill>
        <p:spPr/>
      </p:pic>
    </p:spTree>
    <p:extLst>
      <p:ext uri="{BB962C8B-B14F-4D97-AF65-F5344CB8AC3E}">
        <p14:creationId xmlns:p14="http://schemas.microsoft.com/office/powerpoint/2010/main" val="2814892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23934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fD1ZsHZybwBHB3NFGab2xQ"/>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ujE5zQajOvoTWXTllZwrsg"/>
</p:tagLst>
</file>

<file path=ppt/tags/tag4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4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4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4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4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k.dc4bCsp5kbWFvl42V5Dg"/>
</p:tagLst>
</file>

<file path=ppt/theme/theme1.xml><?xml version="1.0" encoding="utf-8"?>
<a:theme xmlns:a="http://schemas.openxmlformats.org/drawingml/2006/main" name="Honeywell Single Image Cover">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w="9525" cmpd="sng">
          <a:solidFill>
            <a:srgbClr val="7F7F7F"/>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oneywell PPT Template 16X9 Wide V3.8" id="{C268176B-4344-405A-9E18-E75C7FEE20D7}" vid="{A46E5CB9-61F2-4002-8D5D-82FCE510D994}"/>
    </a:ext>
  </a:extLst>
</a:theme>
</file>

<file path=ppt/theme/theme2.xml><?xml version="1.0" encoding="utf-8"?>
<a:theme xmlns:a="http://schemas.openxmlformats.org/drawingml/2006/main" name="Honeywell PPT Template 16X9 Wide V3.5">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w="9525" cmpd="sng">
          <a:solidFill>
            <a:srgbClr val="7F7F7F"/>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oneywell PPT Template 16X9 Wide V3.8" id="{C268176B-4344-405A-9E18-E75C7FEE20D7}" vid="{FF3B1608-4820-49AC-A191-42C42200868D}"/>
    </a:ext>
  </a:extLst>
</a:theme>
</file>

<file path=ppt/theme/theme3.xml><?xml version="1.0" encoding="utf-8"?>
<a:theme xmlns:a="http://schemas.openxmlformats.org/drawingml/2006/main" name="Honeywell Theme">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
      </a:spPr>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lgn="ctr">
          <a:defRPr dirty="0" smtClean="0">
            <a:solidFill>
              <a:schemeClr val="accent3"/>
            </a:solidFill>
          </a:defRPr>
        </a:defPPr>
      </a:lstStyle>
      <a:style>
        <a:lnRef idx="2">
          <a:schemeClr val="accent3"/>
        </a:lnRef>
        <a:fillRef idx="1">
          <a:schemeClr val="lt1"/>
        </a:fillRef>
        <a:effectRef idx="0">
          <a:schemeClr val="accent3"/>
        </a:effectRef>
        <a:fontRef idx="minor">
          <a:schemeClr val="dk1"/>
        </a:fontRef>
      </a:style>
    </a:spDef>
    <a:lnDef>
      <a:spPr>
        <a:ln w="12700" cmpd="sng">
          <a:solidFill>
            <a:schemeClr val="bg1">
              <a:lumMod val="50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oneywell PPT Template 16X9 Wide V3.8" id="{C268176B-4344-405A-9E18-E75C7FEE20D7}" vid="{629F3C93-1033-47FA-975F-B4D6656B8A81}"/>
    </a:ext>
  </a:extLst>
</a:theme>
</file>

<file path=ppt/theme/theme4.xml><?xml version="1.0" encoding="utf-8"?>
<a:theme xmlns:a="http://schemas.openxmlformats.org/drawingml/2006/main" name="1_Honeywell Theme">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
      </a:spPr>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lgn="ctr">
          <a:defRPr dirty="0" smtClean="0">
            <a:solidFill>
              <a:schemeClr val="accent3"/>
            </a:solidFill>
          </a:defRPr>
        </a:defPPr>
      </a:lstStyle>
      <a:style>
        <a:lnRef idx="2">
          <a:schemeClr val="accent3"/>
        </a:lnRef>
        <a:fillRef idx="1">
          <a:schemeClr val="lt1"/>
        </a:fillRef>
        <a:effectRef idx="0">
          <a:schemeClr val="accent3"/>
        </a:effectRef>
        <a:fontRef idx="minor">
          <a:schemeClr val="dk1"/>
        </a:fontRef>
      </a:style>
    </a:spDef>
    <a:lnDef>
      <a:spPr>
        <a:ln w="12700" cmpd="sng">
          <a:solidFill>
            <a:schemeClr val="bg1">
              <a:lumMod val="50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oneywell PPT Template 16X9 Wide V3.8" id="{C268176B-4344-405A-9E18-E75C7FEE20D7}" vid="{5D0043DD-25DB-4999-8F41-D9CD3E5D122F}"/>
    </a:ext>
  </a:extLst>
</a:theme>
</file>

<file path=ppt/theme/theme5.xml><?xml version="1.0" encoding="utf-8"?>
<a:theme xmlns:a="http://schemas.openxmlformats.org/drawingml/2006/main" name="Uniformance Suite Template 16x9 2016">
  <a:themeElements>
    <a:clrScheme name="Honeywell Branded Colors">
      <a:dk1>
        <a:srgbClr val="000000"/>
      </a:dk1>
      <a:lt1>
        <a:srgbClr val="FFFFFF"/>
      </a:lt1>
      <a:dk2>
        <a:srgbClr val="E1261C"/>
      </a:dk2>
      <a:lt2>
        <a:srgbClr val="FFFFFF"/>
      </a:lt2>
      <a:accent1>
        <a:srgbClr val="000000"/>
      </a:accent1>
      <a:accent2>
        <a:srgbClr val="707070"/>
      </a:accent2>
      <a:accent3>
        <a:srgbClr val="E1261C"/>
      </a:accent3>
      <a:accent4>
        <a:srgbClr val="F37021"/>
      </a:accent4>
      <a:accent5>
        <a:srgbClr val="FFC627"/>
      </a:accent5>
      <a:accent6>
        <a:srgbClr val="1792E5"/>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85000"/>
          </a:schemeClr>
        </a:solidFill>
        <a:ln w="9525" cmpd="sng">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1">
              <a:lumMod val="50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niformance Suite Template 16x9 2016" id="{00CC5119-FAE4-4223-A78E-21C035F2F570}" vid="{52C0AB9A-E6D4-4EFA-8103-788B77A677E4}"/>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sisl xmlns:xsd="http://www.w3.org/2001/XMLSchema" xmlns:xsi="http://www.w3.org/2001/XMLSchema-instance" xmlns="http://www.boldonjames.com/2008/01/sie/internal/label" sislVersion="0" policy="bf276872-af07-4968-a71d-1c83e80bd0bf" origin="userSelected">
  <element uid="id_protectivemarking_protect" value=""/>
</sisl>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213af126-92eb-4bb5-8bfd-1661103a2928" xsi:nil="true"/>
    <_ip_UnifiedCompliancePolicyProperties xmlns="http://schemas.microsoft.com/sharepoint/v3" xsi:nil="true"/>
    <lcf76f155ced4ddcb4097134ff3c332f xmlns="b8c76253-90db-4ba9-a7f2-9ad644a92a7d">
      <Terms xmlns="http://schemas.microsoft.com/office/infopath/2007/PartnerControls"/>
    </lcf76f155ced4ddcb4097134ff3c332f>
    <SharedWithUsers xmlns="320503c4-c8b6-41b8-96d7-fd11e83f324e">
      <UserInfo>
        <DisplayName/>
        <AccountId xsi:nil="true"/>
        <AccountType/>
      </UserInfo>
    </SharedWithUsers>
    <MediaLengthInSeconds xmlns="b8c76253-90db-4ba9-a7f2-9ad644a92a7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5BD3B0FE2260AD4E9D647CA19CD43082" ma:contentTypeVersion="19" ma:contentTypeDescription="Create a new document." ma:contentTypeScope="" ma:versionID="06bc411f51365bda14318519cc3f82d4">
  <xsd:schema xmlns:xsd="http://www.w3.org/2001/XMLSchema" xmlns:xs="http://www.w3.org/2001/XMLSchema" xmlns:p="http://schemas.microsoft.com/office/2006/metadata/properties" xmlns:ns1="http://schemas.microsoft.com/sharepoint/v3" xmlns:ns2="b8c76253-90db-4ba9-a7f2-9ad644a92a7d" xmlns:ns3="320503c4-c8b6-41b8-96d7-fd11e83f324e" xmlns:ns4="213af126-92eb-4bb5-8bfd-1661103a2928" targetNamespace="http://schemas.microsoft.com/office/2006/metadata/properties" ma:root="true" ma:fieldsID="80619e4ad4f73b621c8a5dd39dd9b384" ns1:_="" ns2:_="" ns3:_="" ns4:_="">
    <xsd:import namespace="http://schemas.microsoft.com/sharepoint/v3"/>
    <xsd:import namespace="b8c76253-90db-4ba9-a7f2-9ad644a92a7d"/>
    <xsd:import namespace="320503c4-c8b6-41b8-96d7-fd11e83f324e"/>
    <xsd:import namespace="213af126-92eb-4bb5-8bfd-1661103a292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LengthInSeconds" minOccurs="0"/>
                <xsd:element ref="ns1:_ip_UnifiedCompliancePolicyProperties" minOccurs="0"/>
                <xsd:element ref="ns1:_ip_UnifiedCompliancePolicyUIAction"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8c76253-90db-4ba9-a7f2-9ad644a92a7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8bc46713-8fa2-488a-ac8b-ad618560c9d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20503c4-c8b6-41b8-96d7-fd11e83f324e"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13af126-92eb-4bb5-8bfd-1661103a2928" elementFormDefault="qualified">
    <xsd:import namespace="http://schemas.microsoft.com/office/2006/documentManagement/types"/>
    <xsd:import namespace="http://schemas.microsoft.com/office/infopath/2007/PartnerControls"/>
    <xsd:element name="TaxCatchAll" ma:index="24" nillable="true" ma:displayName="Taxonomy Catch All Column" ma:hidden="true" ma:list="{06144f2f-3b8d-4359-aee3-11dd9fecbf3c}" ma:internalName="TaxCatchAll" ma:showField="CatchAllData" ma:web="320503c4-c8b6-41b8-96d7-fd11e83f324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4FBFFB-6B19-4F41-A16D-823A0A73ED8D}">
  <ds:schemaRefs>
    <ds:schemaRef ds:uri="http://www.boldonjames.com/2008/01/sie/internal/label"/>
    <ds:schemaRef ds:uri="http://www.w3.org/2001/XMLSchema"/>
  </ds:schemaRefs>
</ds:datastoreItem>
</file>

<file path=customXml/itemProps2.xml><?xml version="1.0" encoding="utf-8"?>
<ds:datastoreItem xmlns:ds="http://schemas.openxmlformats.org/officeDocument/2006/customXml" ds:itemID="{5A1CA79F-0DCA-42D5-83EB-3BF17581FFDC}">
  <ds:schemaRefs>
    <ds:schemaRef ds:uri="http://purl.org/dc/terms/"/>
    <ds:schemaRef ds:uri="http://purl.org/dc/dcmitype/"/>
    <ds:schemaRef ds:uri="http://schemas.microsoft.com/sharepoint/v3"/>
    <ds:schemaRef ds:uri="http://www.w3.org/XML/1998/namespace"/>
    <ds:schemaRef ds:uri="http://schemas.openxmlformats.org/package/2006/metadata/core-properties"/>
    <ds:schemaRef ds:uri="http://schemas.microsoft.com/office/2006/documentManagement/types"/>
    <ds:schemaRef ds:uri="320503c4-c8b6-41b8-96d7-fd11e83f324e"/>
    <ds:schemaRef ds:uri="http://schemas.microsoft.com/office/infopath/2007/PartnerControls"/>
    <ds:schemaRef ds:uri="213af126-92eb-4bb5-8bfd-1661103a2928"/>
    <ds:schemaRef ds:uri="b8c76253-90db-4ba9-a7f2-9ad644a92a7d"/>
    <ds:schemaRef ds:uri="http://schemas.microsoft.com/office/2006/metadata/properties"/>
    <ds:schemaRef ds:uri="http://purl.org/dc/elements/1.1/"/>
    <ds:schemaRef ds:uri="6d76ae7f-c10f-430d-a0cc-135ba9f0776b"/>
    <ds:schemaRef ds:uri="077b9548-efac-458b-9a39-0dcad2d25a4d"/>
  </ds:schemaRefs>
</ds:datastoreItem>
</file>

<file path=customXml/itemProps3.xml><?xml version="1.0" encoding="utf-8"?>
<ds:datastoreItem xmlns:ds="http://schemas.openxmlformats.org/officeDocument/2006/customXml" ds:itemID="{226270A4-DBAA-4B2C-9A17-0E481C866110}">
  <ds:schemaRefs>
    <ds:schemaRef ds:uri="http://schemas.microsoft.com/sharepoint/v3/contenttype/forms"/>
  </ds:schemaRefs>
</ds:datastoreItem>
</file>

<file path=customXml/itemProps4.xml><?xml version="1.0" encoding="utf-8"?>
<ds:datastoreItem xmlns:ds="http://schemas.openxmlformats.org/officeDocument/2006/customXml" ds:itemID="{53B177EC-2113-4771-A38F-CF04475F94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8c76253-90db-4ba9-a7f2-9ad644a92a7d"/>
    <ds:schemaRef ds:uri="320503c4-c8b6-41b8-96d7-fd11e83f324e"/>
    <ds:schemaRef ds:uri="213af126-92eb-4bb5-8bfd-1661103a292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546e5e1-5d42-4630-bacd-c69bfdcbd5e8}" enabled="1" method="Standard" siteId="{96ece526-9c7d-48b0-8daf-8b93c90a5d18}" removed="0"/>
</clbl:labelList>
</file>

<file path=docProps/app.xml><?xml version="1.0" encoding="utf-8"?>
<Properties xmlns="http://schemas.openxmlformats.org/officeDocument/2006/extended-properties" xmlns:vt="http://schemas.openxmlformats.org/officeDocument/2006/docPropsVTypes">
  <Template>HON_Honeywell PPT Template 16X9_F pptx</Template>
  <TotalTime>1585</TotalTime>
  <Words>5018</Words>
  <Application>Microsoft Office PowerPoint</Application>
  <PresentationFormat>Widescreen</PresentationFormat>
  <Paragraphs>591</Paragraphs>
  <Slides>66</Slides>
  <Notes>2</Notes>
  <HiddenSlides>0</HiddenSlides>
  <MMClips>0</MMClips>
  <ScaleCrop>false</ScaleCrop>
  <HeadingPairs>
    <vt:vector size="8" baseType="variant">
      <vt:variant>
        <vt:lpstr>Fonts Used</vt:lpstr>
      </vt:variant>
      <vt:variant>
        <vt:i4>14</vt:i4>
      </vt:variant>
      <vt:variant>
        <vt:lpstr>Theme</vt:lpstr>
      </vt:variant>
      <vt:variant>
        <vt:i4>5</vt:i4>
      </vt:variant>
      <vt:variant>
        <vt:lpstr>Embedded OLE Servers</vt:lpstr>
      </vt:variant>
      <vt:variant>
        <vt:i4>1</vt:i4>
      </vt:variant>
      <vt:variant>
        <vt:lpstr>Slide Titles</vt:lpstr>
      </vt:variant>
      <vt:variant>
        <vt:i4>66</vt:i4>
      </vt:variant>
    </vt:vector>
  </HeadingPairs>
  <TitlesOfParts>
    <vt:vector size="86" baseType="lpstr">
      <vt:lpstr>MS Mincho</vt:lpstr>
      <vt:lpstr>Arial</vt:lpstr>
      <vt:lpstr>Arial Black</vt:lpstr>
      <vt:lpstr>Calibri</vt:lpstr>
      <vt:lpstr>Cambria</vt:lpstr>
      <vt:lpstr>Courier New</vt:lpstr>
      <vt:lpstr>Helvetica 55 Roman</vt:lpstr>
      <vt:lpstr>Helvetica Neue</vt:lpstr>
      <vt:lpstr>HelveticaNeue BoldCond</vt:lpstr>
      <vt:lpstr>HelveticaNeue MediumCond</vt:lpstr>
      <vt:lpstr>Symbol</vt:lpstr>
      <vt:lpstr>Times New Roman</vt:lpstr>
      <vt:lpstr>Trebuchet MS</vt:lpstr>
      <vt:lpstr>Wingdings</vt:lpstr>
      <vt:lpstr>Honeywell Single Image Cover</vt:lpstr>
      <vt:lpstr>Honeywell PPT Template 16X9 Wide V3.5</vt:lpstr>
      <vt:lpstr>Honeywell Theme</vt:lpstr>
      <vt:lpstr>1_Honeywell Theme</vt:lpstr>
      <vt:lpstr>Uniformance Suite Template 16x9 2016</vt:lpstr>
      <vt:lpstr>think-cell Slide</vt:lpstr>
      <vt:lpstr>PowerPoint Presentation</vt:lpstr>
      <vt:lpstr>Agenda</vt:lpstr>
      <vt:lpstr>  Module 1 Asset Performance Management - Introduction </vt:lpstr>
      <vt:lpstr>Learning Objective &amp; Audience</vt:lpstr>
      <vt:lpstr>Asset Performance Monitoring Overview</vt:lpstr>
      <vt:lpstr>Performance Models </vt:lpstr>
      <vt:lpstr>Health &amp; Fault Models </vt:lpstr>
      <vt:lpstr>Advantages/Scope of APM  </vt:lpstr>
      <vt:lpstr>  Module 2 APM- End User Training Modules </vt:lpstr>
      <vt:lpstr>  Module 3 APM- Typical Architecture and Concepts </vt:lpstr>
      <vt:lpstr>Asset Performance Management </vt:lpstr>
      <vt:lpstr>APM Typical Architecture’s</vt:lpstr>
      <vt:lpstr>APM Typical Architecture’s</vt:lpstr>
      <vt:lpstr>APM Typical Architecture’s</vt:lpstr>
      <vt:lpstr>APM Typical Architecture’s</vt:lpstr>
      <vt:lpstr>APM Concepts</vt:lpstr>
      <vt:lpstr>Data Sources</vt:lpstr>
      <vt:lpstr>Asset class and types</vt:lpstr>
      <vt:lpstr>Asset &amp; Asset status</vt:lpstr>
      <vt:lpstr>Asset Attributes &amp; property</vt:lpstr>
      <vt:lpstr>Fault model &amp; symptom</vt:lpstr>
      <vt:lpstr>Fault model &amp; symptom</vt:lpstr>
      <vt:lpstr>Event status</vt:lpstr>
      <vt:lpstr>Hierarchy </vt:lpstr>
      <vt:lpstr>  Module 4 APM- Configuration &amp; System Demo/Hands On </vt:lpstr>
      <vt:lpstr>APM Excel Plugin – Bulk Configuration Tool   </vt:lpstr>
      <vt:lpstr>Data Source Configuration  </vt:lpstr>
      <vt:lpstr>Contd..</vt:lpstr>
      <vt:lpstr>Contd..</vt:lpstr>
      <vt:lpstr>Contd..</vt:lpstr>
      <vt:lpstr>Contd.. APM Excel Plugin Configuration – Loading Worksheets </vt:lpstr>
      <vt:lpstr>Contd.. APM Excel Plugin Configuration - Worksheets  </vt:lpstr>
      <vt:lpstr>Contd.. APM Excel Plugin Configuration - Worksheets   </vt:lpstr>
      <vt:lpstr>Contd.. Retrieving configuration data from application    </vt:lpstr>
      <vt:lpstr>Contd.. Retrieving filtered data     </vt:lpstr>
      <vt:lpstr>Contd.. Publishing data      </vt:lpstr>
      <vt:lpstr>Contd.. Asset Class, Type, Attribute, Property Configuration Sentinel Configuration Excel Plugin Worksheets        </vt:lpstr>
      <vt:lpstr>Contd.. Asset Class, Type, Attribute, Property Configuration Sentinel Configuration Excel Plugin Worksheets        </vt:lpstr>
      <vt:lpstr>Contd.. Asset Class, Type, Attribute, Property Configuration Sentinel Configuration Excel Plugin Worksheets        </vt:lpstr>
      <vt:lpstr>Contd.. Asset Type Attributes – Unit of Measurement selection         </vt:lpstr>
      <vt:lpstr>Contd.. Asset Type Property  </vt:lpstr>
      <vt:lpstr>  APM - Fault/Symptoms and Calculation Configuration   </vt:lpstr>
      <vt:lpstr>Fault Configuration </vt:lpstr>
      <vt:lpstr>Calculation Configuration </vt:lpstr>
      <vt:lpstr>Datasource Configuration </vt:lpstr>
      <vt:lpstr>OPC Data Source</vt:lpstr>
      <vt:lpstr>OPC Data Source (Contd.)</vt:lpstr>
      <vt:lpstr>  APM – Configuration System Demo / Hands On   </vt:lpstr>
      <vt:lpstr>Template Configuration – System Demo / Hands-On </vt:lpstr>
      <vt:lpstr>Asset Configuration APM Excel Bulk Configuration Tool (BCT) – Asset Configuration Sentinel Configuration Excel Plugin Worksheets  </vt:lpstr>
      <vt:lpstr>Asset Configuration</vt:lpstr>
      <vt:lpstr>Asset Configuration (Contd.)</vt:lpstr>
      <vt:lpstr>Asset Tag Mapping</vt:lpstr>
      <vt:lpstr>Fault Model/Calculation Association     </vt:lpstr>
      <vt:lpstr>Asset Attribute Mapping     </vt:lpstr>
      <vt:lpstr>Attribute Property Mapping      </vt:lpstr>
      <vt:lpstr>Asset Links      </vt:lpstr>
      <vt:lpstr>Asset Configuration– System Demo / Hands-On      </vt:lpstr>
      <vt:lpstr>Data Cleansing Configuration</vt:lpstr>
      <vt:lpstr>Check Calculation Execution Status</vt:lpstr>
      <vt:lpstr>Data Cleansing Configuration– System Demo / Hands-On      </vt:lpstr>
      <vt:lpstr>Module 5 APM – User Roles and Permission  </vt:lpstr>
      <vt:lpstr>User Roles and Permission</vt:lpstr>
      <vt:lpstr>Associating Users to Roles </vt:lpstr>
      <vt:lpstr>Q &amp; A</vt:lpstr>
      <vt:lpstr>PowerPoint Presentation</vt:lpstr>
    </vt:vector>
  </TitlesOfParts>
  <Manager>Salim Navaskhan</Manager>
  <Company>Honeywell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UAS Power User Training</dc:title>
  <dc:creator>Honeywell</dc:creator>
  <cp:lastModifiedBy>Lohakare, Amit</cp:lastModifiedBy>
  <cp:revision>2</cp:revision>
  <dcterms:created xsi:type="dcterms:W3CDTF">2017-07-05T08:47:16Z</dcterms:created>
  <dcterms:modified xsi:type="dcterms:W3CDTF">2024-03-24T11:10:55Z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ndexRef">
    <vt:lpwstr>936474c3-38c3-49b2-ab93-9588b6930ffa</vt:lpwstr>
  </property>
  <property fmtid="{D5CDD505-2E9C-101B-9397-08002B2CF9AE}" pid="3" name="bjSaver">
    <vt:lpwstr>V0b7q78v43NednO1fphKtnnd/im1h9K4</vt:lpwstr>
  </property>
  <property fmtid="{D5CDD505-2E9C-101B-9397-08002B2CF9AE}" pid="4" name="bjDocumentLabelXML">
    <vt:lpwstr>&lt;?xml version="1.0" encoding="us-ascii"?&gt;&lt;sisl xmlns:xsd="http://www.w3.org/2001/XMLSchema" xmlns:xsi="http://www.w3.org/2001/XMLSchema-instance" sislVersion="0" policy="bf276872-af07-4968-a71d-1c83e80bd0bf" origin="userSelected" xmlns="http://www.boldonj</vt:lpwstr>
  </property>
  <property fmtid="{D5CDD505-2E9C-101B-9397-08002B2CF9AE}" pid="5" name="bjDocumentLabelXML-0">
    <vt:lpwstr>ames.com/2008/01/sie/internal/label"&gt;&lt;element uid="id_protectivemarking_protect" value="" /&gt;&lt;/sisl&gt;</vt:lpwstr>
  </property>
  <property fmtid="{D5CDD505-2E9C-101B-9397-08002B2CF9AE}" pid="6" name="bjDocumentSecurityLabel">
    <vt:lpwstr>Honeywell Internal</vt:lpwstr>
  </property>
  <property fmtid="{D5CDD505-2E9C-101B-9397-08002B2CF9AE}" pid="7" name="BJClassification">
    <vt:lpwstr>Honeywell Internal</vt:lpwstr>
  </property>
  <property fmtid="{D5CDD505-2E9C-101B-9397-08002B2CF9AE}" pid="8" name="bjSlideMasterFooterText">
    <vt:lpwstr>Honeywell Internal</vt:lpwstr>
  </property>
  <property fmtid="{D5CDD505-2E9C-101B-9397-08002B2CF9AE}" pid="9" name="ContentTypeId">
    <vt:lpwstr>0x0101005BD3B0FE2260AD4E9D647CA19CD43082</vt:lpwstr>
  </property>
  <property fmtid="{D5CDD505-2E9C-101B-9397-08002B2CF9AE}" pid="10" name="MSIP_Label_d546e5e1-5d42-4630-bacd-c69bfdcbd5e8_Enabled">
    <vt:lpwstr>true</vt:lpwstr>
  </property>
  <property fmtid="{D5CDD505-2E9C-101B-9397-08002B2CF9AE}" pid="11" name="MSIP_Label_d546e5e1-5d42-4630-bacd-c69bfdcbd5e8_SetDate">
    <vt:lpwstr>2021-04-18T09:56:59Z</vt:lpwstr>
  </property>
  <property fmtid="{D5CDD505-2E9C-101B-9397-08002B2CF9AE}" pid="12" name="MSIP_Label_d546e5e1-5d42-4630-bacd-c69bfdcbd5e8_Method">
    <vt:lpwstr>Standard</vt:lpwstr>
  </property>
  <property fmtid="{D5CDD505-2E9C-101B-9397-08002B2CF9AE}" pid="13" name="MSIP_Label_d546e5e1-5d42-4630-bacd-c69bfdcbd5e8_Name">
    <vt:lpwstr>d546e5e1-5d42-4630-bacd-c69bfdcbd5e8</vt:lpwstr>
  </property>
  <property fmtid="{D5CDD505-2E9C-101B-9397-08002B2CF9AE}" pid="14" name="MSIP_Label_d546e5e1-5d42-4630-bacd-c69bfdcbd5e8_SiteId">
    <vt:lpwstr>96ece526-9c7d-48b0-8daf-8b93c90a5d18</vt:lpwstr>
  </property>
  <property fmtid="{D5CDD505-2E9C-101B-9397-08002B2CF9AE}" pid="15" name="MSIP_Label_d546e5e1-5d42-4630-bacd-c69bfdcbd5e8_ActionId">
    <vt:lpwstr>d53c6399-737b-413e-a527-76314349be7d</vt:lpwstr>
  </property>
  <property fmtid="{D5CDD505-2E9C-101B-9397-08002B2CF9AE}" pid="16" name="MSIP_Label_d546e5e1-5d42-4630-bacd-c69bfdcbd5e8_ContentBits">
    <vt:lpwstr>0</vt:lpwstr>
  </property>
  <property fmtid="{D5CDD505-2E9C-101B-9397-08002B2CF9AE}" pid="17" name="SmartTag">
    <vt:lpwstr>4</vt:lpwstr>
  </property>
  <property fmtid="{D5CDD505-2E9C-101B-9397-08002B2CF9AE}" pid="18" name="MediaServiceImageTags">
    <vt:lpwstr/>
  </property>
  <property fmtid="{D5CDD505-2E9C-101B-9397-08002B2CF9AE}" pid="19" name="Order">
    <vt:r8>550000</vt:r8>
  </property>
  <property fmtid="{D5CDD505-2E9C-101B-9397-08002B2CF9AE}" pid="20" name="xd_Signature">
    <vt:bool>false</vt:bool>
  </property>
  <property fmtid="{D5CDD505-2E9C-101B-9397-08002B2CF9AE}" pid="21" name="xd_ProgID">
    <vt:lpwstr/>
  </property>
  <property fmtid="{D5CDD505-2E9C-101B-9397-08002B2CF9AE}" pid="22" name="ComplianceAssetId">
    <vt:lpwstr/>
  </property>
  <property fmtid="{D5CDD505-2E9C-101B-9397-08002B2CF9AE}" pid="23" name="TemplateUrl">
    <vt:lpwstr/>
  </property>
  <property fmtid="{D5CDD505-2E9C-101B-9397-08002B2CF9AE}" pid="24" name="_ExtendedDescription">
    <vt:lpwstr/>
  </property>
  <property fmtid="{D5CDD505-2E9C-101B-9397-08002B2CF9AE}" pid="25" name="TriggerFlowInfo">
    <vt:lpwstr/>
  </property>
</Properties>
</file>