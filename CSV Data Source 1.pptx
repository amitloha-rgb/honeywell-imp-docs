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691" r:id="rId2"/>
  </p:sldMasterIdLst>
  <p:notesMasterIdLst>
    <p:notesMasterId r:id="rId11"/>
  </p:notesMasterIdLst>
  <p:sldIdLst>
    <p:sldId id="381" r:id="rId3"/>
    <p:sldId id="382" r:id="rId4"/>
    <p:sldId id="384" r:id="rId5"/>
    <p:sldId id="387" r:id="rId6"/>
    <p:sldId id="388" r:id="rId7"/>
    <p:sldId id="389" r:id="rId8"/>
    <p:sldId id="390" r:id="rId9"/>
    <p:sldId id="38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F2F24"/>
    <a:srgbClr val="DC202E"/>
    <a:srgbClr val="FAA11C"/>
    <a:srgbClr val="36AFCE"/>
    <a:srgbClr val="F9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EDB3B-DA4D-470D-B3A4-12EA827ED947}" v="5" dt="2024-07-17T05:44:57.544"/>
    <p1510:client id="{4914A239-DAFA-4F7C-9375-A4A0CD0D0ED0}" v="7" dt="2024-07-17T05:23:06.822"/>
    <p1510:client id="{623653F2-2689-4D85-AC64-86DFE588991D}" v="89" dt="2024-07-16T10:10:45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50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bekar, Sopan" userId="S::sopan.tambekar@honeywell.com::c013a465-f49d-4446-bf2a-b05d62ba0d43" providerId="AD" clId="Web-{4914A239-DAFA-4F7C-9375-A4A0CD0D0ED0}"/>
    <pc:docChg chg="modSld">
      <pc:chgData name="Tambekar, Sopan" userId="S::sopan.tambekar@honeywell.com::c013a465-f49d-4446-bf2a-b05d62ba0d43" providerId="AD" clId="Web-{4914A239-DAFA-4F7C-9375-A4A0CD0D0ED0}" dt="2024-07-17T05:23:06.822" v="6" actId="14100"/>
      <pc:docMkLst>
        <pc:docMk/>
      </pc:docMkLst>
      <pc:sldChg chg="modSp">
        <pc:chgData name="Tambekar, Sopan" userId="S::sopan.tambekar@honeywell.com::c013a465-f49d-4446-bf2a-b05d62ba0d43" providerId="AD" clId="Web-{4914A239-DAFA-4F7C-9375-A4A0CD0D0ED0}" dt="2024-07-17T05:23:06.822" v="6" actId="14100"/>
        <pc:sldMkLst>
          <pc:docMk/>
          <pc:sldMk cId="3794148824" sldId="389"/>
        </pc:sldMkLst>
        <pc:picChg chg="mod">
          <ac:chgData name="Tambekar, Sopan" userId="S::sopan.tambekar@honeywell.com::c013a465-f49d-4446-bf2a-b05d62ba0d43" providerId="AD" clId="Web-{4914A239-DAFA-4F7C-9375-A4A0CD0D0ED0}" dt="2024-07-17T05:23:06.822" v="6" actId="14100"/>
          <ac:picMkLst>
            <pc:docMk/>
            <pc:sldMk cId="3794148824" sldId="389"/>
            <ac:picMk id="11" creationId="{E821793A-3C7A-01E5-941B-07F0E0CE62A1}"/>
          </ac:picMkLst>
        </pc:picChg>
      </pc:sldChg>
      <pc:sldChg chg="modSp">
        <pc:chgData name="Tambekar, Sopan" userId="S::sopan.tambekar@honeywell.com::c013a465-f49d-4446-bf2a-b05d62ba0d43" providerId="AD" clId="Web-{4914A239-DAFA-4F7C-9375-A4A0CD0D0ED0}" dt="2024-07-17T05:22:03.462" v="5" actId="1076"/>
        <pc:sldMkLst>
          <pc:docMk/>
          <pc:sldMk cId="3697198514" sldId="390"/>
        </pc:sldMkLst>
        <pc:spChg chg="mod">
          <ac:chgData name="Tambekar, Sopan" userId="S::sopan.tambekar@honeywell.com::c013a465-f49d-4446-bf2a-b05d62ba0d43" providerId="AD" clId="Web-{4914A239-DAFA-4F7C-9375-A4A0CD0D0ED0}" dt="2024-07-17T05:22:03.462" v="5" actId="1076"/>
          <ac:spMkLst>
            <pc:docMk/>
            <pc:sldMk cId="3697198514" sldId="390"/>
            <ac:spMk id="7" creationId="{DA7D8E0B-D960-22BA-1137-4E5D5E6947D1}"/>
          </ac:spMkLst>
        </pc:spChg>
        <pc:spChg chg="mod">
          <ac:chgData name="Tambekar, Sopan" userId="S::sopan.tambekar@honeywell.com::c013a465-f49d-4446-bf2a-b05d62ba0d43" providerId="AD" clId="Web-{4914A239-DAFA-4F7C-9375-A4A0CD0D0ED0}" dt="2024-07-17T05:21:49.836" v="2" actId="1076"/>
          <ac:spMkLst>
            <pc:docMk/>
            <pc:sldMk cId="3697198514" sldId="390"/>
            <ac:spMk id="10" creationId="{2AEE0F37-8B66-CC02-2CE7-F6B25214F05A}"/>
          </ac:spMkLst>
        </pc:spChg>
        <pc:spChg chg="mod">
          <ac:chgData name="Tambekar, Sopan" userId="S::sopan.tambekar@honeywell.com::c013a465-f49d-4446-bf2a-b05d62ba0d43" providerId="AD" clId="Web-{4914A239-DAFA-4F7C-9375-A4A0CD0D0ED0}" dt="2024-07-17T05:21:49.852" v="3" actId="1076"/>
          <ac:spMkLst>
            <pc:docMk/>
            <pc:sldMk cId="3697198514" sldId="390"/>
            <ac:spMk id="11" creationId="{1D9C712B-B8A4-DC6E-5084-18E3FEBDE0D2}"/>
          </ac:spMkLst>
        </pc:spChg>
        <pc:picChg chg="mod">
          <ac:chgData name="Tambekar, Sopan" userId="S::sopan.tambekar@honeywell.com::c013a465-f49d-4446-bf2a-b05d62ba0d43" providerId="AD" clId="Web-{4914A239-DAFA-4F7C-9375-A4A0CD0D0ED0}" dt="2024-07-17T05:22:03.446" v="4" actId="1076"/>
          <ac:picMkLst>
            <pc:docMk/>
            <pc:sldMk cId="3697198514" sldId="390"/>
            <ac:picMk id="3" creationId="{0C8A2F11-382B-5356-0643-7D8AEE41DECC}"/>
          </ac:picMkLst>
        </pc:picChg>
        <pc:picChg chg="mod">
          <ac:chgData name="Tambekar, Sopan" userId="S::sopan.tambekar@honeywell.com::c013a465-f49d-4446-bf2a-b05d62ba0d43" providerId="AD" clId="Web-{4914A239-DAFA-4F7C-9375-A4A0CD0D0ED0}" dt="2024-07-17T05:21:49.821" v="1" actId="1076"/>
          <ac:picMkLst>
            <pc:docMk/>
            <pc:sldMk cId="3697198514" sldId="390"/>
            <ac:picMk id="9" creationId="{A3887D44-55F8-EF66-995D-F65F0FFD4696}"/>
          </ac:picMkLst>
        </pc:picChg>
        <pc:picChg chg="mod">
          <ac:chgData name="Tambekar, Sopan" userId="S::sopan.tambekar@honeywell.com::c013a465-f49d-4446-bf2a-b05d62ba0d43" providerId="AD" clId="Web-{4914A239-DAFA-4F7C-9375-A4A0CD0D0ED0}" dt="2024-07-17T05:21:34.321" v="0" actId="1076"/>
          <ac:picMkLst>
            <pc:docMk/>
            <pc:sldMk cId="3697198514" sldId="390"/>
            <ac:picMk id="15" creationId="{E81C19C2-508A-7677-FD47-944E5B00AE24}"/>
          </ac:picMkLst>
        </pc:picChg>
      </pc:sldChg>
    </pc:docChg>
  </pc:docChgLst>
  <pc:docChgLst>
    <pc:chgData name="Tambekar, Sopan" userId="c013a465-f49d-4446-bf2a-b05d62ba0d43" providerId="ADAL" clId="{623653F2-2689-4D85-AC64-86DFE588991D}"/>
    <pc:docChg chg="undo custSel addSld delSld modSld">
      <pc:chgData name="Tambekar, Sopan" userId="c013a465-f49d-4446-bf2a-b05d62ba0d43" providerId="ADAL" clId="{623653F2-2689-4D85-AC64-86DFE588991D}" dt="2024-07-16T10:12:21.964" v="715" actId="14100"/>
      <pc:docMkLst>
        <pc:docMk/>
      </pc:docMkLst>
      <pc:sldChg chg="addSp modSp mod">
        <pc:chgData name="Tambekar, Sopan" userId="c013a465-f49d-4446-bf2a-b05d62ba0d43" providerId="ADAL" clId="{623653F2-2689-4D85-AC64-86DFE588991D}" dt="2024-07-16T10:12:21.964" v="715" actId="14100"/>
        <pc:sldMkLst>
          <pc:docMk/>
          <pc:sldMk cId="0" sldId="381"/>
        </pc:sldMkLst>
        <pc:spChg chg="add mod">
          <ac:chgData name="Tambekar, Sopan" userId="c013a465-f49d-4446-bf2a-b05d62ba0d43" providerId="ADAL" clId="{623653F2-2689-4D85-AC64-86DFE588991D}" dt="2024-07-16T10:12:21.964" v="715" actId="14100"/>
          <ac:spMkLst>
            <pc:docMk/>
            <pc:sldMk cId="0" sldId="381"/>
            <ac:spMk id="2" creationId="{18073067-5A11-61E7-91DE-42C8D1FB1D49}"/>
          </ac:spMkLst>
        </pc:spChg>
      </pc:sldChg>
      <pc:sldChg chg="addSp modSp mod">
        <pc:chgData name="Tambekar, Sopan" userId="c013a465-f49d-4446-bf2a-b05d62ba0d43" providerId="ADAL" clId="{623653F2-2689-4D85-AC64-86DFE588991D}" dt="2024-07-16T09:47:27.377" v="298" actId="1076"/>
        <pc:sldMkLst>
          <pc:docMk/>
          <pc:sldMk cId="3153782728" sldId="384"/>
        </pc:sldMkLst>
        <pc:picChg chg="add mod">
          <ac:chgData name="Tambekar, Sopan" userId="c013a465-f49d-4446-bf2a-b05d62ba0d43" providerId="ADAL" clId="{623653F2-2689-4D85-AC64-86DFE588991D}" dt="2024-07-16T09:47:27.377" v="298" actId="1076"/>
          <ac:picMkLst>
            <pc:docMk/>
            <pc:sldMk cId="3153782728" sldId="384"/>
            <ac:picMk id="5" creationId="{888B0CC5-527B-0F6B-61F7-045E46FD8FD8}"/>
          </ac:picMkLst>
        </pc:picChg>
      </pc:sldChg>
      <pc:sldChg chg="addSp delSp modSp del mod">
        <pc:chgData name="Tambekar, Sopan" userId="c013a465-f49d-4446-bf2a-b05d62ba0d43" providerId="ADAL" clId="{623653F2-2689-4D85-AC64-86DFE588991D}" dt="2024-07-16T09:06:26.063" v="8" actId="2696"/>
        <pc:sldMkLst>
          <pc:docMk/>
          <pc:sldMk cId="296573866" sldId="385"/>
        </pc:sldMkLst>
        <pc:spChg chg="mod">
          <ac:chgData name="Tambekar, Sopan" userId="c013a465-f49d-4446-bf2a-b05d62ba0d43" providerId="ADAL" clId="{623653F2-2689-4D85-AC64-86DFE588991D}" dt="2024-07-16T09:05:40.008" v="5" actId="21"/>
          <ac:spMkLst>
            <pc:docMk/>
            <pc:sldMk cId="296573866" sldId="385"/>
            <ac:spMk id="3" creationId="{3E71617B-1399-C546-59A5-F28023ACB014}"/>
          </ac:spMkLst>
        </pc:spChg>
        <pc:picChg chg="add del mod">
          <ac:chgData name="Tambekar, Sopan" userId="c013a465-f49d-4446-bf2a-b05d62ba0d43" providerId="ADAL" clId="{623653F2-2689-4D85-AC64-86DFE588991D}" dt="2024-07-16T09:04:24.407" v="2" actId="478"/>
          <ac:picMkLst>
            <pc:docMk/>
            <pc:sldMk cId="296573866" sldId="385"/>
            <ac:picMk id="5" creationId="{AEDB0C5A-FCCF-90C1-6397-8CBD5A979D1E}"/>
          </ac:picMkLst>
        </pc:picChg>
        <pc:picChg chg="del">
          <ac:chgData name="Tambekar, Sopan" userId="c013a465-f49d-4446-bf2a-b05d62ba0d43" providerId="ADAL" clId="{623653F2-2689-4D85-AC64-86DFE588991D}" dt="2024-07-16T09:04:27.005" v="3" actId="478"/>
          <ac:picMkLst>
            <pc:docMk/>
            <pc:sldMk cId="296573866" sldId="385"/>
            <ac:picMk id="10" creationId="{5BCDC6ED-0783-AA2A-F463-655721C1F207}"/>
          </ac:picMkLst>
        </pc:picChg>
      </pc:sldChg>
      <pc:sldChg chg="addSp delSp modSp new mod">
        <pc:chgData name="Tambekar, Sopan" userId="c013a465-f49d-4446-bf2a-b05d62ba0d43" providerId="ADAL" clId="{623653F2-2689-4D85-AC64-86DFE588991D}" dt="2024-07-16T09:51:00.428" v="376" actId="1035"/>
        <pc:sldMkLst>
          <pc:docMk/>
          <pc:sldMk cId="1356345969" sldId="387"/>
        </pc:sldMkLst>
        <pc:spChg chg="del">
          <ac:chgData name="Tambekar, Sopan" userId="c013a465-f49d-4446-bf2a-b05d62ba0d43" providerId="ADAL" clId="{623653F2-2689-4D85-AC64-86DFE588991D}" dt="2024-07-16T09:06:36.579" v="9" actId="478"/>
          <ac:spMkLst>
            <pc:docMk/>
            <pc:sldMk cId="1356345969" sldId="387"/>
            <ac:spMk id="2" creationId="{A78F613B-07D9-C60B-D48E-264E7302C418}"/>
          </ac:spMkLst>
        </pc:spChg>
        <pc:spChg chg="del">
          <ac:chgData name="Tambekar, Sopan" userId="c013a465-f49d-4446-bf2a-b05d62ba0d43" providerId="ADAL" clId="{623653F2-2689-4D85-AC64-86DFE588991D}" dt="2024-07-16T09:06:39.738" v="10" actId="478"/>
          <ac:spMkLst>
            <pc:docMk/>
            <pc:sldMk cId="1356345969" sldId="387"/>
            <ac:spMk id="3" creationId="{E96495DD-9549-560D-D314-11A682A42206}"/>
          </ac:spMkLst>
        </pc:spChg>
        <pc:spChg chg="add mod">
          <ac:chgData name="Tambekar, Sopan" userId="c013a465-f49d-4446-bf2a-b05d62ba0d43" providerId="ADAL" clId="{623653F2-2689-4D85-AC64-86DFE588991D}" dt="2024-07-16T09:16:54.700" v="182" actId="1076"/>
          <ac:spMkLst>
            <pc:docMk/>
            <pc:sldMk cId="1356345969" sldId="387"/>
            <ac:spMk id="5" creationId="{850D8BC0-057B-A1F1-1B06-293E4F25E25F}"/>
          </ac:spMkLst>
        </pc:spChg>
        <pc:spChg chg="add mod">
          <ac:chgData name="Tambekar, Sopan" userId="c013a465-f49d-4446-bf2a-b05d62ba0d43" providerId="ADAL" clId="{623653F2-2689-4D85-AC64-86DFE588991D}" dt="2024-07-16T09:50:57.261" v="371" actId="255"/>
          <ac:spMkLst>
            <pc:docMk/>
            <pc:sldMk cId="1356345969" sldId="387"/>
            <ac:spMk id="6" creationId="{9308BEA8-3113-4D59-D8A3-13041218D813}"/>
          </ac:spMkLst>
        </pc:spChg>
        <pc:spChg chg="add del mod">
          <ac:chgData name="Tambekar, Sopan" userId="c013a465-f49d-4446-bf2a-b05d62ba0d43" providerId="ADAL" clId="{623653F2-2689-4D85-AC64-86DFE588991D}" dt="2024-07-16T09:12:49.255" v="144" actId="478"/>
          <ac:spMkLst>
            <pc:docMk/>
            <pc:sldMk cId="1356345969" sldId="387"/>
            <ac:spMk id="7" creationId="{527FF5D0-6327-F965-E31E-7812DBB265CC}"/>
          </ac:spMkLst>
        </pc:spChg>
        <pc:picChg chg="add del mod">
          <ac:chgData name="Tambekar, Sopan" userId="c013a465-f49d-4446-bf2a-b05d62ba0d43" providerId="ADAL" clId="{623653F2-2689-4D85-AC64-86DFE588991D}" dt="2024-07-16T09:08:44.660" v="21" actId="478"/>
          <ac:picMkLst>
            <pc:docMk/>
            <pc:sldMk cId="1356345969" sldId="387"/>
            <ac:picMk id="9" creationId="{D71EC3FE-3029-E50C-56F5-D24EA2B960F5}"/>
          </ac:picMkLst>
        </pc:picChg>
        <pc:picChg chg="add mod">
          <ac:chgData name="Tambekar, Sopan" userId="c013a465-f49d-4446-bf2a-b05d62ba0d43" providerId="ADAL" clId="{623653F2-2689-4D85-AC64-86DFE588991D}" dt="2024-07-16T09:51:00.428" v="376" actId="1035"/>
          <ac:picMkLst>
            <pc:docMk/>
            <pc:sldMk cId="1356345969" sldId="387"/>
            <ac:picMk id="11" creationId="{7B5F86EF-E275-690B-4A63-2D3902F29C4F}"/>
          </ac:picMkLst>
        </pc:picChg>
        <pc:picChg chg="add mod">
          <ac:chgData name="Tambekar, Sopan" userId="c013a465-f49d-4446-bf2a-b05d62ba0d43" providerId="ADAL" clId="{623653F2-2689-4D85-AC64-86DFE588991D}" dt="2024-07-16T09:48:46.848" v="303" actId="14100"/>
          <ac:picMkLst>
            <pc:docMk/>
            <pc:sldMk cId="1356345969" sldId="387"/>
            <ac:picMk id="13" creationId="{CC9E91C0-3AD3-2F67-3002-2E2337D3F3B2}"/>
          </ac:picMkLst>
        </pc:picChg>
      </pc:sldChg>
      <pc:sldChg chg="addSp delSp modSp add mod">
        <pc:chgData name="Tambekar, Sopan" userId="c013a465-f49d-4446-bf2a-b05d62ba0d43" providerId="ADAL" clId="{623653F2-2689-4D85-AC64-86DFE588991D}" dt="2024-07-16T09:50:18.577" v="370" actId="14100"/>
        <pc:sldMkLst>
          <pc:docMk/>
          <pc:sldMk cId="936252185" sldId="388"/>
        </pc:sldMkLst>
        <pc:spChg chg="mod">
          <ac:chgData name="Tambekar, Sopan" userId="c013a465-f49d-4446-bf2a-b05d62ba0d43" providerId="ADAL" clId="{623653F2-2689-4D85-AC64-86DFE588991D}" dt="2024-07-16T09:20:49.999" v="199" actId="1076"/>
          <ac:spMkLst>
            <pc:docMk/>
            <pc:sldMk cId="936252185" sldId="388"/>
            <ac:spMk id="5" creationId="{850D8BC0-057B-A1F1-1B06-293E4F25E25F}"/>
          </ac:spMkLst>
        </pc:spChg>
        <pc:spChg chg="mod">
          <ac:chgData name="Tambekar, Sopan" userId="c013a465-f49d-4446-bf2a-b05d62ba0d43" providerId="ADAL" clId="{623653F2-2689-4D85-AC64-86DFE588991D}" dt="2024-07-16T09:50:03.120" v="351" actId="255"/>
          <ac:spMkLst>
            <pc:docMk/>
            <pc:sldMk cId="936252185" sldId="388"/>
            <ac:spMk id="6" creationId="{9308BEA8-3113-4D59-D8A3-13041218D813}"/>
          </ac:spMkLst>
        </pc:spChg>
        <pc:spChg chg="del">
          <ac:chgData name="Tambekar, Sopan" userId="c013a465-f49d-4446-bf2a-b05d62ba0d43" providerId="ADAL" clId="{623653F2-2689-4D85-AC64-86DFE588991D}" dt="2024-07-16T09:12:56.016" v="145" actId="478"/>
          <ac:spMkLst>
            <pc:docMk/>
            <pc:sldMk cId="936252185" sldId="388"/>
            <ac:spMk id="7" creationId="{527FF5D0-6327-F965-E31E-7812DBB265CC}"/>
          </ac:spMkLst>
        </pc:spChg>
        <pc:picChg chg="add mod">
          <ac:chgData name="Tambekar, Sopan" userId="c013a465-f49d-4446-bf2a-b05d62ba0d43" providerId="ADAL" clId="{623653F2-2689-4D85-AC64-86DFE588991D}" dt="2024-07-16T09:50:13.529" v="369" actId="1037"/>
          <ac:picMkLst>
            <pc:docMk/>
            <pc:sldMk cId="936252185" sldId="388"/>
            <ac:picMk id="3" creationId="{44735958-0E9D-F42B-FF1B-D075BCA87B3F}"/>
          </ac:picMkLst>
        </pc:picChg>
        <pc:picChg chg="add del mod">
          <ac:chgData name="Tambekar, Sopan" userId="c013a465-f49d-4446-bf2a-b05d62ba0d43" providerId="ADAL" clId="{623653F2-2689-4D85-AC64-86DFE588991D}" dt="2024-07-16T09:19:43.994" v="189" actId="478"/>
          <ac:picMkLst>
            <pc:docMk/>
            <pc:sldMk cId="936252185" sldId="388"/>
            <ac:picMk id="9" creationId="{515208C1-C6F7-AA26-2571-70C0E60ED73D}"/>
          </ac:picMkLst>
        </pc:picChg>
        <pc:picChg chg="add mod">
          <ac:chgData name="Tambekar, Sopan" userId="c013a465-f49d-4446-bf2a-b05d62ba0d43" providerId="ADAL" clId="{623653F2-2689-4D85-AC64-86DFE588991D}" dt="2024-07-16T09:50:18.577" v="370" actId="14100"/>
          <ac:picMkLst>
            <pc:docMk/>
            <pc:sldMk cId="936252185" sldId="388"/>
            <ac:picMk id="11" creationId="{EB5380CA-BE0C-EF9E-2D11-253995C13789}"/>
          </ac:picMkLst>
        </pc:picChg>
      </pc:sldChg>
      <pc:sldChg chg="addSp delSp modSp add mod">
        <pc:chgData name="Tambekar, Sopan" userId="c013a465-f49d-4446-bf2a-b05d62ba0d43" providerId="ADAL" clId="{623653F2-2689-4D85-AC64-86DFE588991D}" dt="2024-07-16T09:49:48.344" v="350" actId="14100"/>
        <pc:sldMkLst>
          <pc:docMk/>
          <pc:sldMk cId="3794148824" sldId="389"/>
        </pc:sldMkLst>
        <pc:spChg chg="mod">
          <ac:chgData name="Tambekar, Sopan" userId="c013a465-f49d-4446-bf2a-b05d62ba0d43" providerId="ADAL" clId="{623653F2-2689-4D85-AC64-86DFE588991D}" dt="2024-07-16T09:39:36.176" v="257" actId="255"/>
          <ac:spMkLst>
            <pc:docMk/>
            <pc:sldMk cId="3794148824" sldId="389"/>
            <ac:spMk id="5" creationId="{850D8BC0-057B-A1F1-1B06-293E4F25E25F}"/>
          </ac:spMkLst>
        </pc:spChg>
        <pc:spChg chg="mod">
          <ac:chgData name="Tambekar, Sopan" userId="c013a465-f49d-4446-bf2a-b05d62ba0d43" providerId="ADAL" clId="{623653F2-2689-4D85-AC64-86DFE588991D}" dt="2024-07-16T09:39:43.963" v="258" actId="1076"/>
          <ac:spMkLst>
            <pc:docMk/>
            <pc:sldMk cId="3794148824" sldId="389"/>
            <ac:spMk id="6" creationId="{9308BEA8-3113-4D59-D8A3-13041218D813}"/>
          </ac:spMkLst>
        </pc:spChg>
        <pc:spChg chg="add del">
          <ac:chgData name="Tambekar, Sopan" userId="c013a465-f49d-4446-bf2a-b05d62ba0d43" providerId="ADAL" clId="{623653F2-2689-4D85-AC64-86DFE588991D}" dt="2024-07-16T09:37:23.779" v="214" actId="478"/>
          <ac:spMkLst>
            <pc:docMk/>
            <pc:sldMk cId="3794148824" sldId="389"/>
            <ac:spMk id="9" creationId="{19B3528F-3293-8DBD-37F5-E159F5C9E2BD}"/>
          </ac:spMkLst>
        </pc:spChg>
        <pc:picChg chg="del">
          <ac:chgData name="Tambekar, Sopan" userId="c013a465-f49d-4446-bf2a-b05d62ba0d43" providerId="ADAL" clId="{623653F2-2689-4D85-AC64-86DFE588991D}" dt="2024-07-16T09:22:03.321" v="202" actId="478"/>
          <ac:picMkLst>
            <pc:docMk/>
            <pc:sldMk cId="3794148824" sldId="389"/>
            <ac:picMk id="3" creationId="{44735958-0E9D-F42B-FF1B-D075BCA87B3F}"/>
          </ac:picMkLst>
        </pc:picChg>
        <pc:picChg chg="add del mod">
          <ac:chgData name="Tambekar, Sopan" userId="c013a465-f49d-4446-bf2a-b05d62ba0d43" providerId="ADAL" clId="{623653F2-2689-4D85-AC64-86DFE588991D}" dt="2024-07-16T09:24:50.787" v="212" actId="478"/>
          <ac:picMkLst>
            <pc:docMk/>
            <pc:sldMk cId="3794148824" sldId="389"/>
            <ac:picMk id="7" creationId="{30E83295-AB8C-D2AC-87BB-DA5F21A4BF12}"/>
          </ac:picMkLst>
        </pc:picChg>
        <pc:picChg chg="add mod">
          <ac:chgData name="Tambekar, Sopan" userId="c013a465-f49d-4446-bf2a-b05d62ba0d43" providerId="ADAL" clId="{623653F2-2689-4D85-AC64-86DFE588991D}" dt="2024-07-16T09:49:48.344" v="350" actId="14100"/>
          <ac:picMkLst>
            <pc:docMk/>
            <pc:sldMk cId="3794148824" sldId="389"/>
            <ac:picMk id="11" creationId="{E821793A-3C7A-01E5-941B-07F0E0CE62A1}"/>
          </ac:picMkLst>
        </pc:picChg>
      </pc:sldChg>
      <pc:sldChg chg="addSp delSp modSp add mod">
        <pc:chgData name="Tambekar, Sopan" userId="c013a465-f49d-4446-bf2a-b05d62ba0d43" providerId="ADAL" clId="{623653F2-2689-4D85-AC64-86DFE588991D}" dt="2024-07-16T10:10:21.116" v="660" actId="1038"/>
        <pc:sldMkLst>
          <pc:docMk/>
          <pc:sldMk cId="3697198514" sldId="390"/>
        </pc:sldMkLst>
        <pc:spChg chg="mod">
          <ac:chgData name="Tambekar, Sopan" userId="c013a465-f49d-4446-bf2a-b05d62ba0d43" providerId="ADAL" clId="{623653F2-2689-4D85-AC64-86DFE588991D}" dt="2024-07-16T09:40:43.301" v="264" actId="1076"/>
          <ac:spMkLst>
            <pc:docMk/>
            <pc:sldMk cId="3697198514" sldId="390"/>
            <ac:spMk id="5" creationId="{850D8BC0-057B-A1F1-1B06-293E4F25E25F}"/>
          </ac:spMkLst>
        </pc:spChg>
        <pc:spChg chg="mod">
          <ac:chgData name="Tambekar, Sopan" userId="c013a465-f49d-4446-bf2a-b05d62ba0d43" providerId="ADAL" clId="{623653F2-2689-4D85-AC64-86DFE588991D}" dt="2024-07-16T10:09:55.445" v="648" actId="27636"/>
          <ac:spMkLst>
            <pc:docMk/>
            <pc:sldMk cId="3697198514" sldId="390"/>
            <ac:spMk id="6" creationId="{9308BEA8-3113-4D59-D8A3-13041218D813}"/>
          </ac:spMkLst>
        </pc:spChg>
        <pc:spChg chg="add mod">
          <ac:chgData name="Tambekar, Sopan" userId="c013a465-f49d-4446-bf2a-b05d62ba0d43" providerId="ADAL" clId="{623653F2-2689-4D85-AC64-86DFE588991D}" dt="2024-07-16T10:09:32.848" v="598" actId="1076"/>
          <ac:spMkLst>
            <pc:docMk/>
            <pc:sldMk cId="3697198514" sldId="390"/>
            <ac:spMk id="7" creationId="{DA7D8E0B-D960-22BA-1137-4E5D5E6947D1}"/>
          </ac:spMkLst>
        </pc:spChg>
        <pc:spChg chg="add mod">
          <ac:chgData name="Tambekar, Sopan" userId="c013a465-f49d-4446-bf2a-b05d62ba0d43" providerId="ADAL" clId="{623653F2-2689-4D85-AC64-86DFE588991D}" dt="2024-07-16T10:09:50.023" v="646" actId="1036"/>
          <ac:spMkLst>
            <pc:docMk/>
            <pc:sldMk cId="3697198514" sldId="390"/>
            <ac:spMk id="10" creationId="{2AEE0F37-8B66-CC02-2CE7-F6B25214F05A}"/>
          </ac:spMkLst>
        </pc:spChg>
        <pc:spChg chg="add mod">
          <ac:chgData name="Tambekar, Sopan" userId="c013a465-f49d-4446-bf2a-b05d62ba0d43" providerId="ADAL" clId="{623653F2-2689-4D85-AC64-86DFE588991D}" dt="2024-07-16T10:09:50.023" v="646" actId="1036"/>
          <ac:spMkLst>
            <pc:docMk/>
            <pc:sldMk cId="3697198514" sldId="390"/>
            <ac:spMk id="11" creationId="{1D9C712B-B8A4-DC6E-5084-18E3FEBDE0D2}"/>
          </ac:spMkLst>
        </pc:spChg>
        <pc:picChg chg="add mod">
          <ac:chgData name="Tambekar, Sopan" userId="c013a465-f49d-4446-bf2a-b05d62ba0d43" providerId="ADAL" clId="{623653F2-2689-4D85-AC64-86DFE588991D}" dt="2024-07-16T10:09:28.035" v="597" actId="1035"/>
          <ac:picMkLst>
            <pc:docMk/>
            <pc:sldMk cId="3697198514" sldId="390"/>
            <ac:picMk id="3" creationId="{0C8A2F11-382B-5356-0643-7D8AEE41DECC}"/>
          </ac:picMkLst>
        </pc:picChg>
        <pc:picChg chg="add mod">
          <ac:chgData name="Tambekar, Sopan" userId="c013a465-f49d-4446-bf2a-b05d62ba0d43" providerId="ADAL" clId="{623653F2-2689-4D85-AC64-86DFE588991D}" dt="2024-07-16T10:10:21.116" v="660" actId="1038"/>
          <ac:picMkLst>
            <pc:docMk/>
            <pc:sldMk cId="3697198514" sldId="390"/>
            <ac:picMk id="9" creationId="{A3887D44-55F8-EF66-995D-F65F0FFD4696}"/>
          </ac:picMkLst>
        </pc:picChg>
        <pc:picChg chg="add del mod">
          <ac:chgData name="Tambekar, Sopan" userId="c013a465-f49d-4446-bf2a-b05d62ba0d43" providerId="ADAL" clId="{623653F2-2689-4D85-AC64-86DFE588991D}" dt="2024-07-16T10:08:38.492" v="569" actId="478"/>
          <ac:picMkLst>
            <pc:docMk/>
            <pc:sldMk cId="3697198514" sldId="390"/>
            <ac:picMk id="13" creationId="{15AB1C19-2515-DB3B-63A8-7CA403D4C00D}"/>
          </ac:picMkLst>
        </pc:picChg>
        <pc:picChg chg="add mod">
          <ac:chgData name="Tambekar, Sopan" userId="c013a465-f49d-4446-bf2a-b05d62ba0d43" providerId="ADAL" clId="{623653F2-2689-4D85-AC64-86DFE588991D}" dt="2024-07-16T10:10:12.460" v="651" actId="1582"/>
          <ac:picMkLst>
            <pc:docMk/>
            <pc:sldMk cId="3697198514" sldId="390"/>
            <ac:picMk id="15" creationId="{E81C19C2-508A-7677-FD47-944E5B00AE24}"/>
          </ac:picMkLst>
        </pc:picChg>
      </pc:sldChg>
    </pc:docChg>
  </pc:docChgLst>
  <pc:docChgLst>
    <pc:chgData name="Tambekar, Sopan" userId="S::sopan.tambekar@honeywell.com::c013a465-f49d-4446-bf2a-b05d62ba0d43" providerId="AD" clId="Web-{2FAEDB3B-DA4D-470D-B3A4-12EA827ED947}"/>
    <pc:docChg chg="modSld">
      <pc:chgData name="Tambekar, Sopan" userId="S::sopan.tambekar@honeywell.com::c013a465-f49d-4446-bf2a-b05d62ba0d43" providerId="AD" clId="Web-{2FAEDB3B-DA4D-470D-B3A4-12EA827ED947}" dt="2024-07-17T05:44:56.903" v="3" actId="20577"/>
      <pc:docMkLst>
        <pc:docMk/>
      </pc:docMkLst>
      <pc:sldChg chg="modSp">
        <pc:chgData name="Tambekar, Sopan" userId="S::sopan.tambekar@honeywell.com::c013a465-f49d-4446-bf2a-b05d62ba0d43" providerId="AD" clId="Web-{2FAEDB3B-DA4D-470D-B3A4-12EA827ED947}" dt="2024-07-17T05:44:56.903" v="3" actId="20577"/>
        <pc:sldMkLst>
          <pc:docMk/>
          <pc:sldMk cId="3697198514" sldId="390"/>
        </pc:sldMkLst>
        <pc:spChg chg="mod">
          <ac:chgData name="Tambekar, Sopan" userId="S::sopan.tambekar@honeywell.com::c013a465-f49d-4446-bf2a-b05d62ba0d43" providerId="AD" clId="Web-{2FAEDB3B-DA4D-470D-B3A4-12EA827ED947}" dt="2024-07-17T05:44:56.903" v="3" actId="20577"/>
          <ac:spMkLst>
            <pc:docMk/>
            <pc:sldMk cId="3697198514" sldId="390"/>
            <ac:spMk id="6" creationId="{9308BEA8-3113-4D59-D8A3-13041218D813}"/>
          </ac:spMkLst>
        </pc:spChg>
      </pc:sldChg>
    </pc:docChg>
  </pc:docChgLst>
  <pc:docChgLst>
    <pc:chgData name="Tambekar, Sopan" userId="c013a465-f49d-4446-bf2a-b05d62ba0d43" providerId="ADAL" clId="{B0A4FBC0-CFE2-413D-A959-FFF89E7084B5}"/>
    <pc:docChg chg="undo custSel addSld delSld modSld sldOrd">
      <pc:chgData name="Tambekar, Sopan" userId="c013a465-f49d-4446-bf2a-b05d62ba0d43" providerId="ADAL" clId="{B0A4FBC0-CFE2-413D-A959-FFF89E7084B5}" dt="2024-05-03T04:05:27.108" v="1906" actId="14100"/>
      <pc:docMkLst>
        <pc:docMk/>
      </pc:docMkLst>
      <pc:sldChg chg="modSp mod modTransition">
        <pc:chgData name="Tambekar, Sopan" userId="c013a465-f49d-4446-bf2a-b05d62ba0d43" providerId="ADAL" clId="{B0A4FBC0-CFE2-413D-A959-FFF89E7084B5}" dt="2024-05-03T04:04:33.438" v="1904" actId="113"/>
        <pc:sldMkLst>
          <pc:docMk/>
          <pc:sldMk cId="0" sldId="381"/>
        </pc:sldMkLst>
        <pc:spChg chg="mod">
          <ac:chgData name="Tambekar, Sopan" userId="c013a465-f49d-4446-bf2a-b05d62ba0d43" providerId="ADAL" clId="{B0A4FBC0-CFE2-413D-A959-FFF89E7084B5}" dt="2024-05-03T04:04:33.438" v="1904" actId="113"/>
          <ac:spMkLst>
            <pc:docMk/>
            <pc:sldMk cId="0" sldId="381"/>
            <ac:spMk id="27650" creationId="{8275C109-3A72-723D-CD0C-24A35FF1A65D}"/>
          </ac:spMkLst>
        </pc:spChg>
      </pc:sldChg>
      <pc:sldChg chg="modSp new mod">
        <pc:chgData name="Tambekar, Sopan" userId="c013a465-f49d-4446-bf2a-b05d62ba0d43" providerId="ADAL" clId="{B0A4FBC0-CFE2-413D-A959-FFF89E7084B5}" dt="2024-05-02T04:16:13.026" v="1707" actId="20577"/>
        <pc:sldMkLst>
          <pc:docMk/>
          <pc:sldMk cId="120557609" sldId="382"/>
        </pc:sldMkLst>
        <pc:spChg chg="mod">
          <ac:chgData name="Tambekar, Sopan" userId="c013a465-f49d-4446-bf2a-b05d62ba0d43" providerId="ADAL" clId="{B0A4FBC0-CFE2-413D-A959-FFF89E7084B5}" dt="2024-05-02T04:14:48.541" v="1691" actId="108"/>
          <ac:spMkLst>
            <pc:docMk/>
            <pc:sldMk cId="120557609" sldId="382"/>
            <ac:spMk id="2" creationId="{BB924243-E651-743F-F7AC-A7CADC3E246A}"/>
          </ac:spMkLst>
        </pc:spChg>
        <pc:spChg chg="mod">
          <ac:chgData name="Tambekar, Sopan" userId="c013a465-f49d-4446-bf2a-b05d62ba0d43" providerId="ADAL" clId="{B0A4FBC0-CFE2-413D-A959-FFF89E7084B5}" dt="2024-05-02T04:16:13.026" v="1707" actId="20577"/>
          <ac:spMkLst>
            <pc:docMk/>
            <pc:sldMk cId="120557609" sldId="382"/>
            <ac:spMk id="3" creationId="{3E71617B-1399-C546-59A5-F28023ACB014}"/>
          </ac:spMkLst>
        </pc:spChg>
      </pc:sldChg>
      <pc:sldChg chg="addSp delSp modSp new del mod">
        <pc:chgData name="Tambekar, Sopan" userId="c013a465-f49d-4446-bf2a-b05d62ba0d43" providerId="ADAL" clId="{B0A4FBC0-CFE2-413D-A959-FFF89E7084B5}" dt="2024-05-02T03:47:04.438" v="445" actId="2696"/>
        <pc:sldMkLst>
          <pc:docMk/>
          <pc:sldMk cId="66001212" sldId="383"/>
        </pc:sldMkLst>
        <pc:spChg chg="mod">
          <ac:chgData name="Tambekar, Sopan" userId="c013a465-f49d-4446-bf2a-b05d62ba0d43" providerId="ADAL" clId="{B0A4FBC0-CFE2-413D-A959-FFF89E7084B5}" dt="2024-05-02T03:35:08.788" v="199" actId="14100"/>
          <ac:spMkLst>
            <pc:docMk/>
            <pc:sldMk cId="66001212" sldId="383"/>
            <ac:spMk id="2" creationId="{4027D168-7033-0F1F-463E-2184D77210A8}"/>
          </ac:spMkLst>
        </pc:spChg>
        <pc:spChg chg="del mod">
          <ac:chgData name="Tambekar, Sopan" userId="c013a465-f49d-4446-bf2a-b05d62ba0d43" providerId="ADAL" clId="{B0A4FBC0-CFE2-413D-A959-FFF89E7084B5}" dt="2024-05-02T03:40:30.333" v="346" actId="21"/>
          <ac:spMkLst>
            <pc:docMk/>
            <pc:sldMk cId="66001212" sldId="383"/>
            <ac:spMk id="3" creationId="{7A0CF67F-9DCE-D50A-ED45-4197BC35054B}"/>
          </ac:spMkLst>
        </pc:spChg>
        <pc:spChg chg="mod">
          <ac:chgData name="Tambekar, Sopan" userId="c013a465-f49d-4446-bf2a-b05d62ba0d43" providerId="ADAL" clId="{B0A4FBC0-CFE2-413D-A959-FFF89E7084B5}" dt="2024-05-02T03:39:27.797" v="344" actId="20577"/>
          <ac:spMkLst>
            <pc:docMk/>
            <pc:sldMk cId="66001212" sldId="383"/>
            <ac:spMk id="4" creationId="{14BF2583-DA66-8E51-38B8-A9270C30B8B3}"/>
          </ac:spMkLst>
        </pc:spChg>
        <pc:spChg chg="add mod">
          <ac:chgData name="Tambekar, Sopan" userId="c013a465-f49d-4446-bf2a-b05d62ba0d43" providerId="ADAL" clId="{B0A4FBC0-CFE2-413D-A959-FFF89E7084B5}" dt="2024-05-02T03:40:30.333" v="346" actId="21"/>
          <ac:spMkLst>
            <pc:docMk/>
            <pc:sldMk cId="66001212" sldId="383"/>
            <ac:spMk id="6" creationId="{EE584A26-4779-5ED2-A040-06A2B066EB75}"/>
          </ac:spMkLst>
        </pc:spChg>
      </pc:sldChg>
      <pc:sldChg chg="addSp delSp modSp add del mod">
        <pc:chgData name="Tambekar, Sopan" userId="c013a465-f49d-4446-bf2a-b05d62ba0d43" providerId="ADAL" clId="{B0A4FBC0-CFE2-413D-A959-FFF89E7084B5}" dt="2024-05-02T15:22:39.280" v="1899" actId="478"/>
        <pc:sldMkLst>
          <pc:docMk/>
          <pc:sldMk cId="3153782728" sldId="384"/>
        </pc:sldMkLst>
        <pc:spChg chg="del">
          <ac:chgData name="Tambekar, Sopan" userId="c013a465-f49d-4446-bf2a-b05d62ba0d43" providerId="ADAL" clId="{B0A4FBC0-CFE2-413D-A959-FFF89E7084B5}" dt="2024-05-02T03:40:35.877" v="347" actId="478"/>
          <ac:spMkLst>
            <pc:docMk/>
            <pc:sldMk cId="3153782728" sldId="384"/>
            <ac:spMk id="2" creationId="{BB924243-E651-743F-F7AC-A7CADC3E246A}"/>
          </ac:spMkLst>
        </pc:spChg>
        <pc:spChg chg="mod">
          <ac:chgData name="Tambekar, Sopan" userId="c013a465-f49d-4446-bf2a-b05d62ba0d43" providerId="ADAL" clId="{B0A4FBC0-CFE2-413D-A959-FFF89E7084B5}" dt="2024-05-02T15:20:15.439" v="1892" actId="255"/>
          <ac:spMkLst>
            <pc:docMk/>
            <pc:sldMk cId="3153782728" sldId="384"/>
            <ac:spMk id="3" creationId="{3E71617B-1399-C546-59A5-F28023ACB014}"/>
          </ac:spMkLst>
        </pc:spChg>
        <pc:spChg chg="add del mod">
          <ac:chgData name="Tambekar, Sopan" userId="c013a465-f49d-4446-bf2a-b05d62ba0d43" providerId="ADAL" clId="{B0A4FBC0-CFE2-413D-A959-FFF89E7084B5}" dt="2024-05-02T03:40:38.485" v="348"/>
          <ac:spMkLst>
            <pc:docMk/>
            <pc:sldMk cId="3153782728" sldId="384"/>
            <ac:spMk id="5" creationId="{FC5CE9C4-2BD1-0284-91AC-BF1BC3967CFF}"/>
          </ac:spMkLst>
        </pc:spChg>
        <pc:spChg chg="add mod">
          <ac:chgData name="Tambekar, Sopan" userId="c013a465-f49d-4446-bf2a-b05d62ba0d43" providerId="ADAL" clId="{B0A4FBC0-CFE2-413D-A959-FFF89E7084B5}" dt="2024-05-02T04:12:28.987" v="1678" actId="108"/>
          <ac:spMkLst>
            <pc:docMk/>
            <pc:sldMk cId="3153782728" sldId="384"/>
            <ac:spMk id="6" creationId="{7A0CF67F-9DCE-D50A-ED45-4197BC35054B}"/>
          </ac:spMkLst>
        </pc:spChg>
        <pc:spChg chg="add mod">
          <ac:chgData name="Tambekar, Sopan" userId="c013a465-f49d-4446-bf2a-b05d62ba0d43" providerId="ADAL" clId="{B0A4FBC0-CFE2-413D-A959-FFF89E7084B5}" dt="2024-05-02T04:13:30.064" v="1681" actId="108"/>
          <ac:spMkLst>
            <pc:docMk/>
            <pc:sldMk cId="3153782728" sldId="384"/>
            <ac:spMk id="7" creationId="{7E3F0B8C-6D78-FBEF-3791-8CE2642CB129}"/>
          </ac:spMkLst>
        </pc:spChg>
        <pc:spChg chg="add mod">
          <ac:chgData name="Tambekar, Sopan" userId="c013a465-f49d-4446-bf2a-b05d62ba0d43" providerId="ADAL" clId="{B0A4FBC0-CFE2-413D-A959-FFF89E7084B5}" dt="2024-05-02T15:19:52.490" v="1887" actId="255"/>
          <ac:spMkLst>
            <pc:docMk/>
            <pc:sldMk cId="3153782728" sldId="384"/>
            <ac:spMk id="8" creationId="{E73EC109-497D-534D-87B6-126F0250FF04}"/>
          </ac:spMkLst>
        </pc:spChg>
        <pc:picChg chg="add del mod">
          <ac:chgData name="Tambekar, Sopan" userId="c013a465-f49d-4446-bf2a-b05d62ba0d43" providerId="ADAL" clId="{B0A4FBC0-CFE2-413D-A959-FFF89E7084B5}" dt="2024-05-02T15:22:39.280" v="1899" actId="478"/>
          <ac:picMkLst>
            <pc:docMk/>
            <pc:sldMk cId="3153782728" sldId="384"/>
            <ac:picMk id="10" creationId="{F2317B29-F3AA-2D27-DDCC-B2CD100DCD41}"/>
          </ac:picMkLst>
        </pc:picChg>
      </pc:sldChg>
      <pc:sldChg chg="addSp delSp modSp add mod modClrScheme chgLayout">
        <pc:chgData name="Tambekar, Sopan" userId="c013a465-f49d-4446-bf2a-b05d62ba0d43" providerId="ADAL" clId="{B0A4FBC0-CFE2-413D-A959-FFF89E7084B5}" dt="2024-05-03T04:05:27.108" v="1906" actId="14100"/>
        <pc:sldMkLst>
          <pc:docMk/>
          <pc:sldMk cId="296573866" sldId="385"/>
        </pc:sldMkLst>
        <pc:spChg chg="mod">
          <ac:chgData name="Tambekar, Sopan" userId="c013a465-f49d-4446-bf2a-b05d62ba0d43" providerId="ADAL" clId="{B0A4FBC0-CFE2-413D-A959-FFF89E7084B5}" dt="2024-05-02T15:23:53.875" v="1901" actId="14100"/>
          <ac:spMkLst>
            <pc:docMk/>
            <pc:sldMk cId="296573866" sldId="385"/>
            <ac:spMk id="3" creationId="{3E71617B-1399-C546-59A5-F28023ACB014}"/>
          </ac:spMkLst>
        </pc:spChg>
        <pc:spChg chg="mod">
          <ac:chgData name="Tambekar, Sopan" userId="c013a465-f49d-4446-bf2a-b05d62ba0d43" providerId="ADAL" clId="{B0A4FBC0-CFE2-413D-A959-FFF89E7084B5}" dt="2024-05-02T04:09:45.040" v="1664" actId="26606"/>
          <ac:spMkLst>
            <pc:docMk/>
            <pc:sldMk cId="296573866" sldId="385"/>
            <ac:spMk id="4" creationId="{322645E7-586C-B2A4-8237-890A74805561}"/>
          </ac:spMkLst>
        </pc:spChg>
        <pc:spChg chg="mod ord">
          <ac:chgData name="Tambekar, Sopan" userId="c013a465-f49d-4446-bf2a-b05d62ba0d43" providerId="ADAL" clId="{B0A4FBC0-CFE2-413D-A959-FFF89E7084B5}" dt="2024-05-02T04:11:48.803" v="1677" actId="207"/>
          <ac:spMkLst>
            <pc:docMk/>
            <pc:sldMk cId="296573866" sldId="385"/>
            <ac:spMk id="6" creationId="{7A0CF67F-9DCE-D50A-ED45-4197BC35054B}"/>
          </ac:spMkLst>
        </pc:spChg>
        <pc:spChg chg="del">
          <ac:chgData name="Tambekar, Sopan" userId="c013a465-f49d-4446-bf2a-b05d62ba0d43" providerId="ADAL" clId="{B0A4FBC0-CFE2-413D-A959-FFF89E7084B5}" dt="2024-05-02T03:48:38.675" v="451" actId="478"/>
          <ac:spMkLst>
            <pc:docMk/>
            <pc:sldMk cId="296573866" sldId="385"/>
            <ac:spMk id="7" creationId="{7E3F0B8C-6D78-FBEF-3791-8CE2642CB129}"/>
          </ac:spMkLst>
        </pc:spChg>
        <pc:spChg chg="del mod">
          <ac:chgData name="Tambekar, Sopan" userId="c013a465-f49d-4446-bf2a-b05d62ba0d43" providerId="ADAL" clId="{B0A4FBC0-CFE2-413D-A959-FFF89E7084B5}" dt="2024-05-02T03:48:35.346" v="450" actId="478"/>
          <ac:spMkLst>
            <pc:docMk/>
            <pc:sldMk cId="296573866" sldId="385"/>
            <ac:spMk id="8" creationId="{E73EC109-497D-534D-87B6-126F0250FF04}"/>
          </ac:spMkLst>
        </pc:spChg>
        <pc:picChg chg="add del mod ord">
          <ac:chgData name="Tambekar, Sopan" userId="c013a465-f49d-4446-bf2a-b05d62ba0d43" providerId="ADAL" clId="{B0A4FBC0-CFE2-413D-A959-FFF89E7084B5}" dt="2024-05-02T04:10:05.824" v="1668" actId="478"/>
          <ac:picMkLst>
            <pc:docMk/>
            <pc:sldMk cId="296573866" sldId="385"/>
            <ac:picMk id="5" creationId="{CB68428F-8DF5-2288-AA21-54D20D6AE070}"/>
          </ac:picMkLst>
        </pc:picChg>
        <pc:picChg chg="add mod">
          <ac:chgData name="Tambekar, Sopan" userId="c013a465-f49d-4446-bf2a-b05d62ba0d43" providerId="ADAL" clId="{B0A4FBC0-CFE2-413D-A959-FFF89E7084B5}" dt="2024-05-03T04:05:27.108" v="1906" actId="14100"/>
          <ac:picMkLst>
            <pc:docMk/>
            <pc:sldMk cId="296573866" sldId="385"/>
            <ac:picMk id="10" creationId="{5BCDC6ED-0783-AA2A-F463-655721C1F207}"/>
          </ac:picMkLst>
        </pc:picChg>
      </pc:sldChg>
      <pc:sldChg chg="modSp add del mod setBg">
        <pc:chgData name="Tambekar, Sopan" userId="c013a465-f49d-4446-bf2a-b05d62ba0d43" providerId="ADAL" clId="{B0A4FBC0-CFE2-413D-A959-FFF89E7084B5}" dt="2024-05-02T15:12:18.427" v="1847" actId="2696"/>
        <pc:sldMkLst>
          <pc:docMk/>
          <pc:sldMk cId="1455247057" sldId="386"/>
        </pc:sldMkLst>
        <pc:spChg chg="mod">
          <ac:chgData name="Tambekar, Sopan" userId="c013a465-f49d-4446-bf2a-b05d62ba0d43" providerId="ADAL" clId="{B0A4FBC0-CFE2-413D-A959-FFF89E7084B5}" dt="2024-05-02T04:14:24.452" v="1690" actId="5793"/>
          <ac:spMkLst>
            <pc:docMk/>
            <pc:sldMk cId="1455247057" sldId="386"/>
            <ac:spMk id="3" creationId="{3E71617B-1399-C546-59A5-F28023ACB014}"/>
          </ac:spMkLst>
        </pc:spChg>
        <pc:spChg chg="mod">
          <ac:chgData name="Tambekar, Sopan" userId="c013a465-f49d-4446-bf2a-b05d62ba0d43" providerId="ADAL" clId="{B0A4FBC0-CFE2-413D-A959-FFF89E7084B5}" dt="2024-05-02T04:14:07.686" v="1684"/>
          <ac:spMkLst>
            <pc:docMk/>
            <pc:sldMk cId="1455247057" sldId="386"/>
            <ac:spMk id="4" creationId="{322645E7-586C-B2A4-8237-890A74805561}"/>
          </ac:spMkLst>
        </pc:spChg>
        <pc:spChg chg="mod">
          <ac:chgData name="Tambekar, Sopan" userId="c013a465-f49d-4446-bf2a-b05d62ba0d43" providerId="ADAL" clId="{B0A4FBC0-CFE2-413D-A959-FFF89E7084B5}" dt="2024-05-02T04:14:19.303" v="1685" actId="108"/>
          <ac:spMkLst>
            <pc:docMk/>
            <pc:sldMk cId="1455247057" sldId="386"/>
            <ac:spMk id="6" creationId="{7A0CF67F-9DCE-D50A-ED45-4197BC35054B}"/>
          </ac:spMkLst>
        </pc:spChg>
      </pc:sldChg>
      <pc:sldChg chg="addSp delSp modSp add mod ord modAnim">
        <pc:chgData name="Tambekar, Sopan" userId="c013a465-f49d-4446-bf2a-b05d62ba0d43" providerId="ADAL" clId="{B0A4FBC0-CFE2-413D-A959-FFF89E7084B5}" dt="2024-05-02T15:18:55.849" v="1881"/>
        <pc:sldMkLst>
          <pc:docMk/>
          <pc:sldMk cId="3298241473" sldId="386"/>
        </pc:sldMkLst>
        <pc:spChg chg="del">
          <ac:chgData name="Tambekar, Sopan" userId="c013a465-f49d-4446-bf2a-b05d62ba0d43" providerId="ADAL" clId="{B0A4FBC0-CFE2-413D-A959-FFF89E7084B5}" dt="2024-05-02T15:13:37.186" v="1858" actId="478"/>
          <ac:spMkLst>
            <pc:docMk/>
            <pc:sldMk cId="3298241473" sldId="386"/>
            <ac:spMk id="3" creationId="{3E71617B-1399-C546-59A5-F28023ACB014}"/>
          </ac:spMkLst>
        </pc:spChg>
        <pc:spChg chg="add del mod">
          <ac:chgData name="Tambekar, Sopan" userId="c013a465-f49d-4446-bf2a-b05d62ba0d43" providerId="ADAL" clId="{B0A4FBC0-CFE2-413D-A959-FFF89E7084B5}" dt="2024-05-02T15:14:42.893" v="1859"/>
          <ac:spMkLst>
            <pc:docMk/>
            <pc:sldMk cId="3298241473" sldId="386"/>
            <ac:spMk id="5" creationId="{2741B368-BB43-FA58-5F7B-705A3425BCCB}"/>
          </ac:spMkLst>
        </pc:spChg>
        <pc:spChg chg="mod">
          <ac:chgData name="Tambekar, Sopan" userId="c013a465-f49d-4446-bf2a-b05d62ba0d43" providerId="ADAL" clId="{B0A4FBC0-CFE2-413D-A959-FFF89E7084B5}" dt="2024-05-02T15:13:10.675" v="1854" actId="207"/>
          <ac:spMkLst>
            <pc:docMk/>
            <pc:sldMk cId="3298241473" sldId="386"/>
            <ac:spMk id="6" creationId="{7A0CF67F-9DCE-D50A-ED45-4197BC35054B}"/>
          </ac:spMkLst>
        </pc:spChg>
        <pc:spChg chg="del">
          <ac:chgData name="Tambekar, Sopan" userId="c013a465-f49d-4446-bf2a-b05d62ba0d43" providerId="ADAL" clId="{B0A4FBC0-CFE2-413D-A959-FFF89E7084B5}" dt="2024-05-02T15:13:29.759" v="1857" actId="478"/>
          <ac:spMkLst>
            <pc:docMk/>
            <pc:sldMk cId="3298241473" sldId="386"/>
            <ac:spMk id="7" creationId="{7E3F0B8C-6D78-FBEF-3791-8CE2642CB129}"/>
          </ac:spMkLst>
        </pc:spChg>
        <pc:spChg chg="mod">
          <ac:chgData name="Tambekar, Sopan" userId="c013a465-f49d-4446-bf2a-b05d62ba0d43" providerId="ADAL" clId="{B0A4FBC0-CFE2-413D-A959-FFF89E7084B5}" dt="2024-05-02T15:13:23.500" v="1856" actId="5793"/>
          <ac:spMkLst>
            <pc:docMk/>
            <pc:sldMk cId="3298241473" sldId="386"/>
            <ac:spMk id="8" creationId="{E73EC109-497D-534D-87B6-126F0250FF04}"/>
          </ac:spMkLst>
        </pc:spChg>
        <pc:spChg chg="add del mod">
          <ac:chgData name="Tambekar, Sopan" userId="c013a465-f49d-4446-bf2a-b05d62ba0d43" providerId="ADAL" clId="{B0A4FBC0-CFE2-413D-A959-FFF89E7084B5}" dt="2024-05-02T15:18:17.021" v="1874"/>
          <ac:spMkLst>
            <pc:docMk/>
            <pc:sldMk cId="3298241473" sldId="386"/>
            <ac:spMk id="11" creationId="{6515FB9E-A000-3CA1-0142-51F5D8DE2A3C}"/>
          </ac:spMkLst>
        </pc:spChg>
        <pc:picChg chg="add del mod">
          <ac:chgData name="Tambekar, Sopan" userId="c013a465-f49d-4446-bf2a-b05d62ba0d43" providerId="ADAL" clId="{B0A4FBC0-CFE2-413D-A959-FFF89E7084B5}" dt="2024-05-02T15:15:14.706" v="1866" actId="478"/>
          <ac:picMkLst>
            <pc:docMk/>
            <pc:sldMk cId="3298241473" sldId="386"/>
            <ac:picMk id="9" creationId="{63E6761F-AFB7-7A5A-A5A4-D6B1082B74E5}"/>
          </ac:picMkLst>
        </pc:picChg>
        <pc:picChg chg="add mod">
          <ac:chgData name="Tambekar, Sopan" userId="c013a465-f49d-4446-bf2a-b05d62ba0d43" providerId="ADAL" clId="{B0A4FBC0-CFE2-413D-A959-FFF89E7084B5}" dt="2024-05-02T15:18:29.345" v="1878" actId="1076"/>
          <ac:picMkLst>
            <pc:docMk/>
            <pc:sldMk cId="3298241473" sldId="386"/>
            <ac:picMk id="12" creationId="{418645FA-9B3A-0CF9-9F03-780BBD2107C2}"/>
          </ac:picMkLst>
        </pc:picChg>
        <pc:picChg chg="add mod">
          <ac:chgData name="Tambekar, Sopan" userId="c013a465-f49d-4446-bf2a-b05d62ba0d43" providerId="ADAL" clId="{B0A4FBC0-CFE2-413D-A959-FFF89E7084B5}" dt="2024-05-02T15:16:28.274" v="1869" actId="1076"/>
          <ac:picMkLst>
            <pc:docMk/>
            <pc:sldMk cId="3298241473" sldId="386"/>
            <ac:picMk id="1026" creationId="{CA6FC45A-F3A0-DF5F-24EE-560C4134A2AA}"/>
          </ac:picMkLst>
        </pc:picChg>
      </pc:sldChg>
      <pc:sldChg chg="del">
        <pc:chgData name="Tambekar, Sopan" userId="c013a465-f49d-4446-bf2a-b05d62ba0d43" providerId="ADAL" clId="{B0A4FBC0-CFE2-413D-A959-FFF89E7084B5}" dt="2024-05-02T03:28:19.099" v="34" actId="2696"/>
        <pc:sldMkLst>
          <pc:docMk/>
          <pc:sldMk cId="1850176446" sldId="543"/>
        </pc:sldMkLst>
      </pc:sldChg>
      <pc:sldChg chg="new del">
        <pc:chgData name="Tambekar, Sopan" userId="c013a465-f49d-4446-bf2a-b05d62ba0d43" providerId="ADAL" clId="{B0A4FBC0-CFE2-413D-A959-FFF89E7084B5}" dt="2024-05-02T03:28:14.893" v="33" actId="2696"/>
        <pc:sldMkLst>
          <pc:docMk/>
          <pc:sldMk cId="302049834" sldId="5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2152B-0548-49B8-B73E-4AA740813682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E6DA5-3AFE-4BF6-9EB5-E658C0EA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04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DBCECF35-7C51-6371-110B-FAD821B9E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490EC9D0-96F6-0CCC-3965-AB44588BE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8676" name="Header Placeholder 3">
            <a:extLst>
              <a:ext uri="{FF2B5EF4-FFF2-40B4-BE49-F238E27FC236}">
                <a16:creationId xmlns:a16="http://schemas.microsoft.com/office/drawing/2014/main" id="{E061744B-4026-3504-BE0E-7BDB8998BB7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8677" name="Footer Placeholder 4" hidden="1">
            <a:extLst>
              <a:ext uri="{FF2B5EF4-FFF2-40B4-BE49-F238E27FC236}">
                <a16:creationId xmlns:a16="http://schemas.microsoft.com/office/drawing/2014/main" id="{DDE7E6A1-BFCE-E720-9386-034FC1EF23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4568" y="357810"/>
            <a:ext cx="10507948" cy="49861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14568" y="1005840"/>
            <a:ext cx="10507947" cy="5053316"/>
          </a:xfrm>
          <a:prstGeom prst="rect">
            <a:avLst/>
          </a:prstGeom>
        </p:spPr>
        <p:txBody>
          <a:bodyPr/>
          <a:lstStyle>
            <a:lvl1pPr marL="274320"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defRPr/>
            </a:lvl1pPr>
            <a:lvl2pPr marL="50292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2pPr>
            <a:lvl3pPr marL="68580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3pPr>
            <a:lvl4pPr marL="914400" indent="-173736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73736">
              <a:spcAft>
                <a:spcPts val="200"/>
              </a:spcAft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905158-1D46-81C9-7AF7-3B8858BD34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30BB5-3BCC-4370-9BB7-A585010B70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41D5364-BA03-8F58-E3A0-DF4BFE74115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8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276D31-BF42-DA88-06B2-0E22ED3DC8E4}"/>
              </a:ext>
            </a:extLst>
          </p:cNvPr>
          <p:cNvCxnSpPr/>
          <p:nvPr userDrawn="1"/>
        </p:nvCxnSpPr>
        <p:spPr bwMode="auto">
          <a:xfrm>
            <a:off x="7548563" y="1006475"/>
            <a:ext cx="0" cy="5053013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ontent Placeholder 4"/>
          <p:cNvSpPr>
            <a:spLocks noGrp="1"/>
          </p:cNvSpPr>
          <p:nvPr>
            <p:ph sz="quarter" idx="19"/>
          </p:nvPr>
        </p:nvSpPr>
        <p:spPr>
          <a:xfrm>
            <a:off x="8347381" y="1032966"/>
            <a:ext cx="5120640" cy="5053316"/>
          </a:xfrm>
          <a:prstGeom prst="rect">
            <a:avLst/>
          </a:prstGeom>
        </p:spPr>
        <p:txBody>
          <a:bodyPr/>
          <a:lstStyle>
            <a:lvl1pPr marL="274320"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defRPr/>
            </a:lvl1pPr>
            <a:lvl2pPr marL="50292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2pPr>
            <a:lvl3pPr marL="68580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3pPr>
            <a:lvl4pPr marL="914400" indent="-173736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73736">
              <a:spcAft>
                <a:spcPts val="200"/>
              </a:spcAft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14567" y="357810"/>
            <a:ext cx="10499918" cy="49861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712788" y="1005840"/>
            <a:ext cx="5120640" cy="5053316"/>
          </a:xfrm>
          <a:prstGeom prst="rect">
            <a:avLst/>
          </a:prstGeom>
        </p:spPr>
        <p:txBody>
          <a:bodyPr/>
          <a:lstStyle>
            <a:lvl1pPr marL="274320"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defRPr/>
            </a:lvl1pPr>
            <a:lvl2pPr marL="50292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2pPr>
            <a:lvl3pPr marL="68580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3pPr>
            <a:lvl4pPr marL="914400" indent="-173736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73736">
              <a:spcAft>
                <a:spcPts val="200"/>
              </a:spcAft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2D2F6F-1F2F-1EB6-C582-879916FC687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D5581-82F6-4676-BA66-95A24351E3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F9A63AB-2092-6AE4-50EB-F956C37A9D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74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B119A6-BB19-D1DD-984D-52948E72EC5F}"/>
              </a:ext>
            </a:extLst>
          </p:cNvPr>
          <p:cNvCxnSpPr/>
          <p:nvPr userDrawn="1"/>
        </p:nvCxnSpPr>
        <p:spPr bwMode="auto">
          <a:xfrm flipH="1">
            <a:off x="712788" y="3592513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A4684B-1D03-AEDA-88F5-6AA454463F86}"/>
              </a:ext>
            </a:extLst>
          </p:cNvPr>
          <p:cNvCxnSpPr/>
          <p:nvPr userDrawn="1"/>
        </p:nvCxnSpPr>
        <p:spPr bwMode="auto">
          <a:xfrm>
            <a:off x="5994400" y="1011238"/>
            <a:ext cx="0" cy="51593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1AF091-3A4E-6C2F-A049-1BF08E9860F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66875" y="6804025"/>
            <a:ext cx="185738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14240" y="364798"/>
            <a:ext cx="10531033" cy="51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4"/>
          <p:cNvSpPr>
            <a:spLocks noGrp="1"/>
          </p:cNvSpPr>
          <p:nvPr>
            <p:ph sz="quarter" idx="18"/>
          </p:nvPr>
        </p:nvSpPr>
        <p:spPr>
          <a:xfrm>
            <a:off x="714568" y="1016313"/>
            <a:ext cx="5172010" cy="2468880"/>
          </a:xfrm>
          <a:prstGeom prst="rect">
            <a:avLst/>
          </a:prstGeom>
        </p:spPr>
        <p:txBody>
          <a:bodyPr/>
          <a:lstStyle>
            <a:lvl1pPr marL="274320"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defRPr/>
            </a:lvl1pPr>
            <a:lvl2pPr marL="50292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2pPr>
            <a:lvl3pPr marL="68580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3pPr>
            <a:lvl4pPr marL="914400" indent="-173736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73736">
              <a:spcAft>
                <a:spcPts val="200"/>
              </a:spcAft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4"/>
          <p:cNvSpPr>
            <a:spLocks noGrp="1"/>
          </p:cNvSpPr>
          <p:nvPr>
            <p:ph sz="quarter" idx="26"/>
          </p:nvPr>
        </p:nvSpPr>
        <p:spPr>
          <a:xfrm>
            <a:off x="6096000" y="1017107"/>
            <a:ext cx="5172010" cy="2468880"/>
          </a:xfrm>
          <a:prstGeom prst="rect">
            <a:avLst/>
          </a:prstGeom>
        </p:spPr>
        <p:txBody>
          <a:bodyPr/>
          <a:lstStyle>
            <a:lvl1pPr marL="274320"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defRPr/>
            </a:lvl1pPr>
            <a:lvl2pPr marL="50292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2pPr>
            <a:lvl3pPr marL="68580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3pPr>
            <a:lvl4pPr marL="914400" indent="-173736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73736">
              <a:spcAft>
                <a:spcPts val="200"/>
              </a:spcAft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4"/>
          <p:cNvSpPr>
            <a:spLocks noGrp="1"/>
          </p:cNvSpPr>
          <p:nvPr>
            <p:ph sz="quarter" idx="27"/>
          </p:nvPr>
        </p:nvSpPr>
        <p:spPr>
          <a:xfrm>
            <a:off x="714568" y="3702504"/>
            <a:ext cx="5172010" cy="2468880"/>
          </a:xfrm>
          <a:prstGeom prst="rect">
            <a:avLst/>
          </a:prstGeom>
        </p:spPr>
        <p:txBody>
          <a:bodyPr/>
          <a:lstStyle>
            <a:lvl1pPr marL="274320"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defRPr/>
            </a:lvl1pPr>
            <a:lvl2pPr marL="50292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2pPr>
            <a:lvl3pPr marL="68580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3pPr>
            <a:lvl4pPr marL="914400" indent="-173736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73736">
              <a:spcAft>
                <a:spcPts val="200"/>
              </a:spcAft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4"/>
          <p:cNvSpPr>
            <a:spLocks noGrp="1"/>
          </p:cNvSpPr>
          <p:nvPr>
            <p:ph sz="quarter" idx="28"/>
          </p:nvPr>
        </p:nvSpPr>
        <p:spPr>
          <a:xfrm>
            <a:off x="6096000" y="3701561"/>
            <a:ext cx="5172010" cy="2468880"/>
          </a:xfrm>
          <a:prstGeom prst="rect">
            <a:avLst/>
          </a:prstGeom>
        </p:spPr>
        <p:txBody>
          <a:bodyPr/>
          <a:lstStyle>
            <a:lvl1pPr marL="274320"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defRPr/>
            </a:lvl1pPr>
            <a:lvl2pPr marL="50292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2pPr>
            <a:lvl3pPr marL="685800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defRPr/>
            </a:lvl3pPr>
            <a:lvl4pPr marL="914400" indent="-173736">
              <a:spcBef>
                <a:spcPts val="0"/>
              </a:spcBef>
              <a:spcAft>
                <a:spcPts val="200"/>
              </a:spcAft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97280" indent="-173736">
              <a:spcAft>
                <a:spcPts val="200"/>
              </a:spcAft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1405AF3-4368-AE8E-72D0-1CC4B0928A9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1D7EA-B50F-46E7-B028-82776CC9C8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DCB2754-F7C3-44B2-3951-E3764AB345C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49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89"/>
            <a:ext cx="10523336" cy="498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D768973-52F6-4EF5-4C35-9B9DA9243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08A21-5BA6-40EA-8591-0559E2AF77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64D52AB-6154-85FD-B472-95D9B8D0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4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9726"/>
            <a:ext cx="12192000" cy="4984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01562D-1D3B-D7CE-46FF-1853E3EB1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4A6C1-50F3-4D22-8FF0-6544A4CDBF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D837DEB-767E-FA76-50AE-9E3715B6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51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2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file:///\\localhost\Volumes\DMS-Server\Clients\Honeywell%20PPT%20\Honeywell%20-%20Freestanding%20Logos\Honeywell%20-%20Freestanding%20Logo%20RGB.png" TargetMode="External"/><Relationship Id="rId12" Type="http://schemas.openxmlformats.org/officeDocument/2006/relationships/image" Target="../media/image1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4.jpe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CF10C57-E917-CB9D-F8BF-EFA40114DA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0" y="0"/>
            <a:ext cx="18097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Placeholder 1">
            <a:extLst>
              <a:ext uri="{FF2B5EF4-FFF2-40B4-BE49-F238E27FC236}">
                <a16:creationId xmlns:a16="http://schemas.microsoft.com/office/drawing/2014/main" id="{F96932D1-C571-BCEF-3176-8E24CB858A1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1B6C45-6976-AA09-5A22-B72C0E0A8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100" b="1">
                <a:solidFill>
                  <a:schemeClr val="bg1"/>
                </a:solidFill>
                <a:ea typeface="HelveticaNeue MediumCond"/>
                <a:cs typeface="HelveticaNeue MediumCond"/>
              </a:defRPr>
            </a:lvl1pPr>
          </a:lstStyle>
          <a:p>
            <a:pPr>
              <a:defRPr/>
            </a:pPr>
            <a:fld id="{31987111-CDAC-432B-8F3A-B71D0249B2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3B92B5AF-4569-0479-9F10-9EB563F54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5" y="6656388"/>
            <a:ext cx="3505200" cy="200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dirty="0">
                <a:solidFill>
                  <a:schemeClr val="accent3"/>
                </a:solidFill>
                <a:cs typeface="Arial" panose="020B0604020202020204" pitchFamily="34" charset="0"/>
              </a:rPr>
              <a:t>Honeywell Confidential - © 2018 by Honeywell International Inc. All rights reserved.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022290-B5D1-6D33-0CE5-F953CD040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2788" y="6656388"/>
            <a:ext cx="1249362" cy="27781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055" name="Picture 7" descr="Logo&#10;&#10;Description automatically generated">
            <a:extLst>
              <a:ext uri="{FF2B5EF4-FFF2-40B4-BE49-F238E27FC236}">
                <a16:creationId xmlns:a16="http://schemas.microsoft.com/office/drawing/2014/main" id="{6F0DA7BD-7883-170F-200F-42707746A0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0" y="6215063"/>
            <a:ext cx="18097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971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9">
            <a:extLst>
              <a:ext uri="{FF2B5EF4-FFF2-40B4-BE49-F238E27FC236}">
                <a16:creationId xmlns:a16="http://schemas.microsoft.com/office/drawing/2014/main" id="{28A1AD48-6C53-9F58-3524-5BB63F5EF2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8"/>
          <a:stretch>
            <a:fillRect/>
          </a:stretch>
        </p:blipFill>
        <p:spPr bwMode="auto">
          <a:xfrm>
            <a:off x="61913" y="-1588"/>
            <a:ext cx="6843712" cy="285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Placeholder 7">
            <a:extLst>
              <a:ext uri="{FF2B5EF4-FFF2-40B4-BE49-F238E27FC236}">
                <a16:creationId xmlns:a16="http://schemas.microsoft.com/office/drawing/2014/main" id="{C43D2C1D-2FD7-BF9C-977A-99C307F05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7575"/>
            <a:ext cx="1219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 descr="Corner-01 copy.png">
            <a:extLst>
              <a:ext uri="{FF2B5EF4-FFF2-40B4-BE49-F238E27FC236}">
                <a16:creationId xmlns:a16="http://schemas.microsoft.com/office/drawing/2014/main" id="{4C0B13C1-1562-3BA9-72CE-38BC9B1C44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4292600"/>
            <a:ext cx="12168188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10" descr="\\localhost\Volumes\DMS-Server\Clients\Honeywell PPT \Honeywell - Freestanding Logos\Honeywell - Freestanding Logo RGB.png">
            <a:extLst>
              <a:ext uri="{FF2B5EF4-FFF2-40B4-BE49-F238E27FC236}">
                <a16:creationId xmlns:a16="http://schemas.microsoft.com/office/drawing/2014/main" id="{79242326-4861-D028-AEA5-F2AED4339CBD}"/>
              </a:ext>
            </a:extLst>
          </p:cNvPr>
          <p:cNvPicPr>
            <a:picLocks noChangeAspect="1"/>
          </p:cNvPicPr>
          <p:nvPr userDrawn="1"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0" y="6519863"/>
            <a:ext cx="1376363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50" name="Group 1">
            <a:extLst>
              <a:ext uri="{FF2B5EF4-FFF2-40B4-BE49-F238E27FC236}">
                <a16:creationId xmlns:a16="http://schemas.microsoft.com/office/drawing/2014/main" id="{671CC892-C5A8-9FEB-2574-F6C634E71D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787650"/>
            <a:ext cx="5445125" cy="1676400"/>
            <a:chOff x="106682" y="3631855"/>
            <a:chExt cx="11521416" cy="3145524"/>
          </a:xfrm>
        </p:grpSpPr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D0D8801C-DC14-2E4B-5FC5-07B340BDFA91}"/>
                </a:ext>
              </a:extLst>
            </p:cNvPr>
            <p:cNvSpPr/>
            <p:nvPr userDrawn="1"/>
          </p:nvSpPr>
          <p:spPr>
            <a:xfrm>
              <a:off x="9706742" y="3631855"/>
              <a:ext cx="1921356" cy="1572762"/>
            </a:xfrm>
            <a:prstGeom prst="hexagon">
              <a:avLst>
                <a:gd name="adj" fmla="val 25000"/>
                <a:gd name="vf" fmla="val 115470"/>
              </a:avLst>
            </a:prstGeom>
            <a:blipFill rotWithShape="1"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Hexagon 10" descr="Indonesia's Pertamina eyes investment in Iran's &lt;strong&gt;upstream&lt;/strong&gt; &lt;strong&gt;oil&lt;/strong&gt; sector">
              <a:extLst>
                <a:ext uri="{FF2B5EF4-FFF2-40B4-BE49-F238E27FC236}">
                  <a16:creationId xmlns:a16="http://schemas.microsoft.com/office/drawing/2014/main" id="{2F8A4BAB-7666-2C12-8C9B-DBB3A54B9FA0}"/>
                </a:ext>
              </a:extLst>
            </p:cNvPr>
            <p:cNvSpPr/>
            <p:nvPr userDrawn="1"/>
          </p:nvSpPr>
          <p:spPr>
            <a:xfrm>
              <a:off x="106682" y="5204617"/>
              <a:ext cx="1921356" cy="1572762"/>
            </a:xfrm>
            <a:prstGeom prst="hexagon">
              <a:avLst>
                <a:gd name="adj" fmla="val 25000"/>
                <a:gd name="vf" fmla="val 115470"/>
              </a:avLst>
            </a:prstGeom>
            <a:blipFill>
              <a:blip r:embed="rId9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E4D6DA4C-8BB8-20F2-D6C5-2E7893DE5E7B}"/>
                </a:ext>
              </a:extLst>
            </p:cNvPr>
            <p:cNvSpPr/>
            <p:nvPr userDrawn="1"/>
          </p:nvSpPr>
          <p:spPr>
            <a:xfrm>
              <a:off x="2028038" y="3631855"/>
              <a:ext cx="1917998" cy="1572762"/>
            </a:xfrm>
            <a:prstGeom prst="hexagon">
              <a:avLst>
                <a:gd name="adj" fmla="val 25000"/>
                <a:gd name="vf" fmla="val 115470"/>
              </a:avLst>
            </a:prstGeom>
            <a:blipFill rotWithShape="1"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DA25AFAB-A06A-B592-EB26-3199405B445D}"/>
                </a:ext>
              </a:extLst>
            </p:cNvPr>
            <p:cNvSpPr/>
            <p:nvPr userDrawn="1"/>
          </p:nvSpPr>
          <p:spPr>
            <a:xfrm>
              <a:off x="3946035" y="5204617"/>
              <a:ext cx="1921356" cy="1572762"/>
            </a:xfrm>
            <a:prstGeom prst="hexagon">
              <a:avLst>
                <a:gd name="adj" fmla="val 25000"/>
                <a:gd name="vf" fmla="val 115470"/>
              </a:avLst>
            </a:prstGeom>
            <a:blipFill rotWithShape="1">
              <a:blip r:embed="rId11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A1582D91-567E-EF1A-F26D-3A557F6EA613}"/>
                </a:ext>
              </a:extLst>
            </p:cNvPr>
            <p:cNvSpPr/>
            <p:nvPr userDrawn="1"/>
          </p:nvSpPr>
          <p:spPr>
            <a:xfrm>
              <a:off x="5867391" y="3631855"/>
              <a:ext cx="1921356" cy="1572762"/>
            </a:xfrm>
            <a:prstGeom prst="hexagon">
              <a:avLst>
                <a:gd name="adj" fmla="val 25000"/>
                <a:gd name="vf" fmla="val 115470"/>
              </a:avLst>
            </a:prstGeom>
            <a:blipFill rotWithShape="1"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F757FF5E-A5E3-C52A-2002-AA1AFB9EC0B8}"/>
                </a:ext>
              </a:extLst>
            </p:cNvPr>
            <p:cNvSpPr/>
            <p:nvPr userDrawn="1"/>
          </p:nvSpPr>
          <p:spPr>
            <a:xfrm>
              <a:off x="7788747" y="5121213"/>
              <a:ext cx="1917996" cy="1572762"/>
            </a:xfrm>
            <a:prstGeom prst="hexagon">
              <a:avLst>
                <a:gd name="adj" fmla="val 25000"/>
                <a:gd name="vf" fmla="val 115470"/>
              </a:avLst>
            </a:prstGeom>
            <a:blipFill rotWithShape="1">
              <a:blip r:embed="rId13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17" name="Picture 13" descr="Man walking in pipeline-low.png">
            <a:extLst>
              <a:ext uri="{FF2B5EF4-FFF2-40B4-BE49-F238E27FC236}">
                <a16:creationId xmlns:a16="http://schemas.microsoft.com/office/drawing/2014/main" id="{DA0ABFCC-F4A3-9F74-DD3E-AED5A7044CC1}"/>
              </a:ext>
            </a:extLst>
          </p:cNvPr>
          <p:cNvPicPr>
            <a:picLocks/>
          </p:cNvPicPr>
          <p:nvPr userDrawn="1"/>
        </p:nvPicPr>
        <p:blipFill rotWithShape="1">
          <a:blip r:embed="rId14"/>
          <a:srcRect l="3905" r="3905"/>
          <a:stretch/>
        </p:blipFill>
        <p:spPr bwMode="auto">
          <a:xfrm>
            <a:off x="9708954" y="3122030"/>
            <a:ext cx="1820726" cy="18288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</p:pic>
      <p:pic>
        <p:nvPicPr>
          <p:cNvPr id="6152" name="Picture 17">
            <a:extLst>
              <a:ext uri="{FF2B5EF4-FFF2-40B4-BE49-F238E27FC236}">
                <a16:creationId xmlns:a16="http://schemas.microsoft.com/office/drawing/2014/main" id="{F7362954-BB9B-EA02-94F0-4201EAB54F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5"/>
          <a:stretch>
            <a:fillRect/>
          </a:stretch>
        </p:blipFill>
        <p:spPr bwMode="auto">
          <a:xfrm>
            <a:off x="6916738" y="-26988"/>
            <a:ext cx="5254625" cy="219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511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Helvetica 55 Roman"/>
          <a:ea typeface="Helvetica 55 Roman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Helvetica Neue"/>
          <a:ea typeface="Helvetica Neue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1">
            <a:extLst>
              <a:ext uri="{FF2B5EF4-FFF2-40B4-BE49-F238E27FC236}">
                <a16:creationId xmlns:a16="http://schemas.microsoft.com/office/drawing/2014/main" id="{8275C109-3A72-723D-CD0C-24A35FF1A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5874678"/>
            <a:ext cx="60516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oneywell Sans Web" panose="02010503040101060203" pitchFamily="2" charset="0"/>
              </a:rPr>
              <a:t>CSV as Data Source Configuration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73067-5A11-61E7-91DE-42C8D1FB1D49}"/>
              </a:ext>
            </a:extLst>
          </p:cNvPr>
          <p:cNvSpPr txBox="1"/>
          <p:nvPr/>
        </p:nvSpPr>
        <p:spPr>
          <a:xfrm>
            <a:off x="9566694" y="6219646"/>
            <a:ext cx="2625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002060"/>
                </a:solidFill>
              </a:rPr>
              <a:t>Presented By: Sopan Tambekar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4243-E651-743F-F7AC-A7CADC3E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1617B-1399-C546-59A5-F28023ACB0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4567" y="1179096"/>
            <a:ext cx="8028379" cy="4491788"/>
          </a:xfrm>
        </p:spPr>
        <p:txBody>
          <a:bodyPr/>
          <a:lstStyle/>
          <a:p>
            <a:r>
              <a:rPr lang="en-US" sz="2800" b="1" dirty="0"/>
              <a:t>Requirement of CSV As Data Source </a:t>
            </a:r>
          </a:p>
          <a:p>
            <a:endParaRPr lang="en-US" sz="1400" b="1" dirty="0"/>
          </a:p>
          <a:p>
            <a:r>
              <a:rPr lang="en-US" sz="2800" b="1" dirty="0"/>
              <a:t>Pre-Requisites</a:t>
            </a:r>
            <a:r>
              <a:rPr lang="en-US" sz="3200" b="1" dirty="0"/>
              <a:t> </a:t>
            </a:r>
          </a:p>
          <a:p>
            <a:endParaRPr lang="en-US" sz="1400" b="1" dirty="0"/>
          </a:p>
          <a:p>
            <a:r>
              <a:rPr lang="en-US" sz="2800" b="1" dirty="0"/>
              <a:t>Configuration steps</a:t>
            </a:r>
          </a:p>
          <a:p>
            <a:endParaRPr lang="en-US" sz="1400" b="1" dirty="0"/>
          </a:p>
          <a:p>
            <a:r>
              <a:rPr lang="en-US" sz="2800" b="1" dirty="0"/>
              <a:t>Live Hands on</a:t>
            </a:r>
          </a:p>
          <a:p>
            <a:endParaRPr lang="en-US" sz="1400" b="1" dirty="0"/>
          </a:p>
          <a:p>
            <a:r>
              <a:rPr lang="en-US" sz="2800" b="1" dirty="0"/>
              <a:t>Q&amp;A’s</a:t>
            </a:r>
          </a:p>
          <a:p>
            <a:endParaRPr lang="en-US" sz="1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645E7-586C-B2A4-8237-890A748055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9530BB5-3BCC-4370-9BB7-A585010B703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55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1617B-1399-C546-59A5-F28023ACB0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4375" y="1216976"/>
            <a:ext cx="9542965" cy="1548768"/>
          </a:xfrm>
        </p:spPr>
        <p:txBody>
          <a:bodyPr/>
          <a:lstStyle/>
          <a:p>
            <a:r>
              <a:rPr lang="en-US" b="1" dirty="0"/>
              <a:t>Testing – </a:t>
            </a:r>
          </a:p>
          <a:p>
            <a:endParaRPr lang="en-US" sz="1400" b="1" dirty="0"/>
          </a:p>
          <a:p>
            <a:r>
              <a:rPr lang="en-US" b="1" dirty="0"/>
              <a:t>POC –</a:t>
            </a:r>
          </a:p>
          <a:p>
            <a:endParaRPr lang="en-US" sz="1400" b="1" dirty="0"/>
          </a:p>
          <a:p>
            <a:r>
              <a:rPr lang="en-US" b="1" dirty="0"/>
              <a:t>Project –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645E7-586C-B2A4-8237-890A748055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9530BB5-3BCC-4370-9BB7-A585010B703E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7A0CF67F-9DCE-D50A-ED45-4197BC35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57188"/>
            <a:ext cx="10507663" cy="4984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Requirement of CSV As Data Source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E3F0B8C-6D78-FBEF-3791-8CE2642CB129}"/>
              </a:ext>
            </a:extLst>
          </p:cNvPr>
          <p:cNvSpPr txBox="1">
            <a:spLocks/>
          </p:cNvSpPr>
          <p:nvPr/>
        </p:nvSpPr>
        <p:spPr bwMode="auto">
          <a:xfrm>
            <a:off x="712788" y="2765743"/>
            <a:ext cx="9544552" cy="663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n-US" sz="2800" b="1" kern="1200" baseline="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Pre-Requisites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73EC109-497D-534D-87B6-126F0250FF04}"/>
              </a:ext>
            </a:extLst>
          </p:cNvPr>
          <p:cNvSpPr txBox="1">
            <a:spLocks/>
          </p:cNvSpPr>
          <p:nvPr/>
        </p:nvSpPr>
        <p:spPr>
          <a:xfrm>
            <a:off x="712788" y="3569368"/>
            <a:ext cx="9544552" cy="2489788"/>
          </a:xfrm>
          <a:prstGeom prst="rect">
            <a:avLst/>
          </a:prstGeom>
        </p:spPr>
        <p:txBody>
          <a:bodyPr/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CSV file in proper format</a:t>
            </a:r>
          </a:p>
          <a:p>
            <a:endParaRPr lang="en-US" sz="1400" b="1" dirty="0"/>
          </a:p>
          <a:p>
            <a:r>
              <a:rPr lang="en-US" b="1" dirty="0"/>
              <a:t>Machine Setup details – Single Box or Multi-Box</a:t>
            </a:r>
          </a:p>
          <a:p>
            <a:r>
              <a:rPr lang="en-US" b="1" dirty="0"/>
              <a:t> </a:t>
            </a:r>
          </a:p>
          <a:p>
            <a:r>
              <a:rPr lang="en-US" b="1" dirty="0" err="1"/>
              <a:t>AMService</a:t>
            </a:r>
            <a:r>
              <a:rPr lang="en-US" b="1" dirty="0"/>
              <a:t> Username</a:t>
            </a:r>
          </a:p>
          <a:p>
            <a:endParaRPr lang="en-US" sz="1400" b="1" dirty="0"/>
          </a:p>
          <a:p>
            <a:r>
              <a:rPr lang="en-US" b="1" dirty="0"/>
              <a:t>Database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B0CC5-527B-0F6B-61F7-045E46FD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688" y="4946364"/>
            <a:ext cx="6073666" cy="1630821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378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F3FEF-ECD6-D0A2-77F1-093E4DB4F1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9530BB5-3BCC-4370-9BB7-A585010B703E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50D8BC0-057B-A1F1-1B06-293E4F25E25F}"/>
              </a:ext>
            </a:extLst>
          </p:cNvPr>
          <p:cNvSpPr txBox="1">
            <a:spLocks/>
          </p:cNvSpPr>
          <p:nvPr/>
        </p:nvSpPr>
        <p:spPr bwMode="auto">
          <a:xfrm>
            <a:off x="168228" y="35601"/>
            <a:ext cx="10499918" cy="49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n-US" sz="2800" b="1" kern="1200" baseline="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Configuration steps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08BEA8-3113-4D59-D8A3-13041218D813}"/>
              </a:ext>
            </a:extLst>
          </p:cNvPr>
          <p:cNvSpPr txBox="1">
            <a:spLocks/>
          </p:cNvSpPr>
          <p:nvPr/>
        </p:nvSpPr>
        <p:spPr>
          <a:xfrm>
            <a:off x="109035" y="534211"/>
            <a:ext cx="11797718" cy="5494350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1657" indent="-457200" algn="just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sz="1400" b="1" dirty="0"/>
              <a:t>Create a folder and keep the CSV file. </a:t>
            </a:r>
          </a:p>
          <a:p>
            <a:pPr marL="561657" indent="-457200" algn="just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sz="1400" b="1" dirty="0"/>
              <a:t>Give full control of the folder to </a:t>
            </a:r>
            <a:r>
              <a:rPr lang="en-US" sz="1400" b="1" dirty="0" err="1"/>
              <a:t>AMService</a:t>
            </a:r>
            <a:r>
              <a:rPr lang="en-US" sz="1400" b="1" dirty="0"/>
              <a:t> use. (In </a:t>
            </a:r>
            <a:r>
              <a:rPr lang="en-US" sz="1400" b="1" dirty="0" err="1"/>
              <a:t>multibox</a:t>
            </a:r>
            <a:r>
              <a:rPr lang="en-US" sz="1400" b="1" dirty="0"/>
              <a:t> – create same folder and give full control in all servers.) Right Click on Folder name and follow below steps. (In </a:t>
            </a:r>
            <a:r>
              <a:rPr lang="en-US" sz="1400" b="1" dirty="0" err="1"/>
              <a:t>multibox</a:t>
            </a:r>
            <a:r>
              <a:rPr lang="en-US" sz="1400" b="1" dirty="0"/>
              <a:t>- repeat all steps in all boxes).</a:t>
            </a:r>
          </a:p>
          <a:p>
            <a:pPr marL="104457" indent="0" algn="just">
              <a:lnSpc>
                <a:spcPct val="90000"/>
              </a:lnSpc>
              <a:buNone/>
            </a:pPr>
            <a:endParaRPr lang="en-US" sz="1400" b="1" dirty="0"/>
          </a:p>
          <a:p>
            <a:pPr marL="561657" indent="-457200" algn="just">
              <a:lnSpc>
                <a:spcPct val="90000"/>
              </a:lnSpc>
              <a:buFont typeface="Arial" panose="020B0604020202020204" pitchFamily="34" charset="0"/>
              <a:buAutoNum type="arabicPeriod"/>
            </a:pPr>
            <a:endParaRPr lang="en-US" sz="1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5F86EF-E275-690B-4A63-2D3902F2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57" y="149248"/>
            <a:ext cx="4953429" cy="624894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9E91C0-3AD3-2F67-3002-2E2337D3F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46" y="1423358"/>
            <a:ext cx="11621507" cy="4900431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634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F3FEF-ECD6-D0A2-77F1-093E4DB4F1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9530BB5-3BCC-4370-9BB7-A585010B703E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50D8BC0-057B-A1F1-1B06-293E4F25E25F}"/>
              </a:ext>
            </a:extLst>
          </p:cNvPr>
          <p:cNvSpPr txBox="1">
            <a:spLocks/>
          </p:cNvSpPr>
          <p:nvPr/>
        </p:nvSpPr>
        <p:spPr bwMode="auto">
          <a:xfrm>
            <a:off x="0" y="6215"/>
            <a:ext cx="10499918" cy="49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n-US" sz="2800" b="1" kern="1200" baseline="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Configuration steps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08BEA8-3113-4D59-D8A3-13041218D813}"/>
              </a:ext>
            </a:extLst>
          </p:cNvPr>
          <p:cNvSpPr txBox="1">
            <a:spLocks/>
          </p:cNvSpPr>
          <p:nvPr/>
        </p:nvSpPr>
        <p:spPr>
          <a:xfrm>
            <a:off x="0" y="507597"/>
            <a:ext cx="7547811" cy="5325172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1657" indent="-457200" algn="just">
              <a:lnSpc>
                <a:spcPct val="90000"/>
              </a:lnSpc>
              <a:buFont typeface="+mj-lt"/>
              <a:buAutoNum type="arabicPeriod" startAt="3"/>
            </a:pPr>
            <a:r>
              <a:rPr lang="en-US" sz="1200" b="1" dirty="0"/>
              <a:t>Copy the path of the CSV.</a:t>
            </a:r>
          </a:p>
          <a:p>
            <a:pPr marL="561657" indent="-457200" algn="just">
              <a:lnSpc>
                <a:spcPct val="90000"/>
              </a:lnSpc>
              <a:buFont typeface="Arial" panose="020B0604020202020204" pitchFamily="34" charset="0"/>
              <a:buAutoNum type="arabicPeriod" startAt="3"/>
            </a:pPr>
            <a:r>
              <a:rPr lang="en-US" sz="1200" b="1" dirty="0"/>
              <a:t>Go to </a:t>
            </a:r>
            <a:r>
              <a:rPr lang="en-US" sz="1200" b="1" dirty="0" err="1"/>
              <a:t>Datasource</a:t>
            </a:r>
            <a:r>
              <a:rPr lang="en-US" sz="1200" b="1" dirty="0"/>
              <a:t> configuration page from Sentinel Content page.</a:t>
            </a:r>
          </a:p>
          <a:p>
            <a:pPr marL="561657" indent="-457200" algn="just">
              <a:lnSpc>
                <a:spcPct val="90000"/>
              </a:lnSpc>
              <a:buFont typeface="Arial" panose="020B0604020202020204" pitchFamily="34" charset="0"/>
              <a:buAutoNum type="arabicPeriod" startAt="3"/>
            </a:pPr>
            <a:r>
              <a:rPr lang="en-US" sz="1200" b="1" dirty="0"/>
              <a:t>Click on “+” on data source configuration page and select “EXCEL” form the menu.</a:t>
            </a:r>
          </a:p>
          <a:p>
            <a:pPr marL="561657" indent="-457200" algn="just">
              <a:lnSpc>
                <a:spcPct val="90000"/>
              </a:lnSpc>
              <a:buFont typeface="Arial" panose="020B0604020202020204" pitchFamily="34" charset="0"/>
              <a:buAutoNum type="arabicPeriod" startAt="3"/>
            </a:pPr>
            <a:r>
              <a:rPr lang="en-US" sz="1200" b="1" dirty="0"/>
              <a:t>Fill the details in respective boxes, like Name, DisplayName and description and path etc. And click on save.</a:t>
            </a:r>
          </a:p>
          <a:p>
            <a:pPr marL="561657" indent="-457200" algn="just">
              <a:lnSpc>
                <a:spcPct val="90000"/>
              </a:lnSpc>
              <a:buFont typeface="Arial" panose="020B0604020202020204" pitchFamily="34" charset="0"/>
              <a:buAutoNum type="arabicPeriod" startAt="3"/>
            </a:pPr>
            <a:endParaRPr lang="en-US"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35958-0E9D-F42B-FF1B-D075BCA8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055" y="11979"/>
            <a:ext cx="3215919" cy="1867062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5380CA-BE0C-EF9E-2D11-253995C13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9041"/>
            <a:ext cx="11956211" cy="4452587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6252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F3FEF-ECD6-D0A2-77F1-093E4DB4F1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9530BB5-3BCC-4370-9BB7-A585010B703E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50D8BC0-057B-A1F1-1B06-293E4F25E25F}"/>
              </a:ext>
            </a:extLst>
          </p:cNvPr>
          <p:cNvSpPr txBox="1">
            <a:spLocks/>
          </p:cNvSpPr>
          <p:nvPr/>
        </p:nvSpPr>
        <p:spPr bwMode="auto">
          <a:xfrm>
            <a:off x="0" y="19334"/>
            <a:ext cx="10499918" cy="49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n-US" sz="2800" b="1" kern="1200" baseline="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Configuration steps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08BEA8-3113-4D59-D8A3-13041218D813}"/>
              </a:ext>
            </a:extLst>
          </p:cNvPr>
          <p:cNvSpPr txBox="1">
            <a:spLocks/>
          </p:cNvSpPr>
          <p:nvPr/>
        </p:nvSpPr>
        <p:spPr>
          <a:xfrm>
            <a:off x="-86265" y="268639"/>
            <a:ext cx="11645901" cy="1906079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1657" indent="-457200" algn="just">
              <a:lnSpc>
                <a:spcPct val="90000"/>
              </a:lnSpc>
              <a:buFont typeface="+mj-lt"/>
              <a:buAutoNum type="arabicPeriod" startAt="7"/>
            </a:pPr>
            <a:r>
              <a:rPr lang="en-US" sz="1200" b="1" dirty="0"/>
              <a:t>Now go to data base and open the external data sources table.</a:t>
            </a:r>
          </a:p>
          <a:p>
            <a:pPr marL="561657" indent="-457200" algn="just">
              <a:lnSpc>
                <a:spcPct val="90000"/>
              </a:lnSpc>
              <a:buFont typeface="+mj-lt"/>
              <a:buAutoNum type="arabicPeriod" startAt="7"/>
            </a:pPr>
            <a:r>
              <a:rPr lang="en-US" sz="1200" b="1" dirty="0"/>
              <a:t>Change from </a:t>
            </a:r>
            <a:r>
              <a:rPr lang="en-US" sz="1200" b="1" dirty="0">
                <a:solidFill>
                  <a:schemeClr val="tx2"/>
                </a:solidFill>
              </a:rPr>
              <a:t>&lt;type&gt;Excel&lt;/type&gt; </a:t>
            </a:r>
            <a:r>
              <a:rPr lang="en-US" sz="1200" b="1" dirty="0"/>
              <a:t>to </a:t>
            </a:r>
            <a:r>
              <a:rPr lang="en-US" sz="1200" b="1" dirty="0">
                <a:solidFill>
                  <a:schemeClr val="tx2"/>
                </a:solidFill>
              </a:rPr>
              <a:t>&lt;type&gt;CSV&lt;/type&gt; </a:t>
            </a:r>
            <a:r>
              <a:rPr lang="en-US" sz="1200" b="1" dirty="0"/>
              <a:t>connection information for the data source created. This is done with query or direct copy the content change the type and paste it back to same location. </a:t>
            </a:r>
          </a:p>
          <a:p>
            <a:pPr marL="561657" indent="-457200" algn="just">
              <a:lnSpc>
                <a:spcPct val="90000"/>
              </a:lnSpc>
              <a:buFont typeface="+mj-lt"/>
              <a:buAutoNum type="arabicPeriod" startAt="7"/>
            </a:pPr>
            <a:endParaRPr lang="en-US" sz="16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21793A-3C7A-01E5-941B-07F0E0CE6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9" y="854015"/>
            <a:ext cx="11752891" cy="5512279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414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F3FEF-ECD6-D0A2-77F1-093E4DB4F1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9530BB5-3BCC-4370-9BB7-A585010B703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50D8BC0-057B-A1F1-1B06-293E4F25E25F}"/>
              </a:ext>
            </a:extLst>
          </p:cNvPr>
          <p:cNvSpPr txBox="1">
            <a:spLocks/>
          </p:cNvSpPr>
          <p:nvPr/>
        </p:nvSpPr>
        <p:spPr bwMode="auto">
          <a:xfrm>
            <a:off x="176853" y="87516"/>
            <a:ext cx="10499918" cy="49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n-US" sz="2800" b="1" kern="1200" baseline="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Configuration steps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08BEA8-3113-4D59-D8A3-13041218D813}"/>
              </a:ext>
            </a:extLst>
          </p:cNvPr>
          <p:cNvSpPr txBox="1">
            <a:spLocks/>
          </p:cNvSpPr>
          <p:nvPr/>
        </p:nvSpPr>
        <p:spPr>
          <a:xfrm>
            <a:off x="176853" y="681826"/>
            <a:ext cx="3610143" cy="1531986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10000"/>
          </a:bodyPr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1340" indent="-457200" algn="just">
              <a:lnSpc>
                <a:spcPct val="90000"/>
              </a:lnSpc>
              <a:buFont typeface="+mj-lt"/>
              <a:buAutoNum type="arabicPeriod" startAt="9"/>
            </a:pPr>
            <a:r>
              <a:rPr lang="en-US" sz="1600" b="1" dirty="0"/>
              <a:t>Take  </a:t>
            </a:r>
            <a:r>
              <a:rPr lang="en-US" sz="1600" b="1" dirty="0" err="1"/>
              <a:t>AMservice</a:t>
            </a:r>
            <a:r>
              <a:rPr lang="en-US" sz="1600" b="1" dirty="0"/>
              <a:t> restart.</a:t>
            </a:r>
            <a:endParaRPr lang="en-US"/>
          </a:p>
          <a:p>
            <a:pPr marL="561340" indent="-457200" algn="just">
              <a:lnSpc>
                <a:spcPct val="90000"/>
              </a:lnSpc>
              <a:buFont typeface="+mj-lt"/>
              <a:buAutoNum type="arabicPeriod" startAt="9"/>
            </a:pPr>
            <a:r>
              <a:rPr lang="en-US" sz="1600" b="1" dirty="0"/>
              <a:t>Check on console page if CSV data source is running or not.</a:t>
            </a:r>
          </a:p>
          <a:p>
            <a:pPr marL="561340" indent="-457200" algn="just">
              <a:lnSpc>
                <a:spcPct val="90000"/>
              </a:lnSpc>
              <a:buFont typeface="+mj-lt"/>
              <a:buAutoNum type="arabicPeriod" startAt="9"/>
            </a:pPr>
            <a:endParaRPr lang="en-US" sz="1600" b="1" dirty="0"/>
          </a:p>
          <a:p>
            <a:pPr marL="561340" indent="-457200" algn="just">
              <a:lnSpc>
                <a:spcPct val="90000"/>
              </a:lnSpc>
              <a:buFont typeface="+mj-lt"/>
              <a:buAutoNum type="arabicPeriod" startAt="9"/>
            </a:pPr>
            <a:r>
              <a:rPr lang="en-US" sz="1600" b="1" dirty="0">
                <a:latin typeface="Arial"/>
                <a:cs typeface="Arial"/>
              </a:rPr>
              <a:t>CSV data source can only be deleted from database. Write delete query.</a:t>
            </a:r>
          </a:p>
          <a:p>
            <a:pPr marL="561340" indent="-457200" algn="just">
              <a:lnSpc>
                <a:spcPct val="90000"/>
              </a:lnSpc>
              <a:buFont typeface="+mj-lt"/>
              <a:buAutoNum type="arabicPeriod" startAt="9"/>
            </a:pPr>
            <a:endParaRPr lang="en-US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A2F11-382B-5356-0643-7D8AEE41D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53" y="4820755"/>
            <a:ext cx="11248095" cy="12955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7D8E0B-D960-22BA-1137-4E5D5E6947D1}"/>
              </a:ext>
            </a:extLst>
          </p:cNvPr>
          <p:cNvSpPr/>
          <p:nvPr/>
        </p:nvSpPr>
        <p:spPr>
          <a:xfrm>
            <a:off x="0" y="4225839"/>
            <a:ext cx="254268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cap="none" spc="0" dirty="0">
                <a:ln/>
                <a:solidFill>
                  <a:schemeClr val="accent4"/>
                </a:solidFill>
                <a:effectLst/>
              </a:rPr>
              <a:t>Update Query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887D44-55F8-EF66-995D-F65F0FFD4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98" y="3129288"/>
            <a:ext cx="6378493" cy="9297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EE0F37-8B66-CC02-2CE7-F6B25214F05A}"/>
              </a:ext>
            </a:extLst>
          </p:cNvPr>
          <p:cNvSpPr/>
          <p:nvPr/>
        </p:nvSpPr>
        <p:spPr>
          <a:xfrm>
            <a:off x="69731" y="2515323"/>
            <a:ext cx="24032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cap="none" spc="0" dirty="0">
                <a:ln/>
                <a:solidFill>
                  <a:schemeClr val="accent4"/>
                </a:solidFill>
                <a:effectLst/>
              </a:rPr>
              <a:t>Delete Query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D9C712B-B8A4-DC6E-5084-18E3FEBDE0D2}"/>
              </a:ext>
            </a:extLst>
          </p:cNvPr>
          <p:cNvSpPr txBox="1">
            <a:spLocks/>
          </p:cNvSpPr>
          <p:nvPr/>
        </p:nvSpPr>
        <p:spPr bwMode="auto">
          <a:xfrm>
            <a:off x="176853" y="3893704"/>
            <a:ext cx="11605078" cy="49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lang="en-US" sz="2800" b="1" kern="1200" baseline="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Please do not miss the “Where condition” in this query. Otherwise, it will delete whole table.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1C19C2-508A-7677-FD47-944E5B00A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20" y="196325"/>
            <a:ext cx="7163421" cy="2880610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7198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645E7-586C-B2A4-8237-890A748055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9530BB5-3BCC-4370-9BB7-A585010B703E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7A0CF67F-9DCE-D50A-ED45-4197BC35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57188"/>
            <a:ext cx="10507663" cy="498475"/>
          </a:xfrm>
        </p:spPr>
        <p:txBody>
          <a:bodyPr/>
          <a:lstStyle/>
          <a:p>
            <a:r>
              <a:rPr lang="en-US" sz="2800" b="1" dirty="0">
                <a:solidFill>
                  <a:schemeClr val="tx2"/>
                </a:solidFill>
              </a:rPr>
              <a:t>Live Hands on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73EC109-497D-534D-87B6-126F0250FF04}"/>
              </a:ext>
            </a:extLst>
          </p:cNvPr>
          <p:cNvSpPr txBox="1">
            <a:spLocks/>
          </p:cNvSpPr>
          <p:nvPr/>
        </p:nvSpPr>
        <p:spPr>
          <a:xfrm>
            <a:off x="712788" y="3569368"/>
            <a:ext cx="9544552" cy="2489788"/>
          </a:xfrm>
          <a:prstGeom prst="rect">
            <a:avLst/>
          </a:prstGeom>
        </p:spPr>
        <p:txBody>
          <a:bodyPr/>
          <a:lstStyle>
            <a:lvl1pPr marL="1698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1pPr>
            <a:lvl2pPr marL="6270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-"/>
              <a:defRPr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084263" indent="-16986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18645FA-9B3A-0CF9-9F03-780BBD2107C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597549" y="2352490"/>
            <a:ext cx="4881663" cy="3248525"/>
          </a:xfrm>
          <a:prstGeom prst="rect">
            <a:avLst/>
          </a:prstGeom>
        </p:spPr>
      </p:pic>
      <p:pic>
        <p:nvPicPr>
          <p:cNvPr id="1026" name="Picture 2" descr="Presentation Q&amp;A | PPT">
            <a:extLst>
              <a:ext uri="{FF2B5EF4-FFF2-40B4-BE49-F238E27FC236}">
                <a16:creationId xmlns:a16="http://schemas.microsoft.com/office/drawing/2014/main" id="{CA6FC45A-F3A0-DF5F-24EE-560C4134A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894350"/>
            <a:ext cx="5553075" cy="4164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24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_Honeywell PPT Template_16x9_V43" id="{0016E825-C23E-4AE1-A340-993D922DACFE}" vid="{1B2E6920-C0D6-4F72-96B0-64A8A230EAF0}"/>
    </a:ext>
  </a:extLst>
</a:theme>
</file>

<file path=ppt/theme/theme2.xml><?xml version="1.0" encoding="utf-8"?>
<a:theme xmlns:a="http://schemas.openxmlformats.org/drawingml/2006/main" name="1_Honeywell PPT Template V3">
  <a:themeElements>
    <a:clrScheme name="Honeywell Branded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000000"/>
      </a:accent1>
      <a:accent2>
        <a:srgbClr val="707070"/>
      </a:accent2>
      <a:accent3>
        <a:srgbClr val="E1261C"/>
      </a:accent3>
      <a:accent4>
        <a:srgbClr val="F37021"/>
      </a:accent4>
      <a:accent5>
        <a:srgbClr val="FFC627"/>
      </a:accent5>
      <a:accent6>
        <a:srgbClr val="1792E5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FE7F2BC-D68C-4DD3-A49F-97507BEA2AB6}" vid="{17237740-5F58-4259-A753-99355704E75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3577</TotalTime>
  <Words>301</Words>
  <Application>Microsoft Office PowerPoint</Application>
  <PresentationFormat>Widescreen</PresentationFormat>
  <Paragraphs>53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Honeywell Theme</vt:lpstr>
      <vt:lpstr>1_Honeywell PPT Template V3</vt:lpstr>
      <vt:lpstr>PowerPoint Presentation</vt:lpstr>
      <vt:lpstr>CONTENT</vt:lpstr>
      <vt:lpstr>Requirement of CSV As Data Source</vt:lpstr>
      <vt:lpstr>PowerPoint Presentation</vt:lpstr>
      <vt:lpstr>PowerPoint Presentation</vt:lpstr>
      <vt:lpstr>PowerPoint Presentation</vt:lpstr>
      <vt:lpstr>PowerPoint Presentation</vt:lpstr>
      <vt:lpstr>Live Hands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Tambekar, Sopan</dc:creator>
  <cp:lastModifiedBy>Tambekar, Sopan</cp:lastModifiedBy>
  <cp:revision>51</cp:revision>
  <dcterms:created xsi:type="dcterms:W3CDTF">2023-03-08T11:13:10Z</dcterms:created>
  <dcterms:modified xsi:type="dcterms:W3CDTF">2024-07-17T05:45:04Z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46e5e1-5d42-4630-bacd-c69bfdcbd5e8_Enabled">
    <vt:lpwstr>true</vt:lpwstr>
  </property>
  <property fmtid="{D5CDD505-2E9C-101B-9397-08002B2CF9AE}" pid="3" name="MSIP_Label_d546e5e1-5d42-4630-bacd-c69bfdcbd5e8_SetDate">
    <vt:lpwstr>2023-08-03T10:58:34Z</vt:lpwstr>
  </property>
  <property fmtid="{D5CDD505-2E9C-101B-9397-08002B2CF9AE}" pid="4" name="MSIP_Label_d546e5e1-5d42-4630-bacd-c69bfdcbd5e8_Method">
    <vt:lpwstr>Standard</vt:lpwstr>
  </property>
  <property fmtid="{D5CDD505-2E9C-101B-9397-08002B2CF9AE}" pid="5" name="MSIP_Label_d546e5e1-5d42-4630-bacd-c69bfdcbd5e8_Name">
    <vt:lpwstr>d546e5e1-5d42-4630-bacd-c69bfdcbd5e8</vt:lpwstr>
  </property>
  <property fmtid="{D5CDD505-2E9C-101B-9397-08002B2CF9AE}" pid="6" name="MSIP_Label_d546e5e1-5d42-4630-bacd-c69bfdcbd5e8_SiteId">
    <vt:lpwstr>96ece526-9c7d-48b0-8daf-8b93c90a5d18</vt:lpwstr>
  </property>
  <property fmtid="{D5CDD505-2E9C-101B-9397-08002B2CF9AE}" pid="7" name="MSIP_Label_d546e5e1-5d42-4630-bacd-c69bfdcbd5e8_ActionId">
    <vt:lpwstr>76361a53-7a7a-4adc-a8ec-1f74354d3229</vt:lpwstr>
  </property>
  <property fmtid="{D5CDD505-2E9C-101B-9397-08002B2CF9AE}" pid="8" name="MSIP_Label_d546e5e1-5d42-4630-bacd-c69bfdcbd5e8_ContentBits">
    <vt:lpwstr>0</vt:lpwstr>
  </property>
  <property fmtid="{D5CDD505-2E9C-101B-9397-08002B2CF9AE}" pid="9" name="SmartTag">
    <vt:lpwstr>4</vt:lpwstr>
  </property>
</Properties>
</file>