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1.xml" ContentType="application/vnd.openxmlformats-officedocument.presentationml.tags+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5.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heme/theme6.xml" ContentType="application/vnd.openxmlformats-officedocument.theme+xml"/>
  <Override PartName="/ppt/tags/tag41.xml" ContentType="application/vnd.openxmlformats-officedocument.presentationml.tags+xml"/>
  <Override PartName="/ppt/theme/theme7.xml" ContentType="application/vnd.openxmlformats-officedocument.theme+xml"/>
  <Override PartName="/ppt/tags/tag42.xml" ContentType="application/vnd.openxmlformats-officedocument.presentationml.tags+xml"/>
  <Override PartName="/ppt/tags/tag43.xml" ContentType="application/vnd.openxmlformats-officedocument.presentationml.tags+xml"/>
  <Override PartName="/ppt/notesSlides/notesSlide1.xml" ContentType="application/vnd.openxmlformats-officedocument.presentationml.notesSlide+xml"/>
  <Override PartName="/ppt/tags/tag44.xml" ContentType="application/vnd.openxmlformats-officedocument.presentationml.tags+xml"/>
  <Override PartName="/ppt/notesSlides/notesSlide2.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 id="2147483663" r:id="rId6"/>
    <p:sldMasterId id="2147483665" r:id="rId7"/>
    <p:sldMasterId id="2147483671" r:id="rId8"/>
    <p:sldMasterId id="2147483676" r:id="rId9"/>
  </p:sldMasterIdLst>
  <p:notesMasterIdLst>
    <p:notesMasterId r:id="rId74"/>
  </p:notesMasterIdLst>
  <p:handoutMasterIdLst>
    <p:handoutMasterId r:id="rId75"/>
  </p:handoutMasterIdLst>
  <p:sldIdLst>
    <p:sldId id="256" r:id="rId10"/>
    <p:sldId id="266" r:id="rId11"/>
    <p:sldId id="538" r:id="rId12"/>
    <p:sldId id="539" r:id="rId13"/>
    <p:sldId id="540" r:id="rId14"/>
    <p:sldId id="548" r:id="rId15"/>
    <p:sldId id="552" r:id="rId16"/>
    <p:sldId id="541" r:id="rId17"/>
    <p:sldId id="546" r:id="rId18"/>
    <p:sldId id="543" r:id="rId19"/>
    <p:sldId id="1990" r:id="rId20"/>
    <p:sldId id="1991" r:id="rId21"/>
    <p:sldId id="1992" r:id="rId22"/>
    <p:sldId id="547" r:id="rId23"/>
    <p:sldId id="554" r:id="rId24"/>
    <p:sldId id="555" r:id="rId25"/>
    <p:sldId id="556" r:id="rId26"/>
    <p:sldId id="549" r:id="rId27"/>
    <p:sldId id="557" r:id="rId28"/>
    <p:sldId id="558" r:id="rId29"/>
    <p:sldId id="559" r:id="rId30"/>
    <p:sldId id="560" r:id="rId31"/>
    <p:sldId id="561" r:id="rId32"/>
    <p:sldId id="562" r:id="rId33"/>
    <p:sldId id="563" r:id="rId34"/>
    <p:sldId id="564" r:id="rId35"/>
    <p:sldId id="565" r:id="rId36"/>
    <p:sldId id="566" r:id="rId37"/>
    <p:sldId id="568" r:id="rId38"/>
    <p:sldId id="569" r:id="rId39"/>
    <p:sldId id="570" r:id="rId40"/>
    <p:sldId id="575" r:id="rId41"/>
    <p:sldId id="576" r:id="rId42"/>
    <p:sldId id="577" r:id="rId43"/>
    <p:sldId id="578" r:id="rId44"/>
    <p:sldId id="579" r:id="rId45"/>
    <p:sldId id="1993" r:id="rId46"/>
    <p:sldId id="571" r:id="rId47"/>
    <p:sldId id="580" r:id="rId48"/>
    <p:sldId id="581" r:id="rId49"/>
    <p:sldId id="582" r:id="rId50"/>
    <p:sldId id="583" r:id="rId51"/>
    <p:sldId id="584" r:id="rId52"/>
    <p:sldId id="585" r:id="rId53"/>
    <p:sldId id="572" r:id="rId54"/>
    <p:sldId id="586" r:id="rId55"/>
    <p:sldId id="588" r:id="rId56"/>
    <p:sldId id="589" r:id="rId57"/>
    <p:sldId id="590" r:id="rId58"/>
    <p:sldId id="592" r:id="rId59"/>
    <p:sldId id="593" r:id="rId60"/>
    <p:sldId id="606" r:id="rId61"/>
    <p:sldId id="607" r:id="rId62"/>
    <p:sldId id="609" r:id="rId63"/>
    <p:sldId id="610" r:id="rId64"/>
    <p:sldId id="611" r:id="rId65"/>
    <p:sldId id="612" r:id="rId66"/>
    <p:sldId id="613" r:id="rId67"/>
    <p:sldId id="614" r:id="rId68"/>
    <p:sldId id="615" r:id="rId69"/>
    <p:sldId id="616" r:id="rId70"/>
    <p:sldId id="574" r:id="rId71"/>
    <p:sldId id="1989" r:id="rId72"/>
    <p:sldId id="390"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7C2B690-963D-4BC3-A405-65FF1EC82D61}">
          <p14:sldIdLst>
            <p14:sldId id="256"/>
            <p14:sldId id="266"/>
          </p14:sldIdLst>
        </p14:section>
        <p14:section name="Module 1" id="{094020ED-8D9B-4621-A966-CA8111A6649A}">
          <p14:sldIdLst>
            <p14:sldId id="538"/>
            <p14:sldId id="539"/>
            <p14:sldId id="540"/>
            <p14:sldId id="548"/>
            <p14:sldId id="552"/>
            <p14:sldId id="541"/>
          </p14:sldIdLst>
        </p14:section>
        <p14:section name="Module 2" id="{392E7896-85BB-4E17-B52E-A53211CBA371}">
          <p14:sldIdLst>
            <p14:sldId id="546"/>
            <p14:sldId id="543"/>
            <p14:sldId id="1990"/>
            <p14:sldId id="1991"/>
            <p14:sldId id="1992"/>
          </p14:sldIdLst>
        </p14:section>
        <p14:section name="Module 3" id="{6B3C15AB-3A22-46BC-9F33-11521BF642A5}">
          <p14:sldIdLst>
            <p14:sldId id="547"/>
            <p14:sldId id="554"/>
            <p14:sldId id="555"/>
            <p14:sldId id="556"/>
            <p14:sldId id="549"/>
            <p14:sldId id="557"/>
            <p14:sldId id="558"/>
            <p14:sldId id="559"/>
            <p14:sldId id="560"/>
            <p14:sldId id="561"/>
            <p14:sldId id="562"/>
            <p14:sldId id="563"/>
            <p14:sldId id="564"/>
            <p14:sldId id="565"/>
            <p14:sldId id="566"/>
            <p14:sldId id="568"/>
            <p14:sldId id="569"/>
            <p14:sldId id="570"/>
            <p14:sldId id="575"/>
            <p14:sldId id="576"/>
            <p14:sldId id="577"/>
            <p14:sldId id="578"/>
            <p14:sldId id="579"/>
            <p14:sldId id="1993"/>
            <p14:sldId id="571"/>
            <p14:sldId id="580"/>
            <p14:sldId id="581"/>
            <p14:sldId id="582"/>
            <p14:sldId id="583"/>
            <p14:sldId id="584"/>
            <p14:sldId id="585"/>
            <p14:sldId id="572"/>
            <p14:sldId id="586"/>
            <p14:sldId id="588"/>
            <p14:sldId id="589"/>
            <p14:sldId id="590"/>
            <p14:sldId id="592"/>
            <p14:sldId id="593"/>
          </p14:sldIdLst>
        </p14:section>
        <p14:section name="Module 4" id="{15BA00A1-931E-4E8A-B77B-E46F9FDD9941}">
          <p14:sldIdLst>
            <p14:sldId id="606"/>
            <p14:sldId id="607"/>
            <p14:sldId id="609"/>
            <p14:sldId id="610"/>
            <p14:sldId id="611"/>
            <p14:sldId id="612"/>
            <p14:sldId id="613"/>
            <p14:sldId id="614"/>
          </p14:sldIdLst>
        </p14:section>
        <p14:section name="Module 5" id="{A1F8AE03-871C-4873-AE02-1CA247598802}">
          <p14:sldIdLst>
            <p14:sldId id="615"/>
            <p14:sldId id="616"/>
            <p14:sldId id="574"/>
            <p14:sldId id="1989"/>
            <p14:sldId id="39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0F3FD89-3E22-E6AF-191F-B6EAC9BD42E0}" name="Lohakare, Amit" initials="AL" userId="S::AmitHiramanjiLohakare.Lohakare@Honeywell.com::d0c59914-2652-45d2-9cc8-c7584646f742" providerId="AD"/>
  <p188:author id="{8B045ECA-DB19-16EB-47E4-9566064D1C23}" name="Navaskhan, Salim (TC02)" initials="NS(" userId="S::Salim.Navaskhan@Honeywell.com::bf4bdd0b-c749-4d0a-89a9-5bb18547fa4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5380" autoAdjust="0"/>
  </p:normalViewPr>
  <p:slideViewPr>
    <p:cSldViewPr snapToGrid="0">
      <p:cViewPr varScale="1">
        <p:scale>
          <a:sx n="74" d="100"/>
          <a:sy n="74" d="100"/>
        </p:scale>
        <p:origin x="504" y="4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16" Type="http://schemas.openxmlformats.org/officeDocument/2006/relationships/slide" Target="slides/slide7.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53" Type="http://schemas.openxmlformats.org/officeDocument/2006/relationships/slide" Target="slides/slide44.xml"/><Relationship Id="rId58" Type="http://schemas.openxmlformats.org/officeDocument/2006/relationships/slide" Target="slides/slide49.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Master" Target="slideMasters/slideMaster1.xml"/><Relationship Id="rId61" Type="http://schemas.openxmlformats.org/officeDocument/2006/relationships/slide" Target="slides/slide52.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slide" Target="slides/slide55.xml"/><Relationship Id="rId69" Type="http://schemas.openxmlformats.org/officeDocument/2006/relationships/slide" Target="slides/slide60.xml"/><Relationship Id="rId77" Type="http://schemas.openxmlformats.org/officeDocument/2006/relationships/viewProps" Target="viewProps.xml"/><Relationship Id="rId8" Type="http://schemas.openxmlformats.org/officeDocument/2006/relationships/slideMaster" Target="slideMasters/slideMaster4.xml"/><Relationship Id="rId51" Type="http://schemas.openxmlformats.org/officeDocument/2006/relationships/slide" Target="slides/slide42.xml"/><Relationship Id="rId72" Type="http://schemas.openxmlformats.org/officeDocument/2006/relationships/slide" Target="slides/slide63.xml"/><Relationship Id="rId80"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slide" Target="slides/slide61.xml"/><Relationship Id="rId75"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slide" Target="slides/slide64.xml"/><Relationship Id="rId78" Type="http://schemas.openxmlformats.org/officeDocument/2006/relationships/theme" Target="theme/theme1.xml"/><Relationship Id="rId81" Type="http://schemas.microsoft.com/office/2018/10/relationships/authors" Target="authors.xml"/><Relationship Id="rId4" Type="http://schemas.openxmlformats.org/officeDocument/2006/relationships/customXml" Target="../customXml/item4.xml"/><Relationship Id="rId9" Type="http://schemas.openxmlformats.org/officeDocument/2006/relationships/slideMaster" Target="slideMasters/slideMaster5.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presProps" Target="presProps.xml"/><Relationship Id="rId7" Type="http://schemas.openxmlformats.org/officeDocument/2006/relationships/slideMaster" Target="slideMasters/slideMaster3.xml"/><Relationship Id="rId71" Type="http://schemas.openxmlformats.org/officeDocument/2006/relationships/slide" Target="slides/slide62.xml"/><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slide" Target="slides/slide5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hakare, Amit" userId="d0c59914-2652-45d2-9cc8-c7584646f742" providerId="ADAL" clId="{FA1A0E22-CBB4-498B-80D2-83926F182C05}"/>
    <pc:docChg chg="undo redo custSel addSld delSld modSld modSection">
      <pc:chgData name="Lohakare, Amit" userId="d0c59914-2652-45d2-9cc8-c7584646f742" providerId="ADAL" clId="{FA1A0E22-CBB4-498B-80D2-83926F182C05}" dt="2024-03-24T13:29:39.312" v="2134" actId="20577"/>
      <pc:docMkLst>
        <pc:docMk/>
      </pc:docMkLst>
      <pc:sldChg chg="modSp mod">
        <pc:chgData name="Lohakare, Amit" userId="d0c59914-2652-45d2-9cc8-c7584646f742" providerId="ADAL" clId="{FA1A0E22-CBB4-498B-80D2-83926F182C05}" dt="2024-03-24T10:49:27.419" v="1989" actId="20577"/>
        <pc:sldMkLst>
          <pc:docMk/>
          <pc:sldMk cId="2376356744" sldId="256"/>
        </pc:sldMkLst>
      </pc:sldChg>
      <pc:sldChg chg="modSp mod">
        <pc:chgData name="Lohakare, Amit" userId="d0c59914-2652-45d2-9cc8-c7584646f742" providerId="ADAL" clId="{FA1A0E22-CBB4-498B-80D2-83926F182C05}" dt="2024-03-24T10:50:51.460" v="2037" actId="20577"/>
        <pc:sldMkLst>
          <pc:docMk/>
          <pc:sldMk cId="809690931" sldId="266"/>
        </pc:sldMkLst>
      </pc:sldChg>
      <pc:sldChg chg="modSp mod">
        <pc:chgData name="Lohakare, Amit" userId="d0c59914-2652-45d2-9cc8-c7584646f742" providerId="ADAL" clId="{FA1A0E22-CBB4-498B-80D2-83926F182C05}" dt="2024-03-24T10:50:59.687" v="2038"/>
        <pc:sldMkLst>
          <pc:docMk/>
          <pc:sldMk cId="3041054638" sldId="538"/>
        </pc:sldMkLst>
      </pc:sldChg>
      <pc:sldChg chg="modSp mod">
        <pc:chgData name="Lohakare, Amit" userId="d0c59914-2652-45d2-9cc8-c7584646f742" providerId="ADAL" clId="{FA1A0E22-CBB4-498B-80D2-83926F182C05}" dt="2024-03-24T10:56:01.765" v="2082" actId="20577"/>
        <pc:sldMkLst>
          <pc:docMk/>
          <pc:sldMk cId="4223666808" sldId="541"/>
        </pc:sldMkLst>
      </pc:sldChg>
      <pc:sldChg chg="addSp modSp mod">
        <pc:chgData name="Lohakare, Amit" userId="d0c59914-2652-45d2-9cc8-c7584646f742" providerId="ADAL" clId="{FA1A0E22-CBB4-498B-80D2-83926F182C05}" dt="2024-03-24T10:52:00.661" v="2046" actId="20577"/>
        <pc:sldMkLst>
          <pc:docMk/>
          <pc:sldMk cId="1005124943" sldId="543"/>
        </pc:sldMkLst>
      </pc:sldChg>
      <pc:sldChg chg="modSp mod">
        <pc:chgData name="Lohakare, Amit" userId="d0c59914-2652-45d2-9cc8-c7584646f742" providerId="ADAL" clId="{FA1A0E22-CBB4-498B-80D2-83926F182C05}" dt="2024-03-24T10:51:45.279" v="2043" actId="20577"/>
        <pc:sldMkLst>
          <pc:docMk/>
          <pc:sldMk cId="3895135425" sldId="546"/>
        </pc:sldMkLst>
      </pc:sldChg>
      <pc:sldChg chg="modSp mod">
        <pc:chgData name="Lohakare, Amit" userId="d0c59914-2652-45d2-9cc8-c7584646f742" providerId="ADAL" clId="{FA1A0E22-CBB4-498B-80D2-83926F182C05}" dt="2024-03-24T10:52:23.881" v="2058" actId="20577"/>
        <pc:sldMkLst>
          <pc:docMk/>
          <pc:sldMk cId="1299606018" sldId="547"/>
        </pc:sldMkLst>
      </pc:sldChg>
      <pc:sldChg chg="modSp mod">
        <pc:chgData name="Lohakare, Amit" userId="d0c59914-2652-45d2-9cc8-c7584646f742" providerId="ADAL" clId="{FA1A0E22-CBB4-498B-80D2-83926F182C05}" dt="2024-03-24T10:51:19.549" v="2039"/>
        <pc:sldMkLst>
          <pc:docMk/>
          <pc:sldMk cId="304296723" sldId="548"/>
        </pc:sldMkLst>
      </pc:sldChg>
      <pc:sldChg chg="modSp mod">
        <pc:chgData name="Lohakare, Amit" userId="d0c59914-2652-45d2-9cc8-c7584646f742" providerId="ADAL" clId="{FA1A0E22-CBB4-498B-80D2-83926F182C05}" dt="2024-03-24T10:53:21.496" v="2062"/>
        <pc:sldMkLst>
          <pc:docMk/>
          <pc:sldMk cId="1760217608" sldId="549"/>
        </pc:sldMkLst>
      </pc:sldChg>
      <pc:sldChg chg="modSp mod">
        <pc:chgData name="Lohakare, Amit" userId="d0c59914-2652-45d2-9cc8-c7584646f742" providerId="ADAL" clId="{FA1A0E22-CBB4-498B-80D2-83926F182C05}" dt="2024-03-24T10:51:32.023" v="2040"/>
        <pc:sldMkLst>
          <pc:docMk/>
          <pc:sldMk cId="3744329296" sldId="552"/>
        </pc:sldMkLst>
      </pc:sldChg>
      <pc:sldChg chg="modSp mod">
        <pc:chgData name="Lohakare, Amit" userId="d0c59914-2652-45d2-9cc8-c7584646f742" providerId="ADAL" clId="{FA1A0E22-CBB4-498B-80D2-83926F182C05}" dt="2024-03-24T10:52:53.973" v="2060"/>
        <pc:sldMkLst>
          <pc:docMk/>
          <pc:sldMk cId="3453583063" sldId="554"/>
        </pc:sldMkLst>
      </pc:sldChg>
      <pc:sldChg chg="modSp mod">
        <pc:chgData name="Lohakare, Amit" userId="d0c59914-2652-45d2-9cc8-c7584646f742" providerId="ADAL" clId="{FA1A0E22-CBB4-498B-80D2-83926F182C05}" dt="2024-03-24T10:53:11.564" v="2061"/>
        <pc:sldMkLst>
          <pc:docMk/>
          <pc:sldMk cId="1177948408" sldId="556"/>
        </pc:sldMkLst>
      </pc:sldChg>
      <pc:sldChg chg="modSp mod">
        <pc:chgData name="Lohakare, Amit" userId="d0c59914-2652-45d2-9cc8-c7584646f742" providerId="ADAL" clId="{FA1A0E22-CBB4-498B-80D2-83926F182C05}" dt="2024-03-24T10:53:31.061" v="2063"/>
        <pc:sldMkLst>
          <pc:docMk/>
          <pc:sldMk cId="2704724791" sldId="557"/>
        </pc:sldMkLst>
      </pc:sldChg>
      <pc:sldChg chg="modSp mod">
        <pc:chgData name="Lohakare, Amit" userId="d0c59914-2652-45d2-9cc8-c7584646f742" providerId="ADAL" clId="{FA1A0E22-CBB4-498B-80D2-83926F182C05}" dt="2024-03-24T10:53:40.017" v="2064"/>
        <pc:sldMkLst>
          <pc:docMk/>
          <pc:sldMk cId="288173967" sldId="558"/>
        </pc:sldMkLst>
      </pc:sldChg>
      <pc:sldChg chg="delSp modSp mod">
        <pc:chgData name="Lohakare, Amit" userId="d0c59914-2652-45d2-9cc8-c7584646f742" providerId="ADAL" clId="{FA1A0E22-CBB4-498B-80D2-83926F182C05}" dt="2024-03-21T11:35:44.864" v="93" actId="1076"/>
        <pc:sldMkLst>
          <pc:docMk/>
          <pc:sldMk cId="1867010510" sldId="559"/>
        </pc:sldMkLst>
      </pc:sldChg>
      <pc:sldChg chg="addSp delSp modSp mod">
        <pc:chgData name="Lohakare, Amit" userId="d0c59914-2652-45d2-9cc8-c7584646f742" providerId="ADAL" clId="{FA1A0E22-CBB4-498B-80D2-83926F182C05}" dt="2024-03-21T11:51:35.078" v="125" actId="1076"/>
        <pc:sldMkLst>
          <pc:docMk/>
          <pc:sldMk cId="2469337200" sldId="560"/>
        </pc:sldMkLst>
      </pc:sldChg>
      <pc:sldChg chg="modSp mod">
        <pc:chgData name="Lohakare, Amit" userId="d0c59914-2652-45d2-9cc8-c7584646f742" providerId="ADAL" clId="{FA1A0E22-CBB4-498B-80D2-83926F182C05}" dt="2024-03-22T05:02:06.321" v="134" actId="20577"/>
        <pc:sldMkLst>
          <pc:docMk/>
          <pc:sldMk cId="3532627000" sldId="563"/>
        </pc:sldMkLst>
      </pc:sldChg>
      <pc:sldChg chg="modSp mod">
        <pc:chgData name="Lohakare, Amit" userId="d0c59914-2652-45d2-9cc8-c7584646f742" providerId="ADAL" clId="{FA1A0E22-CBB4-498B-80D2-83926F182C05}" dt="2024-03-22T05:06:33.761" v="137" actId="14100"/>
        <pc:sldMkLst>
          <pc:docMk/>
          <pc:sldMk cId="107875394" sldId="564"/>
        </pc:sldMkLst>
      </pc:sldChg>
      <pc:sldChg chg="modSp mod">
        <pc:chgData name="Lohakare, Amit" userId="d0c59914-2652-45d2-9cc8-c7584646f742" providerId="ADAL" clId="{FA1A0E22-CBB4-498B-80D2-83926F182C05}" dt="2024-03-22T05:03:19.503" v="135" actId="313"/>
        <pc:sldMkLst>
          <pc:docMk/>
          <pc:sldMk cId="2914761865" sldId="565"/>
        </pc:sldMkLst>
      </pc:sldChg>
      <pc:sldChg chg="addSp delSp modSp mod addCm delCm">
        <pc:chgData name="Lohakare, Amit" userId="d0c59914-2652-45d2-9cc8-c7584646f742" providerId="ADAL" clId="{FA1A0E22-CBB4-498B-80D2-83926F182C05}" dt="2024-03-24T10:58:30.106" v="2085"/>
        <pc:sldMkLst>
          <pc:docMk/>
          <pc:sldMk cId="705561885" sldId="570"/>
        </pc:sldMkLst>
        <pc:extLst>
          <p:ext xmlns:p="http://schemas.openxmlformats.org/presentationml/2006/main" uri="{D6D511B9-2390-475A-947B-AFAB55BFBCF1}">
            <pc226:cmChg xmlns:pc226="http://schemas.microsoft.com/office/powerpoint/2022/06/main/command" chg="add del">
              <pc226:chgData name="Lohakare, Amit" userId="d0c59914-2652-45d2-9cc8-c7584646f742" providerId="ADAL" clId="{FA1A0E22-CBB4-498B-80D2-83926F182C05}" dt="2024-03-24T10:58:30.106" v="2085"/>
              <pc2:cmMkLst xmlns:pc2="http://schemas.microsoft.com/office/powerpoint/2019/9/main/command">
                <pc:docMk/>
                <pc:sldMk cId="705561885" sldId="570"/>
                <pc2:cmMk id="{36AADC77-D248-49F5-B1D5-1AFD0A6240C1}"/>
              </pc2:cmMkLst>
            </pc226:cmChg>
          </p:ext>
        </pc:extLst>
      </pc:sldChg>
      <pc:sldChg chg="addSp delSp modSp mod">
        <pc:chgData name="Lohakare, Amit" userId="d0c59914-2652-45d2-9cc8-c7584646f742" providerId="ADAL" clId="{FA1A0E22-CBB4-498B-80D2-83926F182C05}" dt="2024-03-23T11:04:42.724" v="1140" actId="20577"/>
        <pc:sldMkLst>
          <pc:docMk/>
          <pc:sldMk cId="4002191208" sldId="572"/>
        </pc:sldMkLst>
      </pc:sldChg>
      <pc:sldChg chg="modSp mod">
        <pc:chgData name="Lohakare, Amit" userId="d0c59914-2652-45d2-9cc8-c7584646f742" providerId="ADAL" clId="{FA1A0E22-CBB4-498B-80D2-83926F182C05}" dt="2024-03-24T10:48:31.116" v="1945" actId="20577"/>
        <pc:sldMkLst>
          <pc:docMk/>
          <pc:sldMk cId="1085970211" sldId="574"/>
        </pc:sldMkLst>
      </pc:sldChg>
      <pc:sldChg chg="modSp mod">
        <pc:chgData name="Lohakare, Amit" userId="d0c59914-2652-45d2-9cc8-c7584646f742" providerId="ADAL" clId="{FA1A0E22-CBB4-498B-80D2-83926F182C05}" dt="2024-03-22T08:34:22.470" v="397" actId="20577"/>
        <pc:sldMkLst>
          <pc:docMk/>
          <pc:sldMk cId="1653909596" sldId="575"/>
        </pc:sldMkLst>
      </pc:sldChg>
      <pc:sldChg chg="modSp mod">
        <pc:chgData name="Lohakare, Amit" userId="d0c59914-2652-45d2-9cc8-c7584646f742" providerId="ADAL" clId="{FA1A0E22-CBB4-498B-80D2-83926F182C05}" dt="2024-03-22T08:37:48.264" v="401" actId="14100"/>
        <pc:sldMkLst>
          <pc:docMk/>
          <pc:sldMk cId="377962923" sldId="576"/>
        </pc:sldMkLst>
      </pc:sldChg>
      <pc:sldChg chg="modSp mod">
        <pc:chgData name="Lohakare, Amit" userId="d0c59914-2652-45d2-9cc8-c7584646f742" providerId="ADAL" clId="{FA1A0E22-CBB4-498B-80D2-83926F182C05}" dt="2024-03-22T08:58:22.688" v="426" actId="20577"/>
        <pc:sldMkLst>
          <pc:docMk/>
          <pc:sldMk cId="3315379362" sldId="578"/>
        </pc:sldMkLst>
      </pc:sldChg>
      <pc:sldChg chg="modSp mod">
        <pc:chgData name="Lohakare, Amit" userId="d0c59914-2652-45d2-9cc8-c7584646f742" providerId="ADAL" clId="{FA1A0E22-CBB4-498B-80D2-83926F182C05}" dt="2024-03-22T09:05:51.519" v="466" actId="14100"/>
        <pc:sldMkLst>
          <pc:docMk/>
          <pc:sldMk cId="4243371794" sldId="579"/>
        </pc:sldMkLst>
      </pc:sldChg>
      <pc:sldChg chg="modSp mod">
        <pc:chgData name="Lohakare, Amit" userId="d0c59914-2652-45d2-9cc8-c7584646f742" providerId="ADAL" clId="{FA1A0E22-CBB4-498B-80D2-83926F182C05}" dt="2024-03-22T11:45:08.139" v="496" actId="14100"/>
        <pc:sldMkLst>
          <pc:docMk/>
          <pc:sldMk cId="24156114" sldId="582"/>
        </pc:sldMkLst>
      </pc:sldChg>
      <pc:sldChg chg="modSp mod">
        <pc:chgData name="Lohakare, Amit" userId="d0c59914-2652-45d2-9cc8-c7584646f742" providerId="ADAL" clId="{FA1A0E22-CBB4-498B-80D2-83926F182C05}" dt="2024-03-22T11:55:10.780" v="521" actId="1076"/>
        <pc:sldMkLst>
          <pc:docMk/>
          <pc:sldMk cId="3835414454" sldId="583"/>
        </pc:sldMkLst>
      </pc:sldChg>
      <pc:sldChg chg="modSp mod">
        <pc:chgData name="Lohakare, Amit" userId="d0c59914-2652-45d2-9cc8-c7584646f742" providerId="ADAL" clId="{FA1A0E22-CBB4-498B-80D2-83926F182C05}" dt="2024-03-23T09:21:51.902" v="522" actId="14826"/>
        <pc:sldMkLst>
          <pc:docMk/>
          <pc:sldMk cId="3733476590" sldId="584"/>
        </pc:sldMkLst>
      </pc:sldChg>
      <pc:sldChg chg="addSp delSp modSp mod">
        <pc:chgData name="Lohakare, Amit" userId="d0c59914-2652-45d2-9cc8-c7584646f742" providerId="ADAL" clId="{FA1A0E22-CBB4-498B-80D2-83926F182C05}" dt="2024-03-23T10:17:54.468" v="869" actId="478"/>
        <pc:sldMkLst>
          <pc:docMk/>
          <pc:sldMk cId="1330815501" sldId="585"/>
        </pc:sldMkLst>
      </pc:sldChg>
      <pc:sldChg chg="modSp mod">
        <pc:chgData name="Lohakare, Amit" userId="d0c59914-2652-45d2-9cc8-c7584646f742" providerId="ADAL" clId="{FA1A0E22-CBB4-498B-80D2-83926F182C05}" dt="2024-03-23T12:08:45.568" v="1359" actId="1076"/>
        <pc:sldMkLst>
          <pc:docMk/>
          <pc:sldMk cId="4134487142" sldId="586"/>
        </pc:sldMkLst>
      </pc:sldChg>
      <pc:sldChg chg="del addCm">
        <pc:chgData name="Lohakare, Amit" userId="d0c59914-2652-45d2-9cc8-c7584646f742" providerId="ADAL" clId="{FA1A0E22-CBB4-498B-80D2-83926F182C05}" dt="2024-03-24T10:57:33.941" v="2083" actId="2696"/>
        <pc:sldMkLst>
          <pc:docMk/>
          <pc:sldMk cId="490765651" sldId="587"/>
        </pc:sldMkLst>
        <pc:extLst>
          <p:ext xmlns:p="http://schemas.openxmlformats.org/presentationml/2006/main" uri="{D6D511B9-2390-475A-947B-AFAB55BFBCF1}">
            <pc226:cmChg xmlns:pc226="http://schemas.microsoft.com/office/powerpoint/2022/06/main/command" chg="add">
              <pc226:chgData name="Lohakare, Amit" userId="d0c59914-2652-45d2-9cc8-c7584646f742" providerId="ADAL" clId="{FA1A0E22-CBB4-498B-80D2-83926F182C05}" dt="2024-03-23T12:31:23.078" v="1360"/>
              <pc2:cmMkLst xmlns:pc2="http://schemas.microsoft.com/office/powerpoint/2019/9/main/command">
                <pc:docMk/>
                <pc:sldMk cId="490765651" sldId="587"/>
                <pc2:cmMk id="{9DC94E0B-259C-4185-A595-2C3389B04562}"/>
              </pc2:cmMkLst>
            </pc226:cmChg>
          </p:ext>
        </pc:extLst>
      </pc:sldChg>
      <pc:sldChg chg="addSp delSp modSp mod">
        <pc:chgData name="Lohakare, Amit" userId="d0c59914-2652-45d2-9cc8-c7584646f742" providerId="ADAL" clId="{FA1A0E22-CBB4-498B-80D2-83926F182C05}" dt="2024-03-24T08:46:06.269" v="1609" actId="20577"/>
        <pc:sldMkLst>
          <pc:docMk/>
          <pc:sldMk cId="3919461125" sldId="588"/>
        </pc:sldMkLst>
      </pc:sldChg>
      <pc:sldChg chg="addSp modSp mod">
        <pc:chgData name="Lohakare, Amit" userId="d0c59914-2652-45d2-9cc8-c7584646f742" providerId="ADAL" clId="{FA1A0E22-CBB4-498B-80D2-83926F182C05}" dt="2024-03-24T08:50:30.272" v="1630" actId="1076"/>
        <pc:sldMkLst>
          <pc:docMk/>
          <pc:sldMk cId="948243249" sldId="589"/>
        </pc:sldMkLst>
      </pc:sldChg>
      <pc:sldChg chg="modSp mod">
        <pc:chgData name="Lohakare, Amit" userId="d0c59914-2652-45d2-9cc8-c7584646f742" providerId="ADAL" clId="{FA1A0E22-CBB4-498B-80D2-83926F182C05}" dt="2024-03-24T09:02:34.452" v="1681" actId="1076"/>
        <pc:sldMkLst>
          <pc:docMk/>
          <pc:sldMk cId="3757097764" sldId="590"/>
        </pc:sldMkLst>
      </pc:sldChg>
      <pc:sldChg chg="del addCm">
        <pc:chgData name="Lohakare, Amit" userId="d0c59914-2652-45d2-9cc8-c7584646f742" providerId="ADAL" clId="{FA1A0E22-CBB4-498B-80D2-83926F182C05}" dt="2024-03-24T10:57:59.111" v="2084" actId="2696"/>
        <pc:sldMkLst>
          <pc:docMk/>
          <pc:sldMk cId="2486769768" sldId="591"/>
        </pc:sldMkLst>
        <pc:extLst>
          <p:ext xmlns:p="http://schemas.openxmlformats.org/presentationml/2006/main" uri="{D6D511B9-2390-475A-947B-AFAB55BFBCF1}">
            <pc226:cmChg xmlns:pc226="http://schemas.microsoft.com/office/powerpoint/2022/06/main/command" chg="add">
              <pc226:chgData name="Lohakare, Amit" userId="d0c59914-2652-45d2-9cc8-c7584646f742" providerId="ADAL" clId="{FA1A0E22-CBB4-498B-80D2-83926F182C05}" dt="2024-03-24T09:04:48.146" v="1682"/>
              <pc2:cmMkLst xmlns:pc2="http://schemas.microsoft.com/office/powerpoint/2019/9/main/command">
                <pc:docMk/>
                <pc:sldMk cId="2486769768" sldId="591"/>
                <pc2:cmMk id="{89BD8325-4827-4782-AF50-481C8C744171}"/>
              </pc2:cmMkLst>
            </pc226:cmChg>
          </p:ext>
        </pc:extLst>
      </pc:sldChg>
      <pc:sldChg chg="modSp mod">
        <pc:chgData name="Lohakare, Amit" userId="d0c59914-2652-45d2-9cc8-c7584646f742" providerId="ADAL" clId="{FA1A0E22-CBB4-498B-80D2-83926F182C05}" dt="2024-03-24T09:07:29.215" v="1685" actId="14100"/>
        <pc:sldMkLst>
          <pc:docMk/>
          <pc:sldMk cId="2079651384" sldId="592"/>
        </pc:sldMkLst>
      </pc:sldChg>
      <pc:sldChg chg="modSp mod">
        <pc:chgData name="Lohakare, Amit" userId="d0c59914-2652-45d2-9cc8-c7584646f742" providerId="ADAL" clId="{FA1A0E22-CBB4-498B-80D2-83926F182C05}" dt="2024-03-24T09:09:24.334" v="1687" actId="14100"/>
        <pc:sldMkLst>
          <pc:docMk/>
          <pc:sldMk cId="4054838053" sldId="593"/>
        </pc:sldMkLst>
      </pc:sldChg>
      <pc:sldChg chg="modSp mod">
        <pc:chgData name="Lohakare, Amit" userId="d0c59914-2652-45d2-9cc8-c7584646f742" providerId="ADAL" clId="{FA1A0E22-CBB4-498B-80D2-83926F182C05}" dt="2024-03-24T10:55:48.435" v="2076" actId="20577"/>
        <pc:sldMkLst>
          <pc:docMk/>
          <pc:sldMk cId="2392511244" sldId="606"/>
        </pc:sldMkLst>
      </pc:sldChg>
      <pc:sldChg chg="modSp mod">
        <pc:chgData name="Lohakare, Amit" userId="d0c59914-2652-45d2-9cc8-c7584646f742" providerId="ADAL" clId="{FA1A0E22-CBB4-498B-80D2-83926F182C05}" dt="2024-03-24T09:40:44.373" v="1740" actId="1076"/>
        <pc:sldMkLst>
          <pc:docMk/>
          <pc:sldMk cId="3761967782" sldId="607"/>
        </pc:sldMkLst>
      </pc:sldChg>
      <pc:sldChg chg="modSp mod">
        <pc:chgData name="Lohakare, Amit" userId="d0c59914-2652-45d2-9cc8-c7584646f742" providerId="ADAL" clId="{FA1A0E22-CBB4-498B-80D2-83926F182C05}" dt="2024-03-24T09:42:13.558" v="1754" actId="14100"/>
        <pc:sldMkLst>
          <pc:docMk/>
          <pc:sldMk cId="499189697" sldId="609"/>
        </pc:sldMkLst>
      </pc:sldChg>
      <pc:sldChg chg="modSp mod">
        <pc:chgData name="Lohakare, Amit" userId="d0c59914-2652-45d2-9cc8-c7584646f742" providerId="ADAL" clId="{FA1A0E22-CBB4-498B-80D2-83926F182C05}" dt="2024-03-24T13:27:49.145" v="2094" actId="20577"/>
        <pc:sldMkLst>
          <pc:docMk/>
          <pc:sldMk cId="2099996896" sldId="610"/>
        </pc:sldMkLst>
      </pc:sldChg>
      <pc:sldChg chg="modSp mod">
        <pc:chgData name="Lohakare, Amit" userId="d0c59914-2652-45d2-9cc8-c7584646f742" providerId="ADAL" clId="{FA1A0E22-CBB4-498B-80D2-83926F182C05}" dt="2024-03-24T13:28:28.883" v="2113" actId="20577"/>
        <pc:sldMkLst>
          <pc:docMk/>
          <pc:sldMk cId="4084580108" sldId="611"/>
        </pc:sldMkLst>
      </pc:sldChg>
      <pc:sldChg chg="modSp mod">
        <pc:chgData name="Lohakare, Amit" userId="d0c59914-2652-45d2-9cc8-c7584646f742" providerId="ADAL" clId="{FA1A0E22-CBB4-498B-80D2-83926F182C05}" dt="2024-03-24T10:33:06.777" v="1767" actId="14100"/>
        <pc:sldMkLst>
          <pc:docMk/>
          <pc:sldMk cId="3095454035" sldId="612"/>
        </pc:sldMkLst>
      </pc:sldChg>
      <pc:sldChg chg="addSp modSp mod">
        <pc:chgData name="Lohakare, Amit" userId="d0c59914-2652-45d2-9cc8-c7584646f742" providerId="ADAL" clId="{FA1A0E22-CBB4-498B-80D2-83926F182C05}" dt="2024-03-24T13:29:39.312" v="2134" actId="20577"/>
        <pc:sldMkLst>
          <pc:docMk/>
          <pc:sldMk cId="1415461095" sldId="613"/>
        </pc:sldMkLst>
      </pc:sldChg>
      <pc:sldChg chg="modSp mod">
        <pc:chgData name="Lohakare, Amit" userId="d0c59914-2652-45d2-9cc8-c7584646f742" providerId="ADAL" clId="{FA1A0E22-CBB4-498B-80D2-83926F182C05}" dt="2024-03-24T10:40:40.536" v="1793" actId="14100"/>
        <pc:sldMkLst>
          <pc:docMk/>
          <pc:sldMk cId="2217416255" sldId="614"/>
        </pc:sldMkLst>
      </pc:sldChg>
      <pc:sldChg chg="modSp mod">
        <pc:chgData name="Lohakare, Amit" userId="d0c59914-2652-45d2-9cc8-c7584646f742" providerId="ADAL" clId="{FA1A0E22-CBB4-498B-80D2-83926F182C05}" dt="2024-03-24T10:54:55.669" v="2067" actId="20577"/>
        <pc:sldMkLst>
          <pc:docMk/>
          <pc:sldMk cId="2507476992" sldId="615"/>
        </pc:sldMkLst>
      </pc:sldChg>
      <pc:sldChg chg="modSp mod">
        <pc:chgData name="Lohakare, Amit" userId="d0c59914-2652-45d2-9cc8-c7584646f742" providerId="ADAL" clId="{FA1A0E22-CBB4-498B-80D2-83926F182C05}" dt="2024-03-24T10:55:07.158" v="2070" actId="20577"/>
        <pc:sldMkLst>
          <pc:docMk/>
          <pc:sldMk cId="3997377948" sldId="616"/>
        </pc:sldMkLst>
      </pc:sldChg>
      <pc:sldChg chg="new del">
        <pc:chgData name="Lohakare, Amit" userId="d0c59914-2652-45d2-9cc8-c7584646f742" providerId="ADAL" clId="{FA1A0E22-CBB4-498B-80D2-83926F182C05}" dt="2024-03-21T11:09:08.156" v="38" actId="680"/>
        <pc:sldMkLst>
          <pc:docMk/>
          <pc:sldMk cId="2114771907" sldId="1990"/>
        </pc:sldMkLst>
      </pc:sldChg>
      <pc:sldChg chg="delSp modSp add mod">
        <pc:chgData name="Lohakare, Amit" userId="d0c59914-2652-45d2-9cc8-c7584646f742" providerId="ADAL" clId="{FA1A0E22-CBB4-498B-80D2-83926F182C05}" dt="2024-03-24T10:52:07.459" v="2049" actId="20577"/>
        <pc:sldMkLst>
          <pc:docMk/>
          <pc:sldMk cId="2867511556" sldId="1990"/>
        </pc:sldMkLst>
      </pc:sldChg>
      <pc:sldChg chg="modSp add mod">
        <pc:chgData name="Lohakare, Amit" userId="d0c59914-2652-45d2-9cc8-c7584646f742" providerId="ADAL" clId="{FA1A0E22-CBB4-498B-80D2-83926F182C05}" dt="2024-03-24T10:52:13.938" v="2052" actId="20577"/>
        <pc:sldMkLst>
          <pc:docMk/>
          <pc:sldMk cId="3535902177" sldId="1991"/>
        </pc:sldMkLst>
      </pc:sldChg>
      <pc:sldChg chg="modSp add mod">
        <pc:chgData name="Lohakare, Amit" userId="d0c59914-2652-45d2-9cc8-c7584646f742" providerId="ADAL" clId="{FA1A0E22-CBB4-498B-80D2-83926F182C05}" dt="2024-03-24T10:52:18.986" v="2055" actId="20577"/>
        <pc:sldMkLst>
          <pc:docMk/>
          <pc:sldMk cId="3756335911" sldId="1992"/>
        </pc:sldMkLst>
      </pc:sldChg>
      <pc:sldChg chg="addSp delSp modSp add mod">
        <pc:chgData name="Lohakare, Amit" userId="d0c59914-2652-45d2-9cc8-c7584646f742" providerId="ADAL" clId="{FA1A0E22-CBB4-498B-80D2-83926F182C05}" dt="2024-03-22T09:08:43.715" v="487" actId="14100"/>
        <pc:sldMkLst>
          <pc:docMk/>
          <pc:sldMk cId="2144304494" sldId="1993"/>
        </pc:sldMkLst>
      </pc:sldChg>
    </pc:docChg>
  </pc:docChgLst>
  <pc:docChgLst>
    <pc:chgData name="Lohakare, Amit" userId="d0c59914-2652-45d2-9cc8-c7584646f742" providerId="ADAL" clId="{0EBE61E4-50F0-41EB-BD26-0B18A5E39CD8}"/>
    <pc:docChg chg="undo custSel modSld">
      <pc:chgData name="Lohakare, Amit" userId="d0c59914-2652-45d2-9cc8-c7584646f742" providerId="ADAL" clId="{0EBE61E4-50F0-41EB-BD26-0B18A5E39CD8}" dt="2025-10-06T08:26:06.876" v="6" actId="14100"/>
      <pc:docMkLst>
        <pc:docMk/>
      </pc:docMkLst>
      <pc:sldChg chg="modSp mod">
        <pc:chgData name="Lohakare, Amit" userId="d0c59914-2652-45d2-9cc8-c7584646f742" providerId="ADAL" clId="{0EBE61E4-50F0-41EB-BD26-0B18A5E39CD8}" dt="2025-10-06T08:26:06.876" v="6" actId="14100"/>
        <pc:sldMkLst>
          <pc:docMk/>
          <pc:sldMk cId="2704724791" sldId="557"/>
        </pc:sldMkLst>
        <pc:spChg chg="mod">
          <ac:chgData name="Lohakare, Amit" userId="d0c59914-2652-45d2-9cc8-c7584646f742" providerId="ADAL" clId="{0EBE61E4-50F0-41EB-BD26-0B18A5E39CD8}" dt="2025-10-06T08:26:06.876" v="6" actId="14100"/>
          <ac:spMkLst>
            <pc:docMk/>
            <pc:sldMk cId="2704724791" sldId="557"/>
            <ac:spMk id="94" creationId="{0FDE98F4-6CB3-4BDB-BB1A-0DC5312D3DC9}"/>
          </ac:spMkLst>
        </pc:spChg>
        <pc:spChg chg="mod">
          <ac:chgData name="Lohakare, Amit" userId="d0c59914-2652-45d2-9cc8-c7584646f742" providerId="ADAL" clId="{0EBE61E4-50F0-41EB-BD26-0B18A5E39CD8}" dt="2025-10-06T08:25:51.111" v="0" actId="1076"/>
          <ac:spMkLst>
            <pc:docMk/>
            <pc:sldMk cId="2704724791" sldId="557"/>
            <ac:spMk id="102" creationId="{A284BC99-DBB7-4BF4-A65A-DDFF81971328}"/>
          </ac:spMkLst>
        </pc:spChg>
      </pc:sldChg>
    </pc:docChg>
  </pc:docChgLst>
  <pc:docChgLst>
    <pc:chgData name="Lohakare, Amit" userId="d0c59914-2652-45d2-9cc8-c7584646f742" providerId="ADAL" clId="{55DC78A6-D0ED-4E03-8B2A-78F4573298A2}"/>
    <pc:docChg chg="modSld">
      <pc:chgData name="Lohakare, Amit" userId="d0c59914-2652-45d2-9cc8-c7584646f742" providerId="ADAL" clId="{55DC78A6-D0ED-4E03-8B2A-78F4573298A2}" dt="2024-09-20T11:57:58.853" v="2" actId="207"/>
      <pc:docMkLst>
        <pc:docMk/>
      </pc:docMkLst>
      <pc:sldChg chg="modSp mod">
        <pc:chgData name="Lohakare, Amit" userId="d0c59914-2652-45d2-9cc8-c7584646f742" providerId="ADAL" clId="{55DC78A6-D0ED-4E03-8B2A-78F4573298A2}" dt="2024-09-20T11:57:58.853" v="2" actId="207"/>
        <pc:sldMkLst>
          <pc:docMk/>
          <pc:sldMk cId="1330815501" sldId="585"/>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tags" Target="../tags/tag42.xml"/><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0E889F8-3EAC-468D-9A6F-406DDA39752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18E204D-A662-4856-9E8F-09C08C04D71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FC2764-04F0-4F78-ACEC-190715F3E233}" type="datetimeFigureOut">
              <a:rPr lang="en-US" smtClean="0"/>
              <a:t>10/6/2025</a:t>
            </a:fld>
            <a:endParaRPr lang="en-US"/>
          </a:p>
        </p:txBody>
      </p:sp>
      <p:sp>
        <p:nvSpPr>
          <p:cNvPr id="4" name="Footer Placeholder 3">
            <a:extLst>
              <a:ext uri="{FF2B5EF4-FFF2-40B4-BE49-F238E27FC236}">
                <a16:creationId xmlns:a16="http://schemas.microsoft.com/office/drawing/2014/main" id="{7D6587FA-0CF9-4320-A441-3025C2A93AC4}"/>
              </a:ext>
            </a:extLst>
          </p:cNvPr>
          <p:cNvSpPr>
            <a:spLocks noGrp="1"/>
          </p:cNvSpPr>
          <p:nvPr>
            <p:ph type="ftr" sz="quarter" idx="2"/>
            <p:custDataLst>
              <p:tags r:id="rId2"/>
            </p:custDataLst>
          </p:nvPr>
        </p:nvSpPr>
        <p:spPr>
          <a:xfrm>
            <a:off x="0" y="8685213"/>
            <a:ext cx="6858000" cy="458787"/>
          </a:xfrm>
          <a:prstGeom prst="rect">
            <a:avLst/>
          </a:prstGeom>
        </p:spPr>
        <p:txBody>
          <a:bodyPr vert="horz" lIns="91440" tIns="45720" rIns="91440" bIns="45720" rtlCol="0" anchor="b"/>
          <a:lstStyle>
            <a:lvl1pPr algn="l">
              <a:defRPr sz="1200"/>
            </a:lvl1pPr>
          </a:lstStyle>
          <a:p>
            <a:r>
              <a:rPr lang="en-US" sz="700">
                <a:solidFill>
                  <a:srgbClr val="7F7F7F"/>
                </a:solidFill>
                <a:latin typeface="Arial" panose="020B0604020202020204" pitchFamily="34" charset="0"/>
              </a:rPr>
              <a:t>Honeywell Internal</a:t>
            </a:r>
          </a:p>
        </p:txBody>
      </p:sp>
      <p:sp>
        <p:nvSpPr>
          <p:cNvPr id="5" name="Slide Number Placeholder 4">
            <a:extLst>
              <a:ext uri="{FF2B5EF4-FFF2-40B4-BE49-F238E27FC236}">
                <a16:creationId xmlns:a16="http://schemas.microsoft.com/office/drawing/2014/main" id="{89224604-AC66-47CB-AF13-BB3CC6B4EEC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E4DE10D-F5AC-4AE8-AFF5-A71385AD45DC}" type="slidenum">
              <a:rPr lang="en-US" smtClean="0"/>
              <a:t>‹#›</a:t>
            </a:fld>
            <a:endParaRPr lang="en-US"/>
          </a:p>
        </p:txBody>
      </p:sp>
    </p:spTree>
    <p:extLst>
      <p:ext uri="{BB962C8B-B14F-4D97-AF65-F5344CB8AC3E}">
        <p14:creationId xmlns:p14="http://schemas.microsoft.com/office/powerpoint/2010/main" val="164632485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tags" Target="../tags/tag41.xml"/><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809AEB-DC28-4015-83A3-BAB3AEC31219}" type="datetimeFigureOut">
              <a:rPr lang="en-US" smtClean="0"/>
              <a:t>9/29/2025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custDataLst>
              <p:tags r:id="rId2"/>
            </p:custDataLst>
          </p:nvPr>
        </p:nvSpPr>
        <p:spPr>
          <a:xfrm>
            <a:off x="0" y="8685213"/>
            <a:ext cx="6858000" cy="458787"/>
          </a:xfrm>
          <a:prstGeom prst="rect">
            <a:avLst/>
          </a:prstGeom>
        </p:spPr>
        <p:txBody>
          <a:bodyPr vert="horz" lIns="91440" tIns="45720" rIns="91440" bIns="45720" rtlCol="0" anchor="b"/>
          <a:lstStyle>
            <a:lvl1pPr algn="l">
              <a:defRPr lang="en-US" sz="700" b="0" i="0" u="none">
                <a:solidFill>
                  <a:srgbClr val="7F7F7F"/>
                </a:solidFill>
                <a:latin typeface="Arial" panose="020B0604020202020204" pitchFamily="34" charset="0"/>
              </a:defRPr>
            </a:lvl1pPr>
          </a:lstStyle>
          <a:p>
            <a:r>
              <a:rPr lang="en-US"/>
              <a:t>Honeywell Internal</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D139E3-571A-4831-9A17-6CF75ED2A226}" type="slidenum">
              <a:rPr lang="en-US" smtClean="0"/>
              <a:t>‹#›</a:t>
            </a:fld>
            <a:endParaRPr lang="en-US"/>
          </a:p>
        </p:txBody>
      </p:sp>
    </p:spTree>
    <p:extLst>
      <p:ext uri="{BB962C8B-B14F-4D97-AF65-F5344CB8AC3E}">
        <p14:creationId xmlns:p14="http://schemas.microsoft.com/office/powerpoint/2010/main" val="2247196807"/>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BD139E3-571A-4831-9A17-6CF75ED2A226}" type="slidenum">
              <a:rPr lang="en-US" smtClean="0"/>
              <a:t>1</a:t>
            </a:fld>
            <a:endParaRPr lang="en-US"/>
          </a:p>
        </p:txBody>
      </p:sp>
    </p:spTree>
    <p:extLst>
      <p:ext uri="{BB962C8B-B14F-4D97-AF65-F5344CB8AC3E}">
        <p14:creationId xmlns:p14="http://schemas.microsoft.com/office/powerpoint/2010/main" val="995694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custDataLst>
              <p:tags r:id="rId1"/>
            </p:custDataLst>
          </p:nvPr>
        </p:nvSpPr>
        <p:spPr/>
        <p:txBody>
          <a:bodyPr/>
          <a:lstStyle/>
          <a:p>
            <a:r>
              <a:rPr lang="en-US"/>
              <a:t>Honeywell Internal</a:t>
            </a:r>
          </a:p>
        </p:txBody>
      </p:sp>
      <p:sp>
        <p:nvSpPr>
          <p:cNvPr id="6" name="Slide Number Placeholder 5"/>
          <p:cNvSpPr>
            <a:spLocks noGrp="1"/>
          </p:cNvSpPr>
          <p:nvPr>
            <p:ph type="sldNum" sz="quarter" idx="5"/>
          </p:nvPr>
        </p:nvSpPr>
        <p:spPr/>
        <p:txBody>
          <a:bodyPr/>
          <a:lstStyle/>
          <a:p>
            <a:fld id="{FBD139E3-571A-4831-9A17-6CF75ED2A226}" type="slidenum">
              <a:rPr lang="en-US" smtClean="0"/>
              <a:t>2</a:t>
            </a:fld>
            <a:endParaRPr lang="en-US"/>
          </a:p>
        </p:txBody>
      </p:sp>
    </p:spTree>
    <p:extLst>
      <p:ext uri="{BB962C8B-B14F-4D97-AF65-F5344CB8AC3E}">
        <p14:creationId xmlns:p14="http://schemas.microsoft.com/office/powerpoint/2010/main" val="4207838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3.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6.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7.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9.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0.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1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5.xml"/><Relationship Id="rId4" Type="http://schemas.openxmlformats.org/officeDocument/2006/relationships/image" Target="../media/image14.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5.xml"/><Relationship Id="rId1" Type="http://schemas.openxmlformats.org/officeDocument/2006/relationships/tags" Target="../tags/tag1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Master" Target="../slideMasters/slideMaster5.xml"/><Relationship Id="rId1" Type="http://schemas.openxmlformats.org/officeDocument/2006/relationships/tags" Target="../tags/tag15.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6.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7.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8.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9.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0.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1.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2.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3.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4.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5.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6.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7.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8.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9.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Master" Target="../slideMasters/slideMaster5.xml"/><Relationship Id="rId1" Type="http://schemas.openxmlformats.org/officeDocument/2006/relationships/tags" Target="../tags/tag32.xml"/><Relationship Id="rId4" Type="http://schemas.openxmlformats.org/officeDocument/2006/relationships/image" Target="../media/image18.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slideMaster" Target="../slideMasters/slideMaster5.xml"/><Relationship Id="rId1" Type="http://schemas.openxmlformats.org/officeDocument/2006/relationships/tags" Target="../tags/tag33.xml"/><Relationship Id="rId4" Type="http://schemas.openxmlformats.org/officeDocument/2006/relationships/image" Target="../media/image18.png"/></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4.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35.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Master" Target="../slideMasters/slideMaster5.xml"/><Relationship Id="rId1" Type="http://schemas.openxmlformats.org/officeDocument/2006/relationships/tags" Target="../tags/tag36.xml"/></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38.xml"/><Relationship Id="rId1" Type="http://schemas.openxmlformats.org/officeDocument/2006/relationships/tags" Target="../tags/tag37.xml"/><Relationship Id="rId5" Type="http://schemas.openxmlformats.org/officeDocument/2006/relationships/image" Target="../media/image21.emf"/><Relationship Id="rId4" Type="http://schemas.openxmlformats.org/officeDocument/2006/relationships/oleObject" Target="../embeddings/oleObject1.bin"/></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5.xml"/><Relationship Id="rId7" Type="http://schemas.openxmlformats.org/officeDocument/2006/relationships/image" Target="../media/image23.sv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22.png"/><Relationship Id="rId5" Type="http://schemas.openxmlformats.org/officeDocument/2006/relationships/image" Target="../media/image21.emf"/><Relationship Id="rId4" Type="http://schemas.openxmlformats.org/officeDocument/2006/relationships/oleObject" Target="../embeddings/oleObject2.bin"/></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ingle-Image Cover">
    <p:spTree>
      <p:nvGrpSpPr>
        <p:cNvPr id="1" name=""/>
        <p:cNvGrpSpPr/>
        <p:nvPr/>
      </p:nvGrpSpPr>
      <p:grpSpPr>
        <a:xfrm>
          <a:off x="0" y="0"/>
          <a:ext cx="0" cy="0"/>
          <a:chOff x="0" y="0"/>
          <a:chExt cx="0" cy="0"/>
        </a:xfrm>
      </p:grpSpPr>
      <p:cxnSp>
        <p:nvCxnSpPr>
          <p:cNvPr id="6" name="Straight Connector 5"/>
          <p:cNvCxnSpPr/>
          <p:nvPr/>
        </p:nvCxnSpPr>
        <p:spPr>
          <a:xfrm>
            <a:off x="2852738" y="5959475"/>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2851150" y="5959475"/>
            <a:ext cx="0" cy="492125"/>
          </a:xfrm>
          <a:prstGeom prst="line">
            <a:avLst/>
          </a:prstGeom>
          <a:ln w="9525" cmpd="sng">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8" name="Text Placeholder 19"/>
          <p:cNvSpPr>
            <a:spLocks noGrp="1"/>
          </p:cNvSpPr>
          <p:nvPr>
            <p:ph type="body" sz="quarter" idx="13"/>
          </p:nvPr>
        </p:nvSpPr>
        <p:spPr>
          <a:xfrm>
            <a:off x="2864782" y="6222292"/>
            <a:ext cx="6617885" cy="254118"/>
          </a:xfrm>
          <a:prstGeom prst="rect">
            <a:avLst/>
          </a:prstGeom>
        </p:spPr>
        <p:txBody>
          <a:bodyPr vert="horz" anchor="ctr"/>
          <a:lstStyle>
            <a:lvl1pPr>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0" name="Text Placeholder 17"/>
          <p:cNvSpPr>
            <a:spLocks noGrp="1"/>
          </p:cNvSpPr>
          <p:nvPr>
            <p:ph type="body" sz="quarter" idx="12"/>
          </p:nvPr>
        </p:nvSpPr>
        <p:spPr>
          <a:xfrm>
            <a:off x="2864781" y="5960247"/>
            <a:ext cx="6617887" cy="249655"/>
          </a:xfrm>
          <a:prstGeom prst="rect">
            <a:avLst/>
          </a:prstGeom>
        </p:spPr>
        <p:txBody>
          <a:bodyPr vert="horz" anchor="ctr"/>
          <a:lstStyle>
            <a:lvl1pPr>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12" name="Content Placeholder 6"/>
          <p:cNvSpPr>
            <a:spLocks noGrp="1"/>
          </p:cNvSpPr>
          <p:nvPr>
            <p:ph sz="quarter" idx="10"/>
          </p:nvPr>
        </p:nvSpPr>
        <p:spPr>
          <a:xfrm>
            <a:off x="266700" y="5949950"/>
            <a:ext cx="2483273" cy="236792"/>
          </a:xfrm>
          <a:prstGeom prst="rect">
            <a:avLst/>
          </a:prstGeom>
        </p:spPr>
        <p:txBody>
          <a:bodyPr vert="horz" anchor="t"/>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8"/>
          <p:cNvSpPr>
            <a:spLocks noGrp="1"/>
          </p:cNvSpPr>
          <p:nvPr>
            <p:ph type="body" sz="quarter" idx="11"/>
          </p:nvPr>
        </p:nvSpPr>
        <p:spPr>
          <a:xfrm>
            <a:off x="266699" y="6199311"/>
            <a:ext cx="2483275" cy="248524"/>
          </a:xfrm>
          <a:prstGeom prst="rect">
            <a:avLst/>
          </a:prstGeom>
        </p:spPr>
        <p:txBody>
          <a:bodyPr vert="horz"/>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285315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1599D60A-9BBF-4307-A866-31648AA11793}" type="datetimeFigureOut">
              <a:rPr lang="en-US" smtClean="0"/>
              <a:t>9/29/2025</a:t>
            </a:fld>
            <a:endParaRPr lang="en-US"/>
          </a:p>
        </p:txBody>
      </p:sp>
      <p:sp>
        <p:nvSpPr>
          <p:cNvPr id="5" name="Footer Placeholder 4"/>
          <p:cNvSpPr>
            <a:spLocks noGrp="1"/>
          </p:cNvSpPr>
          <p:nvPr>
            <p:ph type="ftr" sz="quarter" idx="11"/>
            <p:custDataLst>
              <p:tags r:id="rId1"/>
            </p:custDataLst>
          </p:nvPr>
        </p:nvSpPr>
        <p:spPr>
          <a:xfrm>
            <a:off x="0" y="6356350"/>
            <a:ext cx="12192000" cy="365125"/>
          </a:xfrm>
          <a:prstGeom prst="rect">
            <a:avLst/>
          </a:prstGeo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643471AE-043A-4687-92E1-063725A8428B}" type="slidenum">
              <a:rPr lang="en-US" smtClean="0"/>
              <a:t>‹#›</a:t>
            </a:fld>
            <a:endParaRPr lang="en-US"/>
          </a:p>
        </p:txBody>
      </p:sp>
    </p:spTree>
    <p:extLst>
      <p:ext uri="{BB962C8B-B14F-4D97-AF65-F5344CB8AC3E}">
        <p14:creationId xmlns:p14="http://schemas.microsoft.com/office/powerpoint/2010/main" val="3053164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ulti-Image Cover">
    <p:spTree>
      <p:nvGrpSpPr>
        <p:cNvPr id="1" name=""/>
        <p:cNvGrpSpPr/>
        <p:nvPr/>
      </p:nvGrpSpPr>
      <p:grpSpPr>
        <a:xfrm>
          <a:off x="0" y="0"/>
          <a:ext cx="0" cy="0"/>
          <a:chOff x="0" y="0"/>
          <a:chExt cx="0" cy="0"/>
        </a:xfrm>
      </p:grpSpPr>
      <p:cxnSp>
        <p:nvCxnSpPr>
          <p:cNvPr id="6" name="Straight Connector 5"/>
          <p:cNvCxnSpPr/>
          <p:nvPr userDrawn="1"/>
        </p:nvCxnSpPr>
        <p:spPr>
          <a:xfrm>
            <a:off x="2851150" y="5959475"/>
            <a:ext cx="0" cy="492125"/>
          </a:xfrm>
          <a:prstGeom prst="line">
            <a:avLst/>
          </a:prstGeom>
          <a:ln w="9525" cmpd="sng">
            <a:solidFill>
              <a:schemeClr val="accent3"/>
            </a:solidFill>
          </a:ln>
          <a:effectLst/>
        </p:spPr>
        <p:style>
          <a:lnRef idx="2">
            <a:schemeClr val="accent1"/>
          </a:lnRef>
          <a:fillRef idx="0">
            <a:schemeClr val="accent1"/>
          </a:fillRef>
          <a:effectRef idx="1">
            <a:schemeClr val="accent1"/>
          </a:effectRef>
          <a:fontRef idx="minor">
            <a:schemeClr val="tx1"/>
          </a:fontRef>
        </p:style>
      </p:cxnSp>
      <p:sp>
        <p:nvSpPr>
          <p:cNvPr id="13" name="Text Placeholder 19"/>
          <p:cNvSpPr>
            <a:spLocks noGrp="1"/>
          </p:cNvSpPr>
          <p:nvPr>
            <p:ph type="body" sz="quarter" idx="13"/>
          </p:nvPr>
        </p:nvSpPr>
        <p:spPr>
          <a:xfrm>
            <a:off x="2864782" y="6222292"/>
            <a:ext cx="6617885" cy="254118"/>
          </a:xfrm>
          <a:prstGeom prst="rect">
            <a:avLst/>
          </a:prstGeom>
        </p:spPr>
        <p:txBody>
          <a:bodyPr vert="horz" anchor="ctr"/>
          <a:lstStyle>
            <a:lvl1pPr>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4" name="Text Placeholder 17"/>
          <p:cNvSpPr>
            <a:spLocks noGrp="1"/>
          </p:cNvSpPr>
          <p:nvPr>
            <p:ph type="body" sz="quarter" idx="12"/>
          </p:nvPr>
        </p:nvSpPr>
        <p:spPr>
          <a:xfrm>
            <a:off x="2864781" y="5960247"/>
            <a:ext cx="6617887" cy="249655"/>
          </a:xfrm>
          <a:prstGeom prst="rect">
            <a:avLst/>
          </a:prstGeom>
        </p:spPr>
        <p:txBody>
          <a:bodyPr vert="horz" anchor="ctr"/>
          <a:lstStyle>
            <a:lvl1pPr>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15" name="Content Placeholder 6"/>
          <p:cNvSpPr>
            <a:spLocks noGrp="1"/>
          </p:cNvSpPr>
          <p:nvPr>
            <p:ph sz="quarter" idx="10"/>
          </p:nvPr>
        </p:nvSpPr>
        <p:spPr>
          <a:xfrm>
            <a:off x="266700" y="5949950"/>
            <a:ext cx="2483273" cy="236792"/>
          </a:xfrm>
          <a:prstGeom prst="rect">
            <a:avLst/>
          </a:prstGeom>
        </p:spPr>
        <p:txBody>
          <a:bodyPr vert="horz" anchor="t"/>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6" name="Text Placeholder 8"/>
          <p:cNvSpPr>
            <a:spLocks noGrp="1"/>
          </p:cNvSpPr>
          <p:nvPr>
            <p:ph type="body" sz="quarter" idx="11"/>
          </p:nvPr>
        </p:nvSpPr>
        <p:spPr>
          <a:xfrm>
            <a:off x="266699" y="6199311"/>
            <a:ext cx="2483275" cy="248524"/>
          </a:xfrm>
          <a:prstGeom prst="rect">
            <a:avLst/>
          </a:prstGeom>
        </p:spPr>
        <p:txBody>
          <a:bodyPr vert="horz"/>
          <a:lstStyle>
            <a:lvl1pPr algn="r">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252976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mple Text">
    <p:spTree>
      <p:nvGrpSpPr>
        <p:cNvPr id="1" name=""/>
        <p:cNvGrpSpPr/>
        <p:nvPr/>
      </p:nvGrpSpPr>
      <p:grpSpPr>
        <a:xfrm>
          <a:off x="0" y="0"/>
          <a:ext cx="0" cy="0"/>
          <a:chOff x="0" y="0"/>
          <a:chExt cx="0" cy="0"/>
        </a:xfrm>
      </p:grpSpPr>
      <p:sp>
        <p:nvSpPr>
          <p:cNvPr id="6" name="Title 1"/>
          <p:cNvSpPr>
            <a:spLocks noGrp="1"/>
          </p:cNvSpPr>
          <p:nvPr>
            <p:ph type="title"/>
          </p:nvPr>
        </p:nvSpPr>
        <p:spPr>
          <a:xfrm>
            <a:off x="714568" y="357810"/>
            <a:ext cx="10507948" cy="498610"/>
          </a:xfrm>
        </p:spPr>
        <p:txBody>
          <a:bodyPr/>
          <a:lstStyle>
            <a:lvl1pPr>
              <a:defRPr baseline="0">
                <a:solidFill>
                  <a:schemeClr val="tx1"/>
                </a:solidFill>
              </a:defRPr>
            </a:lvl1pPr>
          </a:lstStyle>
          <a:p>
            <a:r>
              <a:rPr lang="en-US"/>
              <a:t>Click to edit Master title style</a:t>
            </a:r>
            <a:endParaRPr lang="en-US" dirty="0"/>
          </a:p>
        </p:txBody>
      </p:sp>
      <p:sp>
        <p:nvSpPr>
          <p:cNvPr id="5" name="Content Placeholder 4"/>
          <p:cNvSpPr>
            <a:spLocks noGrp="1"/>
          </p:cNvSpPr>
          <p:nvPr>
            <p:ph sz="quarter" idx="12"/>
          </p:nvPr>
        </p:nvSpPr>
        <p:spPr>
          <a:xfrm>
            <a:off x="714568" y="1005840"/>
            <a:ext cx="10507947" cy="5053316"/>
          </a:xfrm>
          <a:prstGeom prst="rect">
            <a:avLst/>
          </a:prstGeom>
        </p:spPr>
        <p:txBody>
          <a:bodyPr/>
          <a:lstStyle>
            <a:lvl1pPr>
              <a:buClr>
                <a:schemeClr val="accent1"/>
              </a:buClr>
              <a:defRPr/>
            </a:lvl1pPr>
            <a:lvl2pPr>
              <a:buClr>
                <a:schemeClr val="accent3"/>
              </a:buClr>
              <a:defRPr/>
            </a:lvl2pPr>
            <a:lvl3pPr>
              <a:buClr>
                <a:schemeClr val="accent3"/>
              </a:buClr>
              <a:defRPr/>
            </a:lvl3pPr>
            <a:lvl4pPr marL="1600200" indent="-228600">
              <a:buClr>
                <a:schemeClr val="accent3"/>
              </a:buClr>
              <a:buFont typeface="Arial" panose="020B0604020202020204" pitchFamily="34" charset="0"/>
              <a:buChar char="-"/>
              <a:defRPr sz="1400">
                <a:latin typeface="Arial" panose="020B0604020202020204" pitchFamily="34" charset="0"/>
                <a:cs typeface="Arial" panose="020B0604020202020204" pitchFamily="34" charset="0"/>
              </a:defRPr>
            </a:lvl4pPr>
            <a:lvl5pPr>
              <a:buClr>
                <a:schemeClr val="accent3"/>
              </a:buCl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p:cNvSpPr>
            <a:spLocks noGrp="1"/>
          </p:cNvSpPr>
          <p:nvPr>
            <p:ph type="sldNum" sz="quarter" idx="13"/>
          </p:nvPr>
        </p:nvSpPr>
        <p:spPr/>
        <p:txBody>
          <a:bodyPr/>
          <a:lstStyle>
            <a:lvl1pPr>
              <a:defRPr/>
            </a:lvl1pPr>
          </a:lstStyle>
          <a:p>
            <a:pPr>
              <a:defRPr/>
            </a:pPr>
            <a:fld id="{65C380C9-3062-4F1D-A521-BEC000498A55}" type="slidenum">
              <a:rPr lang="en-US"/>
              <a:pPr>
                <a:defRPr/>
              </a:pPr>
              <a:t>‹#›</a:t>
            </a:fld>
            <a:endParaRPr lang="en-US" dirty="0"/>
          </a:p>
        </p:txBody>
      </p:sp>
      <p:sp>
        <p:nvSpPr>
          <p:cNvPr id="2" name="Footer Placeholder 1"/>
          <p:cNvSpPr>
            <a:spLocks noGrp="1"/>
          </p:cNvSpPr>
          <p:nvPr>
            <p:ph type="ftr" sz="quarter" idx="14"/>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406101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cxnSp>
        <p:nvCxnSpPr>
          <p:cNvPr id="5" name="Straight Connector 4"/>
          <p:cNvCxnSpPr/>
          <p:nvPr userDrawn="1"/>
        </p:nvCxnSpPr>
        <p:spPr bwMode="auto">
          <a:xfrm>
            <a:off x="6008688" y="996950"/>
            <a:ext cx="0" cy="5122496"/>
          </a:xfrm>
          <a:prstGeom prst="line">
            <a:avLst/>
          </a:prstGeom>
          <a:noFill/>
          <a:ln w="9525" cap="flat" cmpd="sng" algn="ctr">
            <a:solidFill>
              <a:schemeClr val="accent3"/>
            </a:solidFill>
            <a:prstDash val="solid"/>
            <a:round/>
            <a:headEnd type="none" w="med" len="med"/>
            <a:tailEnd type="none" w="med" len="med"/>
          </a:ln>
          <a:effectLst/>
        </p:spPr>
      </p:cxnSp>
      <p:sp>
        <p:nvSpPr>
          <p:cNvPr id="13" name="Title 1"/>
          <p:cNvSpPr>
            <a:spLocks noGrp="1"/>
          </p:cNvSpPr>
          <p:nvPr>
            <p:ph type="title"/>
          </p:nvPr>
        </p:nvSpPr>
        <p:spPr>
          <a:xfrm>
            <a:off x="714567" y="357810"/>
            <a:ext cx="10499918" cy="498610"/>
          </a:xfrm>
        </p:spPr>
        <p:txBody>
          <a:bodyPr/>
          <a:lstStyle/>
          <a:p>
            <a:r>
              <a:rPr lang="en-US"/>
              <a:t>Click to edit Master title style</a:t>
            </a:r>
            <a:endParaRPr lang="en-US" dirty="0"/>
          </a:p>
        </p:txBody>
      </p:sp>
      <p:sp>
        <p:nvSpPr>
          <p:cNvPr id="7" name="Content Placeholder 4"/>
          <p:cNvSpPr>
            <a:spLocks noGrp="1"/>
          </p:cNvSpPr>
          <p:nvPr>
            <p:ph sz="quarter" idx="12"/>
          </p:nvPr>
        </p:nvSpPr>
        <p:spPr>
          <a:xfrm>
            <a:off x="714793" y="1005840"/>
            <a:ext cx="5160304" cy="5113606"/>
          </a:xfrm>
          <a:prstGeom prst="rect">
            <a:avLst/>
          </a:prstGeom>
        </p:spPr>
        <p:txBody>
          <a:bodyPr/>
          <a:lstStyle>
            <a:lvl1pPr>
              <a:buClr>
                <a:schemeClr val="tx2"/>
              </a:buCl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4"/>
          <p:cNvSpPr>
            <a:spLocks noGrp="1"/>
          </p:cNvSpPr>
          <p:nvPr>
            <p:ph sz="quarter" idx="15"/>
          </p:nvPr>
        </p:nvSpPr>
        <p:spPr>
          <a:xfrm>
            <a:off x="6150445" y="1005840"/>
            <a:ext cx="5064040" cy="5113606"/>
          </a:xfrm>
          <a:prstGeom prst="rect">
            <a:avLst/>
          </a:prstGeom>
        </p:spPr>
        <p:txBody>
          <a:bodyPr/>
          <a:lstStyle>
            <a:lvl1pPr>
              <a:defRPr>
                <a:latin typeface="+mn-lt"/>
              </a:defRPr>
            </a:lvl1pPr>
            <a:lvl2pPr>
              <a:defRPr>
                <a:latin typeface="+mn-lt"/>
              </a:defRPr>
            </a:lvl2pPr>
            <a:lvl3pP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6"/>
          </p:nvPr>
        </p:nvSpPr>
        <p:spPr/>
        <p:txBody>
          <a:bodyPr/>
          <a:lstStyle>
            <a:lvl1pPr>
              <a:defRPr/>
            </a:lvl1pPr>
          </a:lstStyle>
          <a:p>
            <a:pPr>
              <a:defRPr/>
            </a:pPr>
            <a:fld id="{F0121559-6FAE-4C9F-95D5-751370D9C50E}" type="slidenum">
              <a:rPr lang="en-US"/>
              <a:pPr>
                <a:defRPr/>
              </a:pPr>
              <a:t>‹#›</a:t>
            </a:fld>
            <a:endParaRPr lang="en-US" dirty="0"/>
          </a:p>
        </p:txBody>
      </p:sp>
      <p:sp>
        <p:nvSpPr>
          <p:cNvPr id="2" name="Footer Placeholder 1"/>
          <p:cNvSpPr>
            <a:spLocks noGrp="1"/>
          </p:cNvSpPr>
          <p:nvPr>
            <p:ph type="ftr" sz="quarter" idx="1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73700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Up Layout">
    <p:spTree>
      <p:nvGrpSpPr>
        <p:cNvPr id="1" name=""/>
        <p:cNvGrpSpPr/>
        <p:nvPr/>
      </p:nvGrpSpPr>
      <p:grpSpPr>
        <a:xfrm>
          <a:off x="0" y="0"/>
          <a:ext cx="0" cy="0"/>
          <a:chOff x="0" y="0"/>
          <a:chExt cx="0" cy="0"/>
        </a:xfrm>
      </p:grpSpPr>
      <p:cxnSp>
        <p:nvCxnSpPr>
          <p:cNvPr id="7" name="Straight Connector 6"/>
          <p:cNvCxnSpPr/>
          <p:nvPr userDrawn="1"/>
        </p:nvCxnSpPr>
        <p:spPr bwMode="auto">
          <a:xfrm flipH="1">
            <a:off x="714375" y="3709988"/>
            <a:ext cx="10531475" cy="0"/>
          </a:xfrm>
          <a:prstGeom prst="line">
            <a:avLst/>
          </a:prstGeom>
          <a:noFill/>
          <a:ln w="9525" cap="flat" cmpd="sng" algn="ctr">
            <a:solidFill>
              <a:schemeClr val="accent3"/>
            </a:solidFill>
            <a:prstDash val="solid"/>
            <a:round/>
            <a:headEnd type="none" w="med" len="med"/>
            <a:tailEnd type="none" w="med" len="med"/>
          </a:ln>
          <a:effectLst/>
        </p:spPr>
      </p:cxnSp>
      <p:cxnSp>
        <p:nvCxnSpPr>
          <p:cNvPr id="8" name="Straight Connector 7"/>
          <p:cNvCxnSpPr/>
          <p:nvPr userDrawn="1"/>
        </p:nvCxnSpPr>
        <p:spPr bwMode="auto">
          <a:xfrm>
            <a:off x="6008688" y="996950"/>
            <a:ext cx="0" cy="5192836"/>
          </a:xfrm>
          <a:prstGeom prst="line">
            <a:avLst/>
          </a:prstGeom>
          <a:noFill/>
          <a:ln w="9525" cap="flat" cmpd="sng" algn="ctr">
            <a:solidFill>
              <a:schemeClr val="accent3"/>
            </a:solidFill>
            <a:prstDash val="solid"/>
            <a:round/>
            <a:headEnd type="none" w="med" len="med"/>
            <a:tailEnd type="none" w="med" len="med"/>
          </a:ln>
          <a:effectLst/>
        </p:spPr>
      </p:cxnSp>
      <p:sp>
        <p:nvSpPr>
          <p:cNvPr id="9" name="TextBox 11"/>
          <p:cNvSpPr txBox="1">
            <a:spLocks noChangeArrowheads="1"/>
          </p:cNvSpPr>
          <p:nvPr userDrawn="1"/>
        </p:nvSpPr>
        <p:spPr bwMode="auto">
          <a:xfrm>
            <a:off x="1666875" y="6804025"/>
            <a:ext cx="185738"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defRPr/>
            </a:pPr>
            <a:endParaRPr lang="en-US" altLang="en-US"/>
          </a:p>
        </p:txBody>
      </p:sp>
      <p:sp>
        <p:nvSpPr>
          <p:cNvPr id="20" name="Title 1"/>
          <p:cNvSpPr>
            <a:spLocks noGrp="1"/>
          </p:cNvSpPr>
          <p:nvPr>
            <p:ph type="title"/>
          </p:nvPr>
        </p:nvSpPr>
        <p:spPr>
          <a:xfrm>
            <a:off x="714240" y="364798"/>
            <a:ext cx="10531033" cy="512064"/>
          </a:xfrm>
        </p:spPr>
        <p:txBody>
          <a:bodyPr/>
          <a:lstStyle/>
          <a:p>
            <a:r>
              <a:rPr lang="en-US"/>
              <a:t>Click to edit Master title style</a:t>
            </a:r>
            <a:endParaRPr lang="en-US" dirty="0"/>
          </a:p>
        </p:txBody>
      </p:sp>
      <p:sp>
        <p:nvSpPr>
          <p:cNvPr id="10" name="Content Placeholder 4"/>
          <p:cNvSpPr>
            <a:spLocks noGrp="1"/>
          </p:cNvSpPr>
          <p:nvPr>
            <p:ph sz="quarter" idx="12"/>
          </p:nvPr>
        </p:nvSpPr>
        <p:spPr>
          <a:xfrm>
            <a:off x="714240" y="1005841"/>
            <a:ext cx="5172338"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4"/>
          <p:cNvSpPr>
            <a:spLocks noGrp="1"/>
          </p:cNvSpPr>
          <p:nvPr>
            <p:ph sz="quarter" idx="15"/>
          </p:nvPr>
        </p:nvSpPr>
        <p:spPr>
          <a:xfrm>
            <a:off x="6134782" y="1005841"/>
            <a:ext cx="5110491"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4"/>
          <p:cNvSpPr>
            <a:spLocks noGrp="1"/>
          </p:cNvSpPr>
          <p:nvPr>
            <p:ph sz="quarter" idx="22"/>
          </p:nvPr>
        </p:nvSpPr>
        <p:spPr>
          <a:xfrm>
            <a:off x="714240" y="3796577"/>
            <a:ext cx="5172338" cy="239320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4"/>
          <p:cNvSpPr>
            <a:spLocks noGrp="1"/>
          </p:cNvSpPr>
          <p:nvPr>
            <p:ph sz="quarter" idx="23"/>
          </p:nvPr>
        </p:nvSpPr>
        <p:spPr>
          <a:xfrm>
            <a:off x="6134782" y="3796578"/>
            <a:ext cx="5110491" cy="2393208"/>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Slide Number Placeholder 5"/>
          <p:cNvSpPr>
            <a:spLocks noGrp="1"/>
          </p:cNvSpPr>
          <p:nvPr>
            <p:ph type="sldNum" sz="quarter" idx="24"/>
          </p:nvPr>
        </p:nvSpPr>
        <p:spPr/>
        <p:txBody>
          <a:bodyPr/>
          <a:lstStyle>
            <a:lvl1pPr algn="l">
              <a:defRPr sz="1100" b="1" i="0">
                <a:solidFill>
                  <a:schemeClr val="bg1"/>
                </a:solidFill>
                <a:latin typeface="+mn-lt"/>
                <a:cs typeface="HelveticaNeue MediumCond"/>
              </a:defRPr>
            </a:lvl1pPr>
          </a:lstStyle>
          <a:p>
            <a:pPr>
              <a:defRPr/>
            </a:pPr>
            <a:fld id="{7A6399F0-1CB9-4AF2-8492-04A4C562147A}" type="slidenum">
              <a:rPr lang="en-US"/>
              <a:pPr>
                <a:defRPr/>
              </a:pPr>
              <a:t>‹#›</a:t>
            </a:fld>
            <a:endParaRPr lang="en-US" dirty="0"/>
          </a:p>
        </p:txBody>
      </p:sp>
      <p:sp>
        <p:nvSpPr>
          <p:cNvPr id="2" name="Footer Placeholder 1"/>
          <p:cNvSpPr>
            <a:spLocks noGrp="1"/>
          </p:cNvSpPr>
          <p:nvPr>
            <p:ph type="ftr" sz="quarter" idx="25"/>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220250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pen Layout">
    <p:spTree>
      <p:nvGrpSpPr>
        <p:cNvPr id="1" name=""/>
        <p:cNvGrpSpPr/>
        <p:nvPr/>
      </p:nvGrpSpPr>
      <p:grpSpPr>
        <a:xfrm>
          <a:off x="0" y="0"/>
          <a:ext cx="0" cy="0"/>
          <a:chOff x="0" y="0"/>
          <a:chExt cx="0" cy="0"/>
        </a:xfrm>
      </p:grpSpPr>
      <p:sp>
        <p:nvSpPr>
          <p:cNvPr id="2" name="Title 1"/>
          <p:cNvSpPr>
            <a:spLocks noGrp="1"/>
          </p:cNvSpPr>
          <p:nvPr>
            <p:ph type="title"/>
          </p:nvPr>
        </p:nvSpPr>
        <p:spPr>
          <a:xfrm>
            <a:off x="714240" y="357189"/>
            <a:ext cx="10523336" cy="498475"/>
          </a:xfrm>
        </p:spPr>
        <p:txBody>
          <a:bodyPr/>
          <a:lstStyle/>
          <a:p>
            <a:r>
              <a:rPr lang="en-US"/>
              <a:t>Click to edit Master title style</a:t>
            </a:r>
            <a:endParaRPr lang="en-US" dirty="0"/>
          </a:p>
        </p:txBody>
      </p:sp>
      <p:sp>
        <p:nvSpPr>
          <p:cNvPr id="3" name="Slide Number Placeholder 5"/>
          <p:cNvSpPr>
            <a:spLocks noGrp="1"/>
          </p:cNvSpPr>
          <p:nvPr>
            <p:ph type="sldNum" sz="quarter" idx="10"/>
          </p:nvPr>
        </p:nvSpPr>
        <p:spPr/>
        <p:txBody>
          <a:bodyPr/>
          <a:lstStyle>
            <a:lvl1pPr>
              <a:defRPr/>
            </a:lvl1pPr>
          </a:lstStyle>
          <a:p>
            <a:pPr>
              <a:defRPr/>
            </a:pPr>
            <a:fld id="{521D1E3F-96BE-4EC6-B772-60D92C1E53EA}" type="slidenum">
              <a:rPr lang="en-US"/>
              <a:pPr>
                <a:defRPr/>
              </a:pPr>
              <a:t>‹#›</a:t>
            </a:fld>
            <a:endParaRPr lang="en-US" dirty="0"/>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2896915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2" name="Title 1"/>
          <p:cNvSpPr>
            <a:spLocks noGrp="1"/>
          </p:cNvSpPr>
          <p:nvPr>
            <p:ph type="title"/>
          </p:nvPr>
        </p:nvSpPr>
        <p:spPr>
          <a:xfrm>
            <a:off x="0" y="2119726"/>
            <a:ext cx="12192000" cy="498475"/>
          </a:xfrm>
        </p:spPr>
        <p:txBody>
          <a:bodyPr/>
          <a:lstStyle>
            <a:lvl1pPr algn="ctr">
              <a:defRPr/>
            </a:lvl1pPr>
          </a:lstStyle>
          <a:p>
            <a:r>
              <a:rPr lang="en-US"/>
              <a:t>Click to edit Master title style</a:t>
            </a:r>
          </a:p>
        </p:txBody>
      </p:sp>
      <p:sp>
        <p:nvSpPr>
          <p:cNvPr id="3" name="Slide Number Placeholder 5"/>
          <p:cNvSpPr>
            <a:spLocks noGrp="1"/>
          </p:cNvSpPr>
          <p:nvPr>
            <p:ph type="sldNum" sz="quarter" idx="10"/>
          </p:nvPr>
        </p:nvSpPr>
        <p:spPr/>
        <p:txBody>
          <a:bodyPr/>
          <a:lstStyle>
            <a:lvl1pPr>
              <a:defRPr/>
            </a:lvl1pPr>
          </a:lstStyle>
          <a:p>
            <a:pPr>
              <a:defRPr/>
            </a:pPr>
            <a:fld id="{E7709538-BB9A-4E8C-A50F-1F4EB6EDDBD2}" type="slidenum">
              <a:rPr lang="en-US"/>
              <a:pPr>
                <a:defRPr/>
              </a:pPr>
              <a:t>‹#›</a:t>
            </a:fld>
            <a:endParaRPr lang="en-US" dirty="0"/>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346627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mple Text with Takeaway">
    <p:spTree>
      <p:nvGrpSpPr>
        <p:cNvPr id="1" name=""/>
        <p:cNvGrpSpPr/>
        <p:nvPr/>
      </p:nvGrpSpPr>
      <p:grpSpPr>
        <a:xfrm>
          <a:off x="0" y="0"/>
          <a:ext cx="0" cy="0"/>
          <a:chOff x="0" y="0"/>
          <a:chExt cx="0" cy="0"/>
        </a:xfrm>
      </p:grpSpPr>
      <p:sp>
        <p:nvSpPr>
          <p:cNvPr id="16" name="Title 1"/>
          <p:cNvSpPr>
            <a:spLocks noGrp="1"/>
          </p:cNvSpPr>
          <p:nvPr>
            <p:ph type="title"/>
          </p:nvPr>
        </p:nvSpPr>
        <p:spPr>
          <a:xfrm>
            <a:off x="709621" y="364015"/>
            <a:ext cx="10491779" cy="511862"/>
          </a:xfrm>
        </p:spPr>
        <p:txBody>
          <a:bodyPr/>
          <a:lstStyle/>
          <a:p>
            <a:r>
              <a:rPr lang="en-US"/>
              <a:t>Click to edit Master title style</a:t>
            </a:r>
            <a:endParaRPr lang="en-US" dirty="0"/>
          </a:p>
        </p:txBody>
      </p:sp>
      <p:sp>
        <p:nvSpPr>
          <p:cNvPr id="14" name="Text Placeholder 9"/>
          <p:cNvSpPr>
            <a:spLocks noGrp="1"/>
          </p:cNvSpPr>
          <p:nvPr>
            <p:ph type="body" sz="quarter" idx="15"/>
          </p:nvPr>
        </p:nvSpPr>
        <p:spPr>
          <a:xfrm>
            <a:off x="315384" y="640080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9" name="Content Placeholder 4"/>
          <p:cNvSpPr>
            <a:spLocks noGrp="1"/>
          </p:cNvSpPr>
          <p:nvPr>
            <p:ph sz="quarter" idx="12"/>
          </p:nvPr>
        </p:nvSpPr>
        <p:spPr>
          <a:xfrm>
            <a:off x="709621" y="1005463"/>
            <a:ext cx="10491779" cy="5075237"/>
          </a:xfrm>
          <a:prstGeom prst="rect">
            <a:avLst/>
          </a:prstGeom>
        </p:spPr>
        <p:txBody>
          <a:bodyPr/>
          <a:lstStyle>
            <a:lvl2pPr>
              <a:buClr>
                <a:schemeClr val="accent3"/>
              </a:buClr>
              <a:defRPr/>
            </a:lvl2pPr>
            <a:lvl3pPr>
              <a:buClr>
                <a:schemeClr val="accent3"/>
              </a:buClr>
              <a:defRPr/>
            </a:lvl3pPr>
            <a:lvl4pPr marL="1600200" indent="-228600">
              <a:buClr>
                <a:schemeClr val="accent3"/>
              </a:buClr>
              <a:buFont typeface="Arial" panose="020B0604020202020204" pitchFamily="34" charset="0"/>
              <a:buChar char="-"/>
              <a:defRPr sz="1400">
                <a:latin typeface="Arial" panose="020B0604020202020204" pitchFamily="34" charset="0"/>
                <a:cs typeface="Arial" panose="020B0604020202020204" pitchFamily="34" charset="0"/>
              </a:defRPr>
            </a:lvl4pPr>
            <a:lvl5pPr>
              <a:buClr>
                <a:schemeClr val="accent3"/>
              </a:buClr>
              <a:defRPr sz="14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6"/>
          </p:nvPr>
        </p:nvSpPr>
        <p:spPr/>
        <p:txBody>
          <a:bodyPr/>
          <a:lstStyle>
            <a:lvl1pPr algn="l">
              <a:defRPr sz="1000" b="1" i="0">
                <a:solidFill>
                  <a:schemeClr val="bg1"/>
                </a:solidFill>
                <a:latin typeface="+mn-lt"/>
                <a:cs typeface="HelveticaNeue MediumCond"/>
              </a:defRPr>
            </a:lvl1pPr>
          </a:lstStyle>
          <a:p>
            <a:pPr>
              <a:defRPr/>
            </a:pPr>
            <a:fld id="{EDB926B2-095E-4571-A4EA-B3D2263F082D}" type="slidenum">
              <a:rPr lang="en-US"/>
              <a:pPr>
                <a:defRPr/>
              </a:pPr>
              <a:t>‹#›</a:t>
            </a:fld>
            <a:endParaRPr lang="en-US" dirty="0"/>
          </a:p>
        </p:txBody>
      </p:sp>
      <p:sp>
        <p:nvSpPr>
          <p:cNvPr id="3" name="Footer Placeholder 2"/>
          <p:cNvSpPr>
            <a:spLocks noGrp="1"/>
          </p:cNvSpPr>
          <p:nvPr>
            <p:ph type="ftr" sz="quarter" idx="1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18339997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with Takeaway">
    <p:spTree>
      <p:nvGrpSpPr>
        <p:cNvPr id="1" name=""/>
        <p:cNvGrpSpPr/>
        <p:nvPr/>
      </p:nvGrpSpPr>
      <p:grpSpPr>
        <a:xfrm>
          <a:off x="0" y="0"/>
          <a:ext cx="0" cy="0"/>
          <a:chOff x="0" y="0"/>
          <a:chExt cx="0" cy="0"/>
        </a:xfrm>
      </p:grpSpPr>
      <p:cxnSp>
        <p:nvCxnSpPr>
          <p:cNvPr id="8" name="Straight Connector 7"/>
          <p:cNvCxnSpPr/>
          <p:nvPr userDrawn="1"/>
        </p:nvCxnSpPr>
        <p:spPr bwMode="auto">
          <a:xfrm>
            <a:off x="6008688" y="996950"/>
            <a:ext cx="0" cy="5056188"/>
          </a:xfrm>
          <a:prstGeom prst="line">
            <a:avLst/>
          </a:prstGeom>
          <a:noFill/>
          <a:ln w="9525" cap="flat" cmpd="sng" algn="ctr">
            <a:solidFill>
              <a:schemeClr val="accent3"/>
            </a:solidFill>
            <a:prstDash val="solid"/>
            <a:round/>
            <a:headEnd type="none" w="med" len="med"/>
            <a:tailEnd type="none" w="med" len="med"/>
          </a:ln>
          <a:effectLst/>
        </p:spPr>
      </p:cxnSp>
      <p:sp>
        <p:nvSpPr>
          <p:cNvPr id="11" name="Content Placeholder 4"/>
          <p:cNvSpPr>
            <a:spLocks noGrp="1"/>
          </p:cNvSpPr>
          <p:nvPr>
            <p:ph sz="quarter" idx="12"/>
          </p:nvPr>
        </p:nvSpPr>
        <p:spPr>
          <a:xfrm>
            <a:off x="714108" y="1005840"/>
            <a:ext cx="5172300" cy="5047934"/>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4"/>
          <p:cNvSpPr>
            <a:spLocks noGrp="1"/>
          </p:cNvSpPr>
          <p:nvPr>
            <p:ph sz="quarter" idx="16"/>
          </p:nvPr>
        </p:nvSpPr>
        <p:spPr>
          <a:xfrm>
            <a:off x="6143515" y="1005840"/>
            <a:ext cx="5050940" cy="5047934"/>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9" name="Slide Number Placeholder 2"/>
          <p:cNvSpPr>
            <a:spLocks noGrp="1"/>
          </p:cNvSpPr>
          <p:nvPr>
            <p:ph type="sldNum" sz="quarter" idx="17"/>
          </p:nvPr>
        </p:nvSpPr>
        <p:spPr/>
        <p:txBody>
          <a:bodyPr/>
          <a:lstStyle>
            <a:lvl1pPr>
              <a:defRPr/>
            </a:lvl1pPr>
          </a:lstStyle>
          <a:p>
            <a:pPr>
              <a:defRPr/>
            </a:pPr>
            <a:fld id="{E55B2C39-C6CC-42D0-AE05-9F96B4FF368A}" type="slidenum">
              <a:rPr lang="en-US"/>
              <a:pPr>
                <a:defRPr/>
              </a:pPr>
              <a:t>‹#›</a:t>
            </a:fld>
            <a:endParaRPr lang="en-US" dirty="0"/>
          </a:p>
        </p:txBody>
      </p:sp>
      <p:sp>
        <p:nvSpPr>
          <p:cNvPr id="4" name="Title 3"/>
          <p:cNvSpPr>
            <a:spLocks noGrp="1"/>
          </p:cNvSpPr>
          <p:nvPr>
            <p:ph type="title"/>
          </p:nvPr>
        </p:nvSpPr>
        <p:spPr/>
        <p:txBody>
          <a:bodyPr/>
          <a:lstStyle/>
          <a:p>
            <a:r>
              <a:rPr lang="en-US"/>
              <a:t>Click to edit Master title style</a:t>
            </a:r>
          </a:p>
        </p:txBody>
      </p:sp>
      <p:sp>
        <p:nvSpPr>
          <p:cNvPr id="2" name="Footer Placeholder 1"/>
          <p:cNvSpPr>
            <a:spLocks noGrp="1"/>
          </p:cNvSpPr>
          <p:nvPr>
            <p:ph type="ftr" sz="quarter" idx="18"/>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1810980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Up Layout With Takeaway">
    <p:spTree>
      <p:nvGrpSpPr>
        <p:cNvPr id="1" name=""/>
        <p:cNvGrpSpPr/>
        <p:nvPr/>
      </p:nvGrpSpPr>
      <p:grpSpPr>
        <a:xfrm>
          <a:off x="0" y="0"/>
          <a:ext cx="0" cy="0"/>
          <a:chOff x="0" y="0"/>
          <a:chExt cx="0" cy="0"/>
        </a:xfrm>
      </p:grpSpPr>
      <p:cxnSp>
        <p:nvCxnSpPr>
          <p:cNvPr id="10" name="Straight Connector 9"/>
          <p:cNvCxnSpPr/>
          <p:nvPr userDrawn="1"/>
        </p:nvCxnSpPr>
        <p:spPr bwMode="auto">
          <a:xfrm flipH="1">
            <a:off x="714375" y="3709988"/>
            <a:ext cx="10531475" cy="0"/>
          </a:xfrm>
          <a:prstGeom prst="line">
            <a:avLst/>
          </a:prstGeom>
          <a:noFill/>
          <a:ln w="9525" cap="flat" cmpd="sng" algn="ctr">
            <a:solidFill>
              <a:schemeClr val="accent3"/>
            </a:solidFill>
            <a:prstDash val="solid"/>
            <a:round/>
            <a:headEnd type="none" w="med" len="med"/>
            <a:tailEnd type="none" w="med" len="med"/>
          </a:ln>
          <a:effectLst/>
        </p:spPr>
      </p:cxnSp>
      <p:cxnSp>
        <p:nvCxnSpPr>
          <p:cNvPr id="11" name="Straight Connector 10"/>
          <p:cNvCxnSpPr/>
          <p:nvPr userDrawn="1"/>
        </p:nvCxnSpPr>
        <p:spPr bwMode="auto">
          <a:xfrm>
            <a:off x="6008688" y="996950"/>
            <a:ext cx="0" cy="5184775"/>
          </a:xfrm>
          <a:prstGeom prst="line">
            <a:avLst/>
          </a:prstGeom>
          <a:noFill/>
          <a:ln w="9525" cap="flat" cmpd="sng" algn="ctr">
            <a:solidFill>
              <a:schemeClr val="accent3"/>
            </a:solidFill>
            <a:prstDash val="solid"/>
            <a:round/>
            <a:headEnd type="none" w="med" len="med"/>
            <a:tailEnd type="none" w="med" len="med"/>
          </a:ln>
          <a:effectLst/>
        </p:spPr>
      </p:cxnSp>
      <p:sp>
        <p:nvSpPr>
          <p:cNvPr id="16" name="Title 1"/>
          <p:cNvSpPr>
            <a:spLocks noGrp="1"/>
          </p:cNvSpPr>
          <p:nvPr>
            <p:ph type="title"/>
          </p:nvPr>
        </p:nvSpPr>
        <p:spPr>
          <a:xfrm>
            <a:off x="714108" y="364859"/>
            <a:ext cx="10472508" cy="485358"/>
          </a:xfrm>
        </p:spPr>
        <p:txBody>
          <a:bodyPr/>
          <a:lstStyle/>
          <a:p>
            <a:r>
              <a:rPr lang="en-US"/>
              <a:t>Click to edit Master title style</a:t>
            </a:r>
            <a:endParaRPr lang="en-US" dirty="0"/>
          </a:p>
        </p:txBody>
      </p:sp>
      <p:sp>
        <p:nvSpPr>
          <p:cNvPr id="25" name="Content Placeholder 4"/>
          <p:cNvSpPr>
            <a:spLocks noGrp="1"/>
          </p:cNvSpPr>
          <p:nvPr>
            <p:ph sz="quarter" idx="23"/>
          </p:nvPr>
        </p:nvSpPr>
        <p:spPr>
          <a:xfrm>
            <a:off x="714108" y="3796577"/>
            <a:ext cx="5165333" cy="23851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Content Placeholder 4"/>
          <p:cNvSpPr>
            <a:spLocks noGrp="1"/>
          </p:cNvSpPr>
          <p:nvPr>
            <p:ph sz="quarter" idx="24"/>
          </p:nvPr>
        </p:nvSpPr>
        <p:spPr>
          <a:xfrm>
            <a:off x="6123482" y="3796577"/>
            <a:ext cx="5063134" cy="238514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8" name="Content Placeholder 4"/>
          <p:cNvSpPr>
            <a:spLocks noGrp="1"/>
          </p:cNvSpPr>
          <p:nvPr>
            <p:ph sz="quarter" idx="12"/>
          </p:nvPr>
        </p:nvSpPr>
        <p:spPr>
          <a:xfrm>
            <a:off x="714108" y="1005841"/>
            <a:ext cx="5165333" cy="2624429"/>
          </a:xfrm>
          <a:prstGeom prst="rect">
            <a:avLst/>
          </a:prstGeom>
        </p:spPr>
        <p:txBody>
          <a:bodyPr/>
          <a:lstStyle>
            <a:lvl1pPr>
              <a:defRPr>
                <a:latin typeface="+mn-lt"/>
              </a:defRPr>
            </a:lvl1pPr>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Content Placeholder 4"/>
          <p:cNvSpPr>
            <a:spLocks noGrp="1"/>
          </p:cNvSpPr>
          <p:nvPr>
            <p:ph sz="quarter" idx="25"/>
          </p:nvPr>
        </p:nvSpPr>
        <p:spPr>
          <a:xfrm>
            <a:off x="6123482" y="1005841"/>
            <a:ext cx="5063134" cy="2624429"/>
          </a:xfrm>
          <a:prstGeom prst="rect">
            <a:avLst/>
          </a:prstGeom>
        </p:spPr>
        <p:txBody>
          <a:bodyPr/>
          <a:lstStyle>
            <a:lvl2pPr>
              <a:buClr>
                <a:schemeClr val="accent3"/>
              </a:buClr>
              <a:defRPr>
                <a:latin typeface="+mn-lt"/>
              </a:defRPr>
            </a:lvl2pPr>
            <a:lvl3pPr>
              <a:buClr>
                <a:schemeClr val="accent3"/>
              </a:buClr>
              <a:defRPr>
                <a:latin typeface="+mn-lt"/>
              </a:defRPr>
            </a:lvl3pPr>
            <a:lvl4pPr marL="1600200" indent="-228600">
              <a:buClr>
                <a:schemeClr val="accent3"/>
              </a:buClr>
              <a:buFont typeface="Arial" panose="020B0604020202020204" pitchFamily="34" charset="0"/>
              <a:buChar char="-"/>
              <a:defRPr sz="1400">
                <a:latin typeface="+mn-lt"/>
                <a:cs typeface="Arial" panose="020B0604020202020204" pitchFamily="34" charset="0"/>
              </a:defRPr>
            </a:lvl4pPr>
            <a:lvl5pPr>
              <a:buClr>
                <a:schemeClr val="accent3"/>
              </a:buClr>
              <a:defRPr sz="1400">
                <a:latin typeface="+mn-lt"/>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12" name="Slide Number Placeholder 5"/>
          <p:cNvSpPr>
            <a:spLocks noGrp="1"/>
          </p:cNvSpPr>
          <p:nvPr>
            <p:ph type="sldNum" sz="quarter" idx="26"/>
          </p:nvPr>
        </p:nvSpPr>
        <p:spPr/>
        <p:txBody>
          <a:bodyPr/>
          <a:lstStyle>
            <a:lvl1pPr algn="l">
              <a:defRPr sz="1100" b="1" i="0">
                <a:solidFill>
                  <a:schemeClr val="bg1"/>
                </a:solidFill>
                <a:latin typeface="+mn-lt"/>
                <a:cs typeface="HelveticaNeue MediumCond"/>
              </a:defRPr>
            </a:lvl1pPr>
          </a:lstStyle>
          <a:p>
            <a:pPr>
              <a:defRPr/>
            </a:pPr>
            <a:fld id="{5A60E25D-90C3-4421-A5B5-3BFD0CA09E3E}" type="slidenum">
              <a:rPr lang="en-US"/>
              <a:pPr>
                <a:defRPr/>
              </a:pPr>
              <a:t>‹#›</a:t>
            </a:fld>
            <a:endParaRPr lang="en-US" dirty="0"/>
          </a:p>
        </p:txBody>
      </p:sp>
      <p:sp>
        <p:nvSpPr>
          <p:cNvPr id="3" name="Footer Placeholder 2"/>
          <p:cNvSpPr>
            <a:spLocks noGrp="1"/>
          </p:cNvSpPr>
          <p:nvPr>
            <p:ph type="ftr" sz="quarter" idx="2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6714715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pen Layout W/ Takeaway">
    <p:spTree>
      <p:nvGrpSpPr>
        <p:cNvPr id="1" name=""/>
        <p:cNvGrpSpPr/>
        <p:nvPr/>
      </p:nvGrpSpPr>
      <p:grpSpPr>
        <a:xfrm>
          <a:off x="0" y="0"/>
          <a:ext cx="0" cy="0"/>
          <a:chOff x="0" y="0"/>
          <a:chExt cx="0" cy="0"/>
        </a:xfrm>
      </p:grpSpPr>
      <p:sp>
        <p:nvSpPr>
          <p:cNvPr id="2" name="Title 1"/>
          <p:cNvSpPr>
            <a:spLocks noGrp="1"/>
          </p:cNvSpPr>
          <p:nvPr>
            <p:ph type="title"/>
          </p:nvPr>
        </p:nvSpPr>
        <p:spPr>
          <a:xfrm>
            <a:off x="714240" y="357189"/>
            <a:ext cx="10455164" cy="498475"/>
          </a:xfrm>
        </p:spPr>
        <p:txBody>
          <a:bodyPr/>
          <a:lstStyle/>
          <a:p>
            <a:r>
              <a:rPr lang="en-US"/>
              <a:t>Click to edit Master title style</a:t>
            </a:r>
            <a:endParaRPr lang="en-US" dirty="0"/>
          </a:p>
        </p:txBody>
      </p:sp>
      <p:sp>
        <p:nvSpPr>
          <p:cNvPr id="12"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6" name="Slide Number Placeholder 2"/>
          <p:cNvSpPr>
            <a:spLocks noGrp="1"/>
          </p:cNvSpPr>
          <p:nvPr>
            <p:ph type="sldNum" sz="quarter" idx="16"/>
          </p:nvPr>
        </p:nvSpPr>
        <p:spPr/>
        <p:txBody>
          <a:bodyPr/>
          <a:lstStyle>
            <a:lvl1pPr>
              <a:defRPr sz="1100"/>
            </a:lvl1pPr>
          </a:lstStyle>
          <a:p>
            <a:pPr>
              <a:defRPr/>
            </a:pPr>
            <a:fld id="{528D6B90-B26E-4C9F-854B-7A7111C42F8C}" type="slidenum">
              <a:rPr lang="en-US"/>
              <a:pPr>
                <a:defRPr/>
              </a:pPr>
              <a:t>‹#›</a:t>
            </a:fld>
            <a:endParaRPr lang="en-US" dirty="0"/>
          </a:p>
        </p:txBody>
      </p:sp>
      <p:sp>
        <p:nvSpPr>
          <p:cNvPr id="7" name="Footer Placeholder 6"/>
          <p:cNvSpPr>
            <a:spLocks noGrp="1"/>
          </p:cNvSpPr>
          <p:nvPr>
            <p:ph type="ftr" sz="quarter" idx="17"/>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3275962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Behind">
    <p:bg>
      <p:bgPr>
        <a:solidFill>
          <a:schemeClr val="bg1">
            <a:lumMod val="85000"/>
          </a:schemeClr>
        </a:solidFill>
        <a:effectLst/>
      </p:bgPr>
    </p:bg>
    <p:spTree>
      <p:nvGrpSpPr>
        <p:cNvPr id="1" name=""/>
        <p:cNvGrpSpPr/>
        <p:nvPr/>
      </p:nvGrpSpPr>
      <p:grpSpPr>
        <a:xfrm>
          <a:off x="0" y="0"/>
          <a:ext cx="0" cy="0"/>
          <a:chOff x="0" y="0"/>
          <a:chExt cx="0" cy="0"/>
        </a:xfrm>
      </p:grpSpPr>
      <p:sp>
        <p:nvSpPr>
          <p:cNvPr id="26" name="Picture Placeholder 25"/>
          <p:cNvSpPr>
            <a:spLocks noGrp="1"/>
          </p:cNvSpPr>
          <p:nvPr>
            <p:ph type="pic" sz="quarter" idx="17"/>
          </p:nvPr>
        </p:nvSpPr>
        <p:spPr>
          <a:xfrm>
            <a:off x="0" y="4288536"/>
            <a:ext cx="12192000" cy="2569464"/>
          </a:xfrm>
          <a:prstGeom prst="rect">
            <a:avLst/>
          </a:prstGeom>
          <a:blipFill>
            <a:blip r:embed="rId2"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endParaRPr lang="en-US" dirty="0"/>
          </a:p>
        </p:txBody>
      </p:sp>
      <p:sp>
        <p:nvSpPr>
          <p:cNvPr id="5" name="Text Placeholder 19"/>
          <p:cNvSpPr>
            <a:spLocks noGrp="1"/>
          </p:cNvSpPr>
          <p:nvPr>
            <p:ph type="body" sz="quarter" idx="13"/>
          </p:nvPr>
        </p:nvSpPr>
        <p:spPr>
          <a:xfrm>
            <a:off x="2864782" y="6222292"/>
            <a:ext cx="6617885" cy="254118"/>
          </a:xfrm>
          <a:prstGeom prst="rect">
            <a:avLst/>
          </a:prstGeom>
        </p:spPr>
        <p:txBody>
          <a:bodyPr vert="horz" anchor="ctr"/>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7" name="Content Placeholder 6"/>
          <p:cNvSpPr>
            <a:spLocks noGrp="1"/>
          </p:cNvSpPr>
          <p:nvPr>
            <p:ph sz="quarter" idx="10"/>
          </p:nvPr>
        </p:nvSpPr>
        <p:spPr>
          <a:xfrm>
            <a:off x="266700" y="5949950"/>
            <a:ext cx="2483273" cy="236792"/>
          </a:xfrm>
          <a:prstGeom prst="rect">
            <a:avLst/>
          </a:prstGeom>
        </p:spPr>
        <p:txBody>
          <a:bodyPr vert="horz" anchor="t"/>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8" name="Text Placeholder 8"/>
          <p:cNvSpPr>
            <a:spLocks noGrp="1"/>
          </p:cNvSpPr>
          <p:nvPr>
            <p:ph type="body" sz="quarter" idx="11"/>
          </p:nvPr>
        </p:nvSpPr>
        <p:spPr>
          <a:xfrm>
            <a:off x="266699" y="6199311"/>
            <a:ext cx="2483275" cy="248524"/>
          </a:xfrm>
          <a:prstGeom prst="rect">
            <a:avLst/>
          </a:prstGeom>
        </p:spPr>
        <p:txBody>
          <a:bodyPr vert="horz"/>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Picture Placeholder 9"/>
          <p:cNvSpPr>
            <a:spLocks noGrp="1"/>
          </p:cNvSpPr>
          <p:nvPr>
            <p:ph type="pic" sz="quarter" idx="14"/>
          </p:nvPr>
        </p:nvSpPr>
        <p:spPr>
          <a:xfrm>
            <a:off x="9668256" y="6099048"/>
            <a:ext cx="1901952" cy="356616"/>
          </a:xfrm>
          <a:prstGeom prst="rect">
            <a:avLst/>
          </a:prstGeom>
          <a:blipFill>
            <a:blip r:embed="rId3" cstate="email">
              <a:extLst>
                <a:ext uri="{28A0092B-C50C-407E-A947-70E740481C1C}">
                  <a14:useLocalDpi xmlns:a14="http://schemas.microsoft.com/office/drawing/2010/main"/>
                </a:ext>
              </a:extLst>
            </a:blip>
            <a:stretch>
              <a:fillRect/>
            </a:stretch>
          </a:blipFill>
        </p:spPr>
        <p:txBody>
          <a:bodyPr/>
          <a:lstStyle>
            <a:lvl1pPr marL="0" indent="0">
              <a:buNone/>
              <a:defRPr sz="200"/>
            </a:lvl1pPr>
          </a:lstStyle>
          <a:p>
            <a:r>
              <a:rPr lang="en-US"/>
              <a:t>Click icon to add picture</a:t>
            </a:r>
            <a:endParaRPr lang="en-US" dirty="0"/>
          </a:p>
        </p:txBody>
      </p:sp>
      <p:sp>
        <p:nvSpPr>
          <p:cNvPr id="11" name="Text Placeholder 17"/>
          <p:cNvSpPr>
            <a:spLocks noGrp="1"/>
          </p:cNvSpPr>
          <p:nvPr>
            <p:ph type="body" sz="quarter" idx="12"/>
          </p:nvPr>
        </p:nvSpPr>
        <p:spPr>
          <a:xfrm>
            <a:off x="2864781" y="5960247"/>
            <a:ext cx="6617887" cy="249655"/>
          </a:xfrm>
          <a:prstGeom prst="rect">
            <a:avLst/>
          </a:prstGeom>
        </p:spPr>
        <p:txBody>
          <a:bodyPr vert="horz" anchor="ctr"/>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23" name="Picture Placeholder 9"/>
          <p:cNvSpPr>
            <a:spLocks noGrp="1"/>
          </p:cNvSpPr>
          <p:nvPr>
            <p:ph type="pic" sz="quarter" idx="16"/>
          </p:nvPr>
        </p:nvSpPr>
        <p:spPr>
          <a:xfrm>
            <a:off x="2852928" y="5961888"/>
            <a:ext cx="12192" cy="502920"/>
          </a:xfrm>
          <a:prstGeom prst="rect">
            <a:avLst/>
          </a:prstGeom>
          <a:blipFill>
            <a:blip r:embed="rId4" cstate="screen">
              <a:extLst>
                <a:ext uri="{28A0092B-C50C-407E-A947-70E740481C1C}">
                  <a14:useLocalDpi xmlns:a14="http://schemas.microsoft.com/office/drawing/2010/main"/>
                </a:ext>
              </a:extLst>
            </a:blip>
            <a:stretch>
              <a:fillRect/>
            </a:stretch>
          </a:blipFill>
        </p:spPr>
        <p:txBody>
          <a:bodyPr/>
          <a:lstStyle>
            <a:lvl1pPr marL="0" indent="0">
              <a:buNone/>
              <a:defRPr sz="200" baseline="0">
                <a:solidFill>
                  <a:schemeClr val="bg1">
                    <a:lumMod val="75000"/>
                  </a:schemeClr>
                </a:solidFill>
              </a:defRPr>
            </a:lvl1pPr>
          </a:lstStyle>
          <a:p>
            <a:r>
              <a:rPr lang="en-US"/>
              <a:t>Click icon to add picture</a:t>
            </a:r>
            <a:endParaRPr lang="en-US" dirty="0"/>
          </a:p>
        </p:txBody>
      </p:sp>
    </p:spTree>
    <p:extLst>
      <p:ext uri="{BB962C8B-B14F-4D97-AF65-F5344CB8AC3E}">
        <p14:creationId xmlns:p14="http://schemas.microsoft.com/office/powerpoint/2010/main" val="4057722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Shape">
    <p:bg>
      <p:bgPr>
        <a:solidFill>
          <a:schemeClr val="bg1"/>
        </a:solidFill>
        <a:effectLst/>
      </p:bgPr>
    </p:bg>
    <p:spTree>
      <p:nvGrpSpPr>
        <p:cNvPr id="1" name=""/>
        <p:cNvGrpSpPr/>
        <p:nvPr/>
      </p:nvGrpSpPr>
      <p:grpSpPr>
        <a:xfrm>
          <a:off x="0" y="0"/>
          <a:ext cx="0" cy="0"/>
          <a:chOff x="0" y="0"/>
          <a:chExt cx="0" cy="0"/>
        </a:xfrm>
      </p:grpSpPr>
      <p:sp>
        <p:nvSpPr>
          <p:cNvPr id="5" name="Text Placeholder 19"/>
          <p:cNvSpPr>
            <a:spLocks noGrp="1"/>
          </p:cNvSpPr>
          <p:nvPr>
            <p:ph type="body" sz="quarter" idx="13"/>
          </p:nvPr>
        </p:nvSpPr>
        <p:spPr>
          <a:xfrm>
            <a:off x="2882451" y="6222292"/>
            <a:ext cx="6617885" cy="254118"/>
          </a:xfrm>
          <a:prstGeom prst="rect">
            <a:avLst/>
          </a:prstGeom>
        </p:spPr>
        <p:txBody>
          <a:bodyPr vert="horz" anchor="ctr"/>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7" name="Content Placeholder 6"/>
          <p:cNvSpPr>
            <a:spLocks noGrp="1"/>
          </p:cNvSpPr>
          <p:nvPr>
            <p:ph sz="quarter" idx="10"/>
          </p:nvPr>
        </p:nvSpPr>
        <p:spPr>
          <a:xfrm>
            <a:off x="266700" y="5949950"/>
            <a:ext cx="2483273" cy="236792"/>
          </a:xfrm>
          <a:prstGeom prst="rect">
            <a:avLst/>
          </a:prstGeom>
        </p:spPr>
        <p:txBody>
          <a:bodyPr vert="horz" anchor="t"/>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8" name="Text Placeholder 8"/>
          <p:cNvSpPr>
            <a:spLocks noGrp="1"/>
          </p:cNvSpPr>
          <p:nvPr>
            <p:ph type="body" sz="quarter" idx="11"/>
          </p:nvPr>
        </p:nvSpPr>
        <p:spPr>
          <a:xfrm>
            <a:off x="266699" y="6199311"/>
            <a:ext cx="2483275" cy="248524"/>
          </a:xfrm>
          <a:prstGeom prst="rect">
            <a:avLst/>
          </a:prstGeom>
        </p:spPr>
        <p:txBody>
          <a:bodyPr vert="horz"/>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17"/>
          <p:cNvSpPr>
            <a:spLocks noGrp="1"/>
          </p:cNvSpPr>
          <p:nvPr>
            <p:ph type="body" sz="quarter" idx="12"/>
          </p:nvPr>
        </p:nvSpPr>
        <p:spPr>
          <a:xfrm>
            <a:off x="2864781" y="5960247"/>
            <a:ext cx="6617887" cy="249655"/>
          </a:xfrm>
          <a:prstGeom prst="rect">
            <a:avLst/>
          </a:prstGeom>
        </p:spPr>
        <p:txBody>
          <a:bodyPr vert="horz" anchor="ctr"/>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cxnSp>
        <p:nvCxnSpPr>
          <p:cNvPr id="19" name="Straight Connector 18"/>
          <p:cNvCxnSpPr/>
          <p:nvPr userDrawn="1"/>
        </p:nvCxnSpPr>
        <p:spPr>
          <a:xfrm>
            <a:off x="2851856" y="5959477"/>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3" name="Picture Placeholder 2"/>
          <p:cNvSpPr>
            <a:spLocks noGrp="1"/>
          </p:cNvSpPr>
          <p:nvPr>
            <p:ph type="pic" sz="quarter" idx="14"/>
          </p:nvPr>
        </p:nvSpPr>
        <p:spPr>
          <a:xfrm>
            <a:off x="-141" y="1"/>
            <a:ext cx="12192141" cy="5676983"/>
          </a:xfrm>
          <a:custGeom>
            <a:avLst/>
            <a:gdLst>
              <a:gd name="connsiteX0" fmla="*/ 0 w 9144000"/>
              <a:gd name="connsiteY0" fmla="*/ 0 h 5676900"/>
              <a:gd name="connsiteX1" fmla="*/ 9144000 w 9144000"/>
              <a:gd name="connsiteY1" fmla="*/ 0 h 5676900"/>
              <a:gd name="connsiteX2" fmla="*/ 9144000 w 9144000"/>
              <a:gd name="connsiteY2" fmla="*/ 5676900 h 5676900"/>
              <a:gd name="connsiteX3" fmla="*/ 0 w 9144000"/>
              <a:gd name="connsiteY3" fmla="*/ 5676900 h 5676900"/>
              <a:gd name="connsiteX4" fmla="*/ 0 w 9144000"/>
              <a:gd name="connsiteY4" fmla="*/ 0 h 5676900"/>
              <a:gd name="connsiteX0" fmla="*/ 0 w 9144000"/>
              <a:gd name="connsiteY0" fmla="*/ 0 h 5676900"/>
              <a:gd name="connsiteX1" fmla="*/ 9144000 w 9144000"/>
              <a:gd name="connsiteY1" fmla="*/ 0 h 5676900"/>
              <a:gd name="connsiteX2" fmla="*/ 9144000 w 9144000"/>
              <a:gd name="connsiteY2" fmla="*/ 5676900 h 5676900"/>
              <a:gd name="connsiteX3" fmla="*/ 323850 w 9144000"/>
              <a:gd name="connsiteY3" fmla="*/ 5657850 h 5676900"/>
              <a:gd name="connsiteX4" fmla="*/ 0 w 9144000"/>
              <a:gd name="connsiteY4" fmla="*/ 5676900 h 5676900"/>
              <a:gd name="connsiteX5" fmla="*/ 0 w 9144000"/>
              <a:gd name="connsiteY5" fmla="*/ 0 h 5676900"/>
              <a:gd name="connsiteX0" fmla="*/ 0 w 9144000"/>
              <a:gd name="connsiteY0" fmla="*/ 0 h 5679365"/>
              <a:gd name="connsiteX1" fmla="*/ 9144000 w 9144000"/>
              <a:gd name="connsiteY1" fmla="*/ 0 h 5679365"/>
              <a:gd name="connsiteX2" fmla="*/ 9144000 w 9144000"/>
              <a:gd name="connsiteY2" fmla="*/ 5676900 h 5679365"/>
              <a:gd name="connsiteX3" fmla="*/ 797186 w 9144000"/>
              <a:gd name="connsiteY3" fmla="*/ 5679365 h 5679365"/>
              <a:gd name="connsiteX4" fmla="*/ 0 w 9144000"/>
              <a:gd name="connsiteY4" fmla="*/ 5676900 h 5679365"/>
              <a:gd name="connsiteX5" fmla="*/ 0 w 9144000"/>
              <a:gd name="connsiteY5" fmla="*/ 0 h 5679365"/>
              <a:gd name="connsiteX0" fmla="*/ 123341 w 9267341"/>
              <a:gd name="connsiteY0" fmla="*/ 0 h 6098233"/>
              <a:gd name="connsiteX1" fmla="*/ 9267341 w 9267341"/>
              <a:gd name="connsiteY1" fmla="*/ 0 h 6098233"/>
              <a:gd name="connsiteX2" fmla="*/ 9267341 w 9267341"/>
              <a:gd name="connsiteY2" fmla="*/ 5676900 h 6098233"/>
              <a:gd name="connsiteX3" fmla="*/ 920527 w 9267341"/>
              <a:gd name="connsiteY3" fmla="*/ 5679365 h 6098233"/>
              <a:gd name="connsiteX4" fmla="*/ 123341 w 9267341"/>
              <a:gd name="connsiteY4" fmla="*/ 5676900 h 6098233"/>
              <a:gd name="connsiteX5" fmla="*/ 123341 w 9267341"/>
              <a:gd name="connsiteY5" fmla="*/ 0 h 6098233"/>
              <a:gd name="connsiteX0" fmla="*/ 0 w 9144000"/>
              <a:gd name="connsiteY0" fmla="*/ 0 h 6097615"/>
              <a:gd name="connsiteX1" fmla="*/ 9144000 w 9144000"/>
              <a:gd name="connsiteY1" fmla="*/ 0 h 6097615"/>
              <a:gd name="connsiteX2" fmla="*/ 9144000 w 9144000"/>
              <a:gd name="connsiteY2" fmla="*/ 5676900 h 6097615"/>
              <a:gd name="connsiteX3" fmla="*/ 1375830 w 9144000"/>
              <a:gd name="connsiteY3" fmla="*/ 5676983 h 6097615"/>
              <a:gd name="connsiteX4" fmla="*/ 0 w 9144000"/>
              <a:gd name="connsiteY4" fmla="*/ 5676900 h 6097615"/>
              <a:gd name="connsiteX5" fmla="*/ 0 w 9144000"/>
              <a:gd name="connsiteY5" fmla="*/ 0 h 6097615"/>
              <a:gd name="connsiteX0" fmla="*/ 2381 w 9146381"/>
              <a:gd name="connsiteY0" fmla="*/ 0 h 5676983"/>
              <a:gd name="connsiteX1" fmla="*/ 9146381 w 9146381"/>
              <a:gd name="connsiteY1" fmla="*/ 0 h 5676983"/>
              <a:gd name="connsiteX2" fmla="*/ 9146381 w 9146381"/>
              <a:gd name="connsiteY2" fmla="*/ 5676900 h 5676983"/>
              <a:gd name="connsiteX3" fmla="*/ 1378211 w 9146381"/>
              <a:gd name="connsiteY3" fmla="*/ 5676983 h 5676983"/>
              <a:gd name="connsiteX4" fmla="*/ 0 w 9146381"/>
              <a:gd name="connsiteY4" fmla="*/ 4464844 h 5676983"/>
              <a:gd name="connsiteX5" fmla="*/ 2381 w 9146381"/>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 name="connsiteX0" fmla="*/ 106 w 9144106"/>
              <a:gd name="connsiteY0" fmla="*/ 0 h 5676983"/>
              <a:gd name="connsiteX1" fmla="*/ 9144106 w 9144106"/>
              <a:gd name="connsiteY1" fmla="*/ 0 h 5676983"/>
              <a:gd name="connsiteX2" fmla="*/ 9144106 w 9144106"/>
              <a:gd name="connsiteY2" fmla="*/ 5676900 h 5676983"/>
              <a:gd name="connsiteX3" fmla="*/ 1375936 w 9144106"/>
              <a:gd name="connsiteY3" fmla="*/ 5676983 h 5676983"/>
              <a:gd name="connsiteX4" fmla="*/ 2487 w 9144106"/>
              <a:gd name="connsiteY4" fmla="*/ 4305300 h 5676983"/>
              <a:gd name="connsiteX5" fmla="*/ 106 w 9144106"/>
              <a:gd name="connsiteY5" fmla="*/ 0 h 5676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44106" h="5676983">
                <a:moveTo>
                  <a:pt x="106" y="0"/>
                </a:moveTo>
                <a:lnTo>
                  <a:pt x="9144106" y="0"/>
                </a:lnTo>
                <a:lnTo>
                  <a:pt x="9144106" y="5676900"/>
                </a:lnTo>
                <a:lnTo>
                  <a:pt x="1375936" y="5676983"/>
                </a:lnTo>
                <a:cubicBezTo>
                  <a:pt x="628224" y="5674601"/>
                  <a:pt x="2001" y="5016118"/>
                  <a:pt x="2487" y="4305300"/>
                </a:cubicBezTo>
                <a:cubicBezTo>
                  <a:pt x="3281" y="2817019"/>
                  <a:pt x="-688" y="1488281"/>
                  <a:pt x="106" y="0"/>
                </a:cubicBezTo>
                <a:close/>
              </a:path>
            </a:pathLst>
          </a:custGeom>
          <a:solidFill>
            <a:schemeClr val="bg1">
              <a:lumMod val="85000"/>
            </a:schemeClr>
          </a:solidFill>
        </p:spPr>
        <p:txBody>
          <a:bodyPr/>
          <a:lstStyle>
            <a:lvl1pPr>
              <a:defRPr sz="200"/>
            </a:lvl1pPr>
          </a:lstStyle>
          <a:p>
            <a:r>
              <a:rPr lang="en-US"/>
              <a:t>Click icon to add picture</a:t>
            </a:r>
            <a:endParaRPr lang="en-US" dirty="0"/>
          </a:p>
        </p:txBody>
      </p:sp>
      <p:pic>
        <p:nvPicPr>
          <p:cNvPr id="9" name="Picture 8" descr="\\localhost\Volumes\DMS-Server\Clients\Honeywell PPT \Honeywell - Freestanding Logos\Honeywell - Freestanding Logo RGB.png"/>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9668934" y="6097589"/>
            <a:ext cx="1896092" cy="3537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89997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 Multi Image Shapes">
    <p:spTree>
      <p:nvGrpSpPr>
        <p:cNvPr id="1" name=""/>
        <p:cNvGrpSpPr/>
        <p:nvPr/>
      </p:nvGrpSpPr>
      <p:grpSpPr>
        <a:xfrm>
          <a:off x="0" y="0"/>
          <a:ext cx="0" cy="0"/>
          <a:chOff x="0" y="0"/>
          <a:chExt cx="0" cy="0"/>
        </a:xfrm>
      </p:grpSpPr>
      <p:sp>
        <p:nvSpPr>
          <p:cNvPr id="5" name="Text Placeholder 19"/>
          <p:cNvSpPr>
            <a:spLocks noGrp="1"/>
          </p:cNvSpPr>
          <p:nvPr>
            <p:ph type="body" sz="quarter" idx="13"/>
          </p:nvPr>
        </p:nvSpPr>
        <p:spPr>
          <a:xfrm>
            <a:off x="2882451" y="6222292"/>
            <a:ext cx="6617885" cy="254118"/>
          </a:xfrm>
          <a:prstGeom prst="rect">
            <a:avLst/>
          </a:prstGeom>
        </p:spPr>
        <p:txBody>
          <a:bodyPr vert="horz" anchor="ctr"/>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7" name="Content Placeholder 6"/>
          <p:cNvSpPr>
            <a:spLocks noGrp="1"/>
          </p:cNvSpPr>
          <p:nvPr>
            <p:ph sz="quarter" idx="10"/>
          </p:nvPr>
        </p:nvSpPr>
        <p:spPr>
          <a:xfrm>
            <a:off x="266700" y="5949950"/>
            <a:ext cx="2483273" cy="236792"/>
          </a:xfrm>
          <a:prstGeom prst="rect">
            <a:avLst/>
          </a:prstGeom>
        </p:spPr>
        <p:txBody>
          <a:bodyPr vert="horz" anchor="t"/>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8" name="Text Placeholder 8"/>
          <p:cNvSpPr>
            <a:spLocks noGrp="1"/>
          </p:cNvSpPr>
          <p:nvPr>
            <p:ph type="body" sz="quarter" idx="11"/>
          </p:nvPr>
        </p:nvSpPr>
        <p:spPr>
          <a:xfrm>
            <a:off x="266699" y="6199311"/>
            <a:ext cx="2483275" cy="248524"/>
          </a:xfrm>
          <a:prstGeom prst="rect">
            <a:avLst/>
          </a:prstGeom>
        </p:spPr>
        <p:txBody>
          <a:bodyPr vert="horz"/>
          <a:lstStyle>
            <a:lvl1pPr marL="0" indent="0" algn="r">
              <a:buNone/>
              <a:defRPr sz="14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17"/>
          <p:cNvSpPr>
            <a:spLocks noGrp="1"/>
          </p:cNvSpPr>
          <p:nvPr>
            <p:ph type="body" sz="quarter" idx="12"/>
          </p:nvPr>
        </p:nvSpPr>
        <p:spPr>
          <a:xfrm>
            <a:off x="2864781" y="5960247"/>
            <a:ext cx="6617887" cy="249655"/>
          </a:xfrm>
          <a:prstGeom prst="rect">
            <a:avLst/>
          </a:prstGeom>
        </p:spPr>
        <p:txBody>
          <a:bodyPr vert="horz" anchor="ctr"/>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cxnSp>
        <p:nvCxnSpPr>
          <p:cNvPr id="19" name="Straight Connector 18"/>
          <p:cNvCxnSpPr/>
          <p:nvPr userDrawn="1"/>
        </p:nvCxnSpPr>
        <p:spPr>
          <a:xfrm>
            <a:off x="2851856" y="5959477"/>
            <a:ext cx="0" cy="49212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3" name="Picture Placeholder 2"/>
          <p:cNvSpPr>
            <a:spLocks noGrp="1"/>
          </p:cNvSpPr>
          <p:nvPr>
            <p:ph type="pic" sz="quarter" idx="14"/>
          </p:nvPr>
        </p:nvSpPr>
        <p:spPr>
          <a:xfrm>
            <a:off x="0" y="-7940"/>
            <a:ext cx="4631880" cy="5648301"/>
          </a:xfrm>
          <a:custGeom>
            <a:avLst/>
            <a:gdLst>
              <a:gd name="connsiteX0" fmla="*/ 0 w 3473451"/>
              <a:gd name="connsiteY0" fmla="*/ 0 h 5632423"/>
              <a:gd name="connsiteX1" fmla="*/ 3473451 w 3473451"/>
              <a:gd name="connsiteY1" fmla="*/ 0 h 5632423"/>
              <a:gd name="connsiteX2" fmla="*/ 3473451 w 3473451"/>
              <a:gd name="connsiteY2" fmla="*/ 5632423 h 5632423"/>
              <a:gd name="connsiteX3" fmla="*/ 0 w 3473451"/>
              <a:gd name="connsiteY3" fmla="*/ 5632423 h 5632423"/>
              <a:gd name="connsiteX4" fmla="*/ 0 w 3473451"/>
              <a:gd name="connsiteY4" fmla="*/ 0 h 5632423"/>
              <a:gd name="connsiteX0" fmla="*/ 0 w 3473451"/>
              <a:gd name="connsiteY0" fmla="*/ 0 h 5632423"/>
              <a:gd name="connsiteX1" fmla="*/ 3473451 w 3473451"/>
              <a:gd name="connsiteY1" fmla="*/ 0 h 5632423"/>
              <a:gd name="connsiteX2" fmla="*/ 3473451 w 3473451"/>
              <a:gd name="connsiteY2" fmla="*/ 5632423 h 5632423"/>
              <a:gd name="connsiteX3" fmla="*/ 635001 w 3473451"/>
              <a:gd name="connsiteY3" fmla="*/ 5626100 h 5632423"/>
              <a:gd name="connsiteX4" fmla="*/ 0 w 3473451"/>
              <a:gd name="connsiteY4" fmla="*/ 5632423 h 5632423"/>
              <a:gd name="connsiteX5" fmla="*/ 0 w 3473451"/>
              <a:gd name="connsiteY5" fmla="*/ 0 h 5632423"/>
              <a:gd name="connsiteX0" fmla="*/ 0 w 3473451"/>
              <a:gd name="connsiteY0" fmla="*/ 0 h 6047537"/>
              <a:gd name="connsiteX1" fmla="*/ 3473451 w 3473451"/>
              <a:gd name="connsiteY1" fmla="*/ 0 h 6047537"/>
              <a:gd name="connsiteX2" fmla="*/ 3473451 w 3473451"/>
              <a:gd name="connsiteY2" fmla="*/ 5632423 h 6047537"/>
              <a:gd name="connsiteX3" fmla="*/ 635001 w 3473451"/>
              <a:gd name="connsiteY3" fmla="*/ 5626100 h 6047537"/>
              <a:gd name="connsiteX4" fmla="*/ 0 w 3473451"/>
              <a:gd name="connsiteY4" fmla="*/ 5632423 h 6047537"/>
              <a:gd name="connsiteX5" fmla="*/ 0 w 3473451"/>
              <a:gd name="connsiteY5" fmla="*/ 0 h 6047537"/>
              <a:gd name="connsiteX0" fmla="*/ 0 w 3473451"/>
              <a:gd name="connsiteY0" fmla="*/ 0 h 6047537"/>
              <a:gd name="connsiteX1" fmla="*/ 3473451 w 3473451"/>
              <a:gd name="connsiteY1" fmla="*/ 0 h 6047537"/>
              <a:gd name="connsiteX2" fmla="*/ 3473451 w 3473451"/>
              <a:gd name="connsiteY2" fmla="*/ 5632423 h 6047537"/>
              <a:gd name="connsiteX3" fmla="*/ 1277938 w 3473451"/>
              <a:gd name="connsiteY3" fmla="*/ 5626100 h 6047537"/>
              <a:gd name="connsiteX4" fmla="*/ 0 w 3473451"/>
              <a:gd name="connsiteY4" fmla="*/ 5632423 h 6047537"/>
              <a:gd name="connsiteX5" fmla="*/ 0 w 3473451"/>
              <a:gd name="connsiteY5" fmla="*/ 0 h 6047537"/>
              <a:gd name="connsiteX0" fmla="*/ 0 w 3473451"/>
              <a:gd name="connsiteY0" fmla="*/ 0 h 5632423"/>
              <a:gd name="connsiteX1" fmla="*/ 3473451 w 3473451"/>
              <a:gd name="connsiteY1" fmla="*/ 0 h 5632423"/>
              <a:gd name="connsiteX2" fmla="*/ 3473451 w 3473451"/>
              <a:gd name="connsiteY2" fmla="*/ 5632423 h 5632423"/>
              <a:gd name="connsiteX3" fmla="*/ 1277938 w 3473451"/>
              <a:gd name="connsiteY3" fmla="*/ 5626100 h 5632423"/>
              <a:gd name="connsiteX4" fmla="*/ 0 w 3473451"/>
              <a:gd name="connsiteY4" fmla="*/ 5632423 h 5632423"/>
              <a:gd name="connsiteX5" fmla="*/ 0 w 3473451"/>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4764 w 3478215"/>
              <a:gd name="connsiteY0" fmla="*/ 0 h 5632423"/>
              <a:gd name="connsiteX1" fmla="*/ 3478215 w 3478215"/>
              <a:gd name="connsiteY1" fmla="*/ 0 h 5632423"/>
              <a:gd name="connsiteX2" fmla="*/ 3478215 w 3478215"/>
              <a:gd name="connsiteY2" fmla="*/ 5632423 h 5632423"/>
              <a:gd name="connsiteX3" fmla="*/ 1282702 w 3478215"/>
              <a:gd name="connsiteY3" fmla="*/ 5626100 h 5632423"/>
              <a:gd name="connsiteX4" fmla="*/ 1 w 3478215"/>
              <a:gd name="connsiteY4" fmla="*/ 4356073 h 5632423"/>
              <a:gd name="connsiteX5" fmla="*/ 4764 w 3478215"/>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87"/>
              <a:gd name="connsiteX1" fmla="*/ 3473910 w 3473910"/>
              <a:gd name="connsiteY1" fmla="*/ 0 h 5633287"/>
              <a:gd name="connsiteX2" fmla="*/ 3473910 w 3473910"/>
              <a:gd name="connsiteY2" fmla="*/ 5632423 h 5633287"/>
              <a:gd name="connsiteX3" fmla="*/ 1376028 w 3473910"/>
              <a:gd name="connsiteY3" fmla="*/ 5633244 h 5633287"/>
              <a:gd name="connsiteX4" fmla="*/ 459 w 3473910"/>
              <a:gd name="connsiteY4" fmla="*/ 4260824 h 5633287"/>
              <a:gd name="connsiteX5" fmla="*/ 459 w 3473910"/>
              <a:gd name="connsiteY5" fmla="*/ 0 h 5633287"/>
              <a:gd name="connsiteX0" fmla="*/ 459 w 3473910"/>
              <a:gd name="connsiteY0" fmla="*/ 0 h 5633281"/>
              <a:gd name="connsiteX1" fmla="*/ 3473910 w 3473910"/>
              <a:gd name="connsiteY1" fmla="*/ 0 h 5633281"/>
              <a:gd name="connsiteX2" fmla="*/ 3473910 w 3473910"/>
              <a:gd name="connsiteY2" fmla="*/ 5632423 h 5633281"/>
              <a:gd name="connsiteX3" fmla="*/ 1376028 w 3473910"/>
              <a:gd name="connsiteY3" fmla="*/ 5633244 h 5633281"/>
              <a:gd name="connsiteX4" fmla="*/ 459 w 3473910"/>
              <a:gd name="connsiteY4" fmla="*/ 4260824 h 5633281"/>
              <a:gd name="connsiteX5" fmla="*/ 459 w 3473910"/>
              <a:gd name="connsiteY5" fmla="*/ 0 h 5633281"/>
              <a:gd name="connsiteX0" fmla="*/ 459 w 3473910"/>
              <a:gd name="connsiteY0" fmla="*/ 0 h 5633279"/>
              <a:gd name="connsiteX1" fmla="*/ 3473910 w 3473910"/>
              <a:gd name="connsiteY1" fmla="*/ 0 h 5633279"/>
              <a:gd name="connsiteX2" fmla="*/ 3473910 w 3473910"/>
              <a:gd name="connsiteY2" fmla="*/ 5632423 h 5633279"/>
              <a:gd name="connsiteX3" fmla="*/ 1376028 w 3473910"/>
              <a:gd name="connsiteY3" fmla="*/ 5633244 h 5633279"/>
              <a:gd name="connsiteX4" fmla="*/ 459 w 3473910"/>
              <a:gd name="connsiteY4" fmla="*/ 4260824 h 5633279"/>
              <a:gd name="connsiteX5" fmla="*/ 459 w 3473910"/>
              <a:gd name="connsiteY5" fmla="*/ 0 h 5633279"/>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73910" h="5633244">
                <a:moveTo>
                  <a:pt x="459" y="0"/>
                </a:moveTo>
                <a:lnTo>
                  <a:pt x="3473910" y="0"/>
                </a:lnTo>
                <a:lnTo>
                  <a:pt x="3473910" y="5632423"/>
                </a:lnTo>
                <a:lnTo>
                  <a:pt x="1376028" y="5633244"/>
                </a:lnTo>
                <a:cubicBezTo>
                  <a:pt x="720920" y="5628481"/>
                  <a:pt x="1517" y="5072302"/>
                  <a:pt x="459" y="4260824"/>
                </a:cubicBezTo>
                <a:cubicBezTo>
                  <a:pt x="2047" y="2808800"/>
                  <a:pt x="-1129" y="1452024"/>
                  <a:pt x="459" y="0"/>
                </a:cubicBezTo>
                <a:close/>
              </a:path>
            </a:pathLst>
          </a:custGeom>
          <a:solidFill>
            <a:schemeClr val="bg1">
              <a:lumMod val="85000"/>
            </a:schemeClr>
          </a:solidFill>
        </p:spPr>
        <p:txBody>
          <a:bodyPr/>
          <a:lstStyle>
            <a:lvl1pPr>
              <a:defRPr sz="200"/>
            </a:lvl1pPr>
          </a:lstStyle>
          <a:p>
            <a:r>
              <a:rPr lang="en-US"/>
              <a:t>Click icon to add picture</a:t>
            </a:r>
            <a:endParaRPr lang="en-US" dirty="0"/>
          </a:p>
        </p:txBody>
      </p:sp>
      <p:sp>
        <p:nvSpPr>
          <p:cNvPr id="23" name="Picture Placeholder 22"/>
          <p:cNvSpPr>
            <a:spLocks noGrp="1"/>
          </p:cNvSpPr>
          <p:nvPr>
            <p:ph type="pic" sz="quarter" idx="15"/>
          </p:nvPr>
        </p:nvSpPr>
        <p:spPr>
          <a:xfrm>
            <a:off x="4756157" y="-14134"/>
            <a:ext cx="7435844" cy="1889124"/>
          </a:xfrm>
          <a:prstGeom prst="rect">
            <a:avLst/>
          </a:prstGeom>
          <a:solidFill>
            <a:schemeClr val="bg1">
              <a:lumMod val="85000"/>
            </a:schemeClr>
          </a:solidFill>
        </p:spPr>
        <p:txBody>
          <a:bodyPr/>
          <a:lstStyle>
            <a:lvl1pPr>
              <a:defRPr sz="200"/>
            </a:lvl1pPr>
          </a:lstStyle>
          <a:p>
            <a:r>
              <a:rPr lang="en-US"/>
              <a:t>Click icon to add picture</a:t>
            </a:r>
          </a:p>
        </p:txBody>
      </p:sp>
      <p:sp>
        <p:nvSpPr>
          <p:cNvPr id="25" name="Picture Placeholder 24"/>
          <p:cNvSpPr>
            <a:spLocks noGrp="1"/>
          </p:cNvSpPr>
          <p:nvPr>
            <p:ph type="pic" sz="quarter" idx="16"/>
          </p:nvPr>
        </p:nvSpPr>
        <p:spPr>
          <a:xfrm>
            <a:off x="4756151" y="1969504"/>
            <a:ext cx="3676648" cy="1961147"/>
          </a:xfrm>
          <a:prstGeom prst="rect">
            <a:avLst/>
          </a:prstGeom>
          <a:solidFill>
            <a:schemeClr val="bg1">
              <a:lumMod val="85000"/>
            </a:schemeClr>
          </a:solidFill>
        </p:spPr>
        <p:txBody>
          <a:bodyPr/>
          <a:lstStyle>
            <a:lvl1pPr>
              <a:defRPr sz="200"/>
            </a:lvl1pPr>
          </a:lstStyle>
          <a:p>
            <a:r>
              <a:rPr lang="en-US"/>
              <a:t>Click icon to add picture</a:t>
            </a:r>
          </a:p>
        </p:txBody>
      </p:sp>
      <p:sp>
        <p:nvSpPr>
          <p:cNvPr id="26" name="Picture Placeholder 24"/>
          <p:cNvSpPr>
            <a:spLocks noGrp="1"/>
          </p:cNvSpPr>
          <p:nvPr>
            <p:ph type="pic" sz="quarter" idx="17"/>
          </p:nvPr>
        </p:nvSpPr>
        <p:spPr>
          <a:xfrm>
            <a:off x="4756156" y="4025164"/>
            <a:ext cx="3676648" cy="1615199"/>
          </a:xfrm>
          <a:prstGeom prst="rect">
            <a:avLst/>
          </a:prstGeom>
          <a:solidFill>
            <a:schemeClr val="bg1">
              <a:lumMod val="85000"/>
            </a:schemeClr>
          </a:solidFill>
        </p:spPr>
        <p:txBody>
          <a:bodyPr/>
          <a:lstStyle>
            <a:lvl1pPr>
              <a:defRPr sz="200"/>
            </a:lvl1pPr>
          </a:lstStyle>
          <a:p>
            <a:r>
              <a:rPr lang="en-US"/>
              <a:t>Click icon to add picture</a:t>
            </a:r>
          </a:p>
        </p:txBody>
      </p:sp>
      <p:sp>
        <p:nvSpPr>
          <p:cNvPr id="27" name="Picture Placeholder 24"/>
          <p:cNvSpPr>
            <a:spLocks noGrp="1"/>
          </p:cNvSpPr>
          <p:nvPr>
            <p:ph type="pic" sz="quarter" idx="18"/>
          </p:nvPr>
        </p:nvSpPr>
        <p:spPr>
          <a:xfrm>
            <a:off x="8557069" y="1969502"/>
            <a:ext cx="3634931" cy="3677174"/>
          </a:xfrm>
          <a:prstGeom prst="rect">
            <a:avLst/>
          </a:prstGeom>
          <a:solidFill>
            <a:schemeClr val="bg1">
              <a:lumMod val="85000"/>
            </a:schemeClr>
          </a:solidFill>
        </p:spPr>
        <p:txBody>
          <a:bodyPr/>
          <a:lstStyle>
            <a:lvl1pPr>
              <a:defRPr sz="200"/>
            </a:lvl1pPr>
          </a:lstStyle>
          <a:p>
            <a:r>
              <a:rPr lang="en-US"/>
              <a:t>Click icon to add picture</a:t>
            </a:r>
          </a:p>
        </p:txBody>
      </p:sp>
      <p:pic>
        <p:nvPicPr>
          <p:cNvPr id="14" name="Picture 13" descr="\\localhost\Volumes\DMS-Server\Clients\Honeywell PPT \Honeywell - Freestanding Logos\Honeywell - Freestanding Logo RGB.png"/>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9668934" y="6097589"/>
            <a:ext cx="1896092" cy="35378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7961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14" name="Picture Placeholder 2"/>
          <p:cNvSpPr>
            <a:spLocks noGrp="1"/>
          </p:cNvSpPr>
          <p:nvPr>
            <p:ph type="pic" sz="quarter" idx="14"/>
          </p:nvPr>
        </p:nvSpPr>
        <p:spPr>
          <a:xfrm>
            <a:off x="0" y="-851"/>
            <a:ext cx="12196736" cy="6863613"/>
          </a:xfrm>
          <a:custGeom>
            <a:avLst/>
            <a:gdLst>
              <a:gd name="connsiteX0" fmla="*/ 0 w 3473451"/>
              <a:gd name="connsiteY0" fmla="*/ 0 h 5632423"/>
              <a:gd name="connsiteX1" fmla="*/ 3473451 w 3473451"/>
              <a:gd name="connsiteY1" fmla="*/ 0 h 5632423"/>
              <a:gd name="connsiteX2" fmla="*/ 3473451 w 3473451"/>
              <a:gd name="connsiteY2" fmla="*/ 5632423 h 5632423"/>
              <a:gd name="connsiteX3" fmla="*/ 0 w 3473451"/>
              <a:gd name="connsiteY3" fmla="*/ 5632423 h 5632423"/>
              <a:gd name="connsiteX4" fmla="*/ 0 w 3473451"/>
              <a:gd name="connsiteY4" fmla="*/ 0 h 5632423"/>
              <a:gd name="connsiteX0" fmla="*/ 0 w 3473451"/>
              <a:gd name="connsiteY0" fmla="*/ 0 h 5632423"/>
              <a:gd name="connsiteX1" fmla="*/ 3473451 w 3473451"/>
              <a:gd name="connsiteY1" fmla="*/ 0 h 5632423"/>
              <a:gd name="connsiteX2" fmla="*/ 3473451 w 3473451"/>
              <a:gd name="connsiteY2" fmla="*/ 5632423 h 5632423"/>
              <a:gd name="connsiteX3" fmla="*/ 635001 w 3473451"/>
              <a:gd name="connsiteY3" fmla="*/ 5626100 h 5632423"/>
              <a:gd name="connsiteX4" fmla="*/ 0 w 3473451"/>
              <a:gd name="connsiteY4" fmla="*/ 5632423 h 5632423"/>
              <a:gd name="connsiteX5" fmla="*/ 0 w 3473451"/>
              <a:gd name="connsiteY5" fmla="*/ 0 h 5632423"/>
              <a:gd name="connsiteX0" fmla="*/ 0 w 3473451"/>
              <a:gd name="connsiteY0" fmla="*/ 0 h 6047537"/>
              <a:gd name="connsiteX1" fmla="*/ 3473451 w 3473451"/>
              <a:gd name="connsiteY1" fmla="*/ 0 h 6047537"/>
              <a:gd name="connsiteX2" fmla="*/ 3473451 w 3473451"/>
              <a:gd name="connsiteY2" fmla="*/ 5632423 h 6047537"/>
              <a:gd name="connsiteX3" fmla="*/ 635001 w 3473451"/>
              <a:gd name="connsiteY3" fmla="*/ 5626100 h 6047537"/>
              <a:gd name="connsiteX4" fmla="*/ 0 w 3473451"/>
              <a:gd name="connsiteY4" fmla="*/ 5632423 h 6047537"/>
              <a:gd name="connsiteX5" fmla="*/ 0 w 3473451"/>
              <a:gd name="connsiteY5" fmla="*/ 0 h 6047537"/>
              <a:gd name="connsiteX0" fmla="*/ 0 w 3473451"/>
              <a:gd name="connsiteY0" fmla="*/ 0 h 6047537"/>
              <a:gd name="connsiteX1" fmla="*/ 3473451 w 3473451"/>
              <a:gd name="connsiteY1" fmla="*/ 0 h 6047537"/>
              <a:gd name="connsiteX2" fmla="*/ 3473451 w 3473451"/>
              <a:gd name="connsiteY2" fmla="*/ 5632423 h 6047537"/>
              <a:gd name="connsiteX3" fmla="*/ 1277938 w 3473451"/>
              <a:gd name="connsiteY3" fmla="*/ 5626100 h 6047537"/>
              <a:gd name="connsiteX4" fmla="*/ 0 w 3473451"/>
              <a:gd name="connsiteY4" fmla="*/ 5632423 h 6047537"/>
              <a:gd name="connsiteX5" fmla="*/ 0 w 3473451"/>
              <a:gd name="connsiteY5" fmla="*/ 0 h 6047537"/>
              <a:gd name="connsiteX0" fmla="*/ 0 w 3473451"/>
              <a:gd name="connsiteY0" fmla="*/ 0 h 5632423"/>
              <a:gd name="connsiteX1" fmla="*/ 3473451 w 3473451"/>
              <a:gd name="connsiteY1" fmla="*/ 0 h 5632423"/>
              <a:gd name="connsiteX2" fmla="*/ 3473451 w 3473451"/>
              <a:gd name="connsiteY2" fmla="*/ 5632423 h 5632423"/>
              <a:gd name="connsiteX3" fmla="*/ 1277938 w 3473451"/>
              <a:gd name="connsiteY3" fmla="*/ 5626100 h 5632423"/>
              <a:gd name="connsiteX4" fmla="*/ 0 w 3473451"/>
              <a:gd name="connsiteY4" fmla="*/ 5632423 h 5632423"/>
              <a:gd name="connsiteX5" fmla="*/ 0 w 3473451"/>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1 w 3473452"/>
              <a:gd name="connsiteY0" fmla="*/ 0 h 5632423"/>
              <a:gd name="connsiteX1" fmla="*/ 3473452 w 3473452"/>
              <a:gd name="connsiteY1" fmla="*/ 0 h 5632423"/>
              <a:gd name="connsiteX2" fmla="*/ 3473452 w 3473452"/>
              <a:gd name="connsiteY2" fmla="*/ 5632423 h 5632423"/>
              <a:gd name="connsiteX3" fmla="*/ 1277939 w 3473452"/>
              <a:gd name="connsiteY3" fmla="*/ 5626100 h 5632423"/>
              <a:gd name="connsiteX4" fmla="*/ 1 w 3473452"/>
              <a:gd name="connsiteY4" fmla="*/ 5632423 h 5632423"/>
              <a:gd name="connsiteX5" fmla="*/ 1 w 3473452"/>
              <a:gd name="connsiteY5" fmla="*/ 0 h 5632423"/>
              <a:gd name="connsiteX0" fmla="*/ 4764 w 3478215"/>
              <a:gd name="connsiteY0" fmla="*/ 0 h 5632423"/>
              <a:gd name="connsiteX1" fmla="*/ 3478215 w 3478215"/>
              <a:gd name="connsiteY1" fmla="*/ 0 h 5632423"/>
              <a:gd name="connsiteX2" fmla="*/ 3478215 w 3478215"/>
              <a:gd name="connsiteY2" fmla="*/ 5632423 h 5632423"/>
              <a:gd name="connsiteX3" fmla="*/ 1282702 w 3478215"/>
              <a:gd name="connsiteY3" fmla="*/ 5626100 h 5632423"/>
              <a:gd name="connsiteX4" fmla="*/ 1 w 3478215"/>
              <a:gd name="connsiteY4" fmla="*/ 4356073 h 5632423"/>
              <a:gd name="connsiteX5" fmla="*/ 4764 w 3478215"/>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2423"/>
              <a:gd name="connsiteX1" fmla="*/ 3473910 w 3473910"/>
              <a:gd name="connsiteY1" fmla="*/ 0 h 5632423"/>
              <a:gd name="connsiteX2" fmla="*/ 3473910 w 3473910"/>
              <a:gd name="connsiteY2" fmla="*/ 5632423 h 5632423"/>
              <a:gd name="connsiteX3" fmla="*/ 1278397 w 3473910"/>
              <a:gd name="connsiteY3" fmla="*/ 5626100 h 5632423"/>
              <a:gd name="connsiteX4" fmla="*/ 459 w 3473910"/>
              <a:gd name="connsiteY4" fmla="*/ 4234630 h 5632423"/>
              <a:gd name="connsiteX5" fmla="*/ 459 w 3473910"/>
              <a:gd name="connsiteY5" fmla="*/ 0 h 5632423"/>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28077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34630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87"/>
              <a:gd name="connsiteX1" fmla="*/ 3473910 w 3473910"/>
              <a:gd name="connsiteY1" fmla="*/ 0 h 5633287"/>
              <a:gd name="connsiteX2" fmla="*/ 3473910 w 3473910"/>
              <a:gd name="connsiteY2" fmla="*/ 5632423 h 5633287"/>
              <a:gd name="connsiteX3" fmla="*/ 1376028 w 3473910"/>
              <a:gd name="connsiteY3" fmla="*/ 5633244 h 5633287"/>
              <a:gd name="connsiteX4" fmla="*/ 459 w 3473910"/>
              <a:gd name="connsiteY4" fmla="*/ 4260824 h 5633287"/>
              <a:gd name="connsiteX5" fmla="*/ 459 w 3473910"/>
              <a:gd name="connsiteY5" fmla="*/ 0 h 5633287"/>
              <a:gd name="connsiteX0" fmla="*/ 459 w 3473910"/>
              <a:gd name="connsiteY0" fmla="*/ 0 h 5633281"/>
              <a:gd name="connsiteX1" fmla="*/ 3473910 w 3473910"/>
              <a:gd name="connsiteY1" fmla="*/ 0 h 5633281"/>
              <a:gd name="connsiteX2" fmla="*/ 3473910 w 3473910"/>
              <a:gd name="connsiteY2" fmla="*/ 5632423 h 5633281"/>
              <a:gd name="connsiteX3" fmla="*/ 1376028 w 3473910"/>
              <a:gd name="connsiteY3" fmla="*/ 5633244 h 5633281"/>
              <a:gd name="connsiteX4" fmla="*/ 459 w 3473910"/>
              <a:gd name="connsiteY4" fmla="*/ 4260824 h 5633281"/>
              <a:gd name="connsiteX5" fmla="*/ 459 w 3473910"/>
              <a:gd name="connsiteY5" fmla="*/ 0 h 5633281"/>
              <a:gd name="connsiteX0" fmla="*/ 459 w 3473910"/>
              <a:gd name="connsiteY0" fmla="*/ 0 h 5633279"/>
              <a:gd name="connsiteX1" fmla="*/ 3473910 w 3473910"/>
              <a:gd name="connsiteY1" fmla="*/ 0 h 5633279"/>
              <a:gd name="connsiteX2" fmla="*/ 3473910 w 3473910"/>
              <a:gd name="connsiteY2" fmla="*/ 5632423 h 5633279"/>
              <a:gd name="connsiteX3" fmla="*/ 1376028 w 3473910"/>
              <a:gd name="connsiteY3" fmla="*/ 5633244 h 5633279"/>
              <a:gd name="connsiteX4" fmla="*/ 459 w 3473910"/>
              <a:gd name="connsiteY4" fmla="*/ 4260824 h 5633279"/>
              <a:gd name="connsiteX5" fmla="*/ 459 w 3473910"/>
              <a:gd name="connsiteY5" fmla="*/ 0 h 5633279"/>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0 h 5633244"/>
              <a:gd name="connsiteX1" fmla="*/ 3473910 w 3473910"/>
              <a:gd name="connsiteY1" fmla="*/ 0 h 5633244"/>
              <a:gd name="connsiteX2" fmla="*/ 3473910 w 3473910"/>
              <a:gd name="connsiteY2" fmla="*/ 5632423 h 5633244"/>
              <a:gd name="connsiteX3" fmla="*/ 1376028 w 3473910"/>
              <a:gd name="connsiteY3" fmla="*/ 5633244 h 5633244"/>
              <a:gd name="connsiteX4" fmla="*/ 459 w 3473910"/>
              <a:gd name="connsiteY4" fmla="*/ 4260824 h 5633244"/>
              <a:gd name="connsiteX5" fmla="*/ 459 w 3473910"/>
              <a:gd name="connsiteY5" fmla="*/ 0 h 5633244"/>
              <a:gd name="connsiteX0" fmla="*/ 459 w 3473910"/>
              <a:gd name="connsiteY0" fmla="*/ 428967 h 6062211"/>
              <a:gd name="connsiteX1" fmla="*/ 3473910 w 3473910"/>
              <a:gd name="connsiteY1" fmla="*/ 428967 h 6062211"/>
              <a:gd name="connsiteX2" fmla="*/ 3473910 w 3473910"/>
              <a:gd name="connsiteY2" fmla="*/ 6061390 h 6062211"/>
              <a:gd name="connsiteX3" fmla="*/ 1376028 w 3473910"/>
              <a:gd name="connsiteY3" fmla="*/ 6062211 h 6062211"/>
              <a:gd name="connsiteX4" fmla="*/ 459 w 3473910"/>
              <a:gd name="connsiteY4" fmla="*/ 417892 h 6062211"/>
              <a:gd name="connsiteX5" fmla="*/ 459 w 3473910"/>
              <a:gd name="connsiteY5" fmla="*/ 428967 h 6062211"/>
              <a:gd name="connsiteX0" fmla="*/ 459 w 3480809"/>
              <a:gd name="connsiteY0" fmla="*/ 428967 h 6071038"/>
              <a:gd name="connsiteX1" fmla="*/ 3473910 w 3480809"/>
              <a:gd name="connsiteY1" fmla="*/ 428967 h 6071038"/>
              <a:gd name="connsiteX2" fmla="*/ 3473910 w 3480809"/>
              <a:gd name="connsiteY2" fmla="*/ 6061390 h 6071038"/>
              <a:gd name="connsiteX3" fmla="*/ 3480809 w 3480809"/>
              <a:gd name="connsiteY3" fmla="*/ 6071038 h 6071038"/>
              <a:gd name="connsiteX4" fmla="*/ 459 w 3480809"/>
              <a:gd name="connsiteY4" fmla="*/ 417892 h 6071038"/>
              <a:gd name="connsiteX5" fmla="*/ 459 w 3480809"/>
              <a:gd name="connsiteY5" fmla="*/ 428967 h 6071038"/>
              <a:gd name="connsiteX0" fmla="*/ 459 w 3480809"/>
              <a:gd name="connsiteY0" fmla="*/ 428967 h 6071038"/>
              <a:gd name="connsiteX1" fmla="*/ 3473910 w 3480809"/>
              <a:gd name="connsiteY1" fmla="*/ 428967 h 6071038"/>
              <a:gd name="connsiteX2" fmla="*/ 3473910 w 3480809"/>
              <a:gd name="connsiteY2" fmla="*/ 6061390 h 6071038"/>
              <a:gd name="connsiteX3" fmla="*/ 3480809 w 3480809"/>
              <a:gd name="connsiteY3" fmla="*/ 6071038 h 6071038"/>
              <a:gd name="connsiteX4" fmla="*/ 459 w 3480809"/>
              <a:gd name="connsiteY4" fmla="*/ 417892 h 6071038"/>
              <a:gd name="connsiteX5" fmla="*/ 459 w 3480809"/>
              <a:gd name="connsiteY5" fmla="*/ 428967 h 6071038"/>
              <a:gd name="connsiteX0" fmla="*/ 0 w 3480350"/>
              <a:gd name="connsiteY0" fmla="*/ 879000 h 6521071"/>
              <a:gd name="connsiteX1" fmla="*/ 3473451 w 3480350"/>
              <a:gd name="connsiteY1" fmla="*/ 879000 h 6521071"/>
              <a:gd name="connsiteX2" fmla="*/ 3473451 w 3480350"/>
              <a:gd name="connsiteY2" fmla="*/ 6511423 h 6521071"/>
              <a:gd name="connsiteX3" fmla="*/ 3480350 w 3480350"/>
              <a:gd name="connsiteY3" fmla="*/ 6521071 h 6521071"/>
              <a:gd name="connsiteX4" fmla="*/ 0 w 3480350"/>
              <a:gd name="connsiteY4" fmla="*/ 867925 h 6521071"/>
              <a:gd name="connsiteX5" fmla="*/ 0 w 3480350"/>
              <a:gd name="connsiteY5" fmla="*/ 879000 h 6521071"/>
              <a:gd name="connsiteX0" fmla="*/ 227406 w 3707756"/>
              <a:gd name="connsiteY0" fmla="*/ 479454 h 6121525"/>
              <a:gd name="connsiteX1" fmla="*/ 3700857 w 3707756"/>
              <a:gd name="connsiteY1" fmla="*/ 479454 h 6121525"/>
              <a:gd name="connsiteX2" fmla="*/ 3700857 w 3707756"/>
              <a:gd name="connsiteY2" fmla="*/ 6111877 h 6121525"/>
              <a:gd name="connsiteX3" fmla="*/ 3707756 w 3707756"/>
              <a:gd name="connsiteY3" fmla="*/ 6121525 h 6121525"/>
              <a:gd name="connsiteX4" fmla="*/ 227406 w 3707756"/>
              <a:gd name="connsiteY4" fmla="*/ 468379 h 6121525"/>
              <a:gd name="connsiteX5" fmla="*/ 227406 w 3707756"/>
              <a:gd name="connsiteY5" fmla="*/ 479454 h 6121525"/>
              <a:gd name="connsiteX0" fmla="*/ 1 w 3480351"/>
              <a:gd name="connsiteY0" fmla="*/ 699834 h 6352980"/>
              <a:gd name="connsiteX1" fmla="*/ 3473452 w 3480351"/>
              <a:gd name="connsiteY1" fmla="*/ 710909 h 6352980"/>
              <a:gd name="connsiteX2" fmla="*/ 3473452 w 3480351"/>
              <a:gd name="connsiteY2" fmla="*/ 6343332 h 6352980"/>
              <a:gd name="connsiteX3" fmla="*/ 3480351 w 3480351"/>
              <a:gd name="connsiteY3" fmla="*/ 6352980 h 6352980"/>
              <a:gd name="connsiteX4" fmla="*/ 1 w 3480351"/>
              <a:gd name="connsiteY4" fmla="*/ 699834 h 6352980"/>
              <a:gd name="connsiteX0" fmla="*/ 0 w 3480350"/>
              <a:gd name="connsiteY0" fmla="*/ 421064 h 6074210"/>
              <a:gd name="connsiteX1" fmla="*/ 3473451 w 3480350"/>
              <a:gd name="connsiteY1" fmla="*/ 432139 h 6074210"/>
              <a:gd name="connsiteX2" fmla="*/ 3473451 w 3480350"/>
              <a:gd name="connsiteY2" fmla="*/ 6064562 h 6074210"/>
              <a:gd name="connsiteX3" fmla="*/ 3480350 w 3480350"/>
              <a:gd name="connsiteY3" fmla="*/ 6074210 h 6074210"/>
              <a:gd name="connsiteX4" fmla="*/ 0 w 3480350"/>
              <a:gd name="connsiteY4" fmla="*/ 421064 h 6074210"/>
              <a:gd name="connsiteX0" fmla="*/ 0 w 3480350"/>
              <a:gd name="connsiteY0" fmla="*/ 26311 h 5679457"/>
              <a:gd name="connsiteX1" fmla="*/ 3473451 w 3480350"/>
              <a:gd name="connsiteY1" fmla="*/ 37386 h 5679457"/>
              <a:gd name="connsiteX2" fmla="*/ 3473451 w 3480350"/>
              <a:gd name="connsiteY2" fmla="*/ 5669809 h 5679457"/>
              <a:gd name="connsiteX3" fmla="*/ 3480350 w 3480350"/>
              <a:gd name="connsiteY3" fmla="*/ 5679457 h 5679457"/>
              <a:gd name="connsiteX4" fmla="*/ 0 w 3480350"/>
              <a:gd name="connsiteY4" fmla="*/ 26311 h 5679457"/>
              <a:gd name="connsiteX0" fmla="*/ 0 w 3480350"/>
              <a:gd name="connsiteY0" fmla="*/ 26311 h 5679457"/>
              <a:gd name="connsiteX1" fmla="*/ 3473451 w 3480350"/>
              <a:gd name="connsiteY1" fmla="*/ 37386 h 5679457"/>
              <a:gd name="connsiteX2" fmla="*/ 3473451 w 3480350"/>
              <a:gd name="connsiteY2" fmla="*/ 5669809 h 5679457"/>
              <a:gd name="connsiteX3" fmla="*/ 3480350 w 3480350"/>
              <a:gd name="connsiteY3" fmla="*/ 5679457 h 5679457"/>
              <a:gd name="connsiteX4" fmla="*/ 0 w 3480350"/>
              <a:gd name="connsiteY4" fmla="*/ 26311 h 5679457"/>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0 h 5653146"/>
              <a:gd name="connsiteX1" fmla="*/ 3473451 w 3480350"/>
              <a:gd name="connsiteY1" fmla="*/ 11075 h 5653146"/>
              <a:gd name="connsiteX2" fmla="*/ 3473451 w 3480350"/>
              <a:gd name="connsiteY2" fmla="*/ 5643498 h 5653146"/>
              <a:gd name="connsiteX3" fmla="*/ 3480350 w 3480350"/>
              <a:gd name="connsiteY3" fmla="*/ 5653146 h 5653146"/>
              <a:gd name="connsiteX4" fmla="*/ 0 w 3480350"/>
              <a:gd name="connsiteY4" fmla="*/ 0 h 5653146"/>
              <a:gd name="connsiteX0" fmla="*/ 0 w 3480350"/>
              <a:gd name="connsiteY0" fmla="*/ 702 h 5653848"/>
              <a:gd name="connsiteX1" fmla="*/ 3475260 w 3480350"/>
              <a:gd name="connsiteY1" fmla="*/ 0 h 5653848"/>
              <a:gd name="connsiteX2" fmla="*/ 3473451 w 3480350"/>
              <a:gd name="connsiteY2" fmla="*/ 5644200 h 5653848"/>
              <a:gd name="connsiteX3" fmla="*/ 3480350 w 3480350"/>
              <a:gd name="connsiteY3" fmla="*/ 5653848 h 5653848"/>
              <a:gd name="connsiteX4" fmla="*/ 0 w 3480350"/>
              <a:gd name="connsiteY4" fmla="*/ 702 h 5653848"/>
              <a:gd name="connsiteX0" fmla="*/ 0 w 3475260"/>
              <a:gd name="connsiteY0" fmla="*/ 702 h 5651884"/>
              <a:gd name="connsiteX1" fmla="*/ 3475260 w 3475260"/>
              <a:gd name="connsiteY1" fmla="*/ 0 h 5651884"/>
              <a:gd name="connsiteX2" fmla="*/ 3473451 w 3475260"/>
              <a:gd name="connsiteY2" fmla="*/ 5644200 h 5651884"/>
              <a:gd name="connsiteX3" fmla="*/ 3472208 w 3475260"/>
              <a:gd name="connsiteY3" fmla="*/ 5651884 h 5651884"/>
              <a:gd name="connsiteX4" fmla="*/ 0 w 3475260"/>
              <a:gd name="connsiteY4" fmla="*/ 702 h 5651884"/>
              <a:gd name="connsiteX0" fmla="*/ 0 w 3475260"/>
              <a:gd name="connsiteY0" fmla="*/ 702 h 5661699"/>
              <a:gd name="connsiteX1" fmla="*/ 3475260 w 3475260"/>
              <a:gd name="connsiteY1" fmla="*/ 0 h 5661699"/>
              <a:gd name="connsiteX2" fmla="*/ 3473451 w 3475260"/>
              <a:gd name="connsiteY2" fmla="*/ 5644200 h 5661699"/>
              <a:gd name="connsiteX3" fmla="*/ 3472208 w 3475260"/>
              <a:gd name="connsiteY3" fmla="*/ 5661699 h 5661699"/>
              <a:gd name="connsiteX4" fmla="*/ 0 w 3475260"/>
              <a:gd name="connsiteY4" fmla="*/ 702 h 5661699"/>
              <a:gd name="connsiteX0" fmla="*/ 0 w 3475260"/>
              <a:gd name="connsiteY0" fmla="*/ 702 h 5649922"/>
              <a:gd name="connsiteX1" fmla="*/ 3475260 w 3475260"/>
              <a:gd name="connsiteY1" fmla="*/ 0 h 5649922"/>
              <a:gd name="connsiteX2" fmla="*/ 3473451 w 3475260"/>
              <a:gd name="connsiteY2" fmla="*/ 5644200 h 5649922"/>
              <a:gd name="connsiteX3" fmla="*/ 3472208 w 3475260"/>
              <a:gd name="connsiteY3" fmla="*/ 5649922 h 5649922"/>
              <a:gd name="connsiteX4" fmla="*/ 0 w 3475260"/>
              <a:gd name="connsiteY4" fmla="*/ 702 h 5649922"/>
              <a:gd name="connsiteX0" fmla="*/ 0 w 3475260"/>
              <a:gd name="connsiteY0" fmla="*/ 702 h 5657774"/>
              <a:gd name="connsiteX1" fmla="*/ 3475260 w 3475260"/>
              <a:gd name="connsiteY1" fmla="*/ 0 h 5657774"/>
              <a:gd name="connsiteX2" fmla="*/ 3473451 w 3475260"/>
              <a:gd name="connsiteY2" fmla="*/ 5644200 h 5657774"/>
              <a:gd name="connsiteX3" fmla="*/ 3472208 w 3475260"/>
              <a:gd name="connsiteY3" fmla="*/ 5657774 h 5657774"/>
              <a:gd name="connsiteX4" fmla="*/ 0 w 3475260"/>
              <a:gd name="connsiteY4" fmla="*/ 702 h 5657774"/>
              <a:gd name="connsiteX0" fmla="*/ 0 w 3475260"/>
              <a:gd name="connsiteY0" fmla="*/ 702 h 5657774"/>
              <a:gd name="connsiteX1" fmla="*/ 3475260 w 3475260"/>
              <a:gd name="connsiteY1" fmla="*/ 0 h 5657774"/>
              <a:gd name="connsiteX2" fmla="*/ 3472208 w 3475260"/>
              <a:gd name="connsiteY2" fmla="*/ 5657774 h 5657774"/>
              <a:gd name="connsiteX3" fmla="*/ 0 w 3475260"/>
              <a:gd name="connsiteY3" fmla="*/ 702 h 5657774"/>
              <a:gd name="connsiteX0" fmla="*/ 0 w 3475260"/>
              <a:gd name="connsiteY0" fmla="*/ 702 h 5657774"/>
              <a:gd name="connsiteX1" fmla="*/ 3475260 w 3475260"/>
              <a:gd name="connsiteY1" fmla="*/ 0 h 5657774"/>
              <a:gd name="connsiteX2" fmla="*/ 3472208 w 3475260"/>
              <a:gd name="connsiteY2" fmla="*/ 5657774 h 5657774"/>
              <a:gd name="connsiteX3" fmla="*/ 0 w 3475260"/>
              <a:gd name="connsiteY3" fmla="*/ 702 h 5657774"/>
              <a:gd name="connsiteX0" fmla="*/ 0 w 3475260"/>
              <a:gd name="connsiteY0" fmla="*/ 702 h 5657774"/>
              <a:gd name="connsiteX1" fmla="*/ 3475260 w 3475260"/>
              <a:gd name="connsiteY1" fmla="*/ 0 h 5657774"/>
              <a:gd name="connsiteX2" fmla="*/ 3472208 w 3475260"/>
              <a:gd name="connsiteY2" fmla="*/ 5657774 h 5657774"/>
              <a:gd name="connsiteX3" fmla="*/ 0 w 3475260"/>
              <a:gd name="connsiteY3" fmla="*/ 702 h 5657774"/>
            </a:gdLst>
            <a:ahLst/>
            <a:cxnLst>
              <a:cxn ang="0">
                <a:pos x="connsiteX0" y="connsiteY0"/>
              </a:cxn>
              <a:cxn ang="0">
                <a:pos x="connsiteX1" y="connsiteY1"/>
              </a:cxn>
              <a:cxn ang="0">
                <a:pos x="connsiteX2" y="connsiteY2"/>
              </a:cxn>
              <a:cxn ang="0">
                <a:pos x="connsiteX3" y="connsiteY3"/>
              </a:cxn>
            </a:cxnLst>
            <a:rect l="l" t="t" r="r" b="b"/>
            <a:pathLst>
              <a:path w="3475260" h="5657774">
                <a:moveTo>
                  <a:pt x="0" y="702"/>
                </a:moveTo>
                <a:lnTo>
                  <a:pt x="3475260" y="0"/>
                </a:lnTo>
                <a:cubicBezTo>
                  <a:pt x="3474243" y="1885925"/>
                  <a:pt x="3473225" y="3771849"/>
                  <a:pt x="3472208" y="5657774"/>
                </a:cubicBezTo>
                <a:cubicBezTo>
                  <a:pt x="3223557" y="3132241"/>
                  <a:pt x="2392218" y="565826"/>
                  <a:pt x="0" y="702"/>
                </a:cubicBezTo>
                <a:close/>
              </a:path>
            </a:pathLst>
          </a:custGeom>
          <a:solidFill>
            <a:schemeClr val="bg1">
              <a:lumMod val="85000"/>
            </a:schemeClr>
          </a:solidFill>
        </p:spPr>
        <p:txBody>
          <a:bodyPr/>
          <a:lstStyle>
            <a:lvl1pPr>
              <a:defRPr sz="200"/>
            </a:lvl1pPr>
          </a:lstStyle>
          <a:p>
            <a:r>
              <a:rPr lang="en-US"/>
              <a:t>Click icon to add picture</a:t>
            </a:r>
            <a:endParaRPr lang="en-US" dirty="0"/>
          </a:p>
        </p:txBody>
      </p:sp>
      <p:sp>
        <p:nvSpPr>
          <p:cNvPr id="5" name="Text Placeholder 19"/>
          <p:cNvSpPr>
            <a:spLocks noGrp="1"/>
          </p:cNvSpPr>
          <p:nvPr>
            <p:ph type="body" sz="quarter" idx="13"/>
          </p:nvPr>
        </p:nvSpPr>
        <p:spPr>
          <a:xfrm>
            <a:off x="771420" y="3657600"/>
            <a:ext cx="6617885" cy="365760"/>
          </a:xfrm>
          <a:prstGeom prst="rect">
            <a:avLst/>
          </a:prstGeom>
        </p:spPr>
        <p:txBody>
          <a:bodyPr vert="horz" anchor="t"/>
          <a:lstStyle>
            <a:lvl1pPr marL="0" indent="0">
              <a:buNone/>
              <a:defRPr sz="1600">
                <a:solidFill>
                  <a:schemeClr val="tx1">
                    <a:lumMod val="65000"/>
                    <a:lumOff val="35000"/>
                  </a:schemeClr>
                </a:solidFill>
                <a:latin typeface="Arial" pitchFamily="34" charset="0"/>
                <a:cs typeface="Arial" pitchFamily="34" charset="0"/>
              </a:defRPr>
            </a:lvl1pPr>
          </a:lstStyle>
          <a:p>
            <a:pPr lvl="0"/>
            <a:r>
              <a:rPr lang="en-US"/>
              <a:t>Click to edit Master text styles</a:t>
            </a:r>
          </a:p>
        </p:txBody>
      </p:sp>
      <p:sp>
        <p:nvSpPr>
          <p:cNvPr id="13" name="Text Placeholder 17"/>
          <p:cNvSpPr>
            <a:spLocks noGrp="1"/>
          </p:cNvSpPr>
          <p:nvPr>
            <p:ph type="body" sz="quarter" idx="12"/>
          </p:nvPr>
        </p:nvSpPr>
        <p:spPr>
          <a:xfrm>
            <a:off x="771421" y="3200400"/>
            <a:ext cx="8599823" cy="457200"/>
          </a:xfrm>
          <a:prstGeom prst="rect">
            <a:avLst/>
          </a:prstGeom>
        </p:spPr>
        <p:txBody>
          <a:bodyPr vert="horz" anchor="b"/>
          <a:lstStyle>
            <a:lvl1pPr marL="0" indent="0">
              <a:buNone/>
              <a:defRPr sz="2400" b="1" i="0" cap="all" baseline="0">
                <a:solidFill>
                  <a:schemeClr val="tx1"/>
                </a:solidFill>
                <a:latin typeface="Arial" pitchFamily="34" charset="0"/>
                <a:cs typeface="Arial" pitchFamily="34" charset="0"/>
              </a:defRPr>
            </a:lvl1pPr>
          </a:lstStyle>
          <a:p>
            <a:pPr lvl="0"/>
            <a:r>
              <a:rPr lang="en-US"/>
              <a:t>Click to edit Master text styles</a:t>
            </a:r>
          </a:p>
        </p:txBody>
      </p:sp>
      <p:sp>
        <p:nvSpPr>
          <p:cNvPr id="2" name="Footer Placeholder 1"/>
          <p:cNvSpPr>
            <a:spLocks noGrp="1"/>
          </p:cNvSpPr>
          <p:nvPr>
            <p:ph type="ftr" sz="quarter" idx="15"/>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3" name="Slide Number Placeholder 2"/>
          <p:cNvSpPr>
            <a:spLocks noGrp="1"/>
          </p:cNvSpPr>
          <p:nvPr>
            <p:ph type="sldNum" sz="quarter" idx="16"/>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pic>
        <p:nvPicPr>
          <p:cNvPr id="9" name="Picture 8" descr="\\localhost\Volumes\DMS-Server\Clients\Honeywell PPT \Honeywell - Freestanding Logos\Honeywell - Freestanding Logo RGB.png"/>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10388601" y="6519863"/>
            <a:ext cx="1370935" cy="25981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345935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Header Alternate">
    <p:bg>
      <p:bgPr>
        <a:solidFill>
          <a:srgbClr val="4C4C4C"/>
        </a:solidFill>
        <a:effectLst/>
      </p:bgPr>
    </p:bg>
    <p:spTree>
      <p:nvGrpSpPr>
        <p:cNvPr id="1" name=""/>
        <p:cNvGrpSpPr/>
        <p:nvPr/>
      </p:nvGrpSpPr>
      <p:grpSpPr>
        <a:xfrm>
          <a:off x="0" y="0"/>
          <a:ext cx="0" cy="0"/>
          <a:chOff x="0" y="0"/>
          <a:chExt cx="0" cy="0"/>
        </a:xfrm>
      </p:grpSpPr>
      <p:sp>
        <p:nvSpPr>
          <p:cNvPr id="6"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cxnSp>
        <p:nvCxnSpPr>
          <p:cNvPr id="5" name="Straight Connector 7"/>
          <p:cNvCxnSpPr/>
          <p:nvPr userDrawn="1"/>
        </p:nvCxnSpPr>
        <p:spPr>
          <a:xfrm rot="5400000">
            <a:off x="4572001" y="5394479"/>
            <a:ext cx="3047998" cy="1"/>
          </a:xfrm>
          <a:prstGeom prst="bentConnector3">
            <a:avLst>
              <a:gd name="adj1" fmla="val 50000"/>
            </a:avLst>
          </a:prstGeom>
          <a:ln w="114300" cap="rnd">
            <a:solidFill>
              <a:srgbClr val="595959"/>
            </a:solidFill>
            <a:prstDash val="sysDot"/>
          </a:ln>
          <a:effectLst/>
        </p:spPr>
        <p:style>
          <a:lnRef idx="2">
            <a:schemeClr val="accent1"/>
          </a:lnRef>
          <a:fillRef idx="0">
            <a:schemeClr val="accent1"/>
          </a:fillRef>
          <a:effectRef idx="1">
            <a:schemeClr val="accent1"/>
          </a:effectRef>
          <a:fontRef idx="minor">
            <a:schemeClr val="tx1"/>
          </a:fontRef>
        </p:style>
      </p:cxnSp>
      <p:sp>
        <p:nvSpPr>
          <p:cNvPr id="7" name="Text Placeholder 17"/>
          <p:cNvSpPr>
            <a:spLocks noGrp="1"/>
          </p:cNvSpPr>
          <p:nvPr>
            <p:ph type="body" sz="quarter" idx="12" hasCustomPrompt="1"/>
          </p:nvPr>
        </p:nvSpPr>
        <p:spPr>
          <a:xfrm>
            <a:off x="771420" y="2883050"/>
            <a:ext cx="10732091" cy="774551"/>
          </a:xfrm>
          <a:prstGeom prst="rect">
            <a:avLst/>
          </a:prstGeom>
        </p:spPr>
        <p:txBody>
          <a:bodyPr vert="horz" anchor="b"/>
          <a:lstStyle>
            <a:lvl1pPr marL="0" indent="0" algn="ctr">
              <a:buNone/>
              <a:defRPr sz="4800" b="1" i="0" cap="all" baseline="0">
                <a:solidFill>
                  <a:schemeClr val="bg1"/>
                </a:solidFill>
                <a:latin typeface="Arial" pitchFamily="34" charset="0"/>
                <a:cs typeface="Arial" pitchFamily="34" charset="0"/>
              </a:defRPr>
            </a:lvl1pPr>
          </a:lstStyle>
          <a:p>
            <a:pPr lvl="0"/>
            <a:r>
              <a:rPr lang="en-US" dirty="0"/>
              <a:t>Section Title</a:t>
            </a:r>
          </a:p>
        </p:txBody>
      </p:sp>
      <p:pic>
        <p:nvPicPr>
          <p:cNvPr id="9" name="Picture 8"/>
          <p:cNvPicPr>
            <a:picLocks/>
          </p:cNvPicPr>
          <p:nvPr userDrawn="1"/>
        </p:nvPicPr>
        <p:blipFill rotWithShape="1">
          <a:blip r:embed="rId3" cstate="screen">
            <a:extLst>
              <a:ext uri="{28A0092B-C50C-407E-A947-70E740481C1C}">
                <a14:useLocalDpi xmlns:a14="http://schemas.microsoft.com/office/drawing/2010/main"/>
              </a:ext>
            </a:extLst>
          </a:blip>
          <a:srcRect/>
          <a:stretch/>
        </p:blipFill>
        <p:spPr>
          <a:xfrm>
            <a:off x="10388601" y="6519672"/>
            <a:ext cx="1371600" cy="256032"/>
          </a:xfrm>
          <a:prstGeom prst="rect">
            <a:avLst/>
          </a:prstGeom>
        </p:spPr>
      </p:pic>
    </p:spTree>
    <p:extLst>
      <p:ext uri="{BB962C8B-B14F-4D97-AF65-F5344CB8AC3E}">
        <p14:creationId xmlns:p14="http://schemas.microsoft.com/office/powerpoint/2010/main" val="30047219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sz="quarter" idx="12"/>
          </p:nvPr>
        </p:nvSpPr>
        <p:spPr>
          <a:xfrm>
            <a:off x="713232" y="1074738"/>
            <a:ext cx="10642685" cy="5308600"/>
          </a:xfrm>
          <a:prstGeom prst="rect">
            <a:avLst/>
          </a:prstGeom>
        </p:spPr>
        <p:txBody>
          <a:bodyPr>
            <a:normAutofit/>
          </a:bodyPr>
          <a:lstStyle>
            <a:lvl1pPr>
              <a:buClr>
                <a:schemeClr val="tx2"/>
              </a:buClr>
              <a:defRPr>
                <a:solidFill>
                  <a:schemeClr val="tx1"/>
                </a:solidFill>
              </a:defRPr>
            </a:lvl1pPr>
            <a:lvl2pPr marL="457200" indent="-169863">
              <a:buClr>
                <a:schemeClr val="accent2"/>
              </a:buClr>
              <a:defRPr>
                <a:solidFill>
                  <a:schemeClr val="tx1"/>
                </a:solidFill>
              </a:defRPr>
            </a:lvl2pPr>
            <a:lvl3pPr marL="804863" indent="-177800">
              <a:buClr>
                <a:schemeClr val="accent2"/>
              </a:buClr>
              <a:defRPr>
                <a:solidFill>
                  <a:schemeClr val="tx1"/>
                </a:solidFill>
              </a:defRPr>
            </a:lvl3pPr>
            <a:lvl4pPr marL="1201738" indent="-168275">
              <a:buClr>
                <a:schemeClr val="accent2"/>
              </a:buClr>
              <a:buFontTx/>
              <a:buChar char="-"/>
              <a:defRPr sz="1400">
                <a:solidFill>
                  <a:schemeClr val="tx1"/>
                </a:solidFill>
              </a:defRPr>
            </a:lvl4pPr>
            <a:lvl5pPr marL="1719263" indent="-177800">
              <a:buClr>
                <a:schemeClr val="accent2"/>
              </a:buCl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98937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and Content with Takeaway">
    <p:spTree>
      <p:nvGrpSpPr>
        <p:cNvPr id="1" name=""/>
        <p:cNvGrpSpPr/>
        <p:nvPr/>
      </p:nvGrpSpPr>
      <p:grpSpPr>
        <a:xfrm>
          <a:off x="0" y="0"/>
          <a:ext cx="0" cy="0"/>
          <a:chOff x="0" y="0"/>
          <a:chExt cx="0" cy="0"/>
        </a:xfrm>
      </p:grpSpPr>
      <p:sp>
        <p:nvSpPr>
          <p:cNvPr id="10"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sz="quarter" idx="12"/>
          </p:nvPr>
        </p:nvSpPr>
        <p:spPr>
          <a:xfrm>
            <a:off x="713232" y="1074739"/>
            <a:ext cx="10642685" cy="5070159"/>
          </a:xfrm>
          <a:prstGeom prst="rect">
            <a:avLst/>
          </a:prstGeom>
        </p:spPr>
        <p:txBody>
          <a:bodyPr>
            <a:normAutofit/>
          </a:bodyPr>
          <a:lstStyle>
            <a:lvl1pPr>
              <a:buClr>
                <a:schemeClr val="tx2"/>
              </a:buClr>
              <a:defRPr>
                <a:solidFill>
                  <a:schemeClr val="tx1"/>
                </a:solidFill>
              </a:defRPr>
            </a:lvl1pPr>
            <a:lvl2pPr marL="457200" indent="-169863">
              <a:buClr>
                <a:schemeClr val="accent2"/>
              </a:buClr>
              <a:defRPr>
                <a:solidFill>
                  <a:schemeClr val="tx1"/>
                </a:solidFill>
              </a:defRPr>
            </a:lvl2pPr>
            <a:lvl3pPr marL="804863" indent="-177800">
              <a:buClr>
                <a:schemeClr val="accent2"/>
              </a:buClr>
              <a:defRPr>
                <a:solidFill>
                  <a:schemeClr val="tx1"/>
                </a:solidFill>
              </a:defRPr>
            </a:lvl3pPr>
            <a:lvl4pPr marL="1201738" indent="-168275">
              <a:buClr>
                <a:schemeClr val="accent2"/>
              </a:buClr>
              <a:buFontTx/>
              <a:buChar char="-"/>
              <a:defRPr sz="1400">
                <a:solidFill>
                  <a:schemeClr val="tx1"/>
                </a:solidFill>
              </a:defRPr>
            </a:lvl4pPr>
            <a:lvl5pPr marL="1719263" indent="-177800">
              <a:buClr>
                <a:schemeClr val="accent2"/>
              </a:buCl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866731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sz="quarter" idx="12"/>
          </p:nvPr>
        </p:nvSpPr>
        <p:spPr>
          <a:xfrm>
            <a:off x="713232" y="1074738"/>
            <a:ext cx="5281115" cy="5308600"/>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3"/>
          </p:nvPr>
        </p:nvSpPr>
        <p:spPr>
          <a:xfrm>
            <a:off x="6217721" y="1074738"/>
            <a:ext cx="5177446" cy="5308600"/>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p:cNvCxnSpPr/>
          <p:nvPr userDrawn="1"/>
        </p:nvCxnSpPr>
        <p:spPr>
          <a:xfrm>
            <a:off x="6090303" y="1000125"/>
            <a:ext cx="0" cy="547687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72634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wo Content with Takeaway">
    <p:spTree>
      <p:nvGrpSpPr>
        <p:cNvPr id="1" name=""/>
        <p:cNvGrpSpPr/>
        <p:nvPr/>
      </p:nvGrpSpPr>
      <p:grpSpPr>
        <a:xfrm>
          <a:off x="0" y="0"/>
          <a:ext cx="0" cy="0"/>
          <a:chOff x="0" y="0"/>
          <a:chExt cx="0" cy="0"/>
        </a:xfrm>
      </p:grpSpPr>
      <p:sp>
        <p:nvSpPr>
          <p:cNvPr id="12"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sz="quarter" idx="12"/>
          </p:nvPr>
        </p:nvSpPr>
        <p:spPr>
          <a:xfrm>
            <a:off x="713232" y="1074738"/>
            <a:ext cx="5281115" cy="509746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
          <p:cNvSpPr>
            <a:spLocks noGrp="1"/>
          </p:cNvSpPr>
          <p:nvPr>
            <p:ph type="body" sz="quarter" idx="13"/>
          </p:nvPr>
        </p:nvSpPr>
        <p:spPr>
          <a:xfrm>
            <a:off x="6217720" y="1074738"/>
            <a:ext cx="5249655" cy="509746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userDrawn="1"/>
        </p:nvCxnSpPr>
        <p:spPr>
          <a:xfrm>
            <a:off x="6090303" y="1000125"/>
            <a:ext cx="0" cy="5259044"/>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10639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sz="quarter" idx="12"/>
          </p:nvPr>
        </p:nvSpPr>
        <p:spPr>
          <a:xfrm>
            <a:off x="713232" y="1794670"/>
            <a:ext cx="5281115" cy="4588669"/>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2"/>
          <p:cNvSpPr>
            <a:spLocks noGrp="1"/>
          </p:cNvSpPr>
          <p:nvPr>
            <p:ph type="body" sz="quarter" idx="13"/>
          </p:nvPr>
        </p:nvSpPr>
        <p:spPr>
          <a:xfrm>
            <a:off x="6217720" y="1794668"/>
            <a:ext cx="5240855" cy="4588669"/>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p:cNvCxnSpPr/>
          <p:nvPr userDrawn="1"/>
        </p:nvCxnSpPr>
        <p:spPr>
          <a:xfrm>
            <a:off x="6090303" y="1000125"/>
            <a:ext cx="0" cy="5476875"/>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8" name="Text Placeholder 2"/>
          <p:cNvSpPr>
            <a:spLocks noGrp="1"/>
          </p:cNvSpPr>
          <p:nvPr>
            <p:ph type="body" idx="1"/>
          </p:nvPr>
        </p:nvSpPr>
        <p:spPr>
          <a:xfrm>
            <a:off x="713232" y="1066007"/>
            <a:ext cx="528111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2"/>
          <p:cNvSpPr>
            <a:spLocks noGrp="1"/>
          </p:cNvSpPr>
          <p:nvPr>
            <p:ph type="body" idx="14"/>
          </p:nvPr>
        </p:nvSpPr>
        <p:spPr>
          <a:xfrm>
            <a:off x="6217720" y="1061641"/>
            <a:ext cx="524085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37989411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mparison with Takeaway">
    <p:spTree>
      <p:nvGrpSpPr>
        <p:cNvPr id="1" name=""/>
        <p:cNvGrpSpPr/>
        <p:nvPr/>
      </p:nvGrpSpPr>
      <p:grpSpPr>
        <a:xfrm>
          <a:off x="0" y="0"/>
          <a:ext cx="0" cy="0"/>
          <a:chOff x="0" y="0"/>
          <a:chExt cx="0" cy="0"/>
        </a:xfrm>
      </p:grpSpPr>
      <p:sp>
        <p:nvSpPr>
          <p:cNvPr id="14"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sz="quarter" idx="12"/>
          </p:nvPr>
        </p:nvSpPr>
        <p:spPr>
          <a:xfrm>
            <a:off x="713232" y="1747388"/>
            <a:ext cx="5281115" cy="442481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
          <p:cNvSpPr>
            <a:spLocks noGrp="1"/>
          </p:cNvSpPr>
          <p:nvPr>
            <p:ph type="body" sz="quarter" idx="13"/>
          </p:nvPr>
        </p:nvSpPr>
        <p:spPr>
          <a:xfrm>
            <a:off x="6217720" y="1747388"/>
            <a:ext cx="5249655" cy="4424812"/>
          </a:xfrm>
          <a:prstGeom prst="rect">
            <a:avLst/>
          </a:prstGeom>
        </p:spPr>
        <p:txBody>
          <a:bodyPr>
            <a:normAutofit/>
          </a:bodyPr>
          <a:lstStyle>
            <a:lvl1pPr>
              <a:buClr>
                <a:schemeClr val="tx2"/>
              </a:buClr>
              <a:defRPr/>
            </a:lvl1pPr>
            <a:lvl2pPr marL="457200" indent="-169863">
              <a:buClr>
                <a:schemeClr val="accent2"/>
              </a:buClr>
              <a:defRPr/>
            </a:lvl2pPr>
            <a:lvl3pPr marL="804863" indent="-177800">
              <a:buClr>
                <a:schemeClr val="accent2"/>
              </a:buClr>
              <a:defRPr/>
            </a:lvl3pPr>
            <a:lvl4pPr marL="1201738" indent="-168275">
              <a:buClr>
                <a:schemeClr val="accent2"/>
              </a:buClr>
              <a:buFontTx/>
              <a:buChar char="-"/>
              <a:defRPr sz="1400"/>
            </a:lvl4pPr>
            <a:lvl5pPr marL="1719263" indent="-177800">
              <a:buClr>
                <a:schemeClr val="accent2"/>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userDrawn="1"/>
        </p:nvCxnSpPr>
        <p:spPr>
          <a:xfrm>
            <a:off x="6090303" y="1000125"/>
            <a:ext cx="0" cy="5259044"/>
          </a:xfrm>
          <a:prstGeom prst="line">
            <a:avLst/>
          </a:prstGeom>
          <a:ln w="9525" cmpd="sng">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11" name="Text Placeholder 2"/>
          <p:cNvSpPr>
            <a:spLocks noGrp="1"/>
          </p:cNvSpPr>
          <p:nvPr>
            <p:ph type="body" idx="1"/>
          </p:nvPr>
        </p:nvSpPr>
        <p:spPr>
          <a:xfrm>
            <a:off x="713232" y="1066007"/>
            <a:ext cx="528111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2"/>
          <p:cNvSpPr>
            <a:spLocks noGrp="1"/>
          </p:cNvSpPr>
          <p:nvPr>
            <p:ph type="body" idx="14"/>
          </p:nvPr>
        </p:nvSpPr>
        <p:spPr>
          <a:xfrm>
            <a:off x="6217720" y="1061641"/>
            <a:ext cx="5249655" cy="576262"/>
          </a:xfrm>
          <a:prstGeom prst="rect">
            <a:avLst/>
          </a:prstGeom>
        </p:spPr>
        <p:txBody>
          <a:bodyPr anchor="b">
            <a:noAutofit/>
          </a:bodyPr>
          <a:lstStyle>
            <a:lvl1pPr marL="0" indent="0">
              <a:buNone/>
              <a:defRPr sz="22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41934484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idx="1"/>
          </p:nvPr>
        </p:nvSpPr>
        <p:spPr>
          <a:xfrm>
            <a:off x="728903"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Text Placeholder 3"/>
          <p:cNvSpPr>
            <a:spLocks noGrp="1"/>
          </p:cNvSpPr>
          <p:nvPr>
            <p:ph type="body" sz="half" idx="15"/>
          </p:nvPr>
        </p:nvSpPr>
        <p:spPr>
          <a:xfrm>
            <a:off x="728903" y="1691844"/>
            <a:ext cx="3413760" cy="472875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Text Placeholder 4"/>
          <p:cNvSpPr>
            <a:spLocks noGrp="1"/>
          </p:cNvSpPr>
          <p:nvPr>
            <p:ph type="body" sz="quarter" idx="3"/>
          </p:nvPr>
        </p:nvSpPr>
        <p:spPr>
          <a:xfrm>
            <a:off x="4354939"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6"/>
          </p:nvPr>
        </p:nvSpPr>
        <p:spPr>
          <a:xfrm>
            <a:off x="4354939" y="1691844"/>
            <a:ext cx="3413760" cy="472875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13"/>
          </p:nvPr>
        </p:nvSpPr>
        <p:spPr>
          <a:xfrm>
            <a:off x="7988545"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7"/>
          </p:nvPr>
        </p:nvSpPr>
        <p:spPr>
          <a:xfrm>
            <a:off x="7988740" y="1691844"/>
            <a:ext cx="3413760" cy="472875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1" name="Straight Connector 10"/>
          <p:cNvCxnSpPr/>
          <p:nvPr userDrawn="1"/>
        </p:nvCxnSpPr>
        <p:spPr>
          <a:xfrm>
            <a:off x="4246189" y="1098772"/>
            <a:ext cx="0" cy="53218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7872812" y="1098786"/>
            <a:ext cx="0" cy="53218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93120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3 Column with Takeaway">
    <p:spTree>
      <p:nvGrpSpPr>
        <p:cNvPr id="1" name=""/>
        <p:cNvGrpSpPr/>
        <p:nvPr/>
      </p:nvGrpSpPr>
      <p:grpSpPr>
        <a:xfrm>
          <a:off x="0" y="0"/>
          <a:ext cx="0" cy="0"/>
          <a:chOff x="0" y="0"/>
          <a:chExt cx="0" cy="0"/>
        </a:xfrm>
      </p:grpSpPr>
      <p:sp>
        <p:nvSpPr>
          <p:cNvPr id="20"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idx="1"/>
          </p:nvPr>
        </p:nvSpPr>
        <p:spPr>
          <a:xfrm>
            <a:off x="728903"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3"/>
          <p:cNvSpPr>
            <a:spLocks noGrp="1"/>
          </p:cNvSpPr>
          <p:nvPr>
            <p:ph type="body" sz="half" idx="16"/>
          </p:nvPr>
        </p:nvSpPr>
        <p:spPr>
          <a:xfrm>
            <a:off x="728903" y="1691845"/>
            <a:ext cx="3413760" cy="4257135"/>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 name="Text Placeholder 4"/>
          <p:cNvSpPr>
            <a:spLocks noGrp="1"/>
          </p:cNvSpPr>
          <p:nvPr>
            <p:ph type="body" sz="quarter" idx="3"/>
          </p:nvPr>
        </p:nvSpPr>
        <p:spPr>
          <a:xfrm>
            <a:off x="4354939"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3"/>
          <p:cNvSpPr>
            <a:spLocks noGrp="1"/>
          </p:cNvSpPr>
          <p:nvPr>
            <p:ph type="body" sz="half" idx="17"/>
          </p:nvPr>
        </p:nvSpPr>
        <p:spPr>
          <a:xfrm>
            <a:off x="4354939" y="1691845"/>
            <a:ext cx="3413760" cy="4257135"/>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2" name="Text Placeholder 4"/>
          <p:cNvSpPr>
            <a:spLocks noGrp="1"/>
          </p:cNvSpPr>
          <p:nvPr>
            <p:ph type="body" sz="quarter" idx="13"/>
          </p:nvPr>
        </p:nvSpPr>
        <p:spPr>
          <a:xfrm>
            <a:off x="7988545" y="1115581"/>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Text Placeholder 3"/>
          <p:cNvSpPr>
            <a:spLocks noGrp="1"/>
          </p:cNvSpPr>
          <p:nvPr>
            <p:ph type="body" sz="half" idx="18"/>
          </p:nvPr>
        </p:nvSpPr>
        <p:spPr>
          <a:xfrm>
            <a:off x="7988740" y="1691845"/>
            <a:ext cx="3413760" cy="4257135"/>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4" name="Straight Connector 13"/>
          <p:cNvCxnSpPr/>
          <p:nvPr userDrawn="1"/>
        </p:nvCxnSpPr>
        <p:spPr>
          <a:xfrm>
            <a:off x="4246189" y="1098772"/>
            <a:ext cx="0" cy="48646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7872812" y="1098786"/>
            <a:ext cx="0" cy="48646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97352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ext Placeholder 2"/>
          <p:cNvSpPr>
            <a:spLocks noGrp="1"/>
          </p:cNvSpPr>
          <p:nvPr>
            <p:ph type="body" idx="1"/>
          </p:nvPr>
        </p:nvSpPr>
        <p:spPr>
          <a:xfrm>
            <a:off x="728903" y="4192264"/>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Text Placeholder 3"/>
          <p:cNvSpPr>
            <a:spLocks noGrp="1"/>
          </p:cNvSpPr>
          <p:nvPr>
            <p:ph type="body" sz="half" idx="15"/>
          </p:nvPr>
        </p:nvSpPr>
        <p:spPr>
          <a:xfrm>
            <a:off x="728903" y="4779284"/>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Text Placeholder 4"/>
          <p:cNvSpPr>
            <a:spLocks noGrp="1"/>
          </p:cNvSpPr>
          <p:nvPr>
            <p:ph type="body" sz="quarter" idx="3"/>
          </p:nvPr>
        </p:nvSpPr>
        <p:spPr>
          <a:xfrm>
            <a:off x="4354939" y="4192264"/>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6"/>
          </p:nvPr>
        </p:nvSpPr>
        <p:spPr>
          <a:xfrm>
            <a:off x="4354939" y="4779284"/>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13"/>
          </p:nvPr>
        </p:nvSpPr>
        <p:spPr>
          <a:xfrm>
            <a:off x="7988545" y="4192264"/>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7"/>
          </p:nvPr>
        </p:nvSpPr>
        <p:spPr>
          <a:xfrm>
            <a:off x="7988740" y="4779284"/>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1" name="Straight Connector 10"/>
          <p:cNvCxnSpPr/>
          <p:nvPr userDrawn="1"/>
        </p:nvCxnSpPr>
        <p:spPr>
          <a:xfrm>
            <a:off x="4246189" y="2013175"/>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userDrawn="1"/>
        </p:nvCxnSpPr>
        <p:spPr>
          <a:xfrm>
            <a:off x="7872812" y="2013189"/>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13" name="Picture Placeholder 2"/>
          <p:cNvSpPr>
            <a:spLocks noGrp="1" noChangeAspect="1"/>
          </p:cNvSpPr>
          <p:nvPr>
            <p:ph type="pic" idx="18"/>
          </p:nvPr>
        </p:nvSpPr>
        <p:spPr>
          <a:xfrm>
            <a:off x="789863" y="1990315"/>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14" name="Picture Placeholder 2"/>
          <p:cNvSpPr>
            <a:spLocks noGrp="1" noChangeAspect="1"/>
          </p:cNvSpPr>
          <p:nvPr>
            <p:ph type="pic" idx="21"/>
          </p:nvPr>
        </p:nvSpPr>
        <p:spPr>
          <a:xfrm>
            <a:off x="4438565" y="1990315"/>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15" name="Picture Placeholder 2"/>
          <p:cNvSpPr>
            <a:spLocks noGrp="1" noChangeAspect="1"/>
          </p:cNvSpPr>
          <p:nvPr>
            <p:ph type="pic" idx="22"/>
          </p:nvPr>
        </p:nvSpPr>
        <p:spPr>
          <a:xfrm>
            <a:off x="8048279" y="1990314"/>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Tree>
    <p:extLst>
      <p:ext uri="{BB962C8B-B14F-4D97-AF65-F5344CB8AC3E}">
        <p14:creationId xmlns:p14="http://schemas.microsoft.com/office/powerpoint/2010/main" val="37743016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 Picture Column with Takeaway">
    <p:spTree>
      <p:nvGrpSpPr>
        <p:cNvPr id="1" name=""/>
        <p:cNvGrpSpPr/>
        <p:nvPr/>
      </p:nvGrpSpPr>
      <p:grpSpPr>
        <a:xfrm>
          <a:off x="0" y="0"/>
          <a:ext cx="0" cy="0"/>
          <a:chOff x="0" y="0"/>
          <a:chExt cx="0" cy="0"/>
        </a:xfrm>
      </p:grpSpPr>
      <p:sp>
        <p:nvSpPr>
          <p:cNvPr id="23"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2"/>
          <p:cNvSpPr>
            <a:spLocks noGrp="1"/>
          </p:cNvSpPr>
          <p:nvPr>
            <p:ph type="body" idx="1"/>
          </p:nvPr>
        </p:nvSpPr>
        <p:spPr>
          <a:xfrm>
            <a:off x="728903" y="3772710"/>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3"/>
          <p:cNvSpPr>
            <a:spLocks noGrp="1"/>
          </p:cNvSpPr>
          <p:nvPr>
            <p:ph type="body" sz="half" idx="16"/>
          </p:nvPr>
        </p:nvSpPr>
        <p:spPr>
          <a:xfrm>
            <a:off x="728903" y="4359730"/>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 name="Text Placeholder 4"/>
          <p:cNvSpPr>
            <a:spLocks noGrp="1"/>
          </p:cNvSpPr>
          <p:nvPr>
            <p:ph type="body" sz="quarter" idx="3"/>
          </p:nvPr>
        </p:nvSpPr>
        <p:spPr>
          <a:xfrm>
            <a:off x="4354939" y="3772710"/>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3"/>
          <p:cNvSpPr>
            <a:spLocks noGrp="1"/>
          </p:cNvSpPr>
          <p:nvPr>
            <p:ph type="body" sz="half" idx="17"/>
          </p:nvPr>
        </p:nvSpPr>
        <p:spPr>
          <a:xfrm>
            <a:off x="4354939" y="4359730"/>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2" name="Text Placeholder 4"/>
          <p:cNvSpPr>
            <a:spLocks noGrp="1"/>
          </p:cNvSpPr>
          <p:nvPr>
            <p:ph type="body" sz="quarter" idx="13"/>
          </p:nvPr>
        </p:nvSpPr>
        <p:spPr>
          <a:xfrm>
            <a:off x="7988545" y="3772710"/>
            <a:ext cx="3413760" cy="576262"/>
          </a:xfrm>
          <a:prstGeom prst="rect">
            <a:avLst/>
          </a:prstGeom>
        </p:spPr>
        <p:txBody>
          <a:bodyPr anchor="b">
            <a:noAutofit/>
          </a:bodyPr>
          <a:lstStyle>
            <a:lvl1pPr marL="0" indent="0">
              <a:buNone/>
              <a:defRPr sz="1800" b="0">
                <a:solidFill>
                  <a:schemeClr val="accent1">
                    <a:lumMod val="60000"/>
                    <a:lumOff val="40000"/>
                  </a:schemeClr>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3" name="Text Placeholder 3"/>
          <p:cNvSpPr>
            <a:spLocks noGrp="1"/>
          </p:cNvSpPr>
          <p:nvPr>
            <p:ph type="body" sz="half" idx="18"/>
          </p:nvPr>
        </p:nvSpPr>
        <p:spPr>
          <a:xfrm>
            <a:off x="7988740" y="4359730"/>
            <a:ext cx="3413760" cy="1641310"/>
          </a:xfrm>
          <a:prstGeom prst="rect">
            <a:avLst/>
          </a:prstGeo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cxnSp>
        <p:nvCxnSpPr>
          <p:cNvPr id="14" name="Straight Connector 13"/>
          <p:cNvCxnSpPr/>
          <p:nvPr userDrawn="1"/>
        </p:nvCxnSpPr>
        <p:spPr>
          <a:xfrm>
            <a:off x="4246189" y="1593621"/>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a:off x="7872812" y="1593635"/>
            <a:ext cx="0" cy="440740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16" name="Picture Placeholder 2"/>
          <p:cNvSpPr>
            <a:spLocks noGrp="1" noChangeAspect="1"/>
          </p:cNvSpPr>
          <p:nvPr>
            <p:ph type="pic" idx="19"/>
          </p:nvPr>
        </p:nvSpPr>
        <p:spPr>
          <a:xfrm>
            <a:off x="789863" y="1570761"/>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0" name="Picture Placeholder 2"/>
          <p:cNvSpPr>
            <a:spLocks noGrp="1" noChangeAspect="1"/>
          </p:cNvSpPr>
          <p:nvPr>
            <p:ph type="pic" idx="21"/>
          </p:nvPr>
        </p:nvSpPr>
        <p:spPr>
          <a:xfrm>
            <a:off x="4438565" y="1570761"/>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Picture Placeholder 2"/>
          <p:cNvSpPr>
            <a:spLocks noGrp="1" noChangeAspect="1"/>
          </p:cNvSpPr>
          <p:nvPr>
            <p:ph type="pic" idx="22"/>
          </p:nvPr>
        </p:nvSpPr>
        <p:spPr>
          <a:xfrm>
            <a:off x="8048279" y="1570760"/>
            <a:ext cx="3291840" cy="194668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Tree>
    <p:extLst>
      <p:ext uri="{BB962C8B-B14F-4D97-AF65-F5344CB8AC3E}">
        <p14:creationId xmlns:p14="http://schemas.microsoft.com/office/powerpoint/2010/main" val="23918006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Layout">
    <p:spTree>
      <p:nvGrpSpPr>
        <p:cNvPr id="1" name=""/>
        <p:cNvGrpSpPr/>
        <p:nvPr/>
      </p:nvGrpSpPr>
      <p:grpSpPr>
        <a:xfrm>
          <a:off x="0" y="0"/>
          <a:ext cx="0" cy="0"/>
          <a:chOff x="0" y="0"/>
          <a:chExt cx="0" cy="0"/>
        </a:xfrm>
      </p:grpSpPr>
      <p:sp>
        <p:nvSpPr>
          <p:cNvPr id="2" name="Title 1"/>
          <p:cNvSpPr>
            <a:spLocks noGrp="1"/>
          </p:cNvSpPr>
          <p:nvPr>
            <p:ph type="title"/>
          </p:nvPr>
        </p:nvSpPr>
        <p:spPr>
          <a:xfrm>
            <a:off x="592667" y="357189"/>
            <a:ext cx="10893552" cy="498475"/>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cxnSp>
        <p:nvCxnSpPr>
          <p:cNvPr id="5" name="Straight Connector 4"/>
          <p:cNvCxnSpPr/>
          <p:nvPr userDrawn="1"/>
        </p:nvCxnSpPr>
        <p:spPr bwMode="auto">
          <a:xfrm flipH="1">
            <a:off x="609602" y="3698875"/>
            <a:ext cx="11095303" cy="0"/>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Straight Connector 5"/>
          <p:cNvCxnSpPr/>
          <p:nvPr userDrawn="1"/>
        </p:nvCxnSpPr>
        <p:spPr bwMode="auto">
          <a:xfrm>
            <a:off x="6157384" y="962026"/>
            <a:ext cx="0" cy="5445125"/>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Text Placeholder 2"/>
          <p:cNvSpPr>
            <a:spLocks noGrp="1"/>
          </p:cNvSpPr>
          <p:nvPr>
            <p:ph type="body" sz="quarter" idx="18"/>
          </p:nvPr>
        </p:nvSpPr>
        <p:spPr>
          <a:xfrm>
            <a:off x="6259493" y="962652"/>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
          <p:cNvSpPr>
            <a:spLocks noGrp="1"/>
          </p:cNvSpPr>
          <p:nvPr>
            <p:ph type="body" sz="quarter" idx="12"/>
          </p:nvPr>
        </p:nvSpPr>
        <p:spPr>
          <a:xfrm>
            <a:off x="592666" y="962652"/>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
          <p:cNvSpPr>
            <a:spLocks noGrp="1"/>
          </p:cNvSpPr>
          <p:nvPr>
            <p:ph type="body" sz="quarter" idx="19"/>
          </p:nvPr>
        </p:nvSpPr>
        <p:spPr>
          <a:xfrm>
            <a:off x="6275653" y="3804586"/>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
          <p:cNvSpPr>
            <a:spLocks noGrp="1"/>
          </p:cNvSpPr>
          <p:nvPr>
            <p:ph type="body" sz="quarter" idx="20"/>
          </p:nvPr>
        </p:nvSpPr>
        <p:spPr>
          <a:xfrm>
            <a:off x="608827" y="3804586"/>
            <a:ext cx="5429251" cy="2629468"/>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968257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4-Up Layout with Takeaway">
    <p:spTree>
      <p:nvGrpSpPr>
        <p:cNvPr id="1" name=""/>
        <p:cNvGrpSpPr/>
        <p:nvPr/>
      </p:nvGrpSpPr>
      <p:grpSpPr>
        <a:xfrm>
          <a:off x="0" y="0"/>
          <a:ext cx="0" cy="0"/>
          <a:chOff x="0" y="0"/>
          <a:chExt cx="0" cy="0"/>
        </a:xfrm>
      </p:grpSpPr>
      <p:sp>
        <p:nvSpPr>
          <p:cNvPr id="24"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a:xfrm>
            <a:off x="608827" y="357189"/>
            <a:ext cx="10877392" cy="498475"/>
          </a:xfrm>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cxnSp>
        <p:nvCxnSpPr>
          <p:cNvPr id="14" name="Straight Connector 13"/>
          <p:cNvCxnSpPr/>
          <p:nvPr userDrawn="1"/>
        </p:nvCxnSpPr>
        <p:spPr bwMode="auto">
          <a:xfrm>
            <a:off x="6140451" y="962025"/>
            <a:ext cx="0" cy="5257800"/>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14"/>
          <p:cNvCxnSpPr/>
          <p:nvPr userDrawn="1"/>
        </p:nvCxnSpPr>
        <p:spPr bwMode="auto">
          <a:xfrm flipH="1">
            <a:off x="592667" y="3534457"/>
            <a:ext cx="11112500" cy="0"/>
          </a:xfrm>
          <a:prstGeom prst="line">
            <a:avLst/>
          </a:prstGeom>
          <a:noFill/>
          <a:ln w="19050" cap="flat" cmpd="sng" algn="ctr">
            <a:solidFill>
              <a:schemeClr val="accent2">
                <a:lumMod val="60000"/>
                <a:lumOff val="40000"/>
              </a:schemeClr>
            </a:solidFill>
            <a:prstDash val="solid"/>
            <a:round/>
            <a:headEnd type="none" w="med" len="med"/>
            <a:tailEnd type="non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 Placeholder 2"/>
          <p:cNvSpPr>
            <a:spLocks noGrp="1"/>
          </p:cNvSpPr>
          <p:nvPr>
            <p:ph type="body" sz="quarter" idx="12"/>
          </p:nvPr>
        </p:nvSpPr>
        <p:spPr>
          <a:xfrm>
            <a:off x="592666" y="962652"/>
            <a:ext cx="5429251" cy="2494472"/>
          </a:xfrm>
          <a:prstGeom prst="rect">
            <a:avLst/>
          </a:prstGeom>
        </p:spPr>
        <p:txBody>
          <a:bodyPr>
            <a:normAutofit/>
          </a:bodyPr>
          <a:lstStyle>
            <a:lvl1pPr>
              <a:buClr>
                <a:schemeClr val="tx2"/>
              </a:buClr>
              <a:defRPr sz="1800">
                <a:solidFill>
                  <a:schemeClr val="tx1"/>
                </a:solidFill>
              </a:defRPr>
            </a:lvl1pPr>
            <a:lvl2pPr marL="457200" indent="-169863">
              <a:buClr>
                <a:schemeClr val="accent2"/>
              </a:buClr>
              <a:defRPr sz="1600">
                <a:solidFill>
                  <a:schemeClr val="tx1"/>
                </a:solidFill>
              </a:defRPr>
            </a:lvl2pPr>
            <a:lvl3pPr marL="804863" indent="-177800">
              <a:buClr>
                <a:schemeClr val="accent2"/>
              </a:buClr>
              <a:defRPr sz="1400">
                <a:solidFill>
                  <a:schemeClr val="tx1"/>
                </a:solidFill>
              </a:defRPr>
            </a:lvl3pPr>
            <a:lvl4pPr marL="1201738" indent="-168275">
              <a:buClr>
                <a:schemeClr val="accent2"/>
              </a:buClr>
              <a:buFontTx/>
              <a:buChar char="-"/>
              <a:defRPr sz="1200">
                <a:solidFill>
                  <a:schemeClr val="tx1"/>
                </a:solidFill>
              </a:defRPr>
            </a:lvl4pPr>
            <a:lvl5pPr marL="1719263" indent="-177800">
              <a:buClr>
                <a:schemeClr val="accent2"/>
              </a:buCl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
          <p:cNvSpPr>
            <a:spLocks noGrp="1"/>
          </p:cNvSpPr>
          <p:nvPr>
            <p:ph type="body" sz="quarter" idx="19"/>
          </p:nvPr>
        </p:nvSpPr>
        <p:spPr>
          <a:xfrm>
            <a:off x="6232621" y="962652"/>
            <a:ext cx="5429251" cy="2494472"/>
          </a:xfrm>
          <a:prstGeom prst="rect">
            <a:avLst/>
          </a:prstGeom>
        </p:spPr>
        <p:txBody>
          <a:bodyPr>
            <a:normAutofit/>
          </a:bodyPr>
          <a:lstStyle>
            <a:lvl1pPr>
              <a:buClr>
                <a:schemeClr val="tx2"/>
              </a:buClr>
              <a:defRPr sz="1800"/>
            </a:lvl1pPr>
            <a:lvl2pPr marL="457200" indent="-169863">
              <a:buClr>
                <a:schemeClr val="accent2"/>
              </a:buClr>
              <a:buFont typeface="Arial" panose="020B0604020202020204" pitchFamily="34" charset="0"/>
              <a:buChar cha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
          <p:cNvSpPr>
            <a:spLocks noGrp="1"/>
          </p:cNvSpPr>
          <p:nvPr>
            <p:ph type="body" sz="quarter" idx="20"/>
          </p:nvPr>
        </p:nvSpPr>
        <p:spPr>
          <a:xfrm>
            <a:off x="592159" y="3625380"/>
            <a:ext cx="5429251" cy="2469486"/>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2"/>
          <p:cNvSpPr>
            <a:spLocks noGrp="1"/>
          </p:cNvSpPr>
          <p:nvPr>
            <p:ph type="body" sz="quarter" idx="21"/>
          </p:nvPr>
        </p:nvSpPr>
        <p:spPr>
          <a:xfrm>
            <a:off x="6227335" y="3625380"/>
            <a:ext cx="5429251" cy="2469486"/>
          </a:xfrm>
          <a:prstGeom prst="rect">
            <a:avLst/>
          </a:prstGeom>
        </p:spPr>
        <p:txBody>
          <a:bodyPr>
            <a:normAutofit/>
          </a:bodyPr>
          <a:lstStyle>
            <a:lvl1pPr>
              <a:buClr>
                <a:schemeClr val="tx2"/>
              </a:buClr>
              <a:defRPr sz="1800"/>
            </a:lvl1pPr>
            <a:lvl2pPr marL="457200" indent="-169863">
              <a:buClr>
                <a:schemeClr val="accent2"/>
              </a:buClr>
              <a:defRPr sz="1600"/>
            </a:lvl2pPr>
            <a:lvl3pPr marL="804863" indent="-177800">
              <a:buClr>
                <a:schemeClr val="accent2"/>
              </a:buClr>
              <a:defRPr sz="1400"/>
            </a:lvl3pPr>
            <a:lvl4pPr marL="1201738" indent="-168275">
              <a:buClr>
                <a:schemeClr val="accent2"/>
              </a:buClr>
              <a:buFontTx/>
              <a:buChar char="-"/>
              <a:defRPr sz="1200"/>
            </a:lvl4pPr>
            <a:lvl5pPr marL="1719263" indent="-177800">
              <a:buClr>
                <a:schemeClr val="accent2"/>
              </a:buCl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15493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7647477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Only with Takeaway">
    <p:spTree>
      <p:nvGrpSpPr>
        <p:cNvPr id="1" name=""/>
        <p:cNvGrpSpPr/>
        <p:nvPr/>
      </p:nvGrpSpPr>
      <p:grpSpPr>
        <a:xfrm>
          <a:off x="0" y="0"/>
          <a:ext cx="0" cy="0"/>
          <a:chOff x="0" y="0"/>
          <a:chExt cx="0" cy="0"/>
        </a:xfrm>
      </p:grpSpPr>
      <p:sp>
        <p:nvSpPr>
          <p:cNvPr id="9" name="Round Single Corner Rectangle 1"/>
          <p:cNvSpPr>
            <a:spLocks/>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7618629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334244711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Blank with Takeaway">
    <p:spTree>
      <p:nvGrpSpPr>
        <p:cNvPr id="1" name=""/>
        <p:cNvGrpSpPr/>
        <p:nvPr/>
      </p:nvGrpSpPr>
      <p:grpSpPr>
        <a:xfrm>
          <a:off x="0" y="0"/>
          <a:ext cx="0" cy="0"/>
          <a:chOff x="0" y="0"/>
          <a:chExt cx="0" cy="0"/>
        </a:xfrm>
      </p:grpSpPr>
      <p:sp>
        <p:nvSpPr>
          <p:cNvPr id="8" name="Round Single Corner Rectangle 1"/>
          <p:cNvSpPr>
            <a:spLocks noChangeAspect="1"/>
          </p:cNvSpPr>
          <p:nvPr userDrawn="1"/>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04057" y="74381"/>
                  <a:pt x="41048" y="713194"/>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18" name="Round Single Corner Rectangle 17"/>
          <p:cNvSpPr/>
          <p:nvPr userDrawn="1"/>
        </p:nvSpPr>
        <p:spPr>
          <a:xfrm>
            <a:off x="0" y="6364289"/>
            <a:ext cx="11584517"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a:defRPr/>
            </a:pPr>
            <a:endParaRPr lang="en-US">
              <a:solidFill>
                <a:srgbClr val="FFFFFF"/>
              </a:solidFill>
            </a:endParaRPr>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Tree>
    <p:extLst>
      <p:ext uri="{BB962C8B-B14F-4D97-AF65-F5344CB8AC3E}">
        <p14:creationId xmlns:p14="http://schemas.microsoft.com/office/powerpoint/2010/main" val="194934082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Infographic">
    <p:spTree>
      <p:nvGrpSpPr>
        <p:cNvPr id="1" name=""/>
        <p:cNvGrpSpPr/>
        <p:nvPr/>
      </p:nvGrpSpPr>
      <p:grpSpPr>
        <a:xfrm>
          <a:off x="0" y="0"/>
          <a:ext cx="0" cy="0"/>
          <a:chOff x="0" y="0"/>
          <a:chExt cx="0" cy="0"/>
        </a:xfrm>
      </p:grpSpPr>
      <p:sp>
        <p:nvSpPr>
          <p:cNvPr id="5" name="Picture Placeholder 9"/>
          <p:cNvSpPr>
            <a:spLocks noGrp="1"/>
          </p:cNvSpPr>
          <p:nvPr>
            <p:ph type="pic" sz="quarter" idx="12"/>
          </p:nvPr>
        </p:nvSpPr>
        <p:spPr>
          <a:xfrm>
            <a:off x="10388601" y="6519863"/>
            <a:ext cx="1371600" cy="256032"/>
          </a:xfrm>
          <a:prstGeom prst="rect">
            <a:avLst/>
          </a:prstGeom>
          <a:blipFill>
            <a:blip r:embed="rId3" cstate="screen">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endParaRPr lang="en-US" dirty="0"/>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6" name="Picture Placeholder 4"/>
          <p:cNvSpPr>
            <a:spLocks noGrp="1"/>
          </p:cNvSpPr>
          <p:nvPr>
            <p:ph type="pic" sz="quarter" idx="13"/>
          </p:nvPr>
        </p:nvSpPr>
        <p:spPr>
          <a:xfrm>
            <a:off x="10363277" y="0"/>
            <a:ext cx="1828800" cy="18288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endParaRPr lang="en-US" dirty="0"/>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Tree>
    <p:extLst>
      <p:ext uri="{BB962C8B-B14F-4D97-AF65-F5344CB8AC3E}">
        <p14:creationId xmlns:p14="http://schemas.microsoft.com/office/powerpoint/2010/main" val="20967665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nfographic with Takeaway">
    <p:spTree>
      <p:nvGrpSpPr>
        <p:cNvPr id="1" name=""/>
        <p:cNvGrpSpPr/>
        <p:nvPr/>
      </p:nvGrpSpPr>
      <p:grpSpPr>
        <a:xfrm>
          <a:off x="0" y="0"/>
          <a:ext cx="0" cy="0"/>
          <a:chOff x="0" y="0"/>
          <a:chExt cx="0" cy="0"/>
        </a:xfrm>
      </p:grpSpPr>
      <p:sp>
        <p:nvSpPr>
          <p:cNvPr id="8" name="Picture Placeholder 3"/>
          <p:cNvSpPr>
            <a:spLocks noGrp="1"/>
          </p:cNvSpPr>
          <p:nvPr>
            <p:ph type="pic" sz="quarter" idx="17"/>
          </p:nvPr>
        </p:nvSpPr>
        <p:spPr>
          <a:xfrm>
            <a:off x="0" y="6384611"/>
            <a:ext cx="11584517" cy="504825"/>
          </a:xfrm>
          <a:prstGeom prst="rect">
            <a:avLst/>
          </a:prstGeom>
          <a:blipFill>
            <a:blip r:embed="rId3"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endParaRPr lang="en-US" dirty="0"/>
          </a:p>
        </p:txBody>
      </p:sp>
      <p:sp>
        <p:nvSpPr>
          <p:cNvPr id="19" name="Text Placeholder 9"/>
          <p:cNvSpPr>
            <a:spLocks noGrp="1"/>
          </p:cNvSpPr>
          <p:nvPr>
            <p:ph type="body" sz="quarter" idx="15"/>
          </p:nvPr>
        </p:nvSpPr>
        <p:spPr>
          <a:xfrm>
            <a:off x="315384" y="6384610"/>
            <a:ext cx="11063816" cy="457200"/>
          </a:xfrm>
          <a:prstGeom prst="rect">
            <a:avLst/>
          </a:prstGeom>
        </p:spPr>
        <p:txBody>
          <a:bodyPr/>
          <a:lstStyle>
            <a:lvl1pPr marL="0" indent="0" algn="r">
              <a:buNone/>
              <a:defRPr sz="2400" b="1">
                <a:solidFill>
                  <a:schemeClr val="bg1"/>
                </a:solidFill>
              </a:defRPr>
            </a:lvl1pPr>
          </a:lstStyle>
          <a:p>
            <a:pPr lvl="0"/>
            <a:r>
              <a:rPr lang="en-US"/>
              <a:t>Click to edit Master text styles</a:t>
            </a:r>
          </a:p>
        </p:txBody>
      </p:sp>
      <p:sp>
        <p:nvSpPr>
          <p:cNvPr id="4" name="Footer Placeholder 3"/>
          <p:cNvSpPr>
            <a:spLocks noGrp="1"/>
          </p:cNvSpPr>
          <p:nvPr>
            <p:ph type="ftr" sz="quarter" idx="11"/>
            <p:custDataLst>
              <p:tags r:id="rId1"/>
            </p:custDataLst>
          </p:nvPr>
        </p:nvSpPr>
        <p:spPr>
          <a:xfrm>
            <a:off x="0" y="6172200"/>
            <a:ext cx="12192000" cy="201168"/>
          </a:xfrm>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7" name="Picture Placeholder 4"/>
          <p:cNvSpPr>
            <a:spLocks noGrp="1"/>
          </p:cNvSpPr>
          <p:nvPr>
            <p:ph type="pic" sz="quarter" idx="13"/>
          </p:nvPr>
        </p:nvSpPr>
        <p:spPr>
          <a:xfrm>
            <a:off x="10363277" y="0"/>
            <a:ext cx="1828800" cy="1828800"/>
          </a:xfrm>
          <a:prstGeom prst="rect">
            <a:avLst/>
          </a:prstGeom>
          <a:blipFill>
            <a:blip r:embed="rId4" cstate="email">
              <a:extLst>
                <a:ext uri="{28A0092B-C50C-407E-A947-70E740481C1C}">
                  <a14:useLocalDpi xmlns:a14="http://schemas.microsoft.com/office/drawing/2010/main"/>
                </a:ext>
              </a:extLst>
            </a:blip>
            <a:stretch>
              <a:fillRect/>
            </a:stretch>
          </a:blipFill>
        </p:spPr>
        <p:txBody>
          <a:bodyPr/>
          <a:lstStyle>
            <a:lvl1pPr>
              <a:defRPr sz="200"/>
            </a:lvl1pPr>
          </a:lstStyle>
          <a:p>
            <a:r>
              <a:rPr lang="en-US"/>
              <a:t>Click icon to add picture</a:t>
            </a:r>
            <a:endParaRPr lang="en-US" dirty="0"/>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Tree>
    <p:extLst>
      <p:ext uri="{BB962C8B-B14F-4D97-AF65-F5344CB8AC3E}">
        <p14:creationId xmlns:p14="http://schemas.microsoft.com/office/powerpoint/2010/main" val="59976428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itle 1"/>
          <p:cNvSpPr>
            <a:spLocks noGrp="1"/>
          </p:cNvSpPr>
          <p:nvPr>
            <p:ph type="title"/>
          </p:nvPr>
        </p:nvSpPr>
        <p:spPr>
          <a:xfrm>
            <a:off x="6559421" y="408993"/>
            <a:ext cx="4800937" cy="1828800"/>
          </a:xfrm>
        </p:spPr>
        <p:txBody>
          <a:bodyPr anchor="b">
            <a:noAutofit/>
          </a:bodyPr>
          <a:lstStyle>
            <a:lvl1pPr>
              <a:defRPr sz="3300"/>
            </a:lvl1pPr>
          </a:lstStyle>
          <a:p>
            <a:r>
              <a:rPr lang="en-US"/>
              <a:t>Click to edit Master title style</a:t>
            </a:r>
            <a:endParaRPr lang="en-US" dirty="0"/>
          </a:p>
        </p:txBody>
      </p:sp>
      <p:sp>
        <p:nvSpPr>
          <p:cNvPr id="6" name="Content Placeholder 2"/>
          <p:cNvSpPr>
            <a:spLocks noGrp="1"/>
          </p:cNvSpPr>
          <p:nvPr>
            <p:ph idx="1"/>
          </p:nvPr>
        </p:nvSpPr>
        <p:spPr>
          <a:xfrm>
            <a:off x="713232" y="381000"/>
            <a:ext cx="5489511" cy="5791200"/>
          </a:xfrm>
          <a:prstGeom prst="rect">
            <a:avLst/>
          </a:prstGeom>
        </p:spPr>
        <p:txBody>
          <a:bodyPr>
            <a:normAutofit/>
          </a:bodyPr>
          <a:lstStyle>
            <a:lvl1pPr>
              <a:defRPr sz="1800"/>
            </a:lvl1pPr>
            <a:lvl2pPr>
              <a:defRPr sz="1500"/>
            </a:lvl2pPr>
            <a:lvl3pPr>
              <a:defRPr sz="1350"/>
            </a:lvl3pPr>
            <a:lvl4pPr>
              <a:defRPr sz="1200"/>
            </a:lvl4pPr>
            <a:lvl5pPr>
              <a:defRPr sz="12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
          <p:cNvSpPr>
            <a:spLocks noGrp="1"/>
          </p:cNvSpPr>
          <p:nvPr>
            <p:ph type="body" sz="half" idx="2"/>
          </p:nvPr>
        </p:nvSpPr>
        <p:spPr>
          <a:xfrm>
            <a:off x="6559421" y="2237793"/>
            <a:ext cx="4800937" cy="1828800"/>
          </a:xfrm>
          <a:prstGeom prst="rect">
            <a:avLst/>
          </a:prstGeom>
        </p:spPr>
        <p:txBody>
          <a:bodyPr>
            <a:normAutofit/>
          </a:bodyPr>
          <a:lstStyle>
            <a:lvl1pPr marL="0" indent="0">
              <a:spcBef>
                <a:spcPts val="900"/>
              </a:spcBef>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Tree>
    <p:extLst>
      <p:ext uri="{BB962C8B-B14F-4D97-AF65-F5344CB8AC3E}">
        <p14:creationId xmlns:p14="http://schemas.microsoft.com/office/powerpoint/2010/main" val="221189721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lvl1pPr>
              <a:defRPr lang="en-US" sz="700" b="0" i="0" u="none">
                <a:solidFill>
                  <a:srgbClr val="7F7F7F"/>
                </a:solidFill>
                <a:latin typeface="Arial" panose="020B0604020202020204" pitchFamily="34" charset="0"/>
              </a:defRPr>
            </a:lvl1pPr>
          </a:lstStyle>
          <a:p>
            <a:r>
              <a:rPr lang="en-US"/>
              <a:t>Honeywell Internal</a:t>
            </a:r>
          </a:p>
        </p:txBody>
      </p:sp>
      <p:sp>
        <p:nvSpPr>
          <p:cNvPr id="5" name="Title 1"/>
          <p:cNvSpPr>
            <a:spLocks noGrp="1"/>
          </p:cNvSpPr>
          <p:nvPr>
            <p:ph type="title"/>
          </p:nvPr>
        </p:nvSpPr>
        <p:spPr>
          <a:xfrm>
            <a:off x="6559421" y="408993"/>
            <a:ext cx="4800937" cy="1828800"/>
          </a:xfrm>
        </p:spPr>
        <p:txBody>
          <a:bodyPr anchor="b">
            <a:noAutofit/>
          </a:bodyPr>
          <a:lstStyle>
            <a:lvl1pPr>
              <a:defRPr sz="3300"/>
            </a:lvl1pPr>
          </a:lstStyle>
          <a:p>
            <a:r>
              <a:rPr lang="en-US"/>
              <a:t>Click to edit Master title style</a:t>
            </a:r>
            <a:endParaRPr lang="en-US" dirty="0"/>
          </a:p>
        </p:txBody>
      </p:sp>
      <p:sp>
        <p:nvSpPr>
          <p:cNvPr id="6" name="Text Placeholder 3"/>
          <p:cNvSpPr>
            <a:spLocks noGrp="1"/>
          </p:cNvSpPr>
          <p:nvPr>
            <p:ph type="body" sz="half" idx="2"/>
          </p:nvPr>
        </p:nvSpPr>
        <p:spPr>
          <a:xfrm>
            <a:off x="6559421" y="2237793"/>
            <a:ext cx="4800937" cy="1828800"/>
          </a:xfrm>
          <a:prstGeom prst="rect">
            <a:avLst/>
          </a:prstGeom>
        </p:spPr>
        <p:txBody>
          <a:bodyPr>
            <a:normAutofit/>
          </a:bodyPr>
          <a:lstStyle>
            <a:lvl1pPr marL="0" indent="0">
              <a:spcBef>
                <a:spcPts val="900"/>
              </a:spcBef>
              <a:buNone/>
              <a:defRPr sz="15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Picture Placeholder 6"/>
          <p:cNvSpPr>
            <a:spLocks noGrp="1"/>
          </p:cNvSpPr>
          <p:nvPr>
            <p:ph type="pic" sz="quarter" idx="12"/>
          </p:nvPr>
        </p:nvSpPr>
        <p:spPr>
          <a:xfrm>
            <a:off x="713232" y="384048"/>
            <a:ext cx="5486400" cy="5788152"/>
          </a:xfrm>
          <a:prstGeom prst="rect">
            <a:avLst/>
          </a:prstGeom>
        </p:spPr>
        <p:txBody>
          <a:bodyPr/>
          <a:lstStyle/>
          <a:p>
            <a:r>
              <a:rPr lang="en-US"/>
              <a:t>Click icon to add picture</a:t>
            </a:r>
          </a:p>
        </p:txBody>
      </p:sp>
    </p:spTree>
    <p:extLst>
      <p:ext uri="{BB962C8B-B14F-4D97-AF65-F5344CB8AC3E}">
        <p14:creationId xmlns:p14="http://schemas.microsoft.com/office/powerpoint/2010/main" val="289431687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losing Slide">
    <p:spTree>
      <p:nvGrpSpPr>
        <p:cNvPr id="1" name=""/>
        <p:cNvGrpSpPr/>
        <p:nvPr/>
      </p:nvGrpSpPr>
      <p:grpSpPr>
        <a:xfrm>
          <a:off x="0" y="0"/>
          <a:ext cx="0" cy="0"/>
          <a:chOff x="0" y="0"/>
          <a:chExt cx="0" cy="0"/>
        </a:xfrm>
      </p:grpSpPr>
      <p:sp>
        <p:nvSpPr>
          <p:cNvPr id="9" name="Round Single Corner Rectangle 1"/>
          <p:cNvSpPr>
            <a:spLocks noChangeAspect="1"/>
          </p:cNvSpPr>
          <p:nvPr userDrawn="1"/>
        </p:nvSpPr>
        <p:spPr>
          <a:xfrm rot="5400000">
            <a:off x="10591800" y="-228591"/>
            <a:ext cx="1371600" cy="1828723"/>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Lst>
            <a:ahLst/>
            <a:cxnLst>
              <a:cxn ang="0">
                <a:pos x="connsiteX0" y="connsiteY0"/>
              </a:cxn>
              <a:cxn ang="0">
                <a:pos x="connsiteX1" y="connsiteY1"/>
              </a:cxn>
              <a:cxn ang="0">
                <a:pos x="connsiteX2" y="connsiteY2"/>
              </a:cxn>
              <a:cxn ang="0">
                <a:pos x="connsiteX3" y="connsiteY3"/>
              </a:cxn>
            </a:cxnLst>
            <a:rect l="l" t="t" r="r" b="b"/>
            <a:pathLst>
              <a:path w="1142995" h="1532236">
                <a:moveTo>
                  <a:pt x="0" y="0"/>
                </a:moveTo>
                <a:lnTo>
                  <a:pt x="1142995" y="0"/>
                </a:lnTo>
                <a:cubicBezTo>
                  <a:pt x="511969" y="21249"/>
                  <a:pt x="3930" y="739945"/>
                  <a:pt x="0" y="1532236"/>
                </a:cubicBezTo>
                <a:cubicBezTo>
                  <a:pt x="4519" y="403311"/>
                  <a:pt x="0" y="510745"/>
                  <a:pt x="0" y="0"/>
                </a:cubicBezTo>
                <a:close/>
              </a:path>
            </a:pathLst>
          </a:custGeom>
          <a:solidFill>
            <a:schemeClr val="accent3"/>
          </a:solidFill>
          <a:ln w="9525" cmpd="sng">
            <a:noFill/>
          </a:ln>
          <a:effectLst>
            <a:innerShdw blurRad="127000" dist="25400" dir="2700000">
              <a:schemeClr val="accent3">
                <a:lumMod val="50000"/>
                <a:alpha val="40000"/>
              </a:schemeClr>
            </a:inn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eaLnBrk="0" fontAlgn="base" hangingPunct="0">
              <a:spcBef>
                <a:spcPct val="0"/>
              </a:spcBef>
              <a:spcAft>
                <a:spcPct val="0"/>
              </a:spcAft>
            </a:pPr>
            <a:r>
              <a:rPr lang="en-US">
                <a:solidFill>
                  <a:srgbClr val="FFFFFF"/>
                </a:solidFill>
              </a:rPr>
              <a:t> </a:t>
            </a:r>
          </a:p>
        </p:txBody>
      </p:sp>
      <p:sp>
        <p:nvSpPr>
          <p:cNvPr id="3" name="Slide Number Placeholder 5"/>
          <p:cNvSpPr>
            <a:spLocks noGrp="1"/>
          </p:cNvSpPr>
          <p:nvPr>
            <p:ph type="sldNum" sz="quarter" idx="10"/>
          </p:nvPr>
        </p:nvSpPr>
        <p:spPr/>
        <p:txBody>
          <a:bodyPr/>
          <a:lstStyle>
            <a:lvl1pPr>
              <a:defRPr/>
            </a:lvl1pPr>
          </a:lstStyle>
          <a:p>
            <a:pPr>
              <a:defRPr/>
            </a:pPr>
            <a:fld id="{FF1F74E8-2156-B64F-A723-2FC713503C5D}" type="slidenum">
              <a:rPr lang="en-US">
                <a:solidFill>
                  <a:srgbClr val="FFFFFF"/>
                </a:solidFill>
              </a:rPr>
              <a:pPr>
                <a:defRPr/>
              </a:pPr>
              <a:t>‹#›</a:t>
            </a:fld>
            <a:endParaRPr lang="en-US" dirty="0">
              <a:solidFill>
                <a:srgbClr val="FFFFFF"/>
              </a:solidFill>
            </a:endParaRPr>
          </a:p>
        </p:txBody>
      </p:sp>
      <p:sp>
        <p:nvSpPr>
          <p:cNvPr id="6" name="Footer Placeholder 1"/>
          <p:cNvSpPr>
            <a:spLocks noGrp="1"/>
          </p:cNvSpPr>
          <p:nvPr>
            <p:ph type="ftr" sz="quarter" idx="3"/>
            <p:custDataLst>
              <p:tags r:id="rId1"/>
            </p:custDataLst>
          </p:nvPr>
        </p:nvSpPr>
        <p:spPr>
          <a:xfrm>
            <a:off x="0" y="6629400"/>
            <a:ext cx="12192000" cy="201168"/>
          </a:xfrm>
          <a:prstGeom prst="rect">
            <a:avLst/>
          </a:prstGeom>
        </p:spPr>
        <p:txBody>
          <a:bodyPr vert="horz" lIns="91440" tIns="45720" rIns="91440" bIns="45720" rtlCol="0" anchor="ctr"/>
          <a:lstStyle>
            <a:lvl1pPr algn="l">
              <a:defRPr lang="en-US" sz="700" b="0" i="0" u="none">
                <a:solidFill>
                  <a:srgbClr val="7F7F7F"/>
                </a:solidFill>
                <a:latin typeface="Arial" panose="020B0604020202020204" pitchFamily="34" charset="0"/>
              </a:defRPr>
            </a:lvl1pPr>
          </a:lstStyle>
          <a:p>
            <a:r>
              <a:rPr lang="en-US"/>
              <a:t>Honeywell Internal</a:t>
            </a:r>
          </a:p>
        </p:txBody>
      </p:sp>
      <p:sp>
        <p:nvSpPr>
          <p:cNvPr id="8" name="Text Placeholder 7"/>
          <p:cNvSpPr>
            <a:spLocks noGrp="1"/>
          </p:cNvSpPr>
          <p:nvPr>
            <p:ph type="body" sz="quarter" idx="13"/>
          </p:nvPr>
        </p:nvSpPr>
        <p:spPr>
          <a:xfrm>
            <a:off x="0" y="4171950"/>
            <a:ext cx="12192000" cy="1276350"/>
          </a:xfrm>
          <a:prstGeom prst="rect">
            <a:avLst/>
          </a:prstGeom>
        </p:spPr>
        <p:txBody>
          <a:bodyPr/>
          <a:lstStyle>
            <a:lvl1pPr algn="ctr">
              <a:buNone/>
              <a:defRPr sz="2400" b="1"/>
            </a:lvl1pPr>
            <a:lvl2pPr>
              <a:buNone/>
              <a:defRPr/>
            </a:lvl2pPr>
          </a:lstStyle>
          <a:p>
            <a:pPr lvl="0"/>
            <a:r>
              <a:rPr lang="en-US"/>
              <a:t>Click to edit Master text styles</a:t>
            </a:r>
          </a:p>
        </p:txBody>
      </p:sp>
      <p:pic>
        <p:nvPicPr>
          <p:cNvPr id="2" name="Picture 1"/>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19265" y="650759"/>
            <a:ext cx="11353470" cy="3588959"/>
          </a:xfrm>
          <a:prstGeom prst="rect">
            <a:avLst/>
          </a:prstGeom>
        </p:spPr>
      </p:pic>
    </p:spTree>
    <p:extLst>
      <p:ext uri="{BB962C8B-B14F-4D97-AF65-F5344CB8AC3E}">
        <p14:creationId xmlns:p14="http://schemas.microsoft.com/office/powerpoint/2010/main" val="10986703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Agenda">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D926425-8E0A-4F19-95F9-2CCCC40F8397}"/>
              </a:ext>
            </a:extLst>
          </p:cNvPr>
          <p:cNvGraphicFramePr>
            <a:graphicFrameLocks noChangeAspect="1"/>
          </p:cNvGraphicFramePr>
          <p:nvPr userDrawn="1">
            <p:custDataLst>
              <p:tags r:id="rId1"/>
            </p:custDataLst>
            <p:extLst>
              <p:ext uri="{D42A27DB-BD31-4B8C-83A1-F6EECF244321}">
                <p14:modId xmlns:p14="http://schemas.microsoft.com/office/powerpoint/2010/main" val="26696586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5" name="Object 4" hidden="1">
                        <a:extLst>
                          <a:ext uri="{FF2B5EF4-FFF2-40B4-BE49-F238E27FC236}">
                            <a16:creationId xmlns:a16="http://schemas.microsoft.com/office/drawing/2014/main" id="{7D926425-8E0A-4F19-95F9-2CCCC40F839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494E27FC-0EBE-49F1-BF4C-F70FB47B782E}"/>
              </a:ext>
            </a:extLst>
          </p:cNvPr>
          <p:cNvSpPr/>
          <p:nvPr userDrawn="1">
            <p:custDataLst>
              <p:tags r:id="rId2"/>
            </p:custDataLst>
          </p:nvPr>
        </p:nvSpPr>
        <p:spPr>
          <a:xfrm>
            <a:off x="0" y="0"/>
            <a:ext cx="158750" cy="1587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4000" b="0" i="0" baseline="0">
              <a:solidFill>
                <a:schemeClr val="tx1"/>
              </a:solidFill>
              <a:latin typeface="Arial Black" panose="020B0A04020102020204" pitchFamily="34" charset="0"/>
              <a:ea typeface="+mj-ea"/>
              <a:cs typeface="+mj-cs"/>
              <a:sym typeface="Arial Black" panose="020B0A04020102020204" pitchFamily="34" charset="0"/>
            </a:endParaRPr>
          </a:p>
        </p:txBody>
      </p:sp>
      <p:sp>
        <p:nvSpPr>
          <p:cNvPr id="2" name="Title 1">
            <a:extLst>
              <a:ext uri="{FF2B5EF4-FFF2-40B4-BE49-F238E27FC236}">
                <a16:creationId xmlns:a16="http://schemas.microsoft.com/office/drawing/2014/main" id="{5E480A38-A16A-446F-8129-A3FC34253B1F}"/>
              </a:ext>
            </a:extLst>
          </p:cNvPr>
          <p:cNvSpPr>
            <a:spLocks noGrp="1"/>
          </p:cNvSpPr>
          <p:nvPr>
            <p:ph type="title"/>
          </p:nvPr>
        </p:nvSpPr>
        <p:spPr>
          <a:xfrm>
            <a:off x="495299" y="495299"/>
            <a:ext cx="11201401" cy="615553"/>
          </a:xfrm>
        </p:spPr>
        <p:txBody>
          <a:bodyPr wrap="square">
            <a:spAutoFit/>
          </a:bodyPr>
          <a:lstStyle>
            <a:lvl1pPr>
              <a:defRPr sz="4000">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FFCBDF14-DE64-4CDC-8651-F845B5598829}"/>
              </a:ext>
            </a:extLst>
          </p:cNvPr>
          <p:cNvSpPr>
            <a:spLocks noGrp="1"/>
          </p:cNvSpPr>
          <p:nvPr>
            <p:ph idx="1"/>
          </p:nvPr>
        </p:nvSpPr>
        <p:spPr>
          <a:xfrm>
            <a:off x="495300" y="1409701"/>
            <a:ext cx="5372100" cy="4457700"/>
          </a:xfrm>
        </p:spPr>
        <p:txBody>
          <a:bodyPr wrap="square"/>
          <a:lstStyle>
            <a:lvl1pPr marL="457200" indent="-457200">
              <a:spcBef>
                <a:spcPts val="600"/>
              </a:spcBef>
              <a:buClr>
                <a:schemeClr val="accent1"/>
              </a:buClr>
              <a:buFont typeface="+mj-lt"/>
              <a:buAutoNum type="arabicPeriod"/>
              <a:defRPr sz="2400"/>
            </a:lvl1pPr>
            <a:lvl2pPr marL="457200" indent="0">
              <a:defRPr sz="2400"/>
            </a:lvl2pPr>
            <a:lvl3pPr marL="685800" indent="-228600">
              <a:defRPr sz="2000"/>
            </a:lvl3pPr>
            <a:lvl4pPr marL="1028700" indent="-228600">
              <a:defRPr sz="1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37A6FEB-0F20-4122-83B7-A3A8BF9EA12C}"/>
              </a:ext>
            </a:extLst>
          </p:cNvPr>
          <p:cNvSpPr>
            <a:spLocks noGrp="1"/>
          </p:cNvSpPr>
          <p:nvPr>
            <p:ph type="sldNum" sz="quarter" idx="12"/>
          </p:nvPr>
        </p:nvSpPr>
        <p:spPr/>
        <p:txBody>
          <a:bodyPr/>
          <a:lstStyle/>
          <a:p>
            <a:fld id="{7B94EC18-1D2B-4535-B738-0E53AFE26620}" type="slidenum">
              <a:rPr lang="en-US" smtClean="0"/>
              <a:t>‹#›</a:t>
            </a:fld>
            <a:endParaRPr lang="en-US"/>
          </a:p>
        </p:txBody>
      </p:sp>
      <p:sp>
        <p:nvSpPr>
          <p:cNvPr id="8" name="Content Placeholder 2">
            <a:extLst>
              <a:ext uri="{FF2B5EF4-FFF2-40B4-BE49-F238E27FC236}">
                <a16:creationId xmlns:a16="http://schemas.microsoft.com/office/drawing/2014/main" id="{081AB863-6602-411C-B695-D0F3F7473088}"/>
              </a:ext>
            </a:extLst>
          </p:cNvPr>
          <p:cNvSpPr>
            <a:spLocks noGrp="1"/>
          </p:cNvSpPr>
          <p:nvPr>
            <p:ph idx="13"/>
          </p:nvPr>
        </p:nvSpPr>
        <p:spPr>
          <a:xfrm>
            <a:off x="6324600" y="1409701"/>
            <a:ext cx="5372100" cy="4457700"/>
          </a:xfrm>
        </p:spPr>
        <p:txBody>
          <a:bodyPr wrap="square"/>
          <a:lstStyle>
            <a:lvl1pPr marL="457200" indent="-457200">
              <a:spcBef>
                <a:spcPts val="600"/>
              </a:spcBef>
              <a:buClr>
                <a:schemeClr val="accent1"/>
              </a:buClr>
              <a:buFont typeface="+mj-lt"/>
              <a:buAutoNum type="arabicPeriod"/>
              <a:defRPr sz="2400"/>
            </a:lvl1pPr>
            <a:lvl2pPr marL="457200" indent="0">
              <a:defRPr sz="2400"/>
            </a:lvl2pPr>
            <a:lvl3pPr marL="685800" indent="-228600">
              <a:defRPr sz="2000"/>
            </a:lvl3pPr>
            <a:lvl4pPr marL="1028700" indent="-228600">
              <a:defRPr sz="1800"/>
            </a:lvl4pPr>
            <a:lvl5pPr>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7792708"/>
      </p:ext>
    </p:extLst>
  </p:cSld>
  <p:clrMapOvr>
    <a:masterClrMapping/>
  </p:clrMapOvr>
  <p:extLst>
    <p:ext uri="{DCECCB84-F9BA-43D5-87BE-67443E8EF086}">
      <p15:sldGuideLst xmlns:p15="http://schemas.microsoft.com/office/powerpoint/2012/main">
        <p15:guide id="2" pos="3696">
          <p15:clr>
            <a:srgbClr val="FBAE40"/>
          </p15:clr>
        </p15:guide>
        <p15:guide id="3" pos="398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Section Header + Pic">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1C84CC1-84B5-4D26-AEDB-357857ECF43B}"/>
              </a:ext>
            </a:extLst>
          </p:cNvPr>
          <p:cNvGraphicFramePr>
            <a:graphicFrameLocks noChangeAspect="1"/>
          </p:cNvGraphicFramePr>
          <p:nvPr userDrawn="1">
            <p:custDataLst>
              <p:tags r:id="rId1"/>
            </p:custDataLst>
            <p:extLst>
              <p:ext uri="{D42A27DB-BD31-4B8C-83A1-F6EECF244321}">
                <p14:modId xmlns:p14="http://schemas.microsoft.com/office/powerpoint/2010/main" val="15122547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5" name="Object 4" hidden="1">
                        <a:extLst>
                          <a:ext uri="{FF2B5EF4-FFF2-40B4-BE49-F238E27FC236}">
                            <a16:creationId xmlns:a16="http://schemas.microsoft.com/office/drawing/2014/main" id="{61C84CC1-84B5-4D26-AEDB-357857ECF43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4C1BFB45-C43D-4713-A656-53090907DA31}"/>
              </a:ext>
            </a:extLst>
          </p:cNvPr>
          <p:cNvSpPr/>
          <p:nvPr userDrawn="1">
            <p:custDataLst>
              <p:tags r:id="rId2"/>
            </p:custDataLst>
          </p:nvPr>
        </p:nvSpPr>
        <p:spPr>
          <a:xfrm>
            <a:off x="0" y="0"/>
            <a:ext cx="158750" cy="1587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lang="en-US" sz="4400" b="0" i="0" baseline="0" dirty="0" err="1">
              <a:solidFill>
                <a:schemeClr val="tx1"/>
              </a:solidFill>
              <a:latin typeface="Arial Black" panose="020B0A04020102020204" pitchFamily="34" charset="0"/>
              <a:ea typeface="+mj-ea"/>
              <a:cs typeface="+mj-cs"/>
              <a:sym typeface="Arial Black" panose="020B0A04020102020204" pitchFamily="34" charset="0"/>
            </a:endParaRPr>
          </a:p>
        </p:txBody>
      </p:sp>
      <p:sp>
        <p:nvSpPr>
          <p:cNvPr id="2" name="Title 1">
            <a:extLst>
              <a:ext uri="{FF2B5EF4-FFF2-40B4-BE49-F238E27FC236}">
                <a16:creationId xmlns:a16="http://schemas.microsoft.com/office/drawing/2014/main" id="{05B4D9F8-D2F8-412B-8467-F3A1A6B4A5F0}"/>
              </a:ext>
            </a:extLst>
          </p:cNvPr>
          <p:cNvSpPr>
            <a:spLocks noGrp="1"/>
          </p:cNvSpPr>
          <p:nvPr>
            <p:ph type="title"/>
          </p:nvPr>
        </p:nvSpPr>
        <p:spPr>
          <a:xfrm>
            <a:off x="495300" y="3848099"/>
            <a:ext cx="11700254" cy="677108"/>
          </a:xfrm>
        </p:spPr>
        <p:txBody>
          <a:bodyPr wrap="square" tIns="0" anchor="t">
            <a:spAutoFit/>
          </a:bodyPr>
          <a:lstStyle>
            <a:lvl1pPr>
              <a:lnSpc>
                <a:spcPct val="100000"/>
              </a:lnSpc>
              <a:defRPr sz="4400" b="0"/>
            </a:lvl1pPr>
          </a:lstStyle>
          <a:p>
            <a:r>
              <a:rPr lang="en-US" dirty="0"/>
              <a:t>Click to edit Master title style</a:t>
            </a:r>
          </a:p>
        </p:txBody>
      </p:sp>
      <p:sp>
        <p:nvSpPr>
          <p:cNvPr id="3" name="Text Placeholder 2">
            <a:extLst>
              <a:ext uri="{FF2B5EF4-FFF2-40B4-BE49-F238E27FC236}">
                <a16:creationId xmlns:a16="http://schemas.microsoft.com/office/drawing/2014/main" id="{AA64BA69-0C36-44D3-95D1-C8122369423E}"/>
              </a:ext>
            </a:extLst>
          </p:cNvPr>
          <p:cNvSpPr>
            <a:spLocks noGrp="1"/>
          </p:cNvSpPr>
          <p:nvPr>
            <p:ph type="body" idx="1"/>
          </p:nvPr>
        </p:nvSpPr>
        <p:spPr>
          <a:xfrm>
            <a:off x="495300" y="5105400"/>
            <a:ext cx="2702663" cy="492443"/>
          </a:xfrm>
        </p:spPr>
        <p:txBody>
          <a:bodyPr wrap="none" tIns="182880">
            <a:sp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6" name="Slide Number Placeholder 5">
            <a:extLst>
              <a:ext uri="{FF2B5EF4-FFF2-40B4-BE49-F238E27FC236}">
                <a16:creationId xmlns:a16="http://schemas.microsoft.com/office/drawing/2014/main" id="{7C9446BA-0FD3-4FFF-B220-7298D3F88A4C}"/>
              </a:ext>
            </a:extLst>
          </p:cNvPr>
          <p:cNvSpPr>
            <a:spLocks noGrp="1"/>
          </p:cNvSpPr>
          <p:nvPr>
            <p:ph type="sldNum" sz="quarter" idx="12"/>
          </p:nvPr>
        </p:nvSpPr>
        <p:spPr/>
        <p:txBody>
          <a:bodyPr/>
          <a:lstStyle>
            <a:lvl1pPr>
              <a:defRPr>
                <a:solidFill>
                  <a:schemeClr val="accent3"/>
                </a:solidFill>
              </a:defRPr>
            </a:lvl1pPr>
          </a:lstStyle>
          <a:p>
            <a:fld id="{7B94EC18-1D2B-4535-B738-0E53AFE26620}" type="slidenum">
              <a:rPr lang="en-US" smtClean="0"/>
              <a:pPr/>
              <a:t>‹#›</a:t>
            </a:fld>
            <a:endParaRPr lang="en-US"/>
          </a:p>
        </p:txBody>
      </p:sp>
      <p:pic>
        <p:nvPicPr>
          <p:cNvPr id="7" name="Graphic 6">
            <a:extLst>
              <a:ext uri="{FF2B5EF4-FFF2-40B4-BE49-F238E27FC236}">
                <a16:creationId xmlns:a16="http://schemas.microsoft.com/office/drawing/2014/main" id="{7546317B-3751-4D87-BA2D-3B5F59761950}"/>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96237" y="6464744"/>
            <a:ext cx="1143000" cy="213769"/>
          </a:xfrm>
          <a:prstGeom prst="rect">
            <a:avLst/>
          </a:prstGeom>
        </p:spPr>
      </p:pic>
      <p:sp>
        <p:nvSpPr>
          <p:cNvPr id="11" name="Picture Placeholder 10">
            <a:extLst>
              <a:ext uri="{FF2B5EF4-FFF2-40B4-BE49-F238E27FC236}">
                <a16:creationId xmlns:a16="http://schemas.microsoft.com/office/drawing/2014/main" id="{9AAC5B92-BD5C-40B8-8837-AA1A4971E6F0}"/>
              </a:ext>
            </a:extLst>
          </p:cNvPr>
          <p:cNvSpPr>
            <a:spLocks noGrp="1"/>
          </p:cNvSpPr>
          <p:nvPr>
            <p:ph type="pic" sz="quarter" idx="13"/>
          </p:nvPr>
        </p:nvSpPr>
        <p:spPr>
          <a:xfrm>
            <a:off x="0" y="0"/>
            <a:ext cx="12192000" cy="3429000"/>
          </a:xfrm>
          <a:pattFill prst="wdUpDiag">
            <a:fgClr>
              <a:schemeClr val="bg2"/>
            </a:fgClr>
            <a:bgClr>
              <a:schemeClr val="bg1"/>
            </a:bgClr>
          </a:pattFill>
        </p:spPr>
        <p:txBody>
          <a:bodyPr/>
          <a:lstStyle/>
          <a:p>
            <a:r>
              <a:rPr lang="en-US"/>
              <a:t>Click icon to add picture</a:t>
            </a:r>
          </a:p>
        </p:txBody>
      </p:sp>
    </p:spTree>
    <p:extLst>
      <p:ext uri="{BB962C8B-B14F-4D97-AF65-F5344CB8AC3E}">
        <p14:creationId xmlns:p14="http://schemas.microsoft.com/office/powerpoint/2010/main" val="575365167"/>
      </p:ext>
    </p:extLst>
  </p:cSld>
  <p:clrMapOvr>
    <a:masterClrMapping/>
  </p:clrMapOvr>
  <p:extLst>
    <p:ext uri="{DCECCB84-F9BA-43D5-87BE-67443E8EF086}">
      <p15:sldGuideLst xmlns:p15="http://schemas.microsoft.com/office/powerpoint/2012/main">
        <p15:guide id="1" orient="horz" pos="3216">
          <p15:clr>
            <a:srgbClr val="FBAE40"/>
          </p15:clr>
        </p15:guide>
        <p15:guide id="2" pos="559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1_XL Content Gray">
    <p:bg>
      <p:bgPr>
        <a:solidFill>
          <a:schemeClr val="accent3"/>
        </a:solidFill>
        <a:effectLst/>
      </p:bgPr>
    </p:bg>
    <p:spTree>
      <p:nvGrpSpPr>
        <p:cNvPr id="1" name=""/>
        <p:cNvGrpSpPr/>
        <p:nvPr/>
      </p:nvGrpSpPr>
      <p:grpSpPr>
        <a:xfrm>
          <a:off x="0" y="0"/>
          <a:ext cx="0" cy="0"/>
          <a:chOff x="0" y="0"/>
          <a:chExt cx="0" cy="0"/>
        </a:xfrm>
      </p:grpSpPr>
      <p:pic>
        <p:nvPicPr>
          <p:cNvPr id="5" name="Graphic 4"/>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8212" y="6008332"/>
            <a:ext cx="2444600" cy="457200"/>
          </a:xfrm>
          <a:prstGeom prst="rect">
            <a:avLst/>
          </a:prstGeom>
        </p:spPr>
      </p:pic>
      <p:sp>
        <p:nvSpPr>
          <p:cNvPr id="4" name="Rectangle 3"/>
          <p:cNvSpPr/>
          <p:nvPr userDrawn="1"/>
        </p:nvSpPr>
        <p:spPr>
          <a:xfrm>
            <a:off x="495299" y="495300"/>
            <a:ext cx="6096000" cy="2437590"/>
          </a:xfrm>
          <a:prstGeom prst="rect">
            <a:avLst/>
          </a:prstGeom>
        </p:spPr>
        <p:txBody>
          <a:bodyPr lIns="0" tIns="0" rIns="0" bIns="0">
            <a:spAutoFit/>
          </a:bodyPr>
          <a:lstStyle/>
          <a:p>
            <a:pPr>
              <a:lnSpc>
                <a:spcPct val="90000"/>
              </a:lnSpc>
            </a:pPr>
            <a:r>
              <a:rPr kumimoji="0" lang="en-US" sz="8800" b="0" i="0" u="none" strike="noStrike" kern="1200" cap="all" spc="0" normalizeH="0" baseline="0" noProof="0" dirty="0">
                <a:ln>
                  <a:noFill/>
                </a:ln>
                <a:solidFill>
                  <a:schemeClr val="bg1"/>
                </a:solidFill>
                <a:effectLst/>
                <a:uLnTx/>
                <a:uFillTx/>
                <a:latin typeface="+mj-lt"/>
                <a:ea typeface="+mj-ea"/>
                <a:cs typeface="+mj-cs"/>
              </a:rPr>
              <a:t>THANK</a:t>
            </a:r>
            <a:br>
              <a:rPr kumimoji="0" lang="en-US" sz="8800" b="0" i="0" u="none" strike="noStrike" kern="1200" cap="all" spc="0" normalizeH="0" baseline="0" noProof="0" dirty="0">
                <a:ln>
                  <a:noFill/>
                </a:ln>
                <a:solidFill>
                  <a:schemeClr val="bg1"/>
                </a:solidFill>
                <a:effectLst/>
                <a:uLnTx/>
                <a:uFillTx/>
                <a:latin typeface="+mj-lt"/>
                <a:ea typeface="+mj-ea"/>
                <a:cs typeface="+mj-cs"/>
              </a:rPr>
            </a:br>
            <a:r>
              <a:rPr kumimoji="0" lang="en-US" sz="8800" b="0" i="0" u="none" strike="noStrike" kern="1200" cap="all" spc="0" normalizeH="0" baseline="0" noProof="0" dirty="0">
                <a:ln>
                  <a:noFill/>
                </a:ln>
                <a:solidFill>
                  <a:schemeClr val="bg1"/>
                </a:solidFill>
                <a:effectLst/>
                <a:uLnTx/>
                <a:uFillTx/>
                <a:latin typeface="+mj-lt"/>
                <a:ea typeface="+mj-ea"/>
                <a:cs typeface="+mj-cs"/>
              </a:rPr>
              <a:t>YOU</a:t>
            </a:r>
            <a:endParaRPr lang="en-US" sz="8800" dirty="0">
              <a:solidFill>
                <a:schemeClr val="bg1"/>
              </a:solidFill>
              <a:latin typeface="+mj-lt"/>
            </a:endParaRPr>
          </a:p>
        </p:txBody>
      </p:sp>
    </p:spTree>
    <p:extLst>
      <p:ext uri="{BB962C8B-B14F-4D97-AF65-F5344CB8AC3E}">
        <p14:creationId xmlns:p14="http://schemas.microsoft.com/office/powerpoint/2010/main" val="2594423214"/>
      </p:ext>
    </p:extLst>
  </p:cSld>
  <p:clrMapOvr>
    <a:masterClrMapping/>
  </p:clrMapOvr>
  <p:extLst>
    <p:ext uri="{DCECCB84-F9BA-43D5-87BE-67443E8EF086}">
      <p15:sldGuideLst xmlns:p15="http://schemas.microsoft.com/office/powerpoint/2012/main">
        <p15:guide id="2" pos="5592">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 Id="rId9"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Layout" Target="../slideLayouts/slideLayout6.xml"/><Relationship Id="rId7" Type="http://schemas.openxmlformats.org/officeDocument/2006/relationships/tags" Target="../tags/tag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theme" Target="../theme/theme3.xml"/><Relationship Id="rId5" Type="http://schemas.openxmlformats.org/officeDocument/2006/relationships/slideLayout" Target="../slideLayouts/slideLayout8.xml"/><Relationship Id="rId4" Type="http://schemas.openxmlformats.org/officeDocument/2006/relationships/slideLayout" Target="../slideLayouts/slideLayout7.xml"/><Relationship Id="rId9" Type="http://schemas.openxmlformats.org/officeDocument/2006/relationships/image" Target="../media/image10.png"/></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9.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ags" Target="../tags/tag8.xml"/><Relationship Id="rId5" Type="http://schemas.openxmlformats.org/officeDocument/2006/relationships/theme" Target="../theme/theme4.xml"/><Relationship Id="rId4"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3" Type="http://schemas.openxmlformats.org/officeDocument/2006/relationships/slideLayout" Target="../slideLayouts/slideLayout15.xml"/><Relationship Id="rId21" Type="http://schemas.openxmlformats.org/officeDocument/2006/relationships/slideLayout" Target="../slideLayouts/slideLayout33.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image" Target="../media/image11.png"/><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tags" Target="../tags/tag1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1" descr="ATail.jp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2201525" cy="6070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051" name="Picture 5" descr="Corner-01 copy.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0" y="3792538"/>
            <a:ext cx="12188825" cy="30527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723200" y="6016165"/>
            <a:ext cx="1788000" cy="516858"/>
          </a:xfrm>
          <a:prstGeom prst="rect">
            <a:avLst/>
          </a:prstGeom>
        </p:spPr>
      </p:pic>
    </p:spTree>
    <p:extLst>
      <p:ext uri="{BB962C8B-B14F-4D97-AF65-F5344CB8AC3E}">
        <p14:creationId xmlns:p14="http://schemas.microsoft.com/office/powerpoint/2010/main" val="3502156893"/>
      </p:ext>
    </p:extLst>
  </p:cSld>
  <p:clrMap bg1="lt1" tx1="dk1" bg2="lt2" tx2="dk2" accent1="accent1" accent2="accent2" accent3="accent3" accent4="accent4" accent5="accent5" accent6="accent6" hlink="hlink" folHlink="folHlink"/>
  <p:sldLayoutIdLst>
    <p:sldLayoutId id="2147483661" r:id="rId1"/>
    <p:sldLayoutId id="2147483662" r:id="rId2"/>
  </p:sldLayoutIdLst>
  <p:hf sldNum="0" hdr="0" dt="0"/>
  <p:txStyles>
    <p:titleStyle>
      <a:lvl1pPr algn="l" defTabSz="457200" rtl="0" eaLnBrk="1" fontAlgn="base" hangingPunct="1">
        <a:spcBef>
          <a:spcPct val="0"/>
        </a:spcBef>
        <a:spcAft>
          <a:spcPct val="0"/>
        </a:spcAft>
        <a:defRPr sz="2400" kern="1200">
          <a:solidFill>
            <a:schemeClr val="tx1"/>
          </a:solidFill>
          <a:latin typeface="HelveticaNeue BoldCond"/>
          <a:ea typeface="HelveticaNeue BoldCond"/>
          <a:cs typeface="HelveticaNeue BoldCond"/>
        </a:defRPr>
      </a:lvl1pPr>
      <a:lvl2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2pPr>
      <a:lvl3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3pPr>
      <a:lvl4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4pPr>
      <a:lvl5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5pPr>
      <a:lvl6pPr marL="4572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9pPr>
    </p:titleStyle>
    <p:bodyStyle>
      <a:lvl1pPr algn="l" defTabSz="457200" rtl="0" eaLnBrk="1" fontAlgn="base" hangingPunct="1">
        <a:spcBef>
          <a:spcPct val="20000"/>
        </a:spcBef>
        <a:spcAft>
          <a:spcPct val="0"/>
        </a:spcAft>
        <a:buFont typeface="Arial" panose="020B0604020202020204" pitchFamily="34" charset="0"/>
        <a:defRPr kern="1200">
          <a:solidFill>
            <a:schemeClr val="tx1"/>
          </a:solidFill>
          <a:latin typeface="Helvetica 55 Roman"/>
          <a:ea typeface="Helvetica 55 Roman"/>
          <a:cs typeface="Helvetica 55 Roman"/>
        </a:defRPr>
      </a:lvl1pPr>
      <a:lvl2pPr marL="742950" indent="-285750" algn="l" defTabSz="457200" rtl="0" eaLnBrk="1" fontAlgn="base" hangingPunct="1">
        <a:spcBef>
          <a:spcPct val="20000"/>
        </a:spcBef>
        <a:spcAft>
          <a:spcPct val="0"/>
        </a:spcAft>
        <a:buFont typeface="Arial" panose="020B0604020202020204" pitchFamily="34" charset="0"/>
        <a:buChar char="•"/>
        <a:defRPr sz="1600" kern="1200">
          <a:solidFill>
            <a:schemeClr val="tx1"/>
          </a:solidFill>
          <a:latin typeface="Helvetica Neue"/>
          <a:ea typeface="Helvetica Neue"/>
          <a:cs typeface="Helvetica Neue"/>
        </a:defRPr>
      </a:lvl2pPr>
      <a:lvl3pPr marL="1143000" indent="-228600" algn="l" defTabSz="457200" rtl="0" eaLnBrk="1" fontAlgn="base" hangingPunct="1">
        <a:spcBef>
          <a:spcPct val="20000"/>
        </a:spcBef>
        <a:spcAft>
          <a:spcPct val="0"/>
        </a:spcAft>
        <a:buSzPct val="90000"/>
        <a:buFont typeface="Courier New" panose="02070309020205020404" pitchFamily="49" charset="0"/>
        <a:buChar char="o"/>
        <a:defRPr sz="1400" kern="1200">
          <a:solidFill>
            <a:schemeClr val="tx1"/>
          </a:solidFill>
          <a:latin typeface="Helvetica Neue"/>
          <a:ea typeface="Helvetica Neue"/>
          <a:cs typeface="Helvetica Neue"/>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
          <p:cNvPicPr>
            <a:picLocks noChangeAspect="1"/>
          </p:cNvPicPr>
          <p:nvPr/>
        </p:nvPicPr>
        <p:blipFill>
          <a:blip r:embed="rId3" cstate="print">
            <a:extLst>
              <a:ext uri="{28A0092B-C50C-407E-A947-70E740481C1C}">
                <a14:useLocalDpi xmlns:a14="http://schemas.microsoft.com/office/drawing/2010/main" val="0"/>
              </a:ext>
            </a:extLst>
          </a:blip>
          <a:srcRect l="14668" r="29726"/>
          <a:stretch>
            <a:fillRect/>
          </a:stretch>
        </p:blipFill>
        <p:spPr bwMode="auto">
          <a:xfrm>
            <a:off x="0" y="0"/>
            <a:ext cx="4703763" cy="5638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27"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558213" y="1973263"/>
            <a:ext cx="3644900" cy="36655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28" name="Picture 12" descr="Picture2.jp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779963" y="-15875"/>
            <a:ext cx="7424737" cy="19065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29" name="Picture 13" descr="Picture3.jpg"/>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4764088" y="1973263"/>
            <a:ext cx="3668712" cy="2017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30" name="Picture 14" descr="Picture5.jpg"/>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779963" y="4052888"/>
            <a:ext cx="3659187" cy="15859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8" name="Picture 5" descr="Corner-01 copy.png"/>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6016" y="3792538"/>
            <a:ext cx="12209129" cy="30527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0" name="Picture 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723200" y="6016165"/>
            <a:ext cx="1788000" cy="516858"/>
          </a:xfrm>
          <a:prstGeom prst="rect">
            <a:avLst/>
          </a:prstGeom>
        </p:spPr>
      </p:pic>
    </p:spTree>
    <p:extLst>
      <p:ext uri="{BB962C8B-B14F-4D97-AF65-F5344CB8AC3E}">
        <p14:creationId xmlns:p14="http://schemas.microsoft.com/office/powerpoint/2010/main" val="4213545949"/>
      </p:ext>
    </p:extLst>
  </p:cSld>
  <p:clrMap bg1="lt1" tx1="dk1" bg2="lt2" tx2="dk2" accent1="accent1" accent2="accent2" accent3="accent3" accent4="accent4" accent5="accent5" accent6="accent6" hlink="hlink" folHlink="folHlink"/>
  <p:sldLayoutIdLst>
    <p:sldLayoutId id="2147483664" r:id="rId1"/>
  </p:sldLayoutIdLst>
  <p:hf hdr="0" dt="0"/>
  <p:txStyles>
    <p:titleStyle>
      <a:lvl1pPr algn="l" defTabSz="457200" rtl="0" eaLnBrk="1" fontAlgn="base" hangingPunct="1">
        <a:spcBef>
          <a:spcPct val="0"/>
        </a:spcBef>
        <a:spcAft>
          <a:spcPct val="0"/>
        </a:spcAft>
        <a:defRPr sz="2400" kern="1200">
          <a:solidFill>
            <a:schemeClr val="tx1"/>
          </a:solidFill>
          <a:latin typeface="HelveticaNeue BoldCond"/>
          <a:ea typeface="HelveticaNeue BoldCond"/>
          <a:cs typeface="HelveticaNeue BoldCond"/>
        </a:defRPr>
      </a:lvl1pPr>
      <a:lvl2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2pPr>
      <a:lvl3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3pPr>
      <a:lvl4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4pPr>
      <a:lvl5pPr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5pPr>
      <a:lvl6pPr marL="4572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6pPr>
      <a:lvl7pPr marL="9144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7pPr>
      <a:lvl8pPr marL="13716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8pPr>
      <a:lvl9pPr marL="1828800" algn="l" defTabSz="457200" rtl="0" eaLnBrk="1" fontAlgn="base" hangingPunct="1">
        <a:spcBef>
          <a:spcPct val="0"/>
        </a:spcBef>
        <a:spcAft>
          <a:spcPct val="0"/>
        </a:spcAft>
        <a:defRPr sz="2400">
          <a:solidFill>
            <a:schemeClr val="tx1"/>
          </a:solidFill>
          <a:latin typeface="HelveticaNeue BoldCond"/>
          <a:ea typeface="HelveticaNeue BoldCond"/>
          <a:cs typeface="HelveticaNeue BoldCond"/>
        </a:defRPr>
      </a:lvl9pPr>
    </p:titleStyle>
    <p:bodyStyle>
      <a:lvl1pPr algn="l" defTabSz="457200" rtl="0" eaLnBrk="1" fontAlgn="base" hangingPunct="1">
        <a:spcBef>
          <a:spcPct val="20000"/>
        </a:spcBef>
        <a:spcAft>
          <a:spcPct val="0"/>
        </a:spcAft>
        <a:buFont typeface="Arial" panose="020B0604020202020204" pitchFamily="34" charset="0"/>
        <a:defRPr kern="1200">
          <a:solidFill>
            <a:schemeClr val="tx1"/>
          </a:solidFill>
          <a:latin typeface="Helvetica 55 Roman"/>
          <a:ea typeface="Helvetica 55 Roman"/>
          <a:cs typeface="Helvetica 55 Roman"/>
        </a:defRPr>
      </a:lvl1pPr>
      <a:lvl2pPr marL="742950" indent="-285750" algn="l" defTabSz="457200" rtl="0" eaLnBrk="1" fontAlgn="base" hangingPunct="1">
        <a:spcBef>
          <a:spcPct val="20000"/>
        </a:spcBef>
        <a:spcAft>
          <a:spcPct val="0"/>
        </a:spcAft>
        <a:buFont typeface="Arial" panose="020B0604020202020204" pitchFamily="34" charset="0"/>
        <a:buChar char="•"/>
        <a:defRPr sz="1600" kern="1200">
          <a:solidFill>
            <a:schemeClr val="tx1"/>
          </a:solidFill>
          <a:latin typeface="Helvetica Neue"/>
          <a:ea typeface="Helvetica Neue"/>
          <a:cs typeface="Helvetica Neue"/>
        </a:defRPr>
      </a:lvl2pPr>
      <a:lvl3pPr marL="1143000" indent="-228600" algn="l" defTabSz="457200" rtl="0" eaLnBrk="1" fontAlgn="base" hangingPunct="1">
        <a:spcBef>
          <a:spcPct val="20000"/>
        </a:spcBef>
        <a:spcAft>
          <a:spcPct val="0"/>
        </a:spcAft>
        <a:buSzPct val="90000"/>
        <a:buFont typeface="Courier New" panose="02070309020205020404" pitchFamily="49" charset="0"/>
        <a:buChar char="o"/>
        <a:defRPr sz="1400" kern="1200">
          <a:solidFill>
            <a:schemeClr val="tx1"/>
          </a:solidFill>
          <a:latin typeface="Helvetica Neue"/>
          <a:ea typeface="Helvetica Neue"/>
          <a:cs typeface="Helvetica Neue"/>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81863" y="0"/>
            <a:ext cx="1810137" cy="1810137"/>
          </a:xfrm>
          <a:prstGeom prst="rect">
            <a:avLst/>
          </a:prstGeom>
        </p:spPr>
      </p:pic>
      <p:sp>
        <p:nvSpPr>
          <p:cNvPr id="3075" name="Title Placeholder 1"/>
          <p:cNvSpPr>
            <a:spLocks noGrp="1"/>
          </p:cNvSpPr>
          <p:nvPr>
            <p:ph type="title"/>
          </p:nvPr>
        </p:nvSpPr>
        <p:spPr bwMode="auto">
          <a:xfrm>
            <a:off x="712788" y="357188"/>
            <a:ext cx="10480675" cy="498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9" name="Slide Number Placeholder 5"/>
          <p:cNvSpPr>
            <a:spLocks noGrp="1"/>
          </p:cNvSpPr>
          <p:nvPr>
            <p:ph type="sldNum" sz="quarter" idx="4"/>
          </p:nvPr>
        </p:nvSpPr>
        <p:spPr>
          <a:xfrm>
            <a:off x="11645900" y="0"/>
            <a:ext cx="674688" cy="504825"/>
          </a:xfrm>
          <a:prstGeom prst="rect">
            <a:avLst/>
          </a:prstGeom>
        </p:spPr>
        <p:txBody>
          <a:bodyPr vert="horz" lIns="91440" tIns="45720" rIns="91440" bIns="45720" rtlCol="0" anchor="ctr"/>
          <a:lstStyle>
            <a:lvl1pPr algn="l" eaLnBrk="1" fontAlgn="auto" hangingPunct="1">
              <a:spcBef>
                <a:spcPts val="0"/>
              </a:spcBef>
              <a:spcAft>
                <a:spcPts val="0"/>
              </a:spcAft>
              <a:defRPr sz="1100" b="1" i="0">
                <a:solidFill>
                  <a:schemeClr val="bg1"/>
                </a:solidFill>
                <a:latin typeface="+mn-lt"/>
                <a:cs typeface="HelveticaNeue MediumCond"/>
              </a:defRPr>
            </a:lvl1pPr>
          </a:lstStyle>
          <a:p>
            <a:pPr>
              <a:defRPr/>
            </a:pPr>
            <a:fld id="{C05CE228-874B-4B88-8E7B-BE8A2097705B}" type="slidenum">
              <a:rPr lang="en-US"/>
              <a:pPr>
                <a:defRPr/>
              </a:pPr>
              <a:t>‹#›</a:t>
            </a:fld>
            <a:endParaRPr lang="en-US" dirty="0"/>
          </a:p>
        </p:txBody>
      </p:sp>
      <p:sp>
        <p:nvSpPr>
          <p:cNvPr id="10" name="Rectangle 23"/>
          <p:cNvSpPr>
            <a:spLocks noChangeArrowheads="1"/>
          </p:cNvSpPr>
          <p:nvPr/>
        </p:nvSpPr>
        <p:spPr bwMode="auto">
          <a:xfrm>
            <a:off x="4407310" y="6657975"/>
            <a:ext cx="3506788" cy="200025"/>
          </a:xfrm>
          <a:prstGeom prst="rect">
            <a:avLst/>
          </a:prstGeom>
          <a:noFill/>
          <a:ln>
            <a:noFill/>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defRPr/>
            </a:pPr>
            <a:r>
              <a:rPr lang="en-US" altLang="en-US" sz="700" dirty="0">
                <a:solidFill>
                  <a:schemeClr val="accent3"/>
                </a:solidFill>
                <a:cs typeface="Arial" panose="020B0604020202020204" pitchFamily="34" charset="0"/>
              </a:rPr>
              <a:t>Honeywell Confidential - © 2017 by Honeywell International Inc. All rights reserved. </a:t>
            </a:r>
          </a:p>
        </p:txBody>
      </p:sp>
      <p:sp>
        <p:nvSpPr>
          <p:cNvPr id="2" name="Footer Placeholder 1"/>
          <p:cNvSpPr>
            <a:spLocks noGrp="1"/>
          </p:cNvSpPr>
          <p:nvPr>
            <p:ph type="ftr" sz="quarter" idx="3"/>
            <p:custDataLst>
              <p:tags r:id="rId7"/>
            </p:custDataLst>
          </p:nvPr>
        </p:nvSpPr>
        <p:spPr>
          <a:xfrm>
            <a:off x="0" y="6656832"/>
            <a:ext cx="12192000" cy="200055"/>
          </a:xfrm>
          <a:prstGeom prst="rect">
            <a:avLst/>
          </a:prstGeom>
        </p:spPr>
        <p:txBody>
          <a:bodyPr vert="horz" wrap="square" lIns="91440" tIns="45720" rIns="91440" bIns="45720" rtlCol="0" anchor="t" anchorCtr="0">
            <a:spAutoFit/>
          </a:bodyPr>
          <a:lstStyle>
            <a:lvl1pPr algn="l">
              <a:defRPr lang="en-US" sz="700" b="0" i="0" u="none">
                <a:solidFill>
                  <a:srgbClr val="7F7F7F"/>
                </a:solidFill>
                <a:latin typeface="Arial" panose="020B0604020202020204" pitchFamily="34" charset="0"/>
              </a:defRPr>
            </a:lvl1pPr>
          </a:lstStyle>
          <a:p>
            <a:r>
              <a:rPr lang="en-US"/>
              <a:t>Honeywell Internal</a:t>
            </a:r>
          </a:p>
        </p:txBody>
      </p:sp>
      <p:pic>
        <p:nvPicPr>
          <p:cNvPr id="12" name="Picture 1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0758037" y="6340391"/>
            <a:ext cx="1215079" cy="337150"/>
          </a:xfrm>
          <a:prstGeom prst="rect">
            <a:avLst/>
          </a:prstGeom>
        </p:spPr>
      </p:pic>
    </p:spTree>
    <p:extLst>
      <p:ext uri="{BB962C8B-B14F-4D97-AF65-F5344CB8AC3E}">
        <p14:creationId xmlns:p14="http://schemas.microsoft.com/office/powerpoint/2010/main" val="2437749265"/>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p:hf hdr="0" dt="0"/>
  <p:txStyles>
    <p:titleStyle>
      <a:lvl1pPr algn="l" defTabSz="457200" rtl="0" eaLnBrk="1" fontAlgn="base" hangingPunct="1">
        <a:spcBef>
          <a:spcPct val="0"/>
        </a:spcBef>
        <a:spcAft>
          <a:spcPct val="0"/>
        </a:spcAft>
        <a:defRPr lang="en-US" sz="2800" b="1" kern="1200" dirty="0">
          <a:solidFill>
            <a:schemeClr val="tx1"/>
          </a:solidFill>
          <a:latin typeface="Arial" pitchFamily="34" charset="0"/>
          <a:ea typeface="Arial" charset="0"/>
          <a:cs typeface="Arial" pitchFamily="34" charset="0"/>
        </a:defRPr>
      </a:lvl1pPr>
      <a:lvl2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2pPr>
      <a:lvl3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3pPr>
      <a:lvl4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4pPr>
      <a:lvl5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5pPr>
      <a:lvl6pPr marL="4572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1" fontAlgn="base" hangingPunct="1">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1" fontAlgn="base" hangingPunct="1">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1" fontAlgn="base" hangingPunct="1">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81863" y="0"/>
            <a:ext cx="1810137" cy="1810137"/>
          </a:xfrm>
          <a:prstGeom prst="rect">
            <a:avLst/>
          </a:prstGeom>
        </p:spPr>
      </p:pic>
      <p:sp>
        <p:nvSpPr>
          <p:cNvPr id="4099" name="Title Placeholder 1"/>
          <p:cNvSpPr>
            <a:spLocks noGrp="1"/>
          </p:cNvSpPr>
          <p:nvPr>
            <p:ph type="title"/>
          </p:nvPr>
        </p:nvSpPr>
        <p:spPr bwMode="auto">
          <a:xfrm>
            <a:off x="712788" y="357188"/>
            <a:ext cx="10509250" cy="498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3076" name="Rectangle 23"/>
          <p:cNvSpPr>
            <a:spLocks noChangeArrowheads="1"/>
          </p:cNvSpPr>
          <p:nvPr/>
        </p:nvSpPr>
        <p:spPr bwMode="auto">
          <a:xfrm>
            <a:off x="4407408" y="6163056"/>
            <a:ext cx="3506788" cy="200025"/>
          </a:xfrm>
          <a:prstGeom prst="rect">
            <a:avLst/>
          </a:prstGeom>
          <a:noFill/>
          <a:ln>
            <a:noFill/>
          </a:ln>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defTabSz="457200" fontAlgn="base">
              <a:spcBef>
                <a:spcPct val="0"/>
              </a:spcBef>
              <a:spcAft>
                <a:spcPct val="0"/>
              </a:spcAft>
              <a:defRPr>
                <a:solidFill>
                  <a:schemeClr val="tx1"/>
                </a:solidFill>
                <a:latin typeface="Arial" panose="020B0604020202020204" pitchFamily="34" charset="0"/>
              </a:defRPr>
            </a:lvl6pPr>
            <a:lvl7pPr marL="2971800" indent="-228600" defTabSz="457200" fontAlgn="base">
              <a:spcBef>
                <a:spcPct val="0"/>
              </a:spcBef>
              <a:spcAft>
                <a:spcPct val="0"/>
              </a:spcAft>
              <a:defRPr>
                <a:solidFill>
                  <a:schemeClr val="tx1"/>
                </a:solidFill>
                <a:latin typeface="Arial" panose="020B0604020202020204" pitchFamily="34" charset="0"/>
              </a:defRPr>
            </a:lvl7pPr>
            <a:lvl8pPr marL="3429000" indent="-228600" defTabSz="457200" fontAlgn="base">
              <a:spcBef>
                <a:spcPct val="0"/>
              </a:spcBef>
              <a:spcAft>
                <a:spcPct val="0"/>
              </a:spcAft>
              <a:defRPr>
                <a:solidFill>
                  <a:schemeClr val="tx1"/>
                </a:solidFill>
                <a:latin typeface="Arial" panose="020B0604020202020204" pitchFamily="34" charset="0"/>
              </a:defRPr>
            </a:lvl8pPr>
            <a:lvl9pPr marL="3886200" indent="-228600" defTabSz="457200" fontAlgn="base">
              <a:spcBef>
                <a:spcPct val="0"/>
              </a:spcBef>
              <a:spcAft>
                <a:spcPct val="0"/>
              </a:spcAft>
              <a:defRPr>
                <a:solidFill>
                  <a:schemeClr val="tx1"/>
                </a:solidFill>
                <a:latin typeface="Arial" panose="020B0604020202020204" pitchFamily="34" charset="0"/>
              </a:defRPr>
            </a:lvl9pPr>
          </a:lstStyle>
          <a:p>
            <a:pPr eaLnBrk="1" hangingPunct="1">
              <a:defRPr/>
            </a:pPr>
            <a:r>
              <a:rPr lang="en-US" altLang="en-US" sz="700" dirty="0">
                <a:solidFill>
                  <a:schemeClr val="accent3"/>
                </a:solidFill>
                <a:cs typeface="Arial" panose="020B0604020202020204" pitchFamily="34" charset="0"/>
              </a:rPr>
              <a:t>Honeywell Confidential - © 2017 by Honeywell International Inc. All rights reserved. </a:t>
            </a:r>
          </a:p>
        </p:txBody>
      </p:sp>
      <p:sp>
        <p:nvSpPr>
          <p:cNvPr id="9" name="Slide Number Placeholder 5"/>
          <p:cNvSpPr>
            <a:spLocks noGrp="1"/>
          </p:cNvSpPr>
          <p:nvPr>
            <p:ph type="sldNum" sz="quarter" idx="4"/>
          </p:nvPr>
        </p:nvSpPr>
        <p:spPr>
          <a:xfrm>
            <a:off x="11645900" y="0"/>
            <a:ext cx="674688" cy="504825"/>
          </a:xfrm>
          <a:prstGeom prst="rect">
            <a:avLst/>
          </a:prstGeom>
        </p:spPr>
        <p:txBody>
          <a:bodyPr vert="horz" lIns="91440" tIns="45720" rIns="91440" bIns="45720" rtlCol="0" anchor="ctr"/>
          <a:lstStyle>
            <a:lvl1pPr algn="l" eaLnBrk="1" fontAlgn="auto" hangingPunct="1">
              <a:spcBef>
                <a:spcPts val="0"/>
              </a:spcBef>
              <a:spcAft>
                <a:spcPts val="0"/>
              </a:spcAft>
              <a:defRPr sz="1100" b="1" i="0">
                <a:solidFill>
                  <a:schemeClr val="bg1"/>
                </a:solidFill>
                <a:latin typeface="+mn-lt"/>
                <a:cs typeface="HelveticaNeue MediumCond"/>
              </a:defRPr>
            </a:lvl1pPr>
          </a:lstStyle>
          <a:p>
            <a:pPr>
              <a:defRPr/>
            </a:pPr>
            <a:fld id="{C7F57E65-5E51-47D0-99CC-FC05E212C347}" type="slidenum">
              <a:rPr lang="en-US"/>
              <a:pPr>
                <a:defRPr/>
              </a:pPr>
              <a:t>‹#›</a:t>
            </a:fld>
            <a:endParaRPr lang="en-US" dirty="0"/>
          </a:p>
        </p:txBody>
      </p:sp>
      <p:sp>
        <p:nvSpPr>
          <p:cNvPr id="3" name="Footer Placeholder 2"/>
          <p:cNvSpPr>
            <a:spLocks noGrp="1"/>
          </p:cNvSpPr>
          <p:nvPr>
            <p:ph type="ftr" sz="quarter" idx="3"/>
            <p:custDataLst>
              <p:tags r:id="rId6"/>
            </p:custDataLst>
          </p:nvPr>
        </p:nvSpPr>
        <p:spPr>
          <a:xfrm>
            <a:off x="0" y="6147014"/>
            <a:ext cx="12192000" cy="200055"/>
          </a:xfrm>
          <a:prstGeom prst="rect">
            <a:avLst/>
          </a:prstGeom>
        </p:spPr>
        <p:txBody>
          <a:bodyPr vert="horz" wrap="square" lIns="91440" tIns="45720" rIns="91440" bIns="45720" rtlCol="0" anchor="t" anchorCtr="0">
            <a:spAutoFit/>
          </a:bodyPr>
          <a:lstStyle>
            <a:lvl1pPr algn="l">
              <a:defRPr lang="en-US" sz="700" b="0" i="0" u="none">
                <a:solidFill>
                  <a:srgbClr val="7F7F7F"/>
                </a:solidFill>
                <a:latin typeface="Arial" panose="020B0604020202020204" pitchFamily="34" charset="0"/>
              </a:defRPr>
            </a:lvl1pPr>
          </a:lstStyle>
          <a:p>
            <a:r>
              <a:rPr lang="en-US"/>
              <a:t>Honeywell Internal</a:t>
            </a:r>
          </a:p>
        </p:txBody>
      </p:sp>
      <p:sp>
        <p:nvSpPr>
          <p:cNvPr id="8" name="Round Single Corner Rectangle 7"/>
          <p:cNvSpPr/>
          <p:nvPr/>
        </p:nvSpPr>
        <p:spPr>
          <a:xfrm>
            <a:off x="0" y="6377149"/>
            <a:ext cx="11583988" cy="504825"/>
          </a:xfrm>
          <a:prstGeom prst="round1Rect">
            <a:avLst>
              <a:gd name="adj" fmla="val 50000"/>
            </a:avLst>
          </a:prstGeom>
          <a:solidFill>
            <a:schemeClr val="tx2"/>
          </a:solidFill>
          <a:ln w="19050" cmpd="sng">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extLst>
      <p:ext uri="{BB962C8B-B14F-4D97-AF65-F5344CB8AC3E}">
        <p14:creationId xmlns:p14="http://schemas.microsoft.com/office/powerpoint/2010/main" val="2323076596"/>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Lst>
  <p:hf hdr="0" dt="0"/>
  <p:txStyles>
    <p:titleStyle>
      <a:lvl1pPr algn="l" defTabSz="457200" rtl="0" eaLnBrk="1" fontAlgn="base" hangingPunct="1">
        <a:spcBef>
          <a:spcPct val="0"/>
        </a:spcBef>
        <a:spcAft>
          <a:spcPct val="0"/>
        </a:spcAft>
        <a:defRPr lang="en-US" sz="2800" b="1" kern="1200" dirty="0">
          <a:solidFill>
            <a:schemeClr val="tx1"/>
          </a:solidFill>
          <a:latin typeface="Arial" pitchFamily="34" charset="0"/>
          <a:ea typeface="Arial" charset="0"/>
          <a:cs typeface="Arial" pitchFamily="34" charset="0"/>
        </a:defRPr>
      </a:lvl1pPr>
      <a:lvl2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2pPr>
      <a:lvl3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3pPr>
      <a:lvl4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4pPr>
      <a:lvl5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5pPr>
      <a:lvl6pPr marL="4572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1" fontAlgn="base" hangingPunct="1">
        <a:spcBef>
          <a:spcPct val="20000"/>
        </a:spcBef>
        <a:spcAft>
          <a:spcPct val="0"/>
        </a:spcAft>
        <a:buClr>
          <a:srgbClr val="C00000"/>
        </a:buClr>
        <a:buFont typeface="Arial" panose="020B0604020202020204" pitchFamily="34"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1" fontAlgn="base" hangingPunct="1">
        <a:spcBef>
          <a:spcPct val="20000"/>
        </a:spcBef>
        <a:spcAft>
          <a:spcPct val="0"/>
        </a:spcAft>
        <a:buFont typeface="Arial" panose="020B0604020202020204" pitchFamily="34" charset="0"/>
        <a:buChar char="-"/>
        <a:defRPr kern="1200">
          <a:solidFill>
            <a:schemeClr val="tx1"/>
          </a:solidFill>
          <a:latin typeface="Arial" pitchFamily="34" charset="0"/>
          <a:ea typeface="Arial" charset="0"/>
          <a:cs typeface="Arial" pitchFamily="34" charset="0"/>
        </a:defRPr>
      </a:lvl2pPr>
      <a:lvl3pPr marL="1084263" indent="-169863" algn="l" defTabSz="457200" rtl="0" eaLnBrk="1" fontAlgn="base" hangingPunct="1">
        <a:spcBef>
          <a:spcPct val="20000"/>
        </a:spcBef>
        <a:spcAft>
          <a:spcPct val="0"/>
        </a:spcAft>
        <a:buClr>
          <a:srgbClr val="7F7F7F"/>
        </a:buClr>
        <a:buSzPct val="90000"/>
        <a:buFont typeface="Wingdings" panose="05000000000000000000" pitchFamily="2"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8" name="Round Single Corner Rectangle 1"/>
          <p:cNvSpPr>
            <a:spLocks/>
          </p:cNvSpPr>
          <p:nvPr/>
        </p:nvSpPr>
        <p:spPr>
          <a:xfrm rot="5400000">
            <a:off x="10363200" y="-41"/>
            <a:ext cx="1828800" cy="1828800"/>
          </a:xfrm>
          <a:custGeom>
            <a:avLst/>
            <a:gdLst>
              <a:gd name="connsiteX0" fmla="*/ 0 w 1371600"/>
              <a:gd name="connsiteY0" fmla="*/ 0 h 1532236"/>
              <a:gd name="connsiteX1" fmla="*/ 1142995 w 1371600"/>
              <a:gd name="connsiteY1" fmla="*/ 0 h 1532236"/>
              <a:gd name="connsiteX2" fmla="*/ 1371600 w 1371600"/>
              <a:gd name="connsiteY2" fmla="*/ 228605 h 1532236"/>
              <a:gd name="connsiteX3" fmla="*/ 1371600 w 1371600"/>
              <a:gd name="connsiteY3" fmla="*/ 1532236 h 1532236"/>
              <a:gd name="connsiteX4" fmla="*/ 0 w 1371600"/>
              <a:gd name="connsiteY4" fmla="*/ 1532236 h 1532236"/>
              <a:gd name="connsiteX5" fmla="*/ 0 w 1371600"/>
              <a:gd name="connsiteY5" fmla="*/ 0 h 1532236"/>
              <a:gd name="connsiteX0" fmla="*/ 0 w 1371600"/>
              <a:gd name="connsiteY0" fmla="*/ 0 h 1532236"/>
              <a:gd name="connsiteX1" fmla="*/ 1142995 w 1371600"/>
              <a:gd name="connsiteY1" fmla="*/ 0 h 1532236"/>
              <a:gd name="connsiteX2" fmla="*/ 1371600 w 1371600"/>
              <a:gd name="connsiteY2" fmla="*/ 228605 h 1532236"/>
              <a:gd name="connsiteX3" fmla="*/ 0 w 1371600"/>
              <a:gd name="connsiteY3" fmla="*/ 1532236 h 1532236"/>
              <a:gd name="connsiteX4" fmla="*/ 0 w 1371600"/>
              <a:gd name="connsiteY4"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8 h 1532244"/>
              <a:gd name="connsiteX1" fmla="*/ 1142995 w 1142995"/>
              <a:gd name="connsiteY1" fmla="*/ 8 h 1532244"/>
              <a:gd name="connsiteX2" fmla="*/ 0 w 1142995"/>
              <a:gd name="connsiteY2" fmla="*/ 1532244 h 1532244"/>
              <a:gd name="connsiteX3" fmla="*/ 0 w 1142995"/>
              <a:gd name="connsiteY3" fmla="*/ 8 h 1532244"/>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4012 w 1147007"/>
              <a:gd name="connsiteY0" fmla="*/ 9 h 1532245"/>
              <a:gd name="connsiteX1" fmla="*/ 1147007 w 1147007"/>
              <a:gd name="connsiteY1" fmla="*/ 9 h 1532245"/>
              <a:gd name="connsiteX2" fmla="*/ 4012 w 1147007"/>
              <a:gd name="connsiteY2" fmla="*/ 1532245 h 1532245"/>
              <a:gd name="connsiteX3" fmla="*/ 4012 w 1147007"/>
              <a:gd name="connsiteY3" fmla="*/ 9 h 1532245"/>
              <a:gd name="connsiteX0" fmla="*/ 0 w 1142995"/>
              <a:gd name="connsiteY0" fmla="*/ 9 h 1532245"/>
              <a:gd name="connsiteX1" fmla="*/ 1142995 w 1142995"/>
              <a:gd name="connsiteY1" fmla="*/ 9 h 1532245"/>
              <a:gd name="connsiteX2" fmla="*/ 0 w 1142995"/>
              <a:gd name="connsiteY2" fmla="*/ 1532245 h 1532245"/>
              <a:gd name="connsiteX3" fmla="*/ 0 w 1142995"/>
              <a:gd name="connsiteY3" fmla="*/ 9 h 1532245"/>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64 h 1532300"/>
              <a:gd name="connsiteX1" fmla="*/ 1142995 w 1142995"/>
              <a:gd name="connsiteY1" fmla="*/ 64 h 1532300"/>
              <a:gd name="connsiteX2" fmla="*/ 0 w 1142995"/>
              <a:gd name="connsiteY2" fmla="*/ 1532300 h 1532300"/>
              <a:gd name="connsiteX3" fmla="*/ 0 w 1142995"/>
              <a:gd name="connsiteY3" fmla="*/ 64 h 1532300"/>
              <a:gd name="connsiteX0" fmla="*/ 0 w 1142995"/>
              <a:gd name="connsiteY0" fmla="*/ 76 h 1532312"/>
              <a:gd name="connsiteX1" fmla="*/ 1142995 w 1142995"/>
              <a:gd name="connsiteY1" fmla="*/ 76 h 1532312"/>
              <a:gd name="connsiteX2" fmla="*/ 0 w 1142995"/>
              <a:gd name="connsiteY2" fmla="*/ 1532312 h 1532312"/>
              <a:gd name="connsiteX3" fmla="*/ 0 w 1142995"/>
              <a:gd name="connsiteY3" fmla="*/ 76 h 1532312"/>
              <a:gd name="connsiteX0" fmla="*/ 0 w 1142995"/>
              <a:gd name="connsiteY0" fmla="*/ 83 h 1532319"/>
              <a:gd name="connsiteX1" fmla="*/ 1142995 w 1142995"/>
              <a:gd name="connsiteY1" fmla="*/ 83 h 1532319"/>
              <a:gd name="connsiteX2" fmla="*/ 0 w 1142995"/>
              <a:gd name="connsiteY2" fmla="*/ 1532319 h 1532319"/>
              <a:gd name="connsiteX3" fmla="*/ 0 w 1142995"/>
              <a:gd name="connsiteY3" fmla="*/ 83 h 1532319"/>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87 h 1532323"/>
              <a:gd name="connsiteX1" fmla="*/ 1142995 w 1142995"/>
              <a:gd name="connsiteY1" fmla="*/ 87 h 1532323"/>
              <a:gd name="connsiteX2" fmla="*/ 0 w 1142995"/>
              <a:gd name="connsiteY2" fmla="*/ 1532323 h 1532323"/>
              <a:gd name="connsiteX3" fmla="*/ 0 w 1142995"/>
              <a:gd name="connsiteY3" fmla="*/ 87 h 1532323"/>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2236"/>
              <a:gd name="connsiteX1" fmla="*/ 1142995 w 1142995"/>
              <a:gd name="connsiteY1" fmla="*/ 0 h 1532236"/>
              <a:gd name="connsiteX2" fmla="*/ 0 w 1142995"/>
              <a:gd name="connsiteY2" fmla="*/ 1532236 h 1532236"/>
              <a:gd name="connsiteX3" fmla="*/ 0 w 1142995"/>
              <a:gd name="connsiteY3" fmla="*/ 0 h 1532236"/>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0 w 1142995"/>
              <a:gd name="connsiteY0" fmla="*/ 0 h 1530213"/>
              <a:gd name="connsiteX1" fmla="*/ 1142995 w 1142995"/>
              <a:gd name="connsiteY1" fmla="*/ 0 h 1530213"/>
              <a:gd name="connsiteX2" fmla="*/ 2 w 1142995"/>
              <a:gd name="connsiteY2" fmla="*/ 1530213 h 1530213"/>
              <a:gd name="connsiteX3" fmla="*/ 0 w 1142995"/>
              <a:gd name="connsiteY3" fmla="*/ 0 h 1530213"/>
              <a:gd name="connsiteX0" fmla="*/ 705 w 1143700"/>
              <a:gd name="connsiteY0" fmla="*/ 0 h 1530213"/>
              <a:gd name="connsiteX1" fmla="*/ 1143700 w 1143700"/>
              <a:gd name="connsiteY1" fmla="*/ 0 h 1530213"/>
              <a:gd name="connsiteX2" fmla="*/ 707 w 1143700"/>
              <a:gd name="connsiteY2" fmla="*/ 1530213 h 1530213"/>
              <a:gd name="connsiteX3" fmla="*/ 705 w 1143700"/>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 name="connsiteX0" fmla="*/ 26 w 1143021"/>
              <a:gd name="connsiteY0" fmla="*/ 0 h 1530213"/>
              <a:gd name="connsiteX1" fmla="*/ 1143021 w 1143021"/>
              <a:gd name="connsiteY1" fmla="*/ 0 h 1530213"/>
              <a:gd name="connsiteX2" fmla="*/ 28 w 1143021"/>
              <a:gd name="connsiteY2" fmla="*/ 1530213 h 1530213"/>
              <a:gd name="connsiteX3" fmla="*/ 26 w 1143021"/>
              <a:gd name="connsiteY3" fmla="*/ 0 h 1530213"/>
            </a:gdLst>
            <a:ahLst/>
            <a:cxnLst>
              <a:cxn ang="0">
                <a:pos x="connsiteX0" y="connsiteY0"/>
              </a:cxn>
              <a:cxn ang="0">
                <a:pos x="connsiteX1" y="connsiteY1"/>
              </a:cxn>
              <a:cxn ang="0">
                <a:pos x="connsiteX2" y="connsiteY2"/>
              </a:cxn>
              <a:cxn ang="0">
                <a:pos x="connsiteX3" y="connsiteY3"/>
              </a:cxn>
            </a:cxnLst>
            <a:rect l="l" t="t" r="r" b="b"/>
            <a:pathLst>
              <a:path w="1143021" h="1530213">
                <a:moveTo>
                  <a:pt x="26" y="0"/>
                </a:moveTo>
                <a:lnTo>
                  <a:pt x="1143021" y="0"/>
                </a:lnTo>
                <a:cubicBezTo>
                  <a:pt x="511995" y="21249"/>
                  <a:pt x="64862" y="691940"/>
                  <a:pt x="28" y="1530213"/>
                </a:cubicBezTo>
                <a:cubicBezTo>
                  <a:pt x="-33" y="1170749"/>
                  <a:pt x="26" y="510745"/>
                  <a:pt x="26" y="0"/>
                </a:cubicBezTo>
                <a:close/>
              </a:path>
            </a:pathLst>
          </a:custGeom>
          <a:solidFill>
            <a:srgbClr val="E1261C"/>
          </a:solidFill>
          <a:ln w="9525" cap="flat" cmpd="sng" algn="ctr">
            <a:noFill/>
            <a:prstDash val="solid"/>
          </a:ln>
          <a:effectLst>
            <a:innerShdw blurRad="127000" dist="25400" dir="2700000">
              <a:srgbClr val="E1261C">
                <a:lumMod val="50000"/>
                <a:alpha val="40000"/>
              </a:srgbClr>
            </a:innerShdw>
          </a:effectLst>
        </p:spPr>
        <p:txBody>
          <a:bodyPr rtlCol="0" anchor="ctr"/>
          <a:lstStyle/>
          <a:p>
            <a:pPr algn="ctr">
              <a:defRPr/>
            </a:pPr>
            <a:r>
              <a:rPr lang="en-US" kern="0">
                <a:solidFill>
                  <a:srgbClr val="FFFFFF"/>
                </a:solidFill>
              </a:rPr>
              <a:t> </a:t>
            </a:r>
          </a:p>
        </p:txBody>
      </p:sp>
      <p:sp>
        <p:nvSpPr>
          <p:cNvPr id="3075" name="Title Placeholder 1"/>
          <p:cNvSpPr>
            <a:spLocks noGrp="1"/>
          </p:cNvSpPr>
          <p:nvPr>
            <p:ph type="title"/>
          </p:nvPr>
        </p:nvSpPr>
        <p:spPr bwMode="auto">
          <a:xfrm>
            <a:off x="713232" y="357189"/>
            <a:ext cx="10681934"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 name="Slide Number Placeholder 5"/>
          <p:cNvSpPr>
            <a:spLocks noGrp="1"/>
          </p:cNvSpPr>
          <p:nvPr>
            <p:ph type="sldNum" sz="quarter" idx="4"/>
          </p:nvPr>
        </p:nvSpPr>
        <p:spPr>
          <a:xfrm>
            <a:off x="11645901" y="-28574"/>
            <a:ext cx="675217" cy="504825"/>
          </a:xfrm>
          <a:prstGeom prst="rect">
            <a:avLst/>
          </a:prstGeom>
        </p:spPr>
        <p:txBody>
          <a:bodyPr vert="horz" lIns="91440" tIns="45720" rIns="91440" bIns="45720" rtlCol="0" anchor="ctr"/>
          <a:lstStyle>
            <a:lvl1pPr algn="l" eaLnBrk="1" fontAlgn="auto" hangingPunct="1">
              <a:spcBef>
                <a:spcPts val="0"/>
              </a:spcBef>
              <a:spcAft>
                <a:spcPts val="0"/>
              </a:spcAft>
              <a:defRPr sz="1000" b="1" i="0">
                <a:solidFill>
                  <a:schemeClr val="bg1"/>
                </a:solidFill>
                <a:latin typeface="HelveticaNeue MediumCond"/>
                <a:cs typeface="HelveticaNeue MediumCond"/>
              </a:defRPr>
            </a:lvl1pPr>
          </a:lstStyle>
          <a:p>
            <a:pPr defTabSz="457200">
              <a:defRPr/>
            </a:pPr>
            <a:fld id="{58E27D68-75D7-1046-B88F-55C44A5ED9A6}" type="slidenum">
              <a:rPr lang="en-US">
                <a:solidFill>
                  <a:srgbClr val="FFFFFF"/>
                </a:solidFill>
              </a:rPr>
              <a:pPr defTabSz="457200">
                <a:defRPr/>
              </a:pPr>
              <a:t>‹#›</a:t>
            </a:fld>
            <a:endParaRPr lang="en-US" dirty="0">
              <a:solidFill>
                <a:srgbClr val="FFFFFF"/>
              </a:solidFill>
            </a:endParaRPr>
          </a:p>
        </p:txBody>
      </p:sp>
      <p:sp>
        <p:nvSpPr>
          <p:cNvPr id="2" name="Footer Placeholder 1"/>
          <p:cNvSpPr>
            <a:spLocks noGrp="1"/>
          </p:cNvSpPr>
          <p:nvPr>
            <p:ph type="ftr" sz="quarter" idx="3"/>
            <p:custDataLst>
              <p:tags r:id="rId31"/>
            </p:custDataLst>
          </p:nvPr>
        </p:nvSpPr>
        <p:spPr>
          <a:xfrm>
            <a:off x="0" y="6629400"/>
            <a:ext cx="12192000" cy="201168"/>
          </a:xfrm>
          <a:prstGeom prst="rect">
            <a:avLst/>
          </a:prstGeom>
        </p:spPr>
        <p:txBody>
          <a:bodyPr vert="horz" lIns="91440" tIns="45720" rIns="91440" bIns="45720" rtlCol="0" anchor="ctr"/>
          <a:lstStyle>
            <a:lvl1pPr algn="l">
              <a:defRPr lang="en-US" sz="700" b="0" i="0" u="none">
                <a:solidFill>
                  <a:srgbClr val="7F7F7F"/>
                </a:solidFill>
                <a:latin typeface="Arial" panose="020B0604020202020204" pitchFamily="34" charset="0"/>
              </a:defRPr>
            </a:lvl1pPr>
          </a:lstStyle>
          <a:p>
            <a:pPr defTabSz="457200" eaLnBrk="0" fontAlgn="base" hangingPunct="0">
              <a:spcBef>
                <a:spcPct val="0"/>
              </a:spcBef>
              <a:spcAft>
                <a:spcPct val="0"/>
              </a:spcAft>
            </a:pPr>
            <a:r>
              <a:rPr lang="en-US"/>
              <a:t>Honeywell Internal</a:t>
            </a:r>
          </a:p>
        </p:txBody>
      </p:sp>
      <p:pic>
        <p:nvPicPr>
          <p:cNvPr id="7" name="Picture 6" descr="\\localhost\Volumes\DMS-Server\Clients\Honeywell PPT \Honeywell - Freestanding Logos\Honeywell - Freestanding Logo RGB.png"/>
          <p:cNvPicPr>
            <a:picLocks noChangeAspect="1"/>
          </p:cNvPicPr>
          <p:nvPr/>
        </p:nvPicPr>
        <p:blipFill>
          <a:blip r:embed="rId32" cstate="email">
            <a:extLst>
              <a:ext uri="{28A0092B-C50C-407E-A947-70E740481C1C}">
                <a14:useLocalDpi xmlns:a14="http://schemas.microsoft.com/office/drawing/2010/main"/>
              </a:ext>
            </a:extLst>
          </a:blip>
          <a:srcRect/>
          <a:stretch>
            <a:fillRect/>
          </a:stretch>
        </p:blipFill>
        <p:spPr bwMode="auto">
          <a:xfrm>
            <a:off x="10388601" y="6519863"/>
            <a:ext cx="1370935" cy="25981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2932767"/>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 id="2147483707" r:id="rId27"/>
    <p:sldLayoutId id="2147483708" r:id="rId28"/>
    <p:sldLayoutId id="2147483709" r:id="rId29"/>
  </p:sldLayoutIdLst>
  <p:hf hdr="0" dt="0"/>
  <p:txStyles>
    <p:titleStyle>
      <a:lvl1pPr algn="l" defTabSz="457200" rtl="0" eaLnBrk="1" fontAlgn="base" hangingPunct="1">
        <a:spcBef>
          <a:spcPct val="0"/>
        </a:spcBef>
        <a:spcAft>
          <a:spcPct val="0"/>
        </a:spcAft>
        <a:defRPr lang="en-US" sz="2800" b="1" kern="1200" dirty="0">
          <a:solidFill>
            <a:schemeClr val="tx1"/>
          </a:solidFill>
          <a:latin typeface="Arial" pitchFamily="34" charset="0"/>
          <a:ea typeface="Arial" charset="0"/>
          <a:cs typeface="Arial" pitchFamily="34" charset="0"/>
        </a:defRPr>
      </a:lvl1pPr>
      <a:lvl2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2pPr>
      <a:lvl3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3pPr>
      <a:lvl4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4pPr>
      <a:lvl5pPr algn="l" defTabSz="457200" rtl="0" eaLnBrk="1" fontAlgn="base" hangingPunct="1">
        <a:spcBef>
          <a:spcPct val="0"/>
        </a:spcBef>
        <a:spcAft>
          <a:spcPct val="0"/>
        </a:spcAft>
        <a:defRPr sz="2800" b="1">
          <a:solidFill>
            <a:schemeClr val="tx1"/>
          </a:solidFill>
          <a:latin typeface="Arial" panose="020B0604020202020204" pitchFamily="34" charset="0"/>
          <a:ea typeface="Arial" charset="0"/>
          <a:cs typeface="Arial" panose="020B0604020202020204" pitchFamily="34" charset="0"/>
        </a:defRPr>
      </a:lvl5pPr>
      <a:lvl6pPr marL="4572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9144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13716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1828800" algn="l" defTabSz="457200" rtl="0" eaLnBrk="1" fontAlgn="base" hangingPunct="1">
        <a:spcBef>
          <a:spcPct val="0"/>
        </a:spcBef>
        <a:spcAft>
          <a:spcPct val="0"/>
        </a:spcAft>
        <a:defRPr sz="2400" b="1">
          <a:solidFill>
            <a:schemeClr val="tx1"/>
          </a:solidFill>
          <a:latin typeface="Arial" panose="020B0604020202020204" pitchFamily="34" charset="0"/>
          <a:cs typeface="Arial" panose="020B0604020202020204" pitchFamily="34" charset="0"/>
        </a:defRPr>
      </a:lvl9pPr>
    </p:titleStyle>
    <p:bodyStyle>
      <a:lvl1pPr marL="169863" indent="-169863" algn="l" defTabSz="457200" rtl="0" eaLnBrk="1" fontAlgn="base" hangingPunct="1">
        <a:spcBef>
          <a:spcPct val="20000"/>
        </a:spcBef>
        <a:spcAft>
          <a:spcPct val="0"/>
        </a:spcAft>
        <a:buClr>
          <a:srgbClr val="C00000"/>
        </a:buClr>
        <a:buFont typeface="Arial" charset="0"/>
        <a:buChar char="•"/>
        <a:defRPr sz="2000" kern="1200">
          <a:solidFill>
            <a:schemeClr val="tx1"/>
          </a:solidFill>
          <a:latin typeface="Arial" pitchFamily="34" charset="0"/>
          <a:ea typeface="Arial" charset="0"/>
          <a:cs typeface="Arial" pitchFamily="34" charset="0"/>
        </a:defRPr>
      </a:lvl1pPr>
      <a:lvl2pPr marL="627063" indent="-169863" algn="l" defTabSz="457200" rtl="0" eaLnBrk="1" fontAlgn="base" hangingPunct="1">
        <a:spcBef>
          <a:spcPct val="20000"/>
        </a:spcBef>
        <a:spcAft>
          <a:spcPct val="0"/>
        </a:spcAft>
        <a:buFont typeface="Arial" charset="0"/>
        <a:buChar char="-"/>
        <a:defRPr kern="1200">
          <a:solidFill>
            <a:schemeClr val="tx1"/>
          </a:solidFill>
          <a:latin typeface="Arial" pitchFamily="34" charset="0"/>
          <a:ea typeface="Arial" charset="0"/>
          <a:cs typeface="Arial" pitchFamily="34" charset="0"/>
        </a:defRPr>
      </a:lvl2pPr>
      <a:lvl3pPr marL="1084263" indent="-169863" algn="l" defTabSz="457200" rtl="0" eaLnBrk="1" fontAlgn="base" hangingPunct="1">
        <a:spcBef>
          <a:spcPct val="20000"/>
        </a:spcBef>
        <a:spcAft>
          <a:spcPct val="0"/>
        </a:spcAft>
        <a:buClr>
          <a:srgbClr val="7F7F7F"/>
        </a:buClr>
        <a:buSzPct val="90000"/>
        <a:buFont typeface="Wingdings" charset="2"/>
        <a:buChar char="§"/>
        <a:defRPr sz="1600" kern="1200">
          <a:solidFill>
            <a:schemeClr val="tx1"/>
          </a:solidFill>
          <a:latin typeface="Arial" pitchFamily="34" charset="0"/>
          <a:ea typeface="Arial" charset="0"/>
          <a:cs typeface="Arial" pitchFamily="34" charset="0"/>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Helvetica Neue"/>
          <a:ea typeface="Helvetica Neue"/>
          <a:cs typeface="Helvetica Neue"/>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Helvetica Neue"/>
          <a:ea typeface="Helvetica Neue"/>
          <a:cs typeface="Helvetica Neue"/>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tags" Target="../tags/tag4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8.xml"/><Relationship Id="rId1" Type="http://schemas.openxmlformats.org/officeDocument/2006/relationships/tags" Target="../tags/tag4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6.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2" Type="http://schemas.openxmlformats.org/officeDocument/2006/relationships/image" Target="../media/image32.png"/><Relationship Id="rId1" Type="http://schemas.openxmlformats.org/officeDocument/2006/relationships/slideLayout" Target="../slideLayouts/slideLayout39.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9.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jpeg"/><Relationship Id="rId3" Type="http://schemas.openxmlformats.org/officeDocument/2006/relationships/image" Target="../media/image46.jpeg"/><Relationship Id="rId7" Type="http://schemas.openxmlformats.org/officeDocument/2006/relationships/image" Target="../media/image50.png"/><Relationship Id="rId12" Type="http://schemas.openxmlformats.org/officeDocument/2006/relationships/image" Target="../media/image55.png"/><Relationship Id="rId17" Type="http://schemas.openxmlformats.org/officeDocument/2006/relationships/image" Target="../media/image60.png"/><Relationship Id="rId2" Type="http://schemas.openxmlformats.org/officeDocument/2006/relationships/image" Target="../media/image45.png"/><Relationship Id="rId16" Type="http://schemas.openxmlformats.org/officeDocument/2006/relationships/image" Target="../media/image59.png"/><Relationship Id="rId1" Type="http://schemas.openxmlformats.org/officeDocument/2006/relationships/slideLayout" Target="../slideLayouts/slideLayout39.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5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39.xml"/></Relationships>
</file>

<file path=ppt/slides/_rels/slide2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39.xml"/></Relationships>
</file>

<file path=ppt/slides/_rels/slide2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3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6.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39.xml"/><Relationship Id="rId4" Type="http://schemas.openxmlformats.org/officeDocument/2006/relationships/image" Target="../media/image6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39.xml"/></Relationships>
</file>

<file path=ppt/slides/_rels/slide3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39.xml"/></Relationships>
</file>

<file path=ppt/slides/_rels/slide3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39.xml"/></Relationships>
</file>

<file path=ppt/slides/_rels/slide3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39.xml"/></Relationships>
</file>

<file path=ppt/slides/_rels/slide3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39.xml"/></Relationships>
</file>

<file path=ppt/slides/_rels/slide36.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39.xml"/></Relationships>
</file>

<file path=ppt/slides/_rels/slide3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3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39.xml"/></Relationships>
</file>

<file path=ppt/slides/_rels/slide4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39.xml"/></Relationships>
</file>

<file path=ppt/slides/_rels/slide4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39.xml"/></Relationships>
</file>

<file path=ppt/slides/_rels/slide4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39.xml"/></Relationships>
</file>

<file path=ppt/slides/_rels/slide4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39.xml"/></Relationships>
</file>

<file path=ppt/slides/_rels/slide4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39.xml"/></Relationships>
</file>

<file path=ppt/slides/_rels/slide4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39.xml"/></Relationships>
</file>

<file path=ppt/slides/_rels/slide4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39.xml"/></Relationships>
</file>

<file path=ppt/slides/_rels/slide4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39.xml"/></Relationships>
</file>

<file path=ppt/slides/_rels/slide50.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39.xml"/></Relationships>
</file>

<file path=ppt/slides/_rels/slide5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3.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image" Target="../media/image90.png"/><Relationship Id="rId1" Type="http://schemas.openxmlformats.org/officeDocument/2006/relationships/slideLayout" Target="../slideLayouts/slideLayout39.xml"/><Relationship Id="rId4" Type="http://schemas.openxmlformats.org/officeDocument/2006/relationships/image" Target="../media/image91.wmf"/></Relationships>
</file>

<file path=ppt/slides/_rels/slide54.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39.xml"/></Relationships>
</file>

<file path=ppt/slides/_rels/slide55.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39.xml"/></Relationships>
</file>

<file path=ppt/slides/_rels/slide56.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image" Target="../media/image94.png"/><Relationship Id="rId1" Type="http://schemas.openxmlformats.org/officeDocument/2006/relationships/slideLayout" Target="../slideLayouts/slideLayout39.xml"/><Relationship Id="rId4" Type="http://schemas.openxmlformats.org/officeDocument/2006/relationships/image" Target="../media/image95.wmf"/></Relationships>
</file>

<file path=ppt/slides/_rels/slide5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39.xml"/></Relationships>
</file>

<file path=ppt/slides/_rels/slide58.x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package" Target="../embeddings/Microsoft_Excel_Worksheet2.xlsx"/><Relationship Id="rId1" Type="http://schemas.openxmlformats.org/officeDocument/2006/relationships/slideLayout" Target="../slideLayouts/slideLayout39.xml"/><Relationship Id="rId4" Type="http://schemas.openxmlformats.org/officeDocument/2006/relationships/image" Target="../media/image98.png"/></Relationships>
</file>

<file path=ppt/slides/_rels/slide59.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3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40.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100.jpeg"/><Relationship Id="rId5" Type="http://schemas.openxmlformats.org/officeDocument/2006/relationships/image" Target="../media/image21.emf"/><Relationship Id="rId4" Type="http://schemas.openxmlformats.org/officeDocument/2006/relationships/oleObject" Target="../embeddings/oleObject3.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a:xfrm>
            <a:off x="2973067" y="6323573"/>
            <a:ext cx="6617885" cy="254118"/>
          </a:xfrm>
        </p:spPr>
        <p:txBody>
          <a:bodyPr vert="horz" lIns="91440" tIns="45720" rIns="91440" bIns="45720" anchor="ctr"/>
          <a:lstStyle/>
          <a:p>
            <a:r>
              <a:rPr lang="en-US" dirty="0">
                <a:latin typeface="Arial"/>
                <a:cs typeface="Arial"/>
              </a:rPr>
              <a:t>End User Training – Asset Performance Management</a:t>
            </a:r>
            <a:endParaRPr lang="en-US" dirty="0"/>
          </a:p>
        </p:txBody>
      </p:sp>
      <p:sp>
        <p:nvSpPr>
          <p:cNvPr id="3" name="Text Placeholder 2"/>
          <p:cNvSpPr>
            <a:spLocks noGrp="1"/>
          </p:cNvSpPr>
          <p:nvPr>
            <p:ph type="body" sz="quarter" idx="12"/>
          </p:nvPr>
        </p:nvSpPr>
        <p:spPr/>
        <p:txBody>
          <a:bodyPr/>
          <a:lstStyle/>
          <a:p>
            <a:r>
              <a:rPr lang="en-US" dirty="0"/>
              <a:t> APM</a:t>
            </a:r>
          </a:p>
        </p:txBody>
      </p:sp>
      <p:sp>
        <p:nvSpPr>
          <p:cNvPr id="4" name="Content Placeholder 3"/>
          <p:cNvSpPr>
            <a:spLocks noGrp="1"/>
          </p:cNvSpPr>
          <p:nvPr>
            <p:ph sz="quarter" idx="10"/>
          </p:nvPr>
        </p:nvSpPr>
        <p:spPr/>
        <p:txBody>
          <a:bodyPr/>
          <a:lstStyle/>
          <a:p>
            <a:r>
              <a:rPr lang="en-US" dirty="0"/>
              <a:t>Honeywell</a:t>
            </a:r>
          </a:p>
        </p:txBody>
      </p:sp>
      <p:sp>
        <p:nvSpPr>
          <p:cNvPr id="5" name="Text Placeholder 4"/>
          <p:cNvSpPr>
            <a:spLocks noGrp="1"/>
          </p:cNvSpPr>
          <p:nvPr>
            <p:ph type="body" sz="quarter" idx="11"/>
          </p:nvPr>
        </p:nvSpPr>
        <p:spPr/>
        <p:txBody>
          <a:bodyPr/>
          <a:lstStyle/>
          <a:p>
            <a:r>
              <a:rPr lang="en-US" dirty="0"/>
              <a:t>&lt;&lt;Month&gt;&gt; &lt;&lt;Year&gt;&gt;</a:t>
            </a:r>
          </a:p>
        </p:txBody>
      </p:sp>
      <p:sp>
        <p:nvSpPr>
          <p:cNvPr id="6" name="BJPseudoFooter">
            <a:extLst>
              <a:ext uri="{FF2B5EF4-FFF2-40B4-BE49-F238E27FC236}">
                <a16:creationId xmlns:a16="http://schemas.microsoft.com/office/drawing/2014/main" id="{24533E8C-1C5A-4E14-9E9F-00D7BE2E2A86}"/>
              </a:ext>
            </a:extLst>
          </p:cNvPr>
          <p:cNvSpPr txBox="1"/>
          <p:nvPr>
            <p:custDataLst>
              <p:tags r:id="rId1"/>
            </p:custDataLst>
          </p:nvPr>
        </p:nvSpPr>
        <p:spPr>
          <a:xfrm>
            <a:off x="127000" y="6645245"/>
            <a:ext cx="11938000" cy="200055"/>
          </a:xfrm>
          <a:prstGeom prst="rect">
            <a:avLst/>
          </a:prstGeom>
          <a:noFill/>
        </p:spPr>
        <p:txBody>
          <a:bodyPr vert="horz" rtlCol="0">
            <a:spAutoFit/>
          </a:bodyPr>
          <a:lstStyle/>
          <a:p>
            <a:r>
              <a:rPr lang="en-US" sz="700">
                <a:solidFill>
                  <a:srgbClr val="7F7F7F"/>
                </a:solidFill>
                <a:latin typeface="Arial" panose="020B0604020202020204" pitchFamily="34" charset="0"/>
              </a:rPr>
              <a:t>Honeywell Internal</a:t>
            </a:r>
          </a:p>
        </p:txBody>
      </p:sp>
    </p:spTree>
    <p:extLst>
      <p:ext uri="{BB962C8B-B14F-4D97-AF65-F5344CB8AC3E}">
        <p14:creationId xmlns:p14="http://schemas.microsoft.com/office/powerpoint/2010/main" val="2376356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Slide Number Placeholder 2"/>
          <p:cNvSpPr>
            <a:spLocks noGrp="1"/>
          </p:cNvSpPr>
          <p:nvPr>
            <p:ph type="sldNum" sz="quarter" idx="10"/>
          </p:nvPr>
        </p:nvSpPr>
        <p:spPr/>
        <p:txBody>
          <a:bodyPr/>
          <a:lstStyle/>
          <a:p>
            <a:pPr>
              <a:defRPr/>
            </a:pPr>
            <a:fld id="{58E27D68-75D7-1046-B88F-55C44A5ED9A6}" type="slidenum">
              <a:rPr lang="en-US" smtClean="0">
                <a:solidFill>
                  <a:srgbClr val="FFFFFF"/>
                </a:solidFill>
              </a:rPr>
              <a:pPr>
                <a:defRPr/>
              </a:pPr>
              <a:t>2</a:t>
            </a:fld>
            <a:endParaRPr lang="en-US" dirty="0">
              <a:solidFill>
                <a:srgbClr val="FFFFFF"/>
              </a:solidFill>
            </a:endParaRPr>
          </a:p>
        </p:txBody>
      </p:sp>
      <p:sp>
        <p:nvSpPr>
          <p:cNvPr id="4" name="Footer Placeholder 3"/>
          <p:cNvSpPr>
            <a:spLocks noGrp="1"/>
          </p:cNvSpPr>
          <p:nvPr>
            <p:ph type="ftr" sz="quarter" idx="11"/>
            <p:custDataLst>
              <p:tags r:id="rId1"/>
            </p:custDataLst>
          </p:nvPr>
        </p:nvSpPr>
        <p:spPr/>
        <p:txBody>
          <a:bodyPr/>
          <a:lstStyle/>
          <a:p>
            <a:r>
              <a:rPr lang="en-US"/>
              <a:t>Honeywell Internal</a:t>
            </a:r>
            <a:endParaRPr lang="en-US" dirty="0"/>
          </a:p>
        </p:txBody>
      </p:sp>
      <p:sp>
        <p:nvSpPr>
          <p:cNvPr id="5" name="Text Placeholder 4"/>
          <p:cNvSpPr>
            <a:spLocks noGrp="1"/>
          </p:cNvSpPr>
          <p:nvPr>
            <p:ph type="body" sz="quarter" idx="12"/>
          </p:nvPr>
        </p:nvSpPr>
        <p:spPr>
          <a:xfrm>
            <a:off x="713232" y="1074738"/>
            <a:ext cx="10642685" cy="3870241"/>
          </a:xfrm>
        </p:spPr>
        <p:txBody>
          <a:bodyPr/>
          <a:lstStyle/>
          <a:p>
            <a:r>
              <a:rPr lang="en-US" dirty="0"/>
              <a:t>Module 1 : Asset Performance Management (APM) - Introduction</a:t>
            </a:r>
          </a:p>
          <a:p>
            <a:r>
              <a:rPr lang="en-US" dirty="0"/>
              <a:t>Module 2 : APM - Typical Architecture</a:t>
            </a:r>
          </a:p>
          <a:p>
            <a:r>
              <a:rPr lang="en-US" dirty="0"/>
              <a:t>Module 3 : APM - Overview</a:t>
            </a:r>
          </a:p>
          <a:p>
            <a:r>
              <a:rPr lang="en-US" dirty="0"/>
              <a:t>Module 4 : APM - Report View</a:t>
            </a:r>
          </a:p>
          <a:p>
            <a:r>
              <a:rPr lang="en-US" dirty="0"/>
              <a:t>Module 5 : APM - Type of Users &amp; Roles </a:t>
            </a:r>
          </a:p>
          <a:p>
            <a:endParaRPr lang="en-US" dirty="0"/>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809690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4707-8FB4-4837-8F2A-424463829031}"/>
              </a:ext>
            </a:extLst>
          </p:cNvPr>
          <p:cNvSpPr>
            <a:spLocks noGrp="1"/>
          </p:cNvSpPr>
          <p:nvPr>
            <p:ph type="title"/>
          </p:nvPr>
        </p:nvSpPr>
        <p:spPr>
          <a:xfrm>
            <a:off x="495299" y="495299"/>
            <a:ext cx="11201401" cy="5518242"/>
          </a:xfrm>
        </p:spPr>
        <p:txBody>
          <a:bodyPr/>
          <a:lstStyle/>
          <a:p>
            <a:pPr algn="ctr">
              <a:lnSpc>
                <a:spcPct val="150000"/>
              </a:lnSpc>
            </a:pPr>
            <a:br>
              <a:rPr lang="en-US" sz="4000" b="1" dirty="0"/>
            </a:br>
            <a:br>
              <a:rPr lang="en-US" sz="4000" b="1" dirty="0"/>
            </a:br>
            <a:r>
              <a:rPr lang="en-US" sz="4000" b="1" dirty="0"/>
              <a:t>Module 1</a:t>
            </a:r>
            <a:br>
              <a:rPr lang="en-US" sz="4000" b="1" dirty="0"/>
            </a:br>
            <a:r>
              <a:rPr lang="en-US" sz="4000" dirty="0">
                <a:effectLst/>
              </a:rPr>
              <a:t>Asset Performance Management </a:t>
            </a:r>
            <a:r>
              <a:rPr lang="en-US" sz="4000" b="1" dirty="0"/>
              <a:t>- Introduction</a:t>
            </a:r>
            <a:br>
              <a:rPr lang="en-US" sz="4000" b="1" dirty="0"/>
            </a:br>
            <a:endParaRPr lang="en-US" dirty="0"/>
          </a:p>
        </p:txBody>
      </p:sp>
      <p:sp>
        <p:nvSpPr>
          <p:cNvPr id="4" name="Slide Number Placeholder 3">
            <a:extLst>
              <a:ext uri="{FF2B5EF4-FFF2-40B4-BE49-F238E27FC236}">
                <a16:creationId xmlns:a16="http://schemas.microsoft.com/office/drawing/2014/main" id="{6512DE64-3037-4C6D-B430-409915B6E66D}"/>
              </a:ext>
            </a:extLst>
          </p:cNvPr>
          <p:cNvSpPr>
            <a:spLocks noGrp="1"/>
          </p:cNvSpPr>
          <p:nvPr>
            <p:ph type="sldNum" sz="quarter" idx="12"/>
          </p:nvPr>
        </p:nvSpPr>
        <p:spPr/>
        <p:txBody>
          <a:bodyPr/>
          <a:lstStyle/>
          <a:p>
            <a:fld id="{7B94EC18-1D2B-4535-B738-0E53AFE26620}" type="slidenum">
              <a:rPr lang="en-US" smtClean="0"/>
              <a:t>3</a:t>
            </a:fld>
            <a:endParaRPr lang="en-US"/>
          </a:p>
        </p:txBody>
      </p:sp>
    </p:spTree>
    <p:extLst>
      <p:ext uri="{BB962C8B-B14F-4D97-AF65-F5344CB8AC3E}">
        <p14:creationId xmlns:p14="http://schemas.microsoft.com/office/powerpoint/2010/main" val="3041054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53F1B-6376-441E-9B0B-A1647DB38846}"/>
              </a:ext>
            </a:extLst>
          </p:cNvPr>
          <p:cNvSpPr>
            <a:spLocks noGrp="1"/>
          </p:cNvSpPr>
          <p:nvPr>
            <p:ph type="title"/>
          </p:nvPr>
        </p:nvSpPr>
        <p:spPr>
          <a:xfrm>
            <a:off x="495299" y="495299"/>
            <a:ext cx="11201401" cy="492443"/>
          </a:xfrm>
        </p:spPr>
        <p:txBody>
          <a:bodyPr/>
          <a:lstStyle/>
          <a:p>
            <a:r>
              <a:rPr lang="en-US" sz="3200" dirty="0"/>
              <a:t>Learning Objective &amp; Audience</a:t>
            </a:r>
          </a:p>
        </p:txBody>
      </p:sp>
      <p:sp>
        <p:nvSpPr>
          <p:cNvPr id="3" name="Content Placeholder 2">
            <a:extLst>
              <a:ext uri="{FF2B5EF4-FFF2-40B4-BE49-F238E27FC236}">
                <a16:creationId xmlns:a16="http://schemas.microsoft.com/office/drawing/2014/main" id="{A0A2537C-374A-4A2B-A428-0E9E28DB52A1}"/>
              </a:ext>
            </a:extLst>
          </p:cNvPr>
          <p:cNvSpPr>
            <a:spLocks noGrp="1"/>
          </p:cNvSpPr>
          <p:nvPr>
            <p:ph idx="1"/>
          </p:nvPr>
        </p:nvSpPr>
        <p:spPr>
          <a:xfrm>
            <a:off x="495300" y="1409701"/>
            <a:ext cx="11292748" cy="4457700"/>
          </a:xfrm>
        </p:spPr>
        <p:txBody>
          <a:bodyPr/>
          <a:lstStyle/>
          <a:p>
            <a:pPr indent="-457200" algn="just">
              <a:lnSpc>
                <a:spcPct val="120000"/>
              </a:lnSpc>
              <a:buFont typeface="Wingdings" panose="05000000000000000000" pitchFamily="2" charset="2"/>
              <a:buChar char="Ø"/>
            </a:pPr>
            <a:r>
              <a:rPr lang="en-US" altLang="en-US" sz="1600" kern="0" dirty="0"/>
              <a:t>This training is intended for asset management users and will aid them to understand the asset performance monitoring and its functionality. After completing this training, user will be able to perform the following tasks: </a:t>
            </a:r>
          </a:p>
          <a:p>
            <a:pPr lvl="3" algn="just">
              <a:lnSpc>
                <a:spcPct val="120000"/>
              </a:lnSpc>
              <a:buClr>
                <a:srgbClr val="C00000"/>
              </a:buClr>
              <a:buFont typeface="Symbol" panose="05050102010706020507" pitchFamily="18" charset="2"/>
              <a:buChar char=""/>
            </a:pPr>
            <a:r>
              <a:rPr lang="en-US" altLang="en-US" sz="1200" kern="0" dirty="0"/>
              <a:t>Navigate from Dashboard to Asset Performance Monitoring Application</a:t>
            </a:r>
          </a:p>
          <a:p>
            <a:pPr lvl="3" algn="just">
              <a:lnSpc>
                <a:spcPct val="120000"/>
              </a:lnSpc>
              <a:buClr>
                <a:srgbClr val="C00000"/>
              </a:buClr>
              <a:buFont typeface="Symbol" panose="05050102010706020507" pitchFamily="18" charset="2"/>
              <a:buChar char=""/>
            </a:pPr>
            <a:r>
              <a:rPr lang="en-US" altLang="en-US" sz="1200" kern="0" dirty="0"/>
              <a:t>Drilldown to the heat map and required asset</a:t>
            </a:r>
          </a:p>
          <a:p>
            <a:pPr lvl="3" algn="just">
              <a:lnSpc>
                <a:spcPct val="120000"/>
              </a:lnSpc>
              <a:buClr>
                <a:srgbClr val="C00000"/>
              </a:buClr>
              <a:buFont typeface="Symbol" panose="05050102010706020507" pitchFamily="18" charset="2"/>
              <a:buChar char=""/>
            </a:pPr>
            <a:r>
              <a:rPr lang="en-US" altLang="en-US" sz="1200" kern="0" dirty="0"/>
              <a:t>Monitor and investigate assets health status </a:t>
            </a:r>
          </a:p>
          <a:p>
            <a:pPr lvl="3" algn="just">
              <a:lnSpc>
                <a:spcPct val="120000"/>
              </a:lnSpc>
              <a:buClr>
                <a:srgbClr val="C00000"/>
              </a:buClr>
              <a:buFont typeface="Symbol" panose="05050102010706020507" pitchFamily="18" charset="2"/>
              <a:buChar char=""/>
            </a:pPr>
            <a:r>
              <a:rPr lang="en-US" altLang="en-US" sz="1200" kern="0" dirty="0"/>
              <a:t>View asset performance, attributes, trends, fault tree etc.</a:t>
            </a:r>
          </a:p>
          <a:p>
            <a:pPr lvl="3" algn="just">
              <a:lnSpc>
                <a:spcPct val="120000"/>
              </a:lnSpc>
              <a:buClr>
                <a:srgbClr val="C00000"/>
              </a:buClr>
              <a:buFont typeface="Symbol" panose="05050102010706020507" pitchFamily="18" charset="2"/>
              <a:buChar char=""/>
            </a:pPr>
            <a:r>
              <a:rPr lang="en-US" altLang="en-US" sz="1200" kern="0" dirty="0"/>
              <a:t>Plan action for faults to avoid future failures.</a:t>
            </a:r>
          </a:p>
          <a:p>
            <a:pPr indent="-457200">
              <a:buFont typeface="Wingdings" panose="05000000000000000000" pitchFamily="2" charset="2"/>
              <a:buChar char="Ø"/>
            </a:pPr>
            <a:r>
              <a:rPr lang="en-US" sz="1600" dirty="0"/>
              <a:t>The course is intended for users from below user roles:</a:t>
            </a:r>
          </a:p>
          <a:p>
            <a:pPr lvl="3">
              <a:buClr>
                <a:srgbClr val="C00000"/>
              </a:buClr>
              <a:buFont typeface="Arial" panose="020B0604020202020204" pitchFamily="34" charset="0"/>
              <a:buChar char="•"/>
            </a:pPr>
            <a:r>
              <a:rPr lang="en-US" sz="1200" dirty="0"/>
              <a:t>Process Engineering Users</a:t>
            </a:r>
          </a:p>
          <a:p>
            <a:pPr lvl="3">
              <a:buClr>
                <a:srgbClr val="C00000"/>
              </a:buClr>
              <a:buFont typeface="Arial" panose="020B0604020202020204" pitchFamily="34" charset="0"/>
              <a:buChar char="•"/>
            </a:pPr>
            <a:r>
              <a:rPr lang="en-US" sz="1200" dirty="0"/>
              <a:t>Maintenance and Reliability Users</a:t>
            </a:r>
          </a:p>
          <a:p>
            <a:pPr lvl="3">
              <a:buClr>
                <a:srgbClr val="C00000"/>
              </a:buClr>
              <a:buFont typeface="Arial" panose="020B0604020202020204" pitchFamily="34" charset="0"/>
              <a:buChar char="•"/>
            </a:pPr>
            <a:r>
              <a:rPr lang="en-US" sz="1200" dirty="0"/>
              <a:t>Operations Users</a:t>
            </a:r>
          </a:p>
          <a:p>
            <a:pPr lvl="1" indent="-228600" algn="just">
              <a:lnSpc>
                <a:spcPct val="120000"/>
              </a:lnSpc>
              <a:buClr>
                <a:srgbClr val="C00000"/>
              </a:buClr>
              <a:buFont typeface="Symbol" panose="05050102010706020507" pitchFamily="18" charset="2"/>
              <a:buChar char=""/>
            </a:pPr>
            <a:endParaRPr lang="en-US" altLang="en-US" kern="0" dirty="0"/>
          </a:p>
          <a:p>
            <a:endParaRPr lang="en-US" dirty="0"/>
          </a:p>
        </p:txBody>
      </p:sp>
      <p:sp>
        <p:nvSpPr>
          <p:cNvPr id="4" name="Slide Number Placeholder 3">
            <a:extLst>
              <a:ext uri="{FF2B5EF4-FFF2-40B4-BE49-F238E27FC236}">
                <a16:creationId xmlns:a16="http://schemas.microsoft.com/office/drawing/2014/main" id="{D5F11B3A-5BBE-42BC-B42B-419BD4C08FEB}"/>
              </a:ext>
            </a:extLst>
          </p:cNvPr>
          <p:cNvSpPr>
            <a:spLocks noGrp="1"/>
          </p:cNvSpPr>
          <p:nvPr>
            <p:ph type="sldNum" sz="quarter" idx="12"/>
          </p:nvPr>
        </p:nvSpPr>
        <p:spPr/>
        <p:txBody>
          <a:bodyPr/>
          <a:lstStyle/>
          <a:p>
            <a:fld id="{7B94EC18-1D2B-4535-B738-0E53AFE26620}" type="slidenum">
              <a:rPr lang="en-US" smtClean="0"/>
              <a:t>4</a:t>
            </a:fld>
            <a:endParaRPr lang="en-US"/>
          </a:p>
        </p:txBody>
      </p:sp>
    </p:spTree>
    <p:extLst>
      <p:ext uri="{BB962C8B-B14F-4D97-AF65-F5344CB8AC3E}">
        <p14:creationId xmlns:p14="http://schemas.microsoft.com/office/powerpoint/2010/main" val="455914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7F4E1-CDD1-45B9-A7F2-4D27A1167CD8}"/>
              </a:ext>
            </a:extLst>
          </p:cNvPr>
          <p:cNvSpPr>
            <a:spLocks noGrp="1"/>
          </p:cNvSpPr>
          <p:nvPr>
            <p:ph type="title"/>
          </p:nvPr>
        </p:nvSpPr>
        <p:spPr>
          <a:xfrm>
            <a:off x="495299" y="471236"/>
            <a:ext cx="11201401" cy="584775"/>
          </a:xfrm>
        </p:spPr>
        <p:txBody>
          <a:bodyPr/>
          <a:lstStyle/>
          <a:p>
            <a:r>
              <a:rPr lang="en-US" sz="3200" dirty="0"/>
              <a:t>Asset Performance Monitoring Overview</a:t>
            </a:r>
          </a:p>
        </p:txBody>
      </p:sp>
      <p:sp>
        <p:nvSpPr>
          <p:cNvPr id="3" name="Content Placeholder 2">
            <a:extLst>
              <a:ext uri="{FF2B5EF4-FFF2-40B4-BE49-F238E27FC236}">
                <a16:creationId xmlns:a16="http://schemas.microsoft.com/office/drawing/2014/main" id="{DE9843D5-B717-4BF2-AF6E-91D4CD0626D1}"/>
              </a:ext>
            </a:extLst>
          </p:cNvPr>
          <p:cNvSpPr>
            <a:spLocks noGrp="1"/>
          </p:cNvSpPr>
          <p:nvPr>
            <p:ph idx="1"/>
          </p:nvPr>
        </p:nvSpPr>
        <p:spPr>
          <a:xfrm>
            <a:off x="495300" y="1409701"/>
            <a:ext cx="11201400" cy="4457700"/>
          </a:xfrm>
        </p:spPr>
        <p:txBody>
          <a:bodyPr/>
          <a:lstStyle/>
          <a:p>
            <a:pPr marL="225425" lvl="0" indent="-225425" eaLnBrk="0" fontAlgn="base" hangingPunct="0">
              <a:spcBef>
                <a:spcPct val="30000"/>
              </a:spcBef>
              <a:spcAft>
                <a:spcPct val="0"/>
              </a:spcAft>
              <a:buClr>
                <a:srgbClr val="FC0128"/>
              </a:buClr>
              <a:buSzPct val="117000"/>
              <a:buFontTx/>
              <a:buChar char="•"/>
            </a:pPr>
            <a:r>
              <a:rPr lang="en-US" sz="1600" b="1" kern="0" dirty="0">
                <a:solidFill>
                  <a:srgbClr val="000000"/>
                </a:solidFill>
              </a:rPr>
              <a:t>Who?</a:t>
            </a:r>
          </a:p>
          <a:p>
            <a:pPr marL="577850" lvl="1" indent="-238125" eaLnBrk="0" fontAlgn="base" hangingPunct="0">
              <a:spcBef>
                <a:spcPct val="30000"/>
              </a:spcBef>
              <a:spcAft>
                <a:spcPct val="0"/>
              </a:spcAft>
              <a:buClr>
                <a:srgbClr val="063DE8"/>
              </a:buClr>
              <a:buSzPct val="117000"/>
              <a:buFontTx/>
              <a:buChar char="–"/>
            </a:pPr>
            <a:r>
              <a:rPr lang="en-US" sz="1600" kern="0" dirty="0">
                <a:solidFill>
                  <a:srgbClr val="000000"/>
                </a:solidFill>
              </a:rPr>
              <a:t>Operations</a:t>
            </a:r>
          </a:p>
          <a:p>
            <a:pPr marL="577850" lvl="1" indent="-238125" eaLnBrk="0" fontAlgn="base" hangingPunct="0">
              <a:spcBef>
                <a:spcPct val="30000"/>
              </a:spcBef>
              <a:spcAft>
                <a:spcPct val="0"/>
              </a:spcAft>
              <a:buClr>
                <a:srgbClr val="063DE8"/>
              </a:buClr>
              <a:buSzPct val="117000"/>
              <a:buFontTx/>
              <a:buChar char="–"/>
            </a:pPr>
            <a:r>
              <a:rPr lang="en-US" sz="1600" kern="0" dirty="0">
                <a:solidFill>
                  <a:srgbClr val="000000"/>
                </a:solidFill>
              </a:rPr>
              <a:t>Process Engineer</a:t>
            </a:r>
          </a:p>
          <a:p>
            <a:pPr marL="577850" lvl="1" indent="-238125" eaLnBrk="0" fontAlgn="base" hangingPunct="0">
              <a:spcBef>
                <a:spcPct val="30000"/>
              </a:spcBef>
              <a:spcAft>
                <a:spcPct val="0"/>
              </a:spcAft>
              <a:buClr>
                <a:srgbClr val="063DE8"/>
              </a:buClr>
              <a:buSzPct val="117000"/>
              <a:buFontTx/>
              <a:buChar char="–"/>
            </a:pPr>
            <a:r>
              <a:rPr lang="en-US" sz="1600" kern="0" dirty="0">
                <a:solidFill>
                  <a:srgbClr val="000000"/>
                </a:solidFill>
              </a:rPr>
              <a:t>Mechanical Maintenance or Reliability Engineer</a:t>
            </a:r>
          </a:p>
          <a:p>
            <a:pPr marL="225425" lvl="0" indent="-225425" eaLnBrk="0" fontAlgn="base" hangingPunct="0">
              <a:spcBef>
                <a:spcPct val="30000"/>
              </a:spcBef>
              <a:spcAft>
                <a:spcPct val="0"/>
              </a:spcAft>
              <a:buClr>
                <a:srgbClr val="FC0128"/>
              </a:buClr>
              <a:buSzPct val="117000"/>
              <a:buFontTx/>
              <a:buChar char="•"/>
            </a:pPr>
            <a:r>
              <a:rPr lang="en-US" sz="1600" b="1" kern="0" dirty="0">
                <a:solidFill>
                  <a:srgbClr val="000000"/>
                </a:solidFill>
              </a:rPr>
              <a:t>When?</a:t>
            </a:r>
          </a:p>
          <a:p>
            <a:pPr marL="577850" lvl="1" indent="-238125" eaLnBrk="0" fontAlgn="base" hangingPunct="0">
              <a:spcBef>
                <a:spcPct val="30000"/>
              </a:spcBef>
              <a:spcAft>
                <a:spcPct val="0"/>
              </a:spcAft>
              <a:buClr>
                <a:srgbClr val="063DE8"/>
              </a:buClr>
              <a:buSzPct val="117000"/>
              <a:buFontTx/>
              <a:buChar char="–"/>
            </a:pPr>
            <a:r>
              <a:rPr lang="en-US" sz="1600" kern="0" dirty="0">
                <a:solidFill>
                  <a:srgbClr val="000000"/>
                </a:solidFill>
              </a:rPr>
              <a:t>Daily</a:t>
            </a:r>
          </a:p>
          <a:p>
            <a:pPr marL="225425" lvl="0" indent="-225425" eaLnBrk="0" fontAlgn="base" hangingPunct="0">
              <a:spcBef>
                <a:spcPct val="30000"/>
              </a:spcBef>
              <a:spcAft>
                <a:spcPct val="0"/>
              </a:spcAft>
              <a:buClr>
                <a:srgbClr val="FC0128"/>
              </a:buClr>
              <a:buSzPct val="117000"/>
              <a:buFontTx/>
              <a:buChar char="•"/>
            </a:pPr>
            <a:r>
              <a:rPr lang="en-US" sz="1600" b="1" kern="0" dirty="0">
                <a:solidFill>
                  <a:srgbClr val="000000"/>
                </a:solidFill>
              </a:rPr>
              <a:t>Why?</a:t>
            </a:r>
          </a:p>
          <a:p>
            <a:pPr marL="577850" lvl="1" indent="-238125" eaLnBrk="0" fontAlgn="base" hangingPunct="0">
              <a:spcBef>
                <a:spcPct val="30000"/>
              </a:spcBef>
              <a:spcAft>
                <a:spcPct val="0"/>
              </a:spcAft>
              <a:buClr>
                <a:srgbClr val="063DE8"/>
              </a:buClr>
              <a:buSzPct val="117000"/>
              <a:buFontTx/>
              <a:buChar char="–"/>
            </a:pPr>
            <a:r>
              <a:rPr lang="en-US" sz="1600" kern="0" dirty="0">
                <a:solidFill>
                  <a:srgbClr val="000000"/>
                </a:solidFill>
              </a:rPr>
              <a:t>Monitor assets and predict/prevent problems and recommend actions.</a:t>
            </a:r>
          </a:p>
          <a:p>
            <a:pPr marL="225425" lvl="0" indent="-225425" eaLnBrk="0" fontAlgn="base" hangingPunct="0">
              <a:spcBef>
                <a:spcPct val="30000"/>
              </a:spcBef>
              <a:spcAft>
                <a:spcPct val="0"/>
              </a:spcAft>
              <a:buClr>
                <a:srgbClr val="FC0128"/>
              </a:buClr>
              <a:buSzPct val="117000"/>
              <a:buFontTx/>
              <a:buChar char="•"/>
            </a:pPr>
            <a:r>
              <a:rPr lang="en-US" sz="1600" b="1" kern="0" dirty="0">
                <a:solidFill>
                  <a:srgbClr val="000000"/>
                </a:solidFill>
              </a:rPr>
              <a:t>How?</a:t>
            </a:r>
          </a:p>
          <a:p>
            <a:pPr marL="577850" lvl="1" indent="-238125" eaLnBrk="0" fontAlgn="base" hangingPunct="0">
              <a:spcBef>
                <a:spcPct val="30000"/>
              </a:spcBef>
              <a:spcAft>
                <a:spcPct val="0"/>
              </a:spcAft>
              <a:buClr>
                <a:srgbClr val="063DE8"/>
              </a:buClr>
              <a:buSzPct val="117000"/>
              <a:buFontTx/>
              <a:buChar char="–"/>
            </a:pPr>
            <a:r>
              <a:rPr lang="en-US" sz="1600" kern="0" dirty="0">
                <a:solidFill>
                  <a:srgbClr val="000000"/>
                </a:solidFill>
              </a:rPr>
              <a:t>Using Fault tree, Health Index, Asset Performance Management, Heat Map, reports and trends.</a:t>
            </a:r>
          </a:p>
          <a:p>
            <a:endParaRPr lang="en-US" dirty="0"/>
          </a:p>
        </p:txBody>
      </p:sp>
      <p:sp>
        <p:nvSpPr>
          <p:cNvPr id="4" name="Slide Number Placeholder 3">
            <a:extLst>
              <a:ext uri="{FF2B5EF4-FFF2-40B4-BE49-F238E27FC236}">
                <a16:creationId xmlns:a16="http://schemas.microsoft.com/office/drawing/2014/main" id="{A951E5E4-5622-43B8-82E7-FF3818012669}"/>
              </a:ext>
            </a:extLst>
          </p:cNvPr>
          <p:cNvSpPr>
            <a:spLocks noGrp="1"/>
          </p:cNvSpPr>
          <p:nvPr>
            <p:ph type="sldNum" sz="quarter" idx="12"/>
          </p:nvPr>
        </p:nvSpPr>
        <p:spPr/>
        <p:txBody>
          <a:bodyPr/>
          <a:lstStyle/>
          <a:p>
            <a:fld id="{7B94EC18-1D2B-4535-B738-0E53AFE26620}" type="slidenum">
              <a:rPr lang="en-US" smtClean="0"/>
              <a:t>5</a:t>
            </a:fld>
            <a:endParaRPr lang="en-US"/>
          </a:p>
        </p:txBody>
      </p:sp>
    </p:spTree>
    <p:extLst>
      <p:ext uri="{BB962C8B-B14F-4D97-AF65-F5344CB8AC3E}">
        <p14:creationId xmlns:p14="http://schemas.microsoft.com/office/powerpoint/2010/main" val="2850909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A8BD-3471-48CC-A7AD-556B23007C28}"/>
              </a:ext>
            </a:extLst>
          </p:cNvPr>
          <p:cNvSpPr>
            <a:spLocks noGrp="1"/>
          </p:cNvSpPr>
          <p:nvPr>
            <p:ph type="title"/>
          </p:nvPr>
        </p:nvSpPr>
        <p:spPr>
          <a:xfrm>
            <a:off x="495299" y="364656"/>
            <a:ext cx="11201401" cy="1077218"/>
          </a:xfrm>
        </p:spPr>
        <p:txBody>
          <a:bodyPr/>
          <a:lstStyle/>
          <a:p>
            <a:r>
              <a:rPr lang="en-US" sz="3200" dirty="0"/>
              <a:t>Performance Models</a:t>
            </a:r>
            <a:br>
              <a:rPr lang="en-GB" sz="3200" dirty="0"/>
            </a:br>
            <a:endParaRPr lang="en-US" sz="3200" dirty="0"/>
          </a:p>
        </p:txBody>
      </p:sp>
      <p:sp>
        <p:nvSpPr>
          <p:cNvPr id="3" name="Content Placeholder 2">
            <a:extLst>
              <a:ext uri="{FF2B5EF4-FFF2-40B4-BE49-F238E27FC236}">
                <a16:creationId xmlns:a16="http://schemas.microsoft.com/office/drawing/2014/main" id="{A42A85D8-3BE5-4AAB-970B-83EABA1B8E8A}"/>
              </a:ext>
            </a:extLst>
          </p:cNvPr>
          <p:cNvSpPr>
            <a:spLocks noGrp="1"/>
          </p:cNvSpPr>
          <p:nvPr>
            <p:ph idx="1"/>
          </p:nvPr>
        </p:nvSpPr>
        <p:spPr>
          <a:xfrm>
            <a:off x="495300" y="1409701"/>
            <a:ext cx="11201400" cy="4457700"/>
          </a:xfrm>
        </p:spPr>
        <p:txBody>
          <a:bodyPr/>
          <a:lstStyle/>
          <a:p>
            <a:pPr marL="0" lvl="0" indent="0">
              <a:buNone/>
            </a:pPr>
            <a:r>
              <a:rPr lang="en-US" sz="1600" dirty="0"/>
              <a:t>Process Performance Monitoring Models in </a:t>
            </a:r>
            <a:r>
              <a:rPr lang="en-US" sz="1600" dirty="0">
                <a:effectLst/>
              </a:rPr>
              <a:t>Asset Performance Management </a:t>
            </a:r>
            <a:r>
              <a:rPr lang="en-US" sz="1600" dirty="0"/>
              <a:t>help you do the following:</a:t>
            </a:r>
          </a:p>
          <a:p>
            <a:pPr lvl="0"/>
            <a:endParaRPr lang="en-US" sz="1600" dirty="0"/>
          </a:p>
          <a:p>
            <a:pPr marL="285750" lvl="0" indent="-285750">
              <a:buFont typeface="Wingdings" panose="05000000000000000000" pitchFamily="2" charset="2"/>
              <a:buChar char="§"/>
            </a:pPr>
            <a:r>
              <a:rPr lang="en-US" sz="1600" dirty="0"/>
              <a:t>Use faults, symptoms and fault models so your operators can be informed about the potential damage in assets under unfavorable operating conditions.</a:t>
            </a:r>
          </a:p>
          <a:p>
            <a:pPr marL="285750" lvl="0" indent="-285750">
              <a:buFont typeface="Wingdings" panose="05000000000000000000" pitchFamily="2" charset="2"/>
              <a:buChar char="§"/>
            </a:pPr>
            <a:r>
              <a:rPr lang="en-US" sz="1600" dirty="0"/>
              <a:t>Use fault management for KPIs, so your operators can be informed about violations of the nominal asset operating range and deviations from the expected characteristics. </a:t>
            </a:r>
          </a:p>
          <a:p>
            <a:pPr marL="285750" lvl="0" indent="-285750">
              <a:buFont typeface="Wingdings" panose="05000000000000000000" pitchFamily="2" charset="2"/>
              <a:buChar char="§"/>
            </a:pPr>
            <a:r>
              <a:rPr lang="en-US" sz="1600" dirty="0"/>
              <a:t>Run the process more efficiently with the help of online thermodynamic based performance calculations for process equipment.</a:t>
            </a:r>
          </a:p>
          <a:p>
            <a:pPr marL="285750" lvl="0" indent="-285750">
              <a:buFont typeface="Wingdings" panose="05000000000000000000" pitchFamily="2" charset="2"/>
              <a:buChar char="§"/>
            </a:pPr>
            <a:r>
              <a:rPr lang="en-US" sz="1600" dirty="0"/>
              <a:t>Track key performance indicators in real-time and compare against target operation values.</a:t>
            </a:r>
          </a:p>
          <a:p>
            <a:pPr marL="285750" lvl="0" indent="-285750">
              <a:buFont typeface="Wingdings" panose="05000000000000000000" pitchFamily="2" charset="2"/>
              <a:buChar char="§"/>
            </a:pPr>
            <a:r>
              <a:rPr lang="en-US" sz="1600" dirty="0"/>
              <a:t>Improve operating margins by avoiding unnecessary shutdowns.</a:t>
            </a:r>
          </a:p>
          <a:p>
            <a:pPr marL="285750" lvl="0" indent="-285750">
              <a:buFont typeface="Wingdings" panose="05000000000000000000" pitchFamily="2" charset="2"/>
              <a:buChar char="§"/>
            </a:pPr>
            <a:r>
              <a:rPr lang="en-US" sz="1600" dirty="0"/>
              <a:t>Prioritize and plan maintenance activities with better decision making.</a:t>
            </a:r>
          </a:p>
          <a:p>
            <a:endParaRPr lang="en-US" sz="1600" dirty="0"/>
          </a:p>
          <a:p>
            <a:pPr algn="l"/>
            <a:endParaRPr lang="en-US" sz="1600" dirty="0"/>
          </a:p>
          <a:p>
            <a:endParaRPr lang="en-US" sz="1600" dirty="0"/>
          </a:p>
        </p:txBody>
      </p:sp>
      <p:sp>
        <p:nvSpPr>
          <p:cNvPr id="4" name="Slide Number Placeholder 3">
            <a:extLst>
              <a:ext uri="{FF2B5EF4-FFF2-40B4-BE49-F238E27FC236}">
                <a16:creationId xmlns:a16="http://schemas.microsoft.com/office/drawing/2014/main" id="{8693539D-395E-44FD-8E40-F350AB1F7DD3}"/>
              </a:ext>
            </a:extLst>
          </p:cNvPr>
          <p:cNvSpPr>
            <a:spLocks noGrp="1"/>
          </p:cNvSpPr>
          <p:nvPr>
            <p:ph type="sldNum" sz="quarter" idx="12"/>
          </p:nvPr>
        </p:nvSpPr>
        <p:spPr/>
        <p:txBody>
          <a:bodyPr/>
          <a:lstStyle/>
          <a:p>
            <a:fld id="{7B94EC18-1D2B-4535-B738-0E53AFE26620}" type="slidenum">
              <a:rPr lang="en-US" smtClean="0"/>
              <a:t>6</a:t>
            </a:fld>
            <a:endParaRPr lang="en-US"/>
          </a:p>
        </p:txBody>
      </p:sp>
    </p:spTree>
    <p:extLst>
      <p:ext uri="{BB962C8B-B14F-4D97-AF65-F5344CB8AC3E}">
        <p14:creationId xmlns:p14="http://schemas.microsoft.com/office/powerpoint/2010/main" val="3042967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FB5DE-824D-4043-B4D6-1DB9F49592F5}"/>
              </a:ext>
            </a:extLst>
          </p:cNvPr>
          <p:cNvSpPr>
            <a:spLocks noGrp="1"/>
          </p:cNvSpPr>
          <p:nvPr>
            <p:ph type="title"/>
          </p:nvPr>
        </p:nvSpPr>
        <p:spPr>
          <a:xfrm>
            <a:off x="495299" y="289701"/>
            <a:ext cx="11201401" cy="1077218"/>
          </a:xfrm>
        </p:spPr>
        <p:txBody>
          <a:bodyPr/>
          <a:lstStyle/>
          <a:p>
            <a:r>
              <a:rPr lang="en-US" sz="3200" dirty="0"/>
              <a:t>Health &amp; Fault Models</a:t>
            </a:r>
            <a:br>
              <a:rPr lang="en-GB" sz="3200" dirty="0"/>
            </a:br>
            <a:endParaRPr lang="en-US" sz="3200" dirty="0"/>
          </a:p>
        </p:txBody>
      </p:sp>
      <p:sp>
        <p:nvSpPr>
          <p:cNvPr id="3" name="Content Placeholder 2">
            <a:extLst>
              <a:ext uri="{FF2B5EF4-FFF2-40B4-BE49-F238E27FC236}">
                <a16:creationId xmlns:a16="http://schemas.microsoft.com/office/drawing/2014/main" id="{FB402644-EB69-491D-856F-6DC8A5EC8E98}"/>
              </a:ext>
            </a:extLst>
          </p:cNvPr>
          <p:cNvSpPr>
            <a:spLocks noGrp="1"/>
          </p:cNvSpPr>
          <p:nvPr>
            <p:ph idx="1"/>
          </p:nvPr>
        </p:nvSpPr>
        <p:spPr/>
        <p:txBody>
          <a:bodyPr/>
          <a:lstStyle/>
          <a:p>
            <a:pPr marL="0" indent="0">
              <a:buNone/>
            </a:pPr>
            <a:r>
              <a:rPr lang="en-US" sz="1600" dirty="0"/>
              <a:t>Health and Fault Models in </a:t>
            </a:r>
            <a:r>
              <a:rPr lang="en-US" sz="1600" dirty="0">
                <a:effectLst/>
              </a:rPr>
              <a:t>Asset Performance Management </a:t>
            </a:r>
            <a:r>
              <a:rPr lang="en-US" sz="1600" dirty="0"/>
              <a:t>help you do the following:</a:t>
            </a:r>
          </a:p>
          <a:p>
            <a:pPr marL="342900" lvl="0" indent="-342900">
              <a:buFont typeface="Wingdings" panose="05000000000000000000" pitchFamily="2" charset="2"/>
              <a:buChar char="§"/>
            </a:pPr>
            <a:endParaRPr lang="en-US" sz="1600" dirty="0"/>
          </a:p>
          <a:p>
            <a:pPr marL="342900" lvl="0" indent="-342900">
              <a:buFont typeface="Wingdings" panose="05000000000000000000" pitchFamily="2" charset="2"/>
              <a:buChar char="§"/>
            </a:pPr>
            <a:r>
              <a:rPr lang="en-US" sz="1600" dirty="0"/>
              <a:t>Health models allow for traditional health monitoring relative to established alarm limits</a:t>
            </a:r>
          </a:p>
          <a:p>
            <a:pPr marL="342900" lvl="0" indent="-342900">
              <a:buFont typeface="Wingdings" panose="05000000000000000000" pitchFamily="2" charset="2"/>
              <a:buChar char="§"/>
            </a:pPr>
            <a:r>
              <a:rPr lang="en-US" sz="1600" dirty="0"/>
              <a:t>Health models monitor and record standard KPI’s such as RUL, machine availability, efficiency, power, running status or status of needed maintenance, etc..</a:t>
            </a:r>
          </a:p>
          <a:p>
            <a:pPr marL="342900" lvl="0" indent="-342900">
              <a:buFont typeface="Wingdings" panose="05000000000000000000" pitchFamily="2" charset="2"/>
              <a:buChar char="§"/>
            </a:pPr>
            <a:r>
              <a:rPr lang="en-US" sz="1600" dirty="0"/>
              <a:t>Fault models provide a ready form of fault tree for identifying where in a system a fault or alarm is creating impact.  It also assists in drilling to root cause of faults.</a:t>
            </a:r>
          </a:p>
          <a:p>
            <a:pPr marL="342900" lvl="0" indent="-342900">
              <a:buFont typeface="Wingdings" panose="05000000000000000000" pitchFamily="2" charset="2"/>
              <a:buChar char="§"/>
            </a:pPr>
            <a:r>
              <a:rPr lang="en-US" sz="1600" dirty="0"/>
              <a:t>Fault Tree</a:t>
            </a:r>
          </a:p>
          <a:p>
            <a:endParaRPr lang="en-US" sz="1600" dirty="0"/>
          </a:p>
          <a:p>
            <a:endParaRPr lang="en-US" sz="1600" dirty="0"/>
          </a:p>
        </p:txBody>
      </p:sp>
      <p:sp>
        <p:nvSpPr>
          <p:cNvPr id="4" name="Slide Number Placeholder 3">
            <a:extLst>
              <a:ext uri="{FF2B5EF4-FFF2-40B4-BE49-F238E27FC236}">
                <a16:creationId xmlns:a16="http://schemas.microsoft.com/office/drawing/2014/main" id="{071F641A-B611-4DBD-9F4C-EF1014DB8581}"/>
              </a:ext>
            </a:extLst>
          </p:cNvPr>
          <p:cNvSpPr>
            <a:spLocks noGrp="1"/>
          </p:cNvSpPr>
          <p:nvPr>
            <p:ph type="sldNum" sz="quarter" idx="12"/>
          </p:nvPr>
        </p:nvSpPr>
        <p:spPr/>
        <p:txBody>
          <a:bodyPr/>
          <a:lstStyle/>
          <a:p>
            <a:fld id="{7B94EC18-1D2B-4535-B738-0E53AFE26620}" type="slidenum">
              <a:rPr lang="en-US" smtClean="0"/>
              <a:t>7</a:t>
            </a:fld>
            <a:endParaRPr lang="en-US"/>
          </a:p>
        </p:txBody>
      </p:sp>
      <p:pic>
        <p:nvPicPr>
          <p:cNvPr id="6" name="Picture 5">
            <a:extLst>
              <a:ext uri="{FF2B5EF4-FFF2-40B4-BE49-F238E27FC236}">
                <a16:creationId xmlns:a16="http://schemas.microsoft.com/office/drawing/2014/main" id="{9EE1BCF7-7D3C-4E45-BAA3-02A26C284461}"/>
              </a:ext>
            </a:extLst>
          </p:cNvPr>
          <p:cNvPicPr>
            <a:picLocks noChangeAspect="1"/>
          </p:cNvPicPr>
          <p:nvPr/>
        </p:nvPicPr>
        <p:blipFill>
          <a:blip r:embed="rId2"/>
          <a:stretch>
            <a:fillRect/>
          </a:stretch>
        </p:blipFill>
        <p:spPr>
          <a:xfrm>
            <a:off x="5867400" y="2085304"/>
            <a:ext cx="5376890" cy="1943194"/>
          </a:xfrm>
          <a:prstGeom prst="rect">
            <a:avLst/>
          </a:prstGeom>
        </p:spPr>
      </p:pic>
    </p:spTree>
    <p:extLst>
      <p:ext uri="{BB962C8B-B14F-4D97-AF65-F5344CB8AC3E}">
        <p14:creationId xmlns:p14="http://schemas.microsoft.com/office/powerpoint/2010/main" val="3744329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74D19-2DAC-4ACF-B1D1-C249E0805002}"/>
              </a:ext>
            </a:extLst>
          </p:cNvPr>
          <p:cNvSpPr>
            <a:spLocks noGrp="1"/>
          </p:cNvSpPr>
          <p:nvPr>
            <p:ph type="title"/>
          </p:nvPr>
        </p:nvSpPr>
        <p:spPr>
          <a:xfrm>
            <a:off x="495299" y="495299"/>
            <a:ext cx="11201401" cy="1077218"/>
          </a:xfrm>
        </p:spPr>
        <p:txBody>
          <a:bodyPr/>
          <a:lstStyle/>
          <a:p>
            <a:r>
              <a:rPr lang="en-US" sz="3200" dirty="0"/>
              <a:t>Advantages/Scope of APM </a:t>
            </a:r>
            <a:br>
              <a:rPr lang="en-GB" sz="3200" dirty="0"/>
            </a:br>
            <a:endParaRPr lang="en-US" sz="3200" dirty="0"/>
          </a:p>
        </p:txBody>
      </p:sp>
      <p:sp>
        <p:nvSpPr>
          <p:cNvPr id="3" name="Content Placeholder 2">
            <a:extLst>
              <a:ext uri="{FF2B5EF4-FFF2-40B4-BE49-F238E27FC236}">
                <a16:creationId xmlns:a16="http://schemas.microsoft.com/office/drawing/2014/main" id="{162849FD-3980-49D0-B1D6-157C0732F156}"/>
              </a:ext>
            </a:extLst>
          </p:cNvPr>
          <p:cNvSpPr>
            <a:spLocks noGrp="1"/>
          </p:cNvSpPr>
          <p:nvPr>
            <p:ph idx="1"/>
          </p:nvPr>
        </p:nvSpPr>
        <p:spPr>
          <a:xfrm>
            <a:off x="495299" y="1200150"/>
            <a:ext cx="11201400" cy="4457700"/>
          </a:xfrm>
        </p:spPr>
        <p:txBody>
          <a:bodyPr/>
          <a:lstStyle/>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Monitoring critical parameters to perform predictive and preventive analysis.</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Easy identification of root cause. </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Standard calculations/monitoring across all sites for similar equipment/plants.</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Readily available quality data.</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Integration of data with relevant source system.</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Removal of time-consuming manual work in collecting, validating and processing the data.</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Data analysis in the form of trends.</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Monitor past data by moving back in time.</a:t>
            </a:r>
          </a:p>
          <a:p>
            <a:pPr marL="225425" lvl="0" indent="-225425" eaLnBrk="0" fontAlgn="base" hangingPunct="0">
              <a:spcBef>
                <a:spcPts val="0"/>
              </a:spcBef>
              <a:spcAft>
                <a:spcPct val="0"/>
              </a:spcAft>
              <a:buClr>
                <a:srgbClr val="FC0128"/>
              </a:buClr>
              <a:buSzPct val="117000"/>
              <a:buFontTx/>
              <a:buChar char="•"/>
            </a:pPr>
            <a:endParaRPr lang="en-US" sz="1600" kern="0" dirty="0">
              <a:solidFill>
                <a:srgbClr val="000000"/>
              </a:solidFill>
            </a:endParaRPr>
          </a:p>
          <a:p>
            <a:pPr marL="225425" lvl="0" indent="-225425" eaLnBrk="0" fontAlgn="base" hangingPunct="0">
              <a:spcBef>
                <a:spcPts val="0"/>
              </a:spcBef>
              <a:spcAft>
                <a:spcPct val="0"/>
              </a:spcAft>
              <a:buClr>
                <a:srgbClr val="FC0128"/>
              </a:buClr>
              <a:buSzPct val="117000"/>
              <a:buFontTx/>
              <a:buChar char="•"/>
            </a:pPr>
            <a:r>
              <a:rPr lang="en-US" sz="1600" kern="0" dirty="0">
                <a:solidFill>
                  <a:srgbClr val="000000"/>
                </a:solidFill>
              </a:rPr>
              <a:t>Capture abnormal variation in trends using annotations.</a:t>
            </a:r>
          </a:p>
          <a:p>
            <a:endParaRPr lang="en-US" sz="1600" dirty="0"/>
          </a:p>
        </p:txBody>
      </p:sp>
      <p:sp>
        <p:nvSpPr>
          <p:cNvPr id="4" name="Slide Number Placeholder 3">
            <a:extLst>
              <a:ext uri="{FF2B5EF4-FFF2-40B4-BE49-F238E27FC236}">
                <a16:creationId xmlns:a16="http://schemas.microsoft.com/office/drawing/2014/main" id="{E49F14EE-81B1-4649-A996-A19BA572FC87}"/>
              </a:ext>
            </a:extLst>
          </p:cNvPr>
          <p:cNvSpPr>
            <a:spLocks noGrp="1"/>
          </p:cNvSpPr>
          <p:nvPr>
            <p:ph type="sldNum" sz="quarter" idx="12"/>
          </p:nvPr>
        </p:nvSpPr>
        <p:spPr/>
        <p:txBody>
          <a:bodyPr/>
          <a:lstStyle/>
          <a:p>
            <a:fld id="{7B94EC18-1D2B-4535-B738-0E53AFE26620}" type="slidenum">
              <a:rPr lang="en-US" smtClean="0"/>
              <a:t>8</a:t>
            </a:fld>
            <a:endParaRPr lang="en-US"/>
          </a:p>
        </p:txBody>
      </p:sp>
    </p:spTree>
    <p:extLst>
      <p:ext uri="{BB962C8B-B14F-4D97-AF65-F5344CB8AC3E}">
        <p14:creationId xmlns:p14="http://schemas.microsoft.com/office/powerpoint/2010/main" val="4223666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63385-B96E-47E8-BA13-46E680AB4F5F}"/>
              </a:ext>
            </a:extLst>
          </p:cNvPr>
          <p:cNvSpPr>
            <a:spLocks noGrp="1"/>
          </p:cNvSpPr>
          <p:nvPr>
            <p:ph type="title"/>
          </p:nvPr>
        </p:nvSpPr>
        <p:spPr>
          <a:xfrm>
            <a:off x="330046" y="2103761"/>
            <a:ext cx="11201401" cy="3671583"/>
          </a:xfrm>
        </p:spPr>
        <p:txBody>
          <a:bodyPr/>
          <a:lstStyle/>
          <a:p>
            <a:pPr algn="ctr">
              <a:lnSpc>
                <a:spcPct val="150000"/>
              </a:lnSpc>
            </a:pPr>
            <a:r>
              <a:rPr lang="en-US" sz="4000" b="1" dirty="0"/>
              <a:t>Module 2</a:t>
            </a:r>
            <a:br>
              <a:rPr lang="en-US" sz="4000" b="1" dirty="0"/>
            </a:br>
            <a:r>
              <a:rPr lang="en-US" sz="4000" b="1" dirty="0"/>
              <a:t>APM - Typical Architecture</a:t>
            </a:r>
            <a:br>
              <a:rPr lang="en-US" sz="4000" b="1" dirty="0"/>
            </a:br>
            <a:br>
              <a:rPr lang="en-US" b="1" dirty="0"/>
            </a:br>
            <a:endParaRPr lang="en-US" dirty="0"/>
          </a:p>
        </p:txBody>
      </p:sp>
      <p:sp>
        <p:nvSpPr>
          <p:cNvPr id="4" name="Slide Number Placeholder 3">
            <a:extLst>
              <a:ext uri="{FF2B5EF4-FFF2-40B4-BE49-F238E27FC236}">
                <a16:creationId xmlns:a16="http://schemas.microsoft.com/office/drawing/2014/main" id="{86558623-1DEF-4F66-B428-F22B25FC5226}"/>
              </a:ext>
            </a:extLst>
          </p:cNvPr>
          <p:cNvSpPr>
            <a:spLocks noGrp="1"/>
          </p:cNvSpPr>
          <p:nvPr>
            <p:ph type="sldNum" sz="quarter" idx="12"/>
          </p:nvPr>
        </p:nvSpPr>
        <p:spPr/>
        <p:txBody>
          <a:bodyPr/>
          <a:lstStyle/>
          <a:p>
            <a:fld id="{7B94EC18-1D2B-4535-B738-0E53AFE26620}" type="slidenum">
              <a:rPr lang="en-US" smtClean="0"/>
              <a:t>9</a:t>
            </a:fld>
            <a:endParaRPr lang="en-US"/>
          </a:p>
        </p:txBody>
      </p:sp>
    </p:spTree>
    <p:extLst>
      <p:ext uri="{BB962C8B-B14F-4D97-AF65-F5344CB8AC3E}">
        <p14:creationId xmlns:p14="http://schemas.microsoft.com/office/powerpoint/2010/main" val="3895135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7A490-7D98-476D-8D1F-669503DBE190}"/>
              </a:ext>
            </a:extLst>
          </p:cNvPr>
          <p:cNvSpPr>
            <a:spLocks noGrp="1"/>
          </p:cNvSpPr>
          <p:nvPr>
            <p:ph type="title"/>
          </p:nvPr>
        </p:nvSpPr>
        <p:spPr>
          <a:xfrm>
            <a:off x="495299" y="495299"/>
            <a:ext cx="11201401" cy="1077218"/>
          </a:xfrm>
        </p:spPr>
        <p:txBody>
          <a:bodyPr/>
          <a:lstStyle/>
          <a:p>
            <a:pPr algn="ctr"/>
            <a:r>
              <a:rPr lang="en-US" sz="3200" b="1" dirty="0"/>
              <a:t>APM Typical Architecture’s</a:t>
            </a:r>
            <a:br>
              <a:rPr lang="en-US" sz="3200" b="1" dirty="0"/>
            </a:br>
            <a:endParaRPr lang="en-US" sz="3200" dirty="0"/>
          </a:p>
        </p:txBody>
      </p:sp>
      <p:sp>
        <p:nvSpPr>
          <p:cNvPr id="4" name="Slide Number Placeholder 3">
            <a:extLst>
              <a:ext uri="{FF2B5EF4-FFF2-40B4-BE49-F238E27FC236}">
                <a16:creationId xmlns:a16="http://schemas.microsoft.com/office/drawing/2014/main" id="{53CE8E3A-9955-43A4-99D9-3D366C003060}"/>
              </a:ext>
            </a:extLst>
          </p:cNvPr>
          <p:cNvSpPr>
            <a:spLocks noGrp="1"/>
          </p:cNvSpPr>
          <p:nvPr>
            <p:ph type="sldNum" sz="quarter" idx="12"/>
          </p:nvPr>
        </p:nvSpPr>
        <p:spPr/>
        <p:txBody>
          <a:bodyPr/>
          <a:lstStyle/>
          <a:p>
            <a:fld id="{7B94EC18-1D2B-4535-B738-0E53AFE26620}" type="slidenum">
              <a:rPr lang="en-US" smtClean="0"/>
              <a:t>10</a:t>
            </a:fld>
            <a:endParaRPr lang="en-US"/>
          </a:p>
        </p:txBody>
      </p:sp>
      <p:pic>
        <p:nvPicPr>
          <p:cNvPr id="6" name="Picture 5">
            <a:extLst>
              <a:ext uri="{FF2B5EF4-FFF2-40B4-BE49-F238E27FC236}">
                <a16:creationId xmlns:a16="http://schemas.microsoft.com/office/drawing/2014/main" id="{3EC9334C-0D7C-4659-A117-5AB9B487B79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91859" y="1252693"/>
            <a:ext cx="3694441" cy="5110008"/>
          </a:xfrm>
          <a:prstGeom prst="rect">
            <a:avLst/>
          </a:prstGeom>
        </p:spPr>
      </p:pic>
      <p:pic>
        <p:nvPicPr>
          <p:cNvPr id="3" name="Picture 2">
            <a:extLst>
              <a:ext uri="{FF2B5EF4-FFF2-40B4-BE49-F238E27FC236}">
                <a16:creationId xmlns:a16="http://schemas.microsoft.com/office/drawing/2014/main" id="{9BF0CC70-C1D8-8309-9DF9-9446E164ADC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596744" y="1252693"/>
            <a:ext cx="3804556" cy="5110008"/>
          </a:xfrm>
          <a:prstGeom prst="rect">
            <a:avLst/>
          </a:prstGeom>
        </p:spPr>
      </p:pic>
    </p:spTree>
    <p:extLst>
      <p:ext uri="{BB962C8B-B14F-4D97-AF65-F5344CB8AC3E}">
        <p14:creationId xmlns:p14="http://schemas.microsoft.com/office/powerpoint/2010/main" val="1005124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F9637-56A9-00A4-F17B-AE721259A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283F59-B69A-43CB-4642-0D0455A5C40F}"/>
              </a:ext>
            </a:extLst>
          </p:cNvPr>
          <p:cNvSpPr>
            <a:spLocks noGrp="1"/>
          </p:cNvSpPr>
          <p:nvPr>
            <p:ph type="title"/>
          </p:nvPr>
        </p:nvSpPr>
        <p:spPr>
          <a:xfrm>
            <a:off x="495299" y="495299"/>
            <a:ext cx="11201401" cy="1077218"/>
          </a:xfrm>
        </p:spPr>
        <p:txBody>
          <a:bodyPr/>
          <a:lstStyle/>
          <a:p>
            <a:pPr algn="ctr"/>
            <a:r>
              <a:rPr lang="en-US" sz="3200" b="1" dirty="0"/>
              <a:t>APM Typical Architecture’s</a:t>
            </a:r>
            <a:br>
              <a:rPr lang="en-US" sz="3200" b="1" dirty="0"/>
            </a:br>
            <a:endParaRPr lang="en-US" sz="3200" dirty="0"/>
          </a:p>
        </p:txBody>
      </p:sp>
      <p:sp>
        <p:nvSpPr>
          <p:cNvPr id="4" name="Slide Number Placeholder 3">
            <a:extLst>
              <a:ext uri="{FF2B5EF4-FFF2-40B4-BE49-F238E27FC236}">
                <a16:creationId xmlns:a16="http://schemas.microsoft.com/office/drawing/2014/main" id="{079A74A4-9B97-2673-6935-20162A070EAA}"/>
              </a:ext>
            </a:extLst>
          </p:cNvPr>
          <p:cNvSpPr>
            <a:spLocks noGrp="1"/>
          </p:cNvSpPr>
          <p:nvPr>
            <p:ph type="sldNum" sz="quarter" idx="12"/>
          </p:nvPr>
        </p:nvSpPr>
        <p:spPr/>
        <p:txBody>
          <a:bodyPr/>
          <a:lstStyle/>
          <a:p>
            <a:fld id="{7B94EC18-1D2B-4535-B738-0E53AFE26620}" type="slidenum">
              <a:rPr lang="en-US" smtClean="0"/>
              <a:t>11</a:t>
            </a:fld>
            <a:endParaRPr lang="en-US"/>
          </a:p>
        </p:txBody>
      </p:sp>
      <p:pic>
        <p:nvPicPr>
          <p:cNvPr id="6" name="Picture 5">
            <a:extLst>
              <a:ext uri="{FF2B5EF4-FFF2-40B4-BE49-F238E27FC236}">
                <a16:creationId xmlns:a16="http://schemas.microsoft.com/office/drawing/2014/main" id="{43E302DB-31AA-EA67-50D1-E947FD26E94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120901" y="1244600"/>
            <a:ext cx="7429500" cy="5118101"/>
          </a:xfrm>
          <a:prstGeom prst="rect">
            <a:avLst/>
          </a:prstGeom>
        </p:spPr>
      </p:pic>
    </p:spTree>
    <p:extLst>
      <p:ext uri="{BB962C8B-B14F-4D97-AF65-F5344CB8AC3E}">
        <p14:creationId xmlns:p14="http://schemas.microsoft.com/office/powerpoint/2010/main" val="2867511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4E590-CFA3-B03C-A096-98FB4D79F6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0CA54A-D992-B77C-CE06-B85B275A2160}"/>
              </a:ext>
            </a:extLst>
          </p:cNvPr>
          <p:cNvSpPr>
            <a:spLocks noGrp="1"/>
          </p:cNvSpPr>
          <p:nvPr>
            <p:ph type="title"/>
          </p:nvPr>
        </p:nvSpPr>
        <p:spPr>
          <a:xfrm>
            <a:off x="495299" y="495299"/>
            <a:ext cx="11201401" cy="1077218"/>
          </a:xfrm>
        </p:spPr>
        <p:txBody>
          <a:bodyPr/>
          <a:lstStyle/>
          <a:p>
            <a:pPr algn="ctr"/>
            <a:r>
              <a:rPr lang="en-US" sz="3200" b="1" dirty="0"/>
              <a:t>APM Typical Architecture’s</a:t>
            </a:r>
            <a:br>
              <a:rPr lang="en-US" sz="3200" b="1" dirty="0"/>
            </a:br>
            <a:endParaRPr lang="en-US" sz="3200" dirty="0"/>
          </a:p>
        </p:txBody>
      </p:sp>
      <p:sp>
        <p:nvSpPr>
          <p:cNvPr id="4" name="Slide Number Placeholder 3">
            <a:extLst>
              <a:ext uri="{FF2B5EF4-FFF2-40B4-BE49-F238E27FC236}">
                <a16:creationId xmlns:a16="http://schemas.microsoft.com/office/drawing/2014/main" id="{A93C8F42-3D56-046E-36B3-B12BC710D3F8}"/>
              </a:ext>
            </a:extLst>
          </p:cNvPr>
          <p:cNvSpPr>
            <a:spLocks noGrp="1"/>
          </p:cNvSpPr>
          <p:nvPr>
            <p:ph type="sldNum" sz="quarter" idx="12"/>
          </p:nvPr>
        </p:nvSpPr>
        <p:spPr/>
        <p:txBody>
          <a:bodyPr/>
          <a:lstStyle/>
          <a:p>
            <a:fld id="{7B94EC18-1D2B-4535-B738-0E53AFE26620}" type="slidenum">
              <a:rPr lang="en-US" smtClean="0"/>
              <a:t>12</a:t>
            </a:fld>
            <a:endParaRPr lang="en-US"/>
          </a:p>
        </p:txBody>
      </p:sp>
      <p:pic>
        <p:nvPicPr>
          <p:cNvPr id="6" name="Picture 5">
            <a:extLst>
              <a:ext uri="{FF2B5EF4-FFF2-40B4-BE49-F238E27FC236}">
                <a16:creationId xmlns:a16="http://schemas.microsoft.com/office/drawing/2014/main" id="{5CFFC2FC-F82C-121E-F3B7-95803277F5E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146300" y="1295400"/>
            <a:ext cx="7873999" cy="5194301"/>
          </a:xfrm>
          <a:prstGeom prst="rect">
            <a:avLst/>
          </a:prstGeom>
        </p:spPr>
      </p:pic>
    </p:spTree>
    <p:extLst>
      <p:ext uri="{BB962C8B-B14F-4D97-AF65-F5344CB8AC3E}">
        <p14:creationId xmlns:p14="http://schemas.microsoft.com/office/powerpoint/2010/main" val="3535902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0A018-6A3A-7441-A825-6A86449256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7A641-F9AC-2215-57AE-483676408A6A}"/>
              </a:ext>
            </a:extLst>
          </p:cNvPr>
          <p:cNvSpPr>
            <a:spLocks noGrp="1"/>
          </p:cNvSpPr>
          <p:nvPr>
            <p:ph type="title"/>
          </p:nvPr>
        </p:nvSpPr>
        <p:spPr>
          <a:xfrm>
            <a:off x="495299" y="495299"/>
            <a:ext cx="11201401" cy="1077218"/>
          </a:xfrm>
        </p:spPr>
        <p:txBody>
          <a:bodyPr/>
          <a:lstStyle/>
          <a:p>
            <a:pPr algn="ctr"/>
            <a:r>
              <a:rPr lang="en-US" sz="3200" b="1" dirty="0"/>
              <a:t>APM Typical Architecture’s</a:t>
            </a:r>
            <a:br>
              <a:rPr lang="en-US" sz="3200" b="1" dirty="0"/>
            </a:br>
            <a:endParaRPr lang="en-US" sz="3200" dirty="0"/>
          </a:p>
        </p:txBody>
      </p:sp>
      <p:sp>
        <p:nvSpPr>
          <p:cNvPr id="4" name="Slide Number Placeholder 3">
            <a:extLst>
              <a:ext uri="{FF2B5EF4-FFF2-40B4-BE49-F238E27FC236}">
                <a16:creationId xmlns:a16="http://schemas.microsoft.com/office/drawing/2014/main" id="{E092B55E-B98D-D5F8-34C8-14C87C2F3E36}"/>
              </a:ext>
            </a:extLst>
          </p:cNvPr>
          <p:cNvSpPr>
            <a:spLocks noGrp="1"/>
          </p:cNvSpPr>
          <p:nvPr>
            <p:ph type="sldNum" sz="quarter" idx="12"/>
          </p:nvPr>
        </p:nvSpPr>
        <p:spPr/>
        <p:txBody>
          <a:bodyPr/>
          <a:lstStyle/>
          <a:p>
            <a:fld id="{7B94EC18-1D2B-4535-B738-0E53AFE26620}" type="slidenum">
              <a:rPr lang="en-US" smtClean="0"/>
              <a:t>13</a:t>
            </a:fld>
            <a:endParaRPr lang="en-US"/>
          </a:p>
        </p:txBody>
      </p:sp>
      <p:pic>
        <p:nvPicPr>
          <p:cNvPr id="6" name="Picture 5">
            <a:extLst>
              <a:ext uri="{FF2B5EF4-FFF2-40B4-BE49-F238E27FC236}">
                <a16:creationId xmlns:a16="http://schemas.microsoft.com/office/drawing/2014/main" id="{84669987-949A-7B44-995E-1FC7054426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159000" y="1168400"/>
            <a:ext cx="7772400" cy="5194301"/>
          </a:xfrm>
          <a:prstGeom prst="rect">
            <a:avLst/>
          </a:prstGeom>
        </p:spPr>
      </p:pic>
    </p:spTree>
    <p:extLst>
      <p:ext uri="{BB962C8B-B14F-4D97-AF65-F5344CB8AC3E}">
        <p14:creationId xmlns:p14="http://schemas.microsoft.com/office/powerpoint/2010/main" val="3756335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E1320-2529-4064-9439-E0AD406D9E84}"/>
              </a:ext>
            </a:extLst>
          </p:cNvPr>
          <p:cNvSpPr>
            <a:spLocks noGrp="1"/>
          </p:cNvSpPr>
          <p:nvPr>
            <p:ph type="title"/>
          </p:nvPr>
        </p:nvSpPr>
        <p:spPr>
          <a:xfrm>
            <a:off x="495299" y="495299"/>
            <a:ext cx="11201401" cy="5518242"/>
          </a:xfrm>
        </p:spPr>
        <p:txBody>
          <a:bodyPr/>
          <a:lstStyle/>
          <a:p>
            <a:pPr algn="ctr">
              <a:lnSpc>
                <a:spcPct val="150000"/>
              </a:lnSpc>
            </a:pPr>
            <a:br>
              <a:rPr lang="en-US" sz="4000" b="1" dirty="0"/>
            </a:br>
            <a:br>
              <a:rPr lang="en-US" sz="4000" b="1" dirty="0"/>
            </a:br>
            <a:r>
              <a:rPr lang="en-US" sz="4000" b="1" dirty="0"/>
              <a:t>Module 3</a:t>
            </a:r>
            <a:br>
              <a:rPr lang="en-US" sz="4000" b="1" dirty="0"/>
            </a:br>
            <a:r>
              <a:rPr lang="en-US" sz="4000" b="1" dirty="0"/>
              <a:t>APM -  Overview</a:t>
            </a:r>
            <a:br>
              <a:rPr lang="en-US" sz="4000" b="1" dirty="0"/>
            </a:br>
            <a:br>
              <a:rPr lang="en-US" sz="4000" b="1" dirty="0"/>
            </a:br>
            <a:endParaRPr lang="en-US" dirty="0"/>
          </a:p>
        </p:txBody>
      </p:sp>
      <p:sp>
        <p:nvSpPr>
          <p:cNvPr id="4" name="Slide Number Placeholder 3">
            <a:extLst>
              <a:ext uri="{FF2B5EF4-FFF2-40B4-BE49-F238E27FC236}">
                <a16:creationId xmlns:a16="http://schemas.microsoft.com/office/drawing/2014/main" id="{443709C0-1799-4034-BDC0-4DC5860700FE}"/>
              </a:ext>
            </a:extLst>
          </p:cNvPr>
          <p:cNvSpPr>
            <a:spLocks noGrp="1"/>
          </p:cNvSpPr>
          <p:nvPr>
            <p:ph type="sldNum" sz="quarter" idx="12"/>
          </p:nvPr>
        </p:nvSpPr>
        <p:spPr/>
        <p:txBody>
          <a:bodyPr/>
          <a:lstStyle/>
          <a:p>
            <a:fld id="{7B94EC18-1D2B-4535-B738-0E53AFE26620}" type="slidenum">
              <a:rPr lang="en-US" smtClean="0"/>
              <a:t>14</a:t>
            </a:fld>
            <a:endParaRPr lang="en-US"/>
          </a:p>
        </p:txBody>
      </p:sp>
    </p:spTree>
    <p:extLst>
      <p:ext uri="{BB962C8B-B14F-4D97-AF65-F5344CB8AC3E}">
        <p14:creationId xmlns:p14="http://schemas.microsoft.com/office/powerpoint/2010/main" val="12996060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AFD28-67CD-4096-9AF0-42E844D5099C}"/>
              </a:ext>
            </a:extLst>
          </p:cNvPr>
          <p:cNvSpPr>
            <a:spLocks noGrp="1"/>
          </p:cNvSpPr>
          <p:nvPr>
            <p:ph type="title"/>
          </p:nvPr>
        </p:nvSpPr>
        <p:spPr>
          <a:xfrm>
            <a:off x="495299" y="495299"/>
            <a:ext cx="11201401" cy="1077218"/>
          </a:xfrm>
        </p:spPr>
        <p:txBody>
          <a:bodyPr/>
          <a:lstStyle/>
          <a:p>
            <a:r>
              <a:rPr lang="en-US" sz="3200" dirty="0">
                <a:effectLst/>
              </a:rPr>
              <a:t>Asset Performance Management </a:t>
            </a:r>
            <a:br>
              <a:rPr lang="en-US" sz="3200" b="1" dirty="0"/>
            </a:br>
            <a:endParaRPr lang="en-US" sz="3200" dirty="0"/>
          </a:p>
        </p:txBody>
      </p:sp>
      <p:sp>
        <p:nvSpPr>
          <p:cNvPr id="3" name="Content Placeholder 2">
            <a:extLst>
              <a:ext uri="{FF2B5EF4-FFF2-40B4-BE49-F238E27FC236}">
                <a16:creationId xmlns:a16="http://schemas.microsoft.com/office/drawing/2014/main" id="{60C088D1-3B30-47D7-ABCC-7C97C262C4C7}"/>
              </a:ext>
            </a:extLst>
          </p:cNvPr>
          <p:cNvSpPr>
            <a:spLocks noGrp="1"/>
          </p:cNvSpPr>
          <p:nvPr>
            <p:ph idx="1"/>
          </p:nvPr>
        </p:nvSpPr>
        <p:spPr>
          <a:xfrm>
            <a:off x="495300" y="1145219"/>
            <a:ext cx="11201400" cy="4722182"/>
          </a:xfrm>
        </p:spPr>
        <p:txBody>
          <a:bodyPr/>
          <a:lstStyle/>
          <a:p>
            <a:pPr marL="285750" indent="-285750">
              <a:spcBef>
                <a:spcPts val="0"/>
              </a:spcBef>
              <a:buFont typeface="Wingdings" panose="05000000000000000000" pitchFamily="2" charset="2"/>
              <a:buChar char="v"/>
            </a:pPr>
            <a:r>
              <a:rPr lang="en-US" sz="1600" dirty="0">
                <a:effectLst/>
              </a:rPr>
              <a:t>Asset Performance Management </a:t>
            </a:r>
            <a:r>
              <a:rPr lang="en-US" sz="1600" dirty="0">
                <a:latin typeface="+mn-lt"/>
                <a:cs typeface="Calibri" panose="020F0502020204030204" pitchFamily="34" charset="0"/>
              </a:rPr>
              <a:t>is an application designed and developed by Honeywell to monitor close to near real time, maintain, and track the reliability of assets in a plant.</a:t>
            </a:r>
          </a:p>
          <a:p>
            <a:pPr>
              <a:spcBef>
                <a:spcPts val="0"/>
              </a:spcBef>
            </a:pPr>
            <a:endParaRPr lang="en-US" sz="1600" dirty="0">
              <a:latin typeface="+mn-lt"/>
              <a:cs typeface="Calibri" panose="020F0502020204030204" pitchFamily="34" charset="0"/>
            </a:endParaRPr>
          </a:p>
          <a:p>
            <a:pPr marL="285750" indent="-285750">
              <a:spcBef>
                <a:spcPts val="0"/>
              </a:spcBef>
              <a:buFont typeface="Wingdings" panose="05000000000000000000" pitchFamily="2" charset="2"/>
              <a:buChar char="v"/>
            </a:pPr>
            <a:r>
              <a:rPr lang="en-US" sz="1600" dirty="0">
                <a:latin typeface="+mn-lt"/>
                <a:cs typeface="Calibri" panose="020F0502020204030204" pitchFamily="34" charset="0"/>
              </a:rPr>
              <a:t> Asset Sentinel identifies the failures at an early stage and notifies through event monitor window, heatmap, Fault Tree, Performance View, Trends, Equipment Display and Email Notification which eliminates the unplanned downtime.</a:t>
            </a:r>
          </a:p>
          <a:p>
            <a:pPr marL="285750" indent="-285750">
              <a:spcBef>
                <a:spcPts val="0"/>
              </a:spcBef>
              <a:buFont typeface="Wingdings" panose="05000000000000000000" pitchFamily="2" charset="2"/>
              <a:buChar char="v"/>
            </a:pPr>
            <a:endParaRPr lang="en-US" sz="1600" dirty="0">
              <a:latin typeface="+mn-lt"/>
              <a:cs typeface="Calibri" panose="020F0502020204030204" pitchFamily="34" charset="0"/>
            </a:endParaRPr>
          </a:p>
          <a:p>
            <a:pPr marL="285750" indent="-285750">
              <a:spcBef>
                <a:spcPts val="0"/>
              </a:spcBef>
              <a:buFont typeface="Wingdings" panose="05000000000000000000" pitchFamily="2" charset="2"/>
              <a:buChar char="v"/>
            </a:pPr>
            <a:r>
              <a:rPr lang="en-US" sz="1600" dirty="0">
                <a:latin typeface="+mn-lt"/>
                <a:cs typeface="Calibri" panose="020F0502020204030204" pitchFamily="34" charset="0"/>
              </a:rPr>
              <a:t>The monitoring and quick identification of failures helps in taking decisions and planning for maintenance.</a:t>
            </a:r>
          </a:p>
          <a:p>
            <a:pPr marL="285750" indent="-285750">
              <a:spcBef>
                <a:spcPts val="0"/>
              </a:spcBef>
              <a:buFont typeface="Wingdings" panose="05000000000000000000" pitchFamily="2" charset="2"/>
              <a:buChar char="v"/>
            </a:pPr>
            <a:endParaRPr lang="en-US" sz="1600" dirty="0">
              <a:latin typeface="+mn-lt"/>
              <a:cs typeface="Calibri" panose="020F0502020204030204" pitchFamily="34" charset="0"/>
            </a:endParaRPr>
          </a:p>
          <a:p>
            <a:pPr marL="285750" indent="-285750">
              <a:spcBef>
                <a:spcPts val="0"/>
              </a:spcBef>
              <a:buFont typeface="Wingdings" panose="05000000000000000000" pitchFamily="2" charset="2"/>
              <a:buChar char="v"/>
            </a:pPr>
            <a:r>
              <a:rPr lang="en-US" sz="1600" dirty="0">
                <a:latin typeface="+mn-lt"/>
                <a:cs typeface="Calibri" panose="020F0502020204030204" pitchFamily="34" charset="0"/>
              </a:rPr>
              <a:t>The Reliability Engineer uses the </a:t>
            </a:r>
            <a:r>
              <a:rPr lang="en-US" sz="1600" dirty="0" err="1">
                <a:latin typeface="+mn-lt"/>
                <a:cs typeface="Calibri" panose="020F0502020204030204" pitchFamily="34" charset="0"/>
              </a:rPr>
              <a:t>Uniformance</a:t>
            </a:r>
            <a:r>
              <a:rPr lang="en-US" sz="1600" dirty="0">
                <a:latin typeface="+mn-lt"/>
                <a:cs typeface="Calibri" panose="020F0502020204030204" pitchFamily="34" charset="0"/>
              </a:rPr>
              <a:t> Asset Sentinel application in a plant/ship to monitor the reliability of equipment such as, turbines, engines, reduction gears, generators, pumps, valves, heat exchangers, and to identify any failure/fault.</a:t>
            </a:r>
          </a:p>
          <a:p>
            <a:pPr marL="285750" indent="-285750">
              <a:spcBef>
                <a:spcPts val="0"/>
              </a:spcBef>
              <a:buFont typeface="Wingdings" panose="05000000000000000000" pitchFamily="2" charset="2"/>
              <a:buChar char="v"/>
            </a:pPr>
            <a:endParaRPr lang="en-US" sz="1600" dirty="0">
              <a:latin typeface="+mn-lt"/>
              <a:cs typeface="Calibri" panose="020F0502020204030204" pitchFamily="34" charset="0"/>
            </a:endParaRPr>
          </a:p>
          <a:p>
            <a:pPr marL="285750" indent="-285750">
              <a:spcBef>
                <a:spcPts val="0"/>
              </a:spcBef>
              <a:buFont typeface="Wingdings" panose="05000000000000000000" pitchFamily="2" charset="2"/>
              <a:buChar char="v"/>
            </a:pPr>
            <a:r>
              <a:rPr lang="en-US" sz="1600" dirty="0">
                <a:latin typeface="+mn-lt"/>
                <a:cs typeface="Calibri" panose="020F0502020204030204" pitchFamily="34" charset="0"/>
              </a:rPr>
              <a:t>The application provides various operating conditions of an equipment to the operator. It also consists of a calculation engine that helps the operator to calculate efficiency, ship load factor, and failure modes depending on the operating conditions. It cleanses data before using in models.</a:t>
            </a:r>
          </a:p>
          <a:p>
            <a:pPr marL="285750" indent="-285750">
              <a:spcBef>
                <a:spcPts val="0"/>
              </a:spcBef>
              <a:buFont typeface="Wingdings" panose="05000000000000000000" pitchFamily="2" charset="2"/>
              <a:buChar char="v"/>
            </a:pPr>
            <a:endParaRPr lang="en-US" sz="1600" dirty="0">
              <a:latin typeface="+mn-lt"/>
              <a:cs typeface="Calibri" panose="020F0502020204030204" pitchFamily="34" charset="0"/>
            </a:endParaRPr>
          </a:p>
          <a:p>
            <a:pPr marL="285750" indent="-285750">
              <a:spcBef>
                <a:spcPts val="0"/>
              </a:spcBef>
              <a:buFont typeface="Wingdings" panose="05000000000000000000" pitchFamily="2" charset="2"/>
              <a:buChar char="v"/>
            </a:pPr>
            <a:r>
              <a:rPr lang="en-AU" sz="1600" b="0" dirty="0">
                <a:effectLst/>
                <a:ea typeface="Calibri" panose="020F0502020204030204" pitchFamily="34" charset="0"/>
                <a:cs typeface="Trebuchet MS" panose="020B0603020202020204" pitchFamily="34" charset="0"/>
              </a:rPr>
              <a:t>In-built Performance and Fault Symptom models for major equipment types like Centrifugal pump, Centrifugal Compressor, Furnace, Heat Exchangers etc., are available in the system. Capable of customizing the fault and calculation models</a:t>
            </a:r>
          </a:p>
          <a:p>
            <a:pPr marL="285750" indent="-285750">
              <a:spcBef>
                <a:spcPts val="0"/>
              </a:spcBef>
              <a:buFont typeface="Wingdings" panose="05000000000000000000" pitchFamily="2" charset="2"/>
              <a:buChar char="v"/>
            </a:pPr>
            <a:endParaRPr lang="en-US" sz="1600" b="0" dirty="0">
              <a:effectLst/>
              <a:ea typeface="Calibri" panose="020F0502020204030204" pitchFamily="34" charset="0"/>
              <a:cs typeface="Arial" panose="020B0604020202020204" pitchFamily="34" charset="0"/>
            </a:endParaRPr>
          </a:p>
          <a:p>
            <a:pPr marL="285750" indent="-285750">
              <a:spcBef>
                <a:spcPts val="0"/>
              </a:spcBef>
              <a:buFont typeface="Wingdings" panose="05000000000000000000" pitchFamily="2" charset="2"/>
              <a:buChar char="v"/>
            </a:pPr>
            <a:r>
              <a:rPr lang="en-AU" sz="1600" b="0" dirty="0">
                <a:effectLst/>
                <a:ea typeface="Calibri" panose="020F0502020204030204" pitchFamily="34" charset="0"/>
                <a:cs typeface="Trebuchet MS" panose="020B0603020202020204" pitchFamily="34" charset="0"/>
              </a:rPr>
              <a:t>Allows linking of all related documents to the asset/equipment</a:t>
            </a:r>
            <a:endParaRPr lang="en-US" sz="1600" dirty="0">
              <a:latin typeface="+mn-lt"/>
              <a:cs typeface="Calibri" panose="020F0502020204030204" pitchFamily="34" charset="0"/>
            </a:endParaRPr>
          </a:p>
          <a:p>
            <a:pPr marL="285750" indent="-285750">
              <a:buFont typeface="Wingdings" panose="05000000000000000000" pitchFamily="2" charset="2"/>
              <a:buChar char="v"/>
            </a:pPr>
            <a:endParaRPr lang="en-US" sz="1600" dirty="0">
              <a:latin typeface="+mn-lt"/>
              <a:cs typeface="Calibri" panose="020F0502020204030204" pitchFamily="34" charset="0"/>
            </a:endParaRPr>
          </a:p>
          <a:p>
            <a:pPr algn="l"/>
            <a:endParaRPr lang="en-US" sz="1600" dirty="0">
              <a:latin typeface="+mn-lt"/>
            </a:endParaRPr>
          </a:p>
          <a:p>
            <a:endParaRPr lang="en-US" sz="1600" dirty="0">
              <a:latin typeface="+mn-lt"/>
            </a:endParaRPr>
          </a:p>
        </p:txBody>
      </p:sp>
      <p:sp>
        <p:nvSpPr>
          <p:cNvPr id="4" name="Slide Number Placeholder 3">
            <a:extLst>
              <a:ext uri="{FF2B5EF4-FFF2-40B4-BE49-F238E27FC236}">
                <a16:creationId xmlns:a16="http://schemas.microsoft.com/office/drawing/2014/main" id="{A45F10E8-C13E-4D4C-89DB-51EFC69D59EC}"/>
              </a:ext>
            </a:extLst>
          </p:cNvPr>
          <p:cNvSpPr>
            <a:spLocks noGrp="1"/>
          </p:cNvSpPr>
          <p:nvPr>
            <p:ph type="sldNum" sz="quarter" idx="12"/>
          </p:nvPr>
        </p:nvSpPr>
        <p:spPr/>
        <p:txBody>
          <a:bodyPr/>
          <a:lstStyle/>
          <a:p>
            <a:fld id="{7B94EC18-1D2B-4535-B738-0E53AFE26620}" type="slidenum">
              <a:rPr lang="en-US" smtClean="0"/>
              <a:t>15</a:t>
            </a:fld>
            <a:endParaRPr lang="en-US"/>
          </a:p>
        </p:txBody>
      </p:sp>
    </p:spTree>
    <p:extLst>
      <p:ext uri="{BB962C8B-B14F-4D97-AF65-F5344CB8AC3E}">
        <p14:creationId xmlns:p14="http://schemas.microsoft.com/office/powerpoint/2010/main" val="3453583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1C7CB-8483-4AC4-ACF2-524B03E58C09}"/>
              </a:ext>
            </a:extLst>
          </p:cNvPr>
          <p:cNvSpPr>
            <a:spLocks noGrp="1"/>
          </p:cNvSpPr>
          <p:nvPr>
            <p:ph type="title"/>
          </p:nvPr>
        </p:nvSpPr>
        <p:spPr>
          <a:xfrm>
            <a:off x="495299" y="495299"/>
            <a:ext cx="11201401" cy="984885"/>
          </a:xfrm>
        </p:spPr>
        <p:txBody>
          <a:bodyPr/>
          <a:lstStyle/>
          <a:p>
            <a:r>
              <a:rPr lang="en-US" sz="3200" dirty="0"/>
              <a:t>Process and Equipment Surveillance</a:t>
            </a:r>
            <a:br>
              <a:rPr lang="en-US" sz="3200" b="1" dirty="0"/>
            </a:br>
            <a:endParaRPr lang="en-US" sz="3200" dirty="0"/>
          </a:p>
        </p:txBody>
      </p:sp>
      <p:sp>
        <p:nvSpPr>
          <p:cNvPr id="4" name="Slide Number Placeholder 3">
            <a:extLst>
              <a:ext uri="{FF2B5EF4-FFF2-40B4-BE49-F238E27FC236}">
                <a16:creationId xmlns:a16="http://schemas.microsoft.com/office/drawing/2014/main" id="{298E1F43-FA9C-4E20-957F-46A0BAEDF0B0}"/>
              </a:ext>
            </a:extLst>
          </p:cNvPr>
          <p:cNvSpPr>
            <a:spLocks noGrp="1"/>
          </p:cNvSpPr>
          <p:nvPr>
            <p:ph type="sldNum" sz="quarter" idx="12"/>
          </p:nvPr>
        </p:nvSpPr>
        <p:spPr/>
        <p:txBody>
          <a:bodyPr/>
          <a:lstStyle/>
          <a:p>
            <a:fld id="{7B94EC18-1D2B-4535-B738-0E53AFE26620}" type="slidenum">
              <a:rPr lang="en-US" smtClean="0"/>
              <a:t>16</a:t>
            </a:fld>
            <a:endParaRPr lang="en-US"/>
          </a:p>
        </p:txBody>
      </p:sp>
      <p:grpSp>
        <p:nvGrpSpPr>
          <p:cNvPr id="9" name="Group 8">
            <a:extLst>
              <a:ext uri="{FF2B5EF4-FFF2-40B4-BE49-F238E27FC236}">
                <a16:creationId xmlns:a16="http://schemas.microsoft.com/office/drawing/2014/main" id="{CF40C35B-9F1C-4932-9FFD-24479B4FDC12}"/>
              </a:ext>
            </a:extLst>
          </p:cNvPr>
          <p:cNvGrpSpPr/>
          <p:nvPr/>
        </p:nvGrpSpPr>
        <p:grpSpPr>
          <a:xfrm>
            <a:off x="967198" y="1232161"/>
            <a:ext cx="8728465" cy="5591237"/>
            <a:chOff x="1562109" y="956675"/>
            <a:chExt cx="8728465" cy="5591237"/>
          </a:xfrm>
        </p:grpSpPr>
        <p:grpSp>
          <p:nvGrpSpPr>
            <p:cNvPr id="10" name="Group 9">
              <a:extLst>
                <a:ext uri="{FF2B5EF4-FFF2-40B4-BE49-F238E27FC236}">
                  <a16:creationId xmlns:a16="http://schemas.microsoft.com/office/drawing/2014/main" id="{85DA4C4F-FDFB-474B-B0CF-08D05AD36AA8}"/>
                </a:ext>
              </a:extLst>
            </p:cNvPr>
            <p:cNvGrpSpPr/>
            <p:nvPr/>
          </p:nvGrpSpPr>
          <p:grpSpPr>
            <a:xfrm>
              <a:off x="4768891" y="956675"/>
              <a:ext cx="4475929" cy="749173"/>
              <a:chOff x="4768891" y="956675"/>
              <a:chExt cx="4475929" cy="749173"/>
            </a:xfrm>
          </p:grpSpPr>
          <p:sp>
            <p:nvSpPr>
              <p:cNvPr id="50" name="Text Box 24">
                <a:extLst>
                  <a:ext uri="{FF2B5EF4-FFF2-40B4-BE49-F238E27FC236}">
                    <a16:creationId xmlns:a16="http://schemas.microsoft.com/office/drawing/2014/main" id="{B3D691D6-0158-4EB1-8C74-58FE6F80BE91}"/>
                  </a:ext>
                </a:extLst>
              </p:cNvPr>
              <p:cNvSpPr txBox="1">
                <a:spLocks noChangeArrowheads="1"/>
              </p:cNvSpPr>
              <p:nvPr/>
            </p:nvSpPr>
            <p:spPr bwMode="auto">
              <a:xfrm>
                <a:off x="5993607" y="956675"/>
                <a:ext cx="3251213" cy="523220"/>
              </a:xfrm>
              <a:prstGeom prst="rect">
                <a:avLst/>
              </a:prstGeom>
              <a:noFill/>
              <a:ln w="6350" algn="ctr">
                <a:noFill/>
                <a:miter lim="800000"/>
                <a:headEnd/>
                <a:tailEnd/>
              </a:ln>
              <a:effectLst/>
            </p:spPr>
            <p:txBody>
              <a:bodyPr wrap="square">
                <a:spAutoFit/>
              </a:bodyPr>
              <a:lstStyle/>
              <a:p>
                <a:pPr marL="0" marR="0" lvl="0" indent="0" algn="ctr" defTabSz="457200" eaLnBrk="0" fontAlgn="base" latinLnBrk="0" hangingPunct="0">
                  <a:lnSpc>
                    <a:spcPct val="100000"/>
                  </a:lnSpc>
                  <a:spcBef>
                    <a:spcPct val="0"/>
                  </a:spcBef>
                  <a:spcAft>
                    <a:spcPct val="0"/>
                  </a:spcAft>
                  <a:buClrTx/>
                  <a:buSzTx/>
                  <a:buFont typeface="Wingdings" pitchFamily="2" charset="2"/>
                  <a:buNone/>
                  <a:tabLst/>
                  <a:defRPr/>
                </a:pPr>
                <a:r>
                  <a:rPr kumimoji="0" lang="en-US" sz="1400" b="0" i="0" u="none" strike="noStrike" kern="0" cap="none" spc="0" normalizeH="0" baseline="0" noProof="0">
                    <a:ln>
                      <a:noFill/>
                    </a:ln>
                    <a:solidFill>
                      <a:srgbClr val="000000"/>
                    </a:solidFill>
                    <a:effectLst/>
                    <a:uLnTx/>
                    <a:uFillTx/>
                    <a:cs typeface="Arial" charset="0"/>
                  </a:rPr>
                  <a:t>Engineering</a:t>
                </a:r>
                <a:br>
                  <a:rPr kumimoji="0" lang="en-US" sz="1400" b="0" i="0" u="none" strike="noStrike" kern="0" cap="none" spc="0" normalizeH="0" baseline="0" noProof="0">
                    <a:ln>
                      <a:noFill/>
                    </a:ln>
                    <a:solidFill>
                      <a:srgbClr val="000000"/>
                    </a:solidFill>
                    <a:effectLst/>
                    <a:uLnTx/>
                    <a:uFillTx/>
                    <a:cs typeface="Arial" charset="0"/>
                  </a:rPr>
                </a:br>
                <a:r>
                  <a:rPr kumimoji="0" lang="en-US" sz="1400" b="0" i="0" u="none" strike="noStrike" kern="0" cap="none" spc="0" normalizeH="0" baseline="0" noProof="0">
                    <a:ln>
                      <a:noFill/>
                    </a:ln>
                    <a:solidFill>
                      <a:srgbClr val="000000"/>
                    </a:solidFill>
                    <a:effectLst/>
                    <a:uLnTx/>
                    <a:uFillTx/>
                    <a:cs typeface="Arial" charset="0"/>
                  </a:rPr>
                  <a:t>Reliability, Maintenance &amp; Process</a:t>
                </a:r>
              </a:p>
            </p:txBody>
          </p:sp>
          <p:pic>
            <p:nvPicPr>
              <p:cNvPr id="51" name="Picture 16" descr="MCj04339320000[1]">
                <a:extLst>
                  <a:ext uri="{FF2B5EF4-FFF2-40B4-BE49-F238E27FC236}">
                    <a16:creationId xmlns:a16="http://schemas.microsoft.com/office/drawing/2014/main" id="{C1E91B52-148D-4533-AEDD-6BF828951A9F}"/>
                  </a:ext>
                </a:extLst>
              </p:cNvPr>
              <p:cNvPicPr>
                <a:picLocks noChangeAspect="1" noChangeArrowheads="1"/>
              </p:cNvPicPr>
              <p:nvPr/>
            </p:nvPicPr>
            <p:blipFill>
              <a:blip r:embed="rId2" cstate="email"/>
              <a:srcRect/>
              <a:stretch>
                <a:fillRect/>
              </a:stretch>
            </p:blipFill>
            <p:spPr bwMode="auto">
              <a:xfrm>
                <a:off x="4768891" y="956675"/>
                <a:ext cx="687206" cy="687206"/>
              </a:xfrm>
              <a:prstGeom prst="rect">
                <a:avLst/>
              </a:prstGeom>
              <a:noFill/>
            </p:spPr>
          </p:pic>
          <p:cxnSp>
            <p:nvCxnSpPr>
              <p:cNvPr id="52" name="Straight Arrow Connector 51">
                <a:extLst>
                  <a:ext uri="{FF2B5EF4-FFF2-40B4-BE49-F238E27FC236}">
                    <a16:creationId xmlns:a16="http://schemas.microsoft.com/office/drawing/2014/main" id="{9577DB81-EA57-4EF7-AD77-D8A98B4629A9}"/>
                  </a:ext>
                </a:extLst>
              </p:cNvPr>
              <p:cNvCxnSpPr/>
              <p:nvPr/>
            </p:nvCxnSpPr>
            <p:spPr bwMode="auto">
              <a:xfrm flipV="1">
                <a:off x="5983924" y="1480423"/>
                <a:ext cx="0" cy="225425"/>
              </a:xfrm>
              <a:prstGeom prst="straightConnector1">
                <a:avLst/>
              </a:prstGeom>
              <a:noFill/>
              <a:ln>
                <a:solidFill>
                  <a:srgbClr val="1792E5"/>
                </a:solidFill>
                <a:headEnd type="none" w="med" len="med"/>
                <a:tailEnd type="triangl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1" name="Group 10">
              <a:extLst>
                <a:ext uri="{FF2B5EF4-FFF2-40B4-BE49-F238E27FC236}">
                  <a16:creationId xmlns:a16="http://schemas.microsoft.com/office/drawing/2014/main" id="{0B46685C-87C2-4FCE-88EF-AE39F7359109}"/>
                </a:ext>
              </a:extLst>
            </p:cNvPr>
            <p:cNvGrpSpPr/>
            <p:nvPr/>
          </p:nvGrpSpPr>
          <p:grpSpPr>
            <a:xfrm>
              <a:off x="8368519" y="2204099"/>
              <a:ext cx="1922055" cy="842014"/>
              <a:chOff x="8368519" y="2204099"/>
              <a:chExt cx="1922055" cy="842014"/>
            </a:xfrm>
          </p:grpSpPr>
          <p:pic>
            <p:nvPicPr>
              <p:cNvPr id="46" name="Picture 2">
                <a:extLst>
                  <a:ext uri="{FF2B5EF4-FFF2-40B4-BE49-F238E27FC236}">
                    <a16:creationId xmlns:a16="http://schemas.microsoft.com/office/drawing/2014/main" id="{2F9875CC-1487-4E9C-92D2-B0450775D053}"/>
                  </a:ext>
                </a:extLst>
              </p:cNvPr>
              <p:cNvPicPr>
                <a:picLocks noChangeAspect="1" noChangeArrowheads="1"/>
              </p:cNvPicPr>
              <p:nvPr/>
            </p:nvPicPr>
            <p:blipFill>
              <a:blip r:embed="rId3" cstate="email"/>
              <a:srcRect/>
              <a:stretch>
                <a:fillRect/>
              </a:stretch>
            </p:blipFill>
            <p:spPr bwMode="auto">
              <a:xfrm>
                <a:off x="9298144" y="2204099"/>
                <a:ext cx="985545" cy="595433"/>
              </a:xfrm>
              <a:prstGeom prst="rect">
                <a:avLst/>
              </a:prstGeom>
              <a:ln>
                <a:noFill/>
              </a:ln>
              <a:effectLst/>
            </p:spPr>
          </p:pic>
          <p:sp>
            <p:nvSpPr>
              <p:cNvPr id="47" name="Text Box 22">
                <a:extLst>
                  <a:ext uri="{FF2B5EF4-FFF2-40B4-BE49-F238E27FC236}">
                    <a16:creationId xmlns:a16="http://schemas.microsoft.com/office/drawing/2014/main" id="{08DA94F8-5176-4BDD-A514-3F2D0AACF72F}"/>
                  </a:ext>
                </a:extLst>
              </p:cNvPr>
              <p:cNvSpPr txBox="1">
                <a:spLocks noChangeArrowheads="1"/>
              </p:cNvSpPr>
              <p:nvPr/>
            </p:nvSpPr>
            <p:spPr bwMode="auto">
              <a:xfrm>
                <a:off x="9317958" y="2735194"/>
                <a:ext cx="972616" cy="310919"/>
              </a:xfrm>
              <a:prstGeom prst="rect">
                <a:avLst/>
              </a:prstGeom>
              <a:noFill/>
              <a:ln w="6350" algn="ctr">
                <a:noFill/>
                <a:miter lim="800000"/>
                <a:headEnd/>
                <a:tailEnd/>
              </a:ln>
              <a:effectLst/>
            </p:spPr>
            <p:txBody>
              <a:bodyPr wrap="square">
                <a:spAutoFit/>
              </a:bodyPr>
              <a:lstStyle/>
              <a:p>
                <a:pPr marL="0" marR="0" lvl="0" indent="0" algn="ctr" defTabSz="457200" eaLnBrk="0" fontAlgn="base" latinLnBrk="0" hangingPunct="0">
                  <a:lnSpc>
                    <a:spcPct val="100000"/>
                  </a:lnSpc>
                  <a:spcBef>
                    <a:spcPct val="0"/>
                  </a:spcBef>
                  <a:spcAft>
                    <a:spcPct val="0"/>
                  </a:spcAft>
                  <a:buClrTx/>
                  <a:buSzTx/>
                  <a:buFont typeface="Wingdings" pitchFamily="2" charset="2"/>
                  <a:buNone/>
                  <a:tabLst/>
                  <a:defRPr/>
                </a:pPr>
                <a:r>
                  <a:rPr kumimoji="0" lang="en-US" sz="1400" b="1" i="0" u="none" strike="noStrike" kern="0" cap="none" spc="0" normalizeH="0" baseline="0" noProof="0" err="1">
                    <a:ln>
                      <a:noFill/>
                    </a:ln>
                    <a:solidFill>
                      <a:srgbClr val="000000"/>
                    </a:solidFill>
                    <a:effectLst/>
                    <a:uLnTx/>
                    <a:uFillTx/>
                    <a:cs typeface="Arial" charset="0"/>
                  </a:rPr>
                  <a:t>ePHD</a:t>
                </a:r>
                <a:endParaRPr kumimoji="0" lang="en-US" sz="1400" b="1" i="0" u="none" strike="noStrike" kern="0" cap="none" spc="0" normalizeH="0" baseline="0" noProof="0">
                  <a:ln>
                    <a:noFill/>
                  </a:ln>
                  <a:solidFill>
                    <a:srgbClr val="000000"/>
                  </a:solidFill>
                  <a:effectLst/>
                  <a:uLnTx/>
                  <a:uFillTx/>
                  <a:cs typeface="Arial" charset="0"/>
                </a:endParaRPr>
              </a:p>
            </p:txBody>
          </p:sp>
          <p:sp>
            <p:nvSpPr>
              <p:cNvPr id="48" name="Text Box 22">
                <a:extLst>
                  <a:ext uri="{FF2B5EF4-FFF2-40B4-BE49-F238E27FC236}">
                    <a16:creationId xmlns:a16="http://schemas.microsoft.com/office/drawing/2014/main" id="{2D77BA03-3604-41C8-B17C-606D4F49328B}"/>
                  </a:ext>
                </a:extLst>
              </p:cNvPr>
              <p:cNvSpPr txBox="1">
                <a:spLocks noChangeArrowheads="1"/>
              </p:cNvSpPr>
              <p:nvPr/>
            </p:nvSpPr>
            <p:spPr bwMode="auto">
              <a:xfrm>
                <a:off x="8368519" y="2265137"/>
                <a:ext cx="1762901" cy="264111"/>
              </a:xfrm>
              <a:prstGeom prst="rect">
                <a:avLst/>
              </a:prstGeom>
              <a:noFill/>
              <a:ln w="6350" algn="ctr">
                <a:noFill/>
                <a:miter lim="800000"/>
                <a:headEnd/>
                <a:tailEnd/>
              </a:ln>
              <a:effectLst/>
            </p:spPr>
            <p:txBody>
              <a:bodyPr wrap="square">
                <a:spAutoFit/>
              </a:bodyPr>
              <a:lstStyle/>
              <a:p>
                <a:pPr marL="0" marR="0" lvl="0" indent="0" defTabSz="457200" eaLnBrk="0" fontAlgn="base" latinLnBrk="0" hangingPunct="0">
                  <a:lnSpc>
                    <a:spcPct val="100000"/>
                  </a:lnSpc>
                  <a:spcBef>
                    <a:spcPct val="0"/>
                  </a:spcBef>
                  <a:spcAft>
                    <a:spcPct val="0"/>
                  </a:spcAft>
                  <a:buClrTx/>
                  <a:buSzTx/>
                  <a:buFont typeface="Wingdings" pitchFamily="2" charset="2"/>
                  <a:buNone/>
                  <a:tabLst/>
                  <a:defRPr/>
                </a:pPr>
                <a:r>
                  <a:rPr kumimoji="0" lang="en-US" sz="1000" b="1" i="0" u="none" strike="noStrike" kern="0" cap="none" spc="0" normalizeH="0" baseline="0" noProof="0">
                    <a:ln>
                      <a:noFill/>
                    </a:ln>
                    <a:solidFill>
                      <a:srgbClr val="000000"/>
                    </a:solidFill>
                    <a:effectLst/>
                    <a:uLnTx/>
                    <a:uFillTx/>
                    <a:cs typeface="Arial" charset="0"/>
                  </a:rPr>
                  <a:t>Calc Results</a:t>
                </a:r>
              </a:p>
            </p:txBody>
          </p:sp>
          <p:cxnSp>
            <p:nvCxnSpPr>
              <p:cNvPr id="49" name="Straight Arrow Connector 48">
                <a:extLst>
                  <a:ext uri="{FF2B5EF4-FFF2-40B4-BE49-F238E27FC236}">
                    <a16:creationId xmlns:a16="http://schemas.microsoft.com/office/drawing/2014/main" id="{5DE58FAA-67A0-4AA0-B5C7-A11B5B2082C5}"/>
                  </a:ext>
                </a:extLst>
              </p:cNvPr>
              <p:cNvCxnSpPr/>
              <p:nvPr/>
            </p:nvCxnSpPr>
            <p:spPr bwMode="auto">
              <a:xfrm>
                <a:off x="8420736" y="2582149"/>
                <a:ext cx="659547" cy="0"/>
              </a:xfrm>
              <a:prstGeom prst="straightConnector1">
                <a:avLst/>
              </a:prstGeom>
              <a:noFill/>
              <a:ln>
                <a:solidFill>
                  <a:srgbClr val="1792E5"/>
                </a:solidFill>
                <a:headEnd type="none" w="med" len="med"/>
                <a:tailEnd type="triangl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2" name="Group 11">
              <a:extLst>
                <a:ext uri="{FF2B5EF4-FFF2-40B4-BE49-F238E27FC236}">
                  <a16:creationId xmlns:a16="http://schemas.microsoft.com/office/drawing/2014/main" id="{A9D97F31-EA7B-41D9-8CC2-0E057B63A5DB}"/>
                </a:ext>
              </a:extLst>
            </p:cNvPr>
            <p:cNvGrpSpPr/>
            <p:nvPr/>
          </p:nvGrpSpPr>
          <p:grpSpPr>
            <a:xfrm>
              <a:off x="8368519" y="3564901"/>
              <a:ext cx="1848917" cy="1131137"/>
              <a:chOff x="8368519" y="3564901"/>
              <a:chExt cx="1848917" cy="1131137"/>
            </a:xfrm>
          </p:grpSpPr>
          <p:pic>
            <p:nvPicPr>
              <p:cNvPr id="42" name="Picture 22">
                <a:extLst>
                  <a:ext uri="{FF2B5EF4-FFF2-40B4-BE49-F238E27FC236}">
                    <a16:creationId xmlns:a16="http://schemas.microsoft.com/office/drawing/2014/main" id="{271AAAF1-F4F9-43EC-95BD-9A3C5038A7F9}"/>
                  </a:ext>
                </a:extLst>
              </p:cNvPr>
              <p:cNvPicPr>
                <a:picLocks noChangeAspect="1" noChangeArrowheads="1"/>
              </p:cNvPicPr>
              <p:nvPr/>
            </p:nvPicPr>
            <p:blipFill>
              <a:blip r:embed="rId4" cstate="email"/>
              <a:srcRect/>
              <a:stretch>
                <a:fillRect/>
              </a:stretch>
            </p:blipFill>
            <p:spPr bwMode="auto">
              <a:xfrm>
                <a:off x="9371734" y="3564901"/>
                <a:ext cx="718789" cy="872816"/>
              </a:xfrm>
              <a:prstGeom prst="rect">
                <a:avLst/>
              </a:prstGeom>
              <a:noFill/>
              <a:ln w="9525">
                <a:noFill/>
                <a:miter lim="800000"/>
                <a:headEnd/>
                <a:tailEnd/>
              </a:ln>
              <a:effectLst/>
            </p:spPr>
          </p:pic>
          <p:sp>
            <p:nvSpPr>
              <p:cNvPr id="43" name="Text Box 22">
                <a:extLst>
                  <a:ext uri="{FF2B5EF4-FFF2-40B4-BE49-F238E27FC236}">
                    <a16:creationId xmlns:a16="http://schemas.microsoft.com/office/drawing/2014/main" id="{65104BBB-4568-425A-9DAE-98640F45EAE6}"/>
                  </a:ext>
                </a:extLst>
              </p:cNvPr>
              <p:cNvSpPr txBox="1">
                <a:spLocks noChangeArrowheads="1"/>
              </p:cNvSpPr>
              <p:nvPr/>
            </p:nvSpPr>
            <p:spPr bwMode="auto">
              <a:xfrm>
                <a:off x="9244820" y="4385119"/>
                <a:ext cx="972616" cy="310919"/>
              </a:xfrm>
              <a:prstGeom prst="rect">
                <a:avLst/>
              </a:prstGeom>
              <a:noFill/>
              <a:ln w="6350" algn="ctr">
                <a:noFill/>
                <a:miter lim="800000"/>
                <a:headEnd/>
                <a:tailEnd/>
              </a:ln>
              <a:effectLst/>
            </p:spPr>
            <p:txBody>
              <a:bodyPr wrap="square">
                <a:spAutoFit/>
              </a:bodyPr>
              <a:lstStyle/>
              <a:p>
                <a:pPr marL="0" marR="0" lvl="0" indent="0" algn="ctr" defTabSz="457200" eaLnBrk="0" fontAlgn="base" latinLnBrk="0" hangingPunct="0">
                  <a:lnSpc>
                    <a:spcPct val="100000"/>
                  </a:lnSpc>
                  <a:spcBef>
                    <a:spcPct val="0"/>
                  </a:spcBef>
                  <a:spcAft>
                    <a:spcPct val="0"/>
                  </a:spcAft>
                  <a:buClrTx/>
                  <a:buSzTx/>
                  <a:buFont typeface="Wingdings" pitchFamily="2" charset="2"/>
                  <a:buNone/>
                  <a:tabLst/>
                  <a:defRPr/>
                </a:pPr>
                <a:r>
                  <a:rPr kumimoji="0" lang="en-US" sz="1400" b="1" i="0" u="none" strike="noStrike" kern="0" cap="none" spc="0" normalizeH="0" baseline="0" noProof="0">
                    <a:ln>
                      <a:noFill/>
                    </a:ln>
                    <a:solidFill>
                      <a:srgbClr val="000000"/>
                    </a:solidFill>
                    <a:effectLst/>
                    <a:uLnTx/>
                    <a:uFillTx/>
                    <a:cs typeface="Arial" charset="0"/>
                  </a:rPr>
                  <a:t>Operator</a:t>
                </a:r>
              </a:p>
            </p:txBody>
          </p:sp>
          <p:sp>
            <p:nvSpPr>
              <p:cNvPr id="44" name="Text Box 22">
                <a:extLst>
                  <a:ext uri="{FF2B5EF4-FFF2-40B4-BE49-F238E27FC236}">
                    <a16:creationId xmlns:a16="http://schemas.microsoft.com/office/drawing/2014/main" id="{FFEDCCC5-CD47-47CE-A2A8-5F109E23BBF5}"/>
                  </a:ext>
                </a:extLst>
              </p:cNvPr>
              <p:cNvSpPr txBox="1">
                <a:spLocks noChangeArrowheads="1"/>
              </p:cNvSpPr>
              <p:nvPr/>
            </p:nvSpPr>
            <p:spPr bwMode="auto">
              <a:xfrm>
                <a:off x="8368519" y="3623060"/>
                <a:ext cx="1762901" cy="246221"/>
              </a:xfrm>
              <a:prstGeom prst="rect">
                <a:avLst/>
              </a:prstGeom>
              <a:noFill/>
              <a:ln w="6350" algn="ctr">
                <a:noFill/>
                <a:miter lim="800000"/>
                <a:headEnd/>
                <a:tailEnd/>
              </a:ln>
              <a:effectLst/>
            </p:spPr>
            <p:txBody>
              <a:bodyPr wrap="square">
                <a:spAutoFit/>
              </a:bodyPr>
              <a:lstStyle/>
              <a:p>
                <a:pPr marL="0" marR="0" lvl="0" indent="0" defTabSz="457200" eaLnBrk="0" fontAlgn="base" latinLnBrk="0" hangingPunct="0">
                  <a:lnSpc>
                    <a:spcPct val="100000"/>
                  </a:lnSpc>
                  <a:spcBef>
                    <a:spcPct val="0"/>
                  </a:spcBef>
                  <a:spcAft>
                    <a:spcPct val="0"/>
                  </a:spcAft>
                  <a:buClrTx/>
                  <a:buSzTx/>
                  <a:buFont typeface="Wingdings" pitchFamily="2" charset="2"/>
                  <a:buNone/>
                  <a:tabLst/>
                  <a:defRPr/>
                </a:pPr>
                <a:r>
                  <a:rPr kumimoji="0" lang="en-US" sz="1000" b="1" i="0" u="none" strike="noStrike" kern="0" cap="none" spc="0" normalizeH="0" baseline="0" noProof="0">
                    <a:ln>
                      <a:noFill/>
                    </a:ln>
                    <a:solidFill>
                      <a:srgbClr val="000000"/>
                    </a:solidFill>
                    <a:effectLst/>
                    <a:uLnTx/>
                    <a:uFillTx/>
                    <a:cs typeface="Arial" charset="0"/>
                  </a:rPr>
                  <a:t>Alerts &amp; Data</a:t>
                </a:r>
              </a:p>
            </p:txBody>
          </p:sp>
          <p:cxnSp>
            <p:nvCxnSpPr>
              <p:cNvPr id="45" name="Straight Arrow Connector 44">
                <a:extLst>
                  <a:ext uri="{FF2B5EF4-FFF2-40B4-BE49-F238E27FC236}">
                    <a16:creationId xmlns:a16="http://schemas.microsoft.com/office/drawing/2014/main" id="{A054A089-782E-4374-9E7B-9FA9A29A657F}"/>
                  </a:ext>
                </a:extLst>
              </p:cNvPr>
              <p:cNvCxnSpPr/>
              <p:nvPr/>
            </p:nvCxnSpPr>
            <p:spPr bwMode="auto">
              <a:xfrm>
                <a:off x="8420736" y="3915649"/>
                <a:ext cx="659547" cy="0"/>
              </a:xfrm>
              <a:prstGeom prst="straightConnector1">
                <a:avLst/>
              </a:prstGeom>
              <a:noFill/>
              <a:ln>
                <a:solidFill>
                  <a:srgbClr val="1792E5"/>
                </a:solidFill>
                <a:headEnd type="none" w="med" len="med"/>
                <a:tailEnd type="triangl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3" name="Group 12">
              <a:extLst>
                <a:ext uri="{FF2B5EF4-FFF2-40B4-BE49-F238E27FC236}">
                  <a16:creationId xmlns:a16="http://schemas.microsoft.com/office/drawing/2014/main" id="{A7852FE6-6F75-43FB-B7BA-C0FA73289117}"/>
                </a:ext>
              </a:extLst>
            </p:cNvPr>
            <p:cNvGrpSpPr/>
            <p:nvPr/>
          </p:nvGrpSpPr>
          <p:grpSpPr>
            <a:xfrm>
              <a:off x="1562109" y="2482440"/>
              <a:ext cx="2012725" cy="1602176"/>
              <a:chOff x="1562109" y="2482440"/>
              <a:chExt cx="2012725" cy="1602176"/>
            </a:xfrm>
          </p:grpSpPr>
          <p:grpSp>
            <p:nvGrpSpPr>
              <p:cNvPr id="36" name="Group 111">
                <a:extLst>
                  <a:ext uri="{FF2B5EF4-FFF2-40B4-BE49-F238E27FC236}">
                    <a16:creationId xmlns:a16="http://schemas.microsoft.com/office/drawing/2014/main" id="{5AF5D940-B373-45F0-8323-96DF91C8B3D4}"/>
                  </a:ext>
                </a:extLst>
              </p:cNvPr>
              <p:cNvGrpSpPr/>
              <p:nvPr/>
            </p:nvGrpSpPr>
            <p:grpSpPr>
              <a:xfrm>
                <a:off x="1562109" y="2482440"/>
                <a:ext cx="1656845" cy="1602176"/>
                <a:chOff x="467544" y="1226840"/>
                <a:chExt cx="1736725" cy="1652662"/>
              </a:xfrm>
            </p:grpSpPr>
            <p:sp>
              <p:nvSpPr>
                <p:cNvPr id="38" name="Text Box 29">
                  <a:extLst>
                    <a:ext uri="{FF2B5EF4-FFF2-40B4-BE49-F238E27FC236}">
                      <a16:creationId xmlns:a16="http://schemas.microsoft.com/office/drawing/2014/main" id="{7CF8E86C-ED7B-4E70-BC8B-B68753456A51}"/>
                    </a:ext>
                  </a:extLst>
                </p:cNvPr>
                <p:cNvSpPr txBox="1">
                  <a:spLocks noChangeArrowheads="1"/>
                </p:cNvSpPr>
                <p:nvPr/>
              </p:nvSpPr>
              <p:spPr bwMode="auto">
                <a:xfrm>
                  <a:off x="467544" y="1226840"/>
                  <a:ext cx="1736725" cy="565172"/>
                </a:xfrm>
                <a:prstGeom prst="rect">
                  <a:avLst/>
                </a:prstGeom>
                <a:noFill/>
                <a:ln w="6350" algn="ctr">
                  <a:noFill/>
                  <a:miter lim="800000"/>
                  <a:headEnd/>
                  <a:tailEnd/>
                </a:ln>
                <a:effectLst/>
              </p:spPr>
              <p:txBody>
                <a:bodyPr wrap="square">
                  <a:spAutoFit/>
                </a:bodyPr>
                <a:lstStyle/>
                <a:p>
                  <a:pPr algn="ctr">
                    <a:lnSpc>
                      <a:spcPct val="110000"/>
                    </a:lnSpc>
                  </a:pPr>
                  <a:r>
                    <a:rPr lang="en-US" sz="1400" b="1">
                      <a:solidFill>
                        <a:srgbClr val="000000"/>
                      </a:solidFill>
                      <a:ea typeface="ＭＳ Ｐゴシック" pitchFamily="34" charset="-128"/>
                      <a:cs typeface="Arial" charset="0"/>
                    </a:rPr>
                    <a:t>Mgt. Reporting &amp; KPI’s</a:t>
                  </a:r>
                </a:p>
              </p:txBody>
            </p:sp>
            <p:pic>
              <p:nvPicPr>
                <p:cNvPr id="39" name="Picture 6" descr="D:\Documents and Settings\e525162\My Documents\Downloads\MC900432646.PNG">
                  <a:extLst>
                    <a:ext uri="{FF2B5EF4-FFF2-40B4-BE49-F238E27FC236}">
                      <a16:creationId xmlns:a16="http://schemas.microsoft.com/office/drawing/2014/main" id="{547CA356-E4AA-4AFE-B131-DA6E3D1BA0E7}"/>
                    </a:ext>
                  </a:extLst>
                </p:cNvPr>
                <p:cNvPicPr>
                  <a:picLocks noChangeAspect="1" noChangeArrowheads="1"/>
                </p:cNvPicPr>
                <p:nvPr/>
              </p:nvPicPr>
              <p:blipFill>
                <a:blip r:embed="rId5" cstate="email"/>
                <a:srcRect/>
                <a:stretch>
                  <a:fillRect/>
                </a:stretch>
              </p:blipFill>
              <p:spPr bwMode="auto">
                <a:xfrm>
                  <a:off x="1115616" y="1700808"/>
                  <a:ext cx="1080120" cy="1080120"/>
                </a:xfrm>
                <a:prstGeom prst="rect">
                  <a:avLst/>
                </a:prstGeom>
                <a:noFill/>
              </p:spPr>
            </p:pic>
            <p:pic>
              <p:nvPicPr>
                <p:cNvPr id="40" name="Picture 18" descr="MCj04326100000[1]">
                  <a:extLst>
                    <a:ext uri="{FF2B5EF4-FFF2-40B4-BE49-F238E27FC236}">
                      <a16:creationId xmlns:a16="http://schemas.microsoft.com/office/drawing/2014/main" id="{71453A0C-DE65-4D57-9C9F-6490031AE810}"/>
                    </a:ext>
                  </a:extLst>
                </p:cNvPr>
                <p:cNvPicPr>
                  <a:picLocks noChangeAspect="1" noChangeArrowheads="1"/>
                </p:cNvPicPr>
                <p:nvPr/>
              </p:nvPicPr>
              <p:blipFill>
                <a:blip r:embed="rId6" cstate="email"/>
                <a:srcRect/>
                <a:stretch>
                  <a:fillRect/>
                </a:stretch>
              </p:blipFill>
              <p:spPr bwMode="auto">
                <a:xfrm>
                  <a:off x="899592" y="2204864"/>
                  <a:ext cx="674638" cy="674638"/>
                </a:xfrm>
                <a:prstGeom prst="rect">
                  <a:avLst/>
                </a:prstGeom>
                <a:noFill/>
              </p:spPr>
            </p:pic>
            <p:pic>
              <p:nvPicPr>
                <p:cNvPr id="41" name="Picture 39" descr="MCj04339530000[1]">
                  <a:extLst>
                    <a:ext uri="{FF2B5EF4-FFF2-40B4-BE49-F238E27FC236}">
                      <a16:creationId xmlns:a16="http://schemas.microsoft.com/office/drawing/2014/main" id="{2E2C17EA-0B3C-4243-9025-38E8642A0263}"/>
                    </a:ext>
                  </a:extLst>
                </p:cNvPr>
                <p:cNvPicPr>
                  <a:picLocks noChangeAspect="1" noChangeArrowheads="1"/>
                </p:cNvPicPr>
                <p:nvPr/>
              </p:nvPicPr>
              <p:blipFill>
                <a:blip r:embed="rId7" cstate="email"/>
                <a:srcRect/>
                <a:stretch>
                  <a:fillRect/>
                </a:stretch>
              </p:blipFill>
              <p:spPr bwMode="auto">
                <a:xfrm>
                  <a:off x="539552" y="1844824"/>
                  <a:ext cx="703291" cy="703291"/>
                </a:xfrm>
                <a:prstGeom prst="rect">
                  <a:avLst/>
                </a:prstGeom>
                <a:noFill/>
              </p:spPr>
            </p:pic>
          </p:grpSp>
          <p:cxnSp>
            <p:nvCxnSpPr>
              <p:cNvPr id="37" name="Straight Arrow Connector 36">
                <a:extLst>
                  <a:ext uri="{FF2B5EF4-FFF2-40B4-BE49-F238E27FC236}">
                    <a16:creationId xmlns:a16="http://schemas.microsoft.com/office/drawing/2014/main" id="{7C923F26-D5B0-4C0A-BCDE-19C8BBD17A0C}"/>
                  </a:ext>
                </a:extLst>
              </p:cNvPr>
              <p:cNvCxnSpPr/>
              <p:nvPr/>
            </p:nvCxnSpPr>
            <p:spPr bwMode="auto">
              <a:xfrm flipH="1">
                <a:off x="3143033" y="3464799"/>
                <a:ext cx="431801" cy="0"/>
              </a:xfrm>
              <a:prstGeom prst="straightConnector1">
                <a:avLst/>
              </a:prstGeom>
              <a:noFill/>
              <a:ln>
                <a:solidFill>
                  <a:srgbClr val="1792E5"/>
                </a:solidFill>
                <a:headEnd type="none" w="med" len="med"/>
                <a:tailEnd type="triangl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4" name="Group 13">
              <a:extLst>
                <a:ext uri="{FF2B5EF4-FFF2-40B4-BE49-F238E27FC236}">
                  <a16:creationId xmlns:a16="http://schemas.microsoft.com/office/drawing/2014/main" id="{8B899C6F-DB05-4B28-B288-7A7FF378674B}"/>
                </a:ext>
              </a:extLst>
            </p:cNvPr>
            <p:cNvGrpSpPr/>
            <p:nvPr/>
          </p:nvGrpSpPr>
          <p:grpSpPr>
            <a:xfrm>
              <a:off x="5908900" y="4801878"/>
              <a:ext cx="1114907" cy="1746034"/>
              <a:chOff x="5908900" y="4801878"/>
              <a:chExt cx="1114907" cy="1746034"/>
            </a:xfrm>
          </p:grpSpPr>
          <p:cxnSp>
            <p:nvCxnSpPr>
              <p:cNvPr id="31" name="Straight Arrow Connector 138">
                <a:extLst>
                  <a:ext uri="{FF2B5EF4-FFF2-40B4-BE49-F238E27FC236}">
                    <a16:creationId xmlns:a16="http://schemas.microsoft.com/office/drawing/2014/main" id="{8F27D3A7-6663-4C74-9992-59CD9B25E403}"/>
                  </a:ext>
                </a:extLst>
              </p:cNvPr>
              <p:cNvCxnSpPr>
                <a:cxnSpLocks/>
                <a:stCxn id="33" idx="0"/>
              </p:cNvCxnSpPr>
              <p:nvPr/>
            </p:nvCxnSpPr>
            <p:spPr bwMode="auto">
              <a:xfrm rot="5400000" flipH="1" flipV="1">
                <a:off x="6053199" y="5190978"/>
                <a:ext cx="778202" cy="1"/>
              </a:xfrm>
              <a:prstGeom prst="bentConnector3">
                <a:avLst>
                  <a:gd name="adj1" fmla="val 50000"/>
                </a:avLst>
              </a:prstGeom>
              <a:noFill/>
              <a:ln>
                <a:solidFill>
                  <a:srgbClr val="1792E5"/>
                </a:solidFill>
                <a:headEnd type="none" w="med" len="med"/>
                <a:tailEnd type="triangle" w="med" len="med"/>
              </a:ln>
              <a:effectLst/>
              <a:extLst>
                <a:ext uri="{909E8E84-426E-40DD-AFC4-6F175D3DCCD1}">
                  <a14:hiddenFill xmlns:a14="http://schemas.microsoft.com/office/drawing/2010/main">
                    <a:solidFill>
                      <a:srgbClr val="0005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2" name="Group 31">
                <a:extLst>
                  <a:ext uri="{FF2B5EF4-FFF2-40B4-BE49-F238E27FC236}">
                    <a16:creationId xmlns:a16="http://schemas.microsoft.com/office/drawing/2014/main" id="{5A621AF6-9EFC-419C-BA25-C5D812C79078}"/>
                  </a:ext>
                </a:extLst>
              </p:cNvPr>
              <p:cNvGrpSpPr/>
              <p:nvPr/>
            </p:nvGrpSpPr>
            <p:grpSpPr>
              <a:xfrm>
                <a:off x="5908900" y="5580079"/>
                <a:ext cx="1114907" cy="967833"/>
                <a:chOff x="4484037" y="5160913"/>
                <a:chExt cx="1114907" cy="967833"/>
              </a:xfrm>
            </p:grpSpPr>
            <p:sp>
              <p:nvSpPr>
                <p:cNvPr id="33" name="AutoShape 2">
                  <a:extLst>
                    <a:ext uri="{FF2B5EF4-FFF2-40B4-BE49-F238E27FC236}">
                      <a16:creationId xmlns:a16="http://schemas.microsoft.com/office/drawing/2014/main" id="{7E7EF55B-151C-48DE-A1A4-CD7A95A4BD86}"/>
                    </a:ext>
                  </a:extLst>
                </p:cNvPr>
                <p:cNvSpPr>
                  <a:spLocks noChangeArrowheads="1"/>
                </p:cNvSpPr>
                <p:nvPr/>
              </p:nvSpPr>
              <p:spPr bwMode="auto">
                <a:xfrm>
                  <a:off x="4484037" y="5160913"/>
                  <a:ext cx="1066800" cy="967833"/>
                </a:xfrm>
                <a:prstGeom prst="roundRect">
                  <a:avLst>
                    <a:gd name="adj" fmla="val 16667"/>
                  </a:avLst>
                </a:prstGeom>
                <a:solidFill>
                  <a:srgbClr val="FFFFFF"/>
                </a:solidFill>
                <a:ln>
                  <a:solidFill>
                    <a:srgbClr val="1792E5"/>
                  </a:solidFill>
                  <a:headEnd/>
                  <a:tailEnd/>
                </a:ln>
                <a:effectLst>
                  <a:outerShdw blurRad="63500" sx="102000" sy="102000" algn="ctr" rotWithShape="0">
                    <a:prstClr val="black">
                      <a:alpha val="40000"/>
                    </a:prstClr>
                  </a:outerShdw>
                </a:effectLst>
                <a:scene3d>
                  <a:camera prst="orthographicFront">
                    <a:rot lat="0" lon="0" rev="0"/>
                  </a:camera>
                  <a:lightRig rig="threePt" dir="t">
                    <a:rot lat="0" lon="0" rev="1200000"/>
                  </a:lightRig>
                </a:scene3d>
                <a:sp3d/>
              </p:spPr>
              <p:txBody>
                <a:bodyPr/>
                <a:lstStyle/>
                <a:p>
                  <a:pPr marL="0" marR="0" lvl="0" indent="0" defTabSz="4572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pic>
              <p:nvPicPr>
                <p:cNvPr id="34" name="Picture 13">
                  <a:extLst>
                    <a:ext uri="{FF2B5EF4-FFF2-40B4-BE49-F238E27FC236}">
                      <a16:creationId xmlns:a16="http://schemas.microsoft.com/office/drawing/2014/main" id="{0B421DB3-EA27-4B5F-AC29-3DFA05306754}"/>
                    </a:ext>
                  </a:extLst>
                </p:cNvPr>
                <p:cNvPicPr>
                  <a:picLocks noChangeAspect="1" noChangeArrowheads="1"/>
                </p:cNvPicPr>
                <p:nvPr/>
              </p:nvPicPr>
              <p:blipFill>
                <a:blip r:embed="rId8" cstate="email"/>
                <a:stretch>
                  <a:fillRect/>
                </a:stretch>
              </p:blipFill>
              <p:spPr bwMode="auto">
                <a:xfrm>
                  <a:off x="4816363" y="5518551"/>
                  <a:ext cx="413363" cy="526098"/>
                </a:xfrm>
                <a:prstGeom prst="rect">
                  <a:avLst/>
                </a:prstGeom>
                <a:noFill/>
                <a:ln>
                  <a:noFill/>
                </a:ln>
              </p:spPr>
            </p:pic>
            <p:sp>
              <p:nvSpPr>
                <p:cNvPr id="35" name="Text Box 35">
                  <a:extLst>
                    <a:ext uri="{FF2B5EF4-FFF2-40B4-BE49-F238E27FC236}">
                      <a16:creationId xmlns:a16="http://schemas.microsoft.com/office/drawing/2014/main" id="{6E1FD69D-96EB-4D51-8D65-167FFAB1C3D3}"/>
                    </a:ext>
                  </a:extLst>
                </p:cNvPr>
                <p:cNvSpPr txBox="1">
                  <a:spLocks noChangeArrowheads="1"/>
                </p:cNvSpPr>
                <p:nvPr/>
              </p:nvSpPr>
              <p:spPr bwMode="auto">
                <a:xfrm>
                  <a:off x="4518823" y="5243903"/>
                  <a:ext cx="1080121" cy="156133"/>
                </a:xfrm>
                <a:prstGeom prst="rect">
                  <a:avLst/>
                </a:prstGeom>
                <a:noFill/>
                <a:ln w="6350" algn="ctr">
                  <a:noFill/>
                  <a:miter lim="800000"/>
                  <a:headEnd/>
                  <a:tailEnd/>
                </a:ln>
                <a:effectLst/>
              </p:spPr>
              <p:txBody>
                <a:bodyPr wrap="square" lIns="0" tIns="0" rIns="0" bIns="0" anchor="t">
                  <a:spAutoFit/>
                </a:bodyPr>
                <a:lstStyle/>
                <a:p>
                  <a:pPr marL="0" marR="0" lvl="0" indent="0" algn="ctr" defTabSz="457200" eaLnBrk="0" fontAlgn="base" latinLnBrk="0" hangingPunct="0">
                    <a:lnSpc>
                      <a:spcPct val="100000"/>
                    </a:lnSpc>
                    <a:spcBef>
                      <a:spcPct val="0"/>
                    </a:spcBef>
                    <a:spcAft>
                      <a:spcPct val="0"/>
                    </a:spcAft>
                    <a:buClrTx/>
                    <a:buSzTx/>
                    <a:buFont typeface="Wingdings" pitchFamily="2" charset="2"/>
                    <a:buNone/>
                    <a:tabLst/>
                    <a:defRPr/>
                  </a:pPr>
                  <a:r>
                    <a:rPr kumimoji="0" lang="en-US" sz="1000" b="1" i="0" u="none" strike="noStrike" kern="0" cap="none" spc="0" normalizeH="0" baseline="0" noProof="0">
                      <a:ln>
                        <a:noFill/>
                      </a:ln>
                      <a:solidFill>
                        <a:srgbClr val="000000"/>
                      </a:solidFill>
                      <a:effectLst/>
                      <a:uLnTx/>
                      <a:uFillTx/>
                      <a:cs typeface="Arial" charset="0"/>
                    </a:rPr>
                    <a:t>DCS / PLC</a:t>
                  </a:r>
                </a:p>
              </p:txBody>
            </p:sp>
          </p:grpSp>
        </p:grpSp>
        <p:grpSp>
          <p:nvGrpSpPr>
            <p:cNvPr id="15" name="Group 14">
              <a:extLst>
                <a:ext uri="{FF2B5EF4-FFF2-40B4-BE49-F238E27FC236}">
                  <a16:creationId xmlns:a16="http://schemas.microsoft.com/office/drawing/2014/main" id="{E2F797A8-30BB-42E3-AA63-5A3048657CA9}"/>
                </a:ext>
              </a:extLst>
            </p:cNvPr>
            <p:cNvGrpSpPr/>
            <p:nvPr/>
          </p:nvGrpSpPr>
          <p:grpSpPr>
            <a:xfrm>
              <a:off x="3545525" y="1654613"/>
              <a:ext cx="4876799" cy="3147263"/>
              <a:chOff x="3545525" y="1654613"/>
              <a:chExt cx="4876799" cy="3147263"/>
            </a:xfrm>
          </p:grpSpPr>
          <p:sp>
            <p:nvSpPr>
              <p:cNvPr id="16" name="AutoShape 16">
                <a:extLst>
                  <a:ext uri="{FF2B5EF4-FFF2-40B4-BE49-F238E27FC236}">
                    <a16:creationId xmlns:a16="http://schemas.microsoft.com/office/drawing/2014/main" id="{FCCFDF96-07E9-4871-A778-A8468E91662F}"/>
                  </a:ext>
                </a:extLst>
              </p:cNvPr>
              <p:cNvSpPr>
                <a:spLocks noChangeArrowheads="1"/>
              </p:cNvSpPr>
              <p:nvPr/>
            </p:nvSpPr>
            <p:spPr bwMode="auto">
              <a:xfrm>
                <a:off x="3545525" y="1696323"/>
                <a:ext cx="4876799" cy="3105553"/>
              </a:xfrm>
              <a:prstGeom prst="roundRect">
                <a:avLst>
                  <a:gd name="adj" fmla="val 2692"/>
                </a:avLst>
              </a:prstGeom>
              <a:solidFill>
                <a:srgbClr val="1792E5"/>
              </a:solidFill>
              <a:ln>
                <a:noFill/>
                <a:headEnd/>
                <a:tailEnd/>
              </a:ln>
              <a:effectLst/>
              <a:scene3d>
                <a:camera prst="orthographicFront">
                  <a:rot lat="0" lon="0" rev="0"/>
                </a:camera>
                <a:lightRig rig="threePt" dir="t">
                  <a:rot lat="0" lon="0" rev="1200000"/>
                </a:lightRig>
              </a:scene3d>
              <a:sp3d/>
            </p:spPr>
            <p:txBody>
              <a:bodyPr/>
              <a:lstStyle/>
              <a:p>
                <a:pPr marL="0" marR="0" lvl="0" indent="0" defTabSz="4572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a:ea typeface="+mn-ea"/>
                  <a:cs typeface="+mn-cs"/>
                </a:endParaRPr>
              </a:p>
            </p:txBody>
          </p:sp>
          <p:sp>
            <p:nvSpPr>
              <p:cNvPr id="17" name="Rectangle 39">
                <a:extLst>
                  <a:ext uri="{FF2B5EF4-FFF2-40B4-BE49-F238E27FC236}">
                    <a16:creationId xmlns:a16="http://schemas.microsoft.com/office/drawing/2014/main" id="{AFCB48A6-D09B-4C52-8CAE-DECFDF13F8AC}"/>
                  </a:ext>
                </a:extLst>
              </p:cNvPr>
              <p:cNvSpPr>
                <a:spLocks noChangeArrowheads="1"/>
              </p:cNvSpPr>
              <p:nvPr/>
            </p:nvSpPr>
            <p:spPr bwMode="auto">
              <a:xfrm>
                <a:off x="5143760" y="1928586"/>
                <a:ext cx="3102738" cy="1164493"/>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noFill/>
                <a:prstDash val="solid"/>
                <a:headEnd/>
                <a:tailEnd/>
              </a:ln>
              <a:effectLst>
                <a:innerShdw blurRad="114300">
                  <a:prstClr val="black"/>
                </a:innerShdw>
              </a:effectLst>
            </p:spPr>
            <p:txBody>
              <a:bodyPr wrap="square" anchor="ctr">
                <a:noAutofit/>
              </a:bodyPr>
              <a:lstStyle/>
              <a:p>
                <a:pPr marL="0" marR="0" lvl="0" indent="0" algn="ctr" defTabSz="457200" eaLnBrk="0" fontAlgn="base" latinLnBrk="0" hangingPunct="0">
                  <a:lnSpc>
                    <a:spcPct val="100000"/>
                  </a:lnSpc>
                  <a:spcBef>
                    <a:spcPct val="0"/>
                  </a:spcBef>
                  <a:spcAft>
                    <a:spcPct val="0"/>
                  </a:spcAft>
                  <a:buClrTx/>
                  <a:buSzTx/>
                  <a:buFontTx/>
                  <a:buNone/>
                  <a:tabLst/>
                  <a:defRPr/>
                </a:pPr>
                <a:br>
                  <a:rPr kumimoji="0" lang="en-US" sz="1200" b="0" i="0" u="none" strike="noStrike" kern="0" cap="none" spc="0" normalizeH="0" baseline="0" noProof="0">
                    <a:ln>
                      <a:noFill/>
                    </a:ln>
                    <a:solidFill>
                      <a:srgbClr val="000000"/>
                    </a:solidFill>
                    <a:effectLst/>
                    <a:uLnTx/>
                    <a:uFillTx/>
                    <a:latin typeface="Arial"/>
                    <a:ea typeface="+mn-ea"/>
                    <a:cs typeface="+mn-cs"/>
                  </a:rPr>
                </a:br>
                <a:endParaRPr kumimoji="0" lang="en-US" sz="1200" b="0" i="0" u="none" strike="noStrike" kern="0" cap="none" spc="0" normalizeH="0" baseline="0" noProof="0">
                  <a:ln>
                    <a:noFill/>
                  </a:ln>
                  <a:solidFill>
                    <a:srgbClr val="000000"/>
                  </a:solidFill>
                  <a:effectLst/>
                  <a:uLnTx/>
                  <a:uFillTx/>
                  <a:latin typeface="Arial"/>
                  <a:ea typeface="+mn-ea"/>
                  <a:cs typeface="+mn-cs"/>
                </a:endParaRPr>
              </a:p>
              <a:p>
                <a:pPr marL="0" marR="0" lvl="0" indent="0" algn="ctr" defTabSz="457200" eaLnBrk="0" fontAlgn="base" latinLnBrk="0" hangingPunct="0">
                  <a:lnSpc>
                    <a:spcPct val="100000"/>
                  </a:lnSpc>
                  <a:spcBef>
                    <a:spcPct val="0"/>
                  </a:spcBef>
                  <a:spcAft>
                    <a:spcPct val="0"/>
                  </a:spcAft>
                  <a:buClrTx/>
                  <a:buSzTx/>
                  <a:buFontTx/>
                  <a:buNone/>
                  <a:tabLst/>
                  <a:defRPr/>
                </a:pPr>
                <a:endParaRPr kumimoji="0" lang="en-US" sz="1200" b="1" i="0" u="none" strike="noStrike" kern="0" cap="none" spc="0" normalizeH="0" baseline="0" noProof="0">
                  <a:ln>
                    <a:noFill/>
                  </a:ln>
                  <a:solidFill>
                    <a:srgbClr val="000000"/>
                  </a:solidFill>
                  <a:effectLst/>
                  <a:uLnTx/>
                  <a:uFillTx/>
                  <a:latin typeface="Arial"/>
                  <a:ea typeface="+mn-ea"/>
                  <a:cs typeface="+mn-cs"/>
                </a:endParaRPr>
              </a:p>
              <a:p>
                <a:pPr marL="0" marR="0" lvl="0" indent="0" algn="ctr" defTabSz="457200" eaLnBrk="0" fontAlgn="base" latinLnBrk="0" hangingPunct="0">
                  <a:lnSpc>
                    <a:spcPct val="100000"/>
                  </a:lnSpc>
                  <a:spcBef>
                    <a:spcPct val="0"/>
                  </a:spcBef>
                  <a:spcAft>
                    <a:spcPct val="0"/>
                  </a:spcAft>
                  <a:buClrTx/>
                  <a:buSzTx/>
                  <a:buFontTx/>
                  <a:buNone/>
                  <a:tabLst/>
                  <a:defRPr/>
                </a:pPr>
                <a:endParaRPr kumimoji="0" lang="en-US" sz="1200" b="0" i="0" u="none" strike="noStrike" kern="0" cap="none" spc="0" normalizeH="0" baseline="0" noProof="0">
                  <a:ln>
                    <a:noFill/>
                  </a:ln>
                  <a:solidFill>
                    <a:srgbClr val="000000"/>
                  </a:solidFill>
                  <a:effectLst/>
                  <a:uLnTx/>
                  <a:uFillTx/>
                  <a:latin typeface="Arial"/>
                  <a:ea typeface="+mn-ea"/>
                  <a:cs typeface="+mn-cs"/>
                </a:endParaRPr>
              </a:p>
            </p:txBody>
          </p:sp>
          <p:sp>
            <p:nvSpPr>
              <p:cNvPr id="18" name="Rectangle 39">
                <a:extLst>
                  <a:ext uri="{FF2B5EF4-FFF2-40B4-BE49-F238E27FC236}">
                    <a16:creationId xmlns:a16="http://schemas.microsoft.com/office/drawing/2014/main" id="{A641817E-678D-4CDF-9534-76772197C746}"/>
                  </a:ext>
                </a:extLst>
              </p:cNvPr>
              <p:cNvSpPr>
                <a:spLocks noChangeArrowheads="1"/>
              </p:cNvSpPr>
              <p:nvPr/>
            </p:nvSpPr>
            <p:spPr bwMode="auto">
              <a:xfrm>
                <a:off x="5007237" y="1923073"/>
                <a:ext cx="3386107" cy="261610"/>
              </a:xfrm>
              <a:prstGeom prst="rect">
                <a:avLst/>
              </a:prstGeom>
              <a:noFill/>
              <a:ln w="9525">
                <a:noFill/>
                <a:miter lim="800000"/>
                <a:headEnd/>
                <a:tailEnd/>
              </a:ln>
              <a:effectLst/>
            </p:spPr>
            <p:txBody>
              <a:bodyPr wrap="square">
                <a:spAutoFit/>
              </a:bodyPr>
              <a:lstStyle/>
              <a:p>
                <a:pPr marL="0" marR="0" lvl="0" indent="0" algn="ctr" defTabSz="457200" eaLnBrk="0" fontAlgn="base" latinLnBrk="0" hangingPunct="0">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srgbClr val="000000"/>
                    </a:solidFill>
                    <a:effectLst/>
                    <a:uLnTx/>
                    <a:uFillTx/>
                    <a:cs typeface="Arial" panose="020B0604020202020204" pitchFamily="34" charset="0"/>
                  </a:rPr>
                  <a:t>Heat Map Overview / Displays / Trends</a:t>
                </a:r>
              </a:p>
            </p:txBody>
          </p:sp>
          <p:sp>
            <p:nvSpPr>
              <p:cNvPr id="19" name="Rectangle 39">
                <a:extLst>
                  <a:ext uri="{FF2B5EF4-FFF2-40B4-BE49-F238E27FC236}">
                    <a16:creationId xmlns:a16="http://schemas.microsoft.com/office/drawing/2014/main" id="{5854065D-5DD8-4238-BE12-0F58C916BD94}"/>
                  </a:ext>
                </a:extLst>
              </p:cNvPr>
              <p:cNvSpPr>
                <a:spLocks noChangeArrowheads="1"/>
              </p:cNvSpPr>
              <p:nvPr/>
            </p:nvSpPr>
            <p:spPr bwMode="auto">
              <a:xfrm>
                <a:off x="4340456" y="1654613"/>
                <a:ext cx="3312368" cy="329321"/>
              </a:xfrm>
              <a:prstGeom prst="rect">
                <a:avLst/>
              </a:prstGeom>
              <a:noFill/>
              <a:ln w="9525">
                <a:noFill/>
                <a:miter lim="800000"/>
                <a:headEnd/>
                <a:tailEnd/>
              </a:ln>
              <a:effectLst/>
            </p:spPr>
            <p:txBody>
              <a:bodyPr wrap="square">
                <a:spAutoFit/>
              </a:bodyPr>
              <a:lstStyle/>
              <a:p>
                <a:pPr marL="0" marR="0" lvl="0" indent="0" algn="ctr" defTabSz="45720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a:ln>
                      <a:noFill/>
                    </a:ln>
                    <a:solidFill>
                      <a:srgbClr val="FFFFFF"/>
                    </a:solidFill>
                    <a:effectLst/>
                    <a:uLnTx/>
                    <a:uFillTx/>
                    <a:cs typeface="Arial" panose="020B0604020202020204" pitchFamily="34" charset="0"/>
                  </a:rPr>
                  <a:t>Uniformance Sentinel</a:t>
                </a:r>
              </a:p>
            </p:txBody>
          </p:sp>
          <p:sp>
            <p:nvSpPr>
              <p:cNvPr id="20" name="Rectangle 39">
                <a:extLst>
                  <a:ext uri="{FF2B5EF4-FFF2-40B4-BE49-F238E27FC236}">
                    <a16:creationId xmlns:a16="http://schemas.microsoft.com/office/drawing/2014/main" id="{FB98E20A-9790-4DDD-9E55-90C46082F4DC}"/>
                  </a:ext>
                </a:extLst>
              </p:cNvPr>
              <p:cNvSpPr>
                <a:spLocks noChangeArrowheads="1"/>
              </p:cNvSpPr>
              <p:nvPr/>
            </p:nvSpPr>
            <p:spPr bwMode="auto">
              <a:xfrm>
                <a:off x="5147999" y="4121632"/>
                <a:ext cx="3090010" cy="581744"/>
              </a:xfrm>
              <a:prstGeom prst="rect">
                <a:avLst/>
              </a:prstGeom>
              <a:solidFill>
                <a:srgbClr val="1792E5">
                  <a:lumMod val="50000"/>
                </a:srgbClr>
              </a:solidFill>
              <a:ln w="3175" cap="flat" cmpd="sng" algn="ctr">
                <a:solidFill>
                  <a:srgbClr val="FFFFFF">
                    <a:lumMod val="65000"/>
                  </a:srgbClr>
                </a:solidFill>
                <a:prstDash val="solid"/>
                <a:headEnd/>
                <a:tailEnd/>
              </a:ln>
              <a:effectLst/>
            </p:spPr>
            <p:txBody>
              <a:bodyPr wrap="square" anchor="ctr">
                <a:noAutofit/>
              </a:bodyPr>
              <a:lstStyle/>
              <a:p>
                <a:pPr marL="0" marR="0" lvl="0" indent="0" algn="ctr" defTabSz="457200" eaLnBrk="0" fontAlgn="base" latinLnBrk="0" hangingPunct="0">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srgbClr val="FFFFFF"/>
                    </a:solidFill>
                    <a:effectLst/>
                    <a:uLnTx/>
                    <a:uFillTx/>
                    <a:latin typeface="Arial"/>
                    <a:ea typeface="+mn-ea"/>
                    <a:cs typeface="+mn-cs"/>
                  </a:rPr>
                  <a:t>Real-time / Historical Data </a:t>
                </a:r>
              </a:p>
            </p:txBody>
          </p:sp>
          <p:sp>
            <p:nvSpPr>
              <p:cNvPr id="21" name="Rectangle 39">
                <a:extLst>
                  <a:ext uri="{FF2B5EF4-FFF2-40B4-BE49-F238E27FC236}">
                    <a16:creationId xmlns:a16="http://schemas.microsoft.com/office/drawing/2014/main" id="{3C650CBB-43E5-4BC3-8C7D-A2E158A2D78A}"/>
                  </a:ext>
                </a:extLst>
              </p:cNvPr>
              <p:cNvSpPr>
                <a:spLocks noChangeArrowheads="1"/>
              </p:cNvSpPr>
              <p:nvPr/>
            </p:nvSpPr>
            <p:spPr bwMode="auto">
              <a:xfrm>
                <a:off x="6676444" y="3213198"/>
                <a:ext cx="1576936" cy="791854"/>
              </a:xfrm>
              <a:prstGeom prst="rect">
                <a:avLst/>
              </a:prstGeom>
              <a:solidFill>
                <a:srgbClr val="1792E5">
                  <a:lumMod val="50000"/>
                </a:srgbClr>
              </a:solidFill>
              <a:ln w="3175" cap="flat" cmpd="sng" algn="ctr">
                <a:solidFill>
                  <a:srgbClr val="FFFFFF">
                    <a:lumMod val="65000"/>
                  </a:srgbClr>
                </a:solidFill>
                <a:prstDash val="solid"/>
                <a:headEnd/>
                <a:tailEnd/>
              </a:ln>
              <a:effectLst/>
            </p:spPr>
            <p:txBody>
              <a:bodyPr wrap="square" anchor="ctr">
                <a:noAutofit/>
              </a:bodyPr>
              <a:lstStyle/>
              <a:p>
                <a:pPr marL="0" marR="0" lvl="0" indent="0" algn="ctr" defTabSz="457200" eaLnBrk="0" fontAlgn="base" latinLnBrk="0" hangingPunct="0">
                  <a:lnSpc>
                    <a:spcPct val="100000"/>
                  </a:lnSpc>
                  <a:spcBef>
                    <a:spcPct val="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Arial"/>
                    <a:ea typeface="+mn-ea"/>
                    <a:cs typeface="+mn-cs"/>
                  </a:rPr>
                  <a:t>Event Detection</a:t>
                </a:r>
              </a:p>
              <a:p>
                <a:pPr marL="0" marR="0" lvl="0" indent="0" algn="ctr" defTabSz="457200" eaLnBrk="0" fontAlgn="base" latinLnBrk="0" hangingPunct="0">
                  <a:lnSpc>
                    <a:spcPct val="100000"/>
                  </a:lnSpc>
                  <a:spcBef>
                    <a:spcPct val="0"/>
                  </a:spcBef>
                  <a:spcAft>
                    <a:spcPct val="0"/>
                  </a:spcAft>
                  <a:buClrTx/>
                  <a:buSzTx/>
                  <a:buFontTx/>
                  <a:buNone/>
                  <a:tabLst/>
                  <a:defRPr/>
                </a:pPr>
                <a:r>
                  <a:rPr kumimoji="0" lang="en-US" sz="1000" b="0" i="0" u="none" strike="noStrike" kern="0" cap="none" spc="0" normalizeH="0" baseline="0" noProof="0">
                    <a:ln>
                      <a:noFill/>
                    </a:ln>
                    <a:solidFill>
                      <a:srgbClr val="FFFFFF"/>
                    </a:solidFill>
                    <a:effectLst/>
                    <a:uLnTx/>
                    <a:uFillTx/>
                    <a:latin typeface="Arial"/>
                    <a:ea typeface="+mn-ea"/>
                    <a:cs typeface="+mn-cs"/>
                  </a:rPr>
                  <a:t>(Symptoms/Faults)</a:t>
                </a:r>
                <a:endParaRPr kumimoji="0" lang="en-US" sz="1000" b="1" i="0" u="none" strike="noStrike" kern="0" cap="none" spc="0" normalizeH="0" baseline="0" noProof="0">
                  <a:ln>
                    <a:noFill/>
                  </a:ln>
                  <a:solidFill>
                    <a:srgbClr val="FFFFFF"/>
                  </a:solidFill>
                  <a:effectLst/>
                  <a:uLnTx/>
                  <a:uFillTx/>
                  <a:latin typeface="Arial"/>
                  <a:ea typeface="+mn-ea"/>
                  <a:cs typeface="+mn-cs"/>
                </a:endParaRPr>
              </a:p>
            </p:txBody>
          </p:sp>
          <p:sp>
            <p:nvSpPr>
              <p:cNvPr id="22" name="Rectangle 39">
                <a:extLst>
                  <a:ext uri="{FF2B5EF4-FFF2-40B4-BE49-F238E27FC236}">
                    <a16:creationId xmlns:a16="http://schemas.microsoft.com/office/drawing/2014/main" id="{8E0DFF9D-DA78-405A-9944-F41B083DE561}"/>
                  </a:ext>
                </a:extLst>
              </p:cNvPr>
              <p:cNvSpPr>
                <a:spLocks noChangeArrowheads="1"/>
              </p:cNvSpPr>
              <p:nvPr/>
            </p:nvSpPr>
            <p:spPr bwMode="auto">
              <a:xfrm>
                <a:off x="5147999" y="3206674"/>
                <a:ext cx="1470646" cy="808972"/>
              </a:xfrm>
              <a:prstGeom prst="rect">
                <a:avLst/>
              </a:prstGeom>
              <a:solidFill>
                <a:srgbClr val="1792E5">
                  <a:lumMod val="50000"/>
                </a:srgbClr>
              </a:solidFill>
              <a:ln w="3175" cap="flat" cmpd="sng" algn="ctr">
                <a:solidFill>
                  <a:srgbClr val="FFFFFF">
                    <a:lumMod val="65000"/>
                  </a:srgbClr>
                </a:solidFill>
                <a:prstDash val="solid"/>
                <a:headEnd/>
                <a:tailEnd/>
              </a:ln>
              <a:effectLst/>
            </p:spPr>
            <p:txBody>
              <a:bodyPr wrap="square" anchor="ctr">
                <a:noAutofit/>
              </a:bodyPr>
              <a:lstStyle/>
              <a:p>
                <a:pPr marL="0" marR="0" lvl="0" indent="0" algn="ctr" defTabSz="457200" eaLnBrk="0" fontAlgn="base" latinLnBrk="0" hangingPunct="0">
                  <a:lnSpc>
                    <a:spcPct val="100000"/>
                  </a:lnSpc>
                  <a:spcBef>
                    <a:spcPts val="200"/>
                  </a:spcBef>
                  <a:spcAft>
                    <a:spcPct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Arial"/>
                    <a:ea typeface="+mn-ea"/>
                    <a:cs typeface="+mn-cs"/>
                  </a:rPr>
                  <a:t>Analytics</a:t>
                </a:r>
              </a:p>
              <a:p>
                <a:pPr marL="115888" marR="0" lvl="0" indent="-115888" defTabSz="457200" eaLnBrk="0" fontAlgn="base" latinLnBrk="0" hangingPunct="0">
                  <a:lnSpc>
                    <a:spcPct val="100000"/>
                  </a:lnSpc>
                  <a:spcBef>
                    <a:spcPts val="200"/>
                  </a:spcBef>
                  <a:spcAft>
                    <a:spcPct val="0"/>
                  </a:spcAft>
                  <a:buClrTx/>
                  <a:buSzTx/>
                  <a:buFont typeface="Arial" pitchFamily="34" charset="0"/>
                  <a:buChar char="•"/>
                  <a:tabLst/>
                  <a:defRPr/>
                </a:pPr>
                <a:r>
                  <a:rPr kumimoji="0" lang="en-US" sz="1000" b="0" i="0" u="none" strike="noStrike" kern="0" cap="none" spc="0" normalizeH="0" baseline="0" noProof="0">
                    <a:ln>
                      <a:noFill/>
                    </a:ln>
                    <a:solidFill>
                      <a:srgbClr val="FFFFFF"/>
                    </a:solidFill>
                    <a:effectLst/>
                    <a:uLnTx/>
                    <a:uFillTx/>
                    <a:latin typeface="Arial"/>
                    <a:ea typeface="+mn-ea"/>
                    <a:cs typeface="+mn-cs"/>
                  </a:rPr>
                  <a:t>Standard Model</a:t>
                </a:r>
              </a:p>
              <a:p>
                <a:pPr marL="115888" marR="0" lvl="0" indent="-115888" defTabSz="457200" eaLnBrk="0" fontAlgn="base" latinLnBrk="0" hangingPunct="0">
                  <a:lnSpc>
                    <a:spcPct val="100000"/>
                  </a:lnSpc>
                  <a:spcBef>
                    <a:spcPts val="200"/>
                  </a:spcBef>
                  <a:spcAft>
                    <a:spcPct val="0"/>
                  </a:spcAft>
                  <a:buClrTx/>
                  <a:buSzTx/>
                  <a:buFont typeface="Arial" pitchFamily="34" charset="0"/>
                  <a:buChar char="•"/>
                  <a:tabLst/>
                  <a:defRPr/>
                </a:pPr>
                <a:r>
                  <a:rPr kumimoji="0" lang="en-US" sz="1000" b="0" i="0" u="none" strike="noStrike" kern="0" cap="none" spc="0" normalizeH="0" baseline="0" noProof="0">
                    <a:ln>
                      <a:noFill/>
                    </a:ln>
                    <a:solidFill>
                      <a:srgbClr val="FFFFFF"/>
                    </a:solidFill>
                    <a:effectLst/>
                    <a:uLnTx/>
                    <a:uFillTx/>
                    <a:latin typeface="Arial"/>
                    <a:ea typeface="+mn-ea"/>
                    <a:cs typeface="+mn-cs"/>
                  </a:rPr>
                  <a:t>User Defined / Custom</a:t>
                </a:r>
              </a:p>
            </p:txBody>
          </p:sp>
          <p:sp>
            <p:nvSpPr>
              <p:cNvPr id="23" name="Rectangle 39">
                <a:extLst>
                  <a:ext uri="{FF2B5EF4-FFF2-40B4-BE49-F238E27FC236}">
                    <a16:creationId xmlns:a16="http://schemas.microsoft.com/office/drawing/2014/main" id="{CB6C1B96-41EA-4F15-BAD4-362C2AC2E7DD}"/>
                  </a:ext>
                </a:extLst>
              </p:cNvPr>
              <p:cNvSpPr>
                <a:spLocks noChangeArrowheads="1"/>
              </p:cNvSpPr>
              <p:nvPr/>
            </p:nvSpPr>
            <p:spPr bwMode="auto">
              <a:xfrm>
                <a:off x="3718560" y="3932394"/>
                <a:ext cx="1272832" cy="738664"/>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noFill/>
                <a:prstDash val="solid"/>
                <a:headEnd/>
                <a:tailEnd/>
              </a:ln>
              <a:effectLst>
                <a:innerShdw blurRad="114300">
                  <a:prstClr val="black"/>
                </a:innerShdw>
              </a:effectLst>
            </p:spPr>
            <p:txBody>
              <a:bodyPr wrap="square" anchor="ctr">
                <a:spAutoFit/>
              </a:bodyPr>
              <a:lstStyle/>
              <a:p>
                <a:pPr marL="0" marR="0" lvl="0" indent="0" algn="ctr" defTabSz="457200" eaLnBrk="0" fontAlgn="base" latinLnBrk="0" hangingPunct="0">
                  <a:lnSpc>
                    <a:spcPct val="100000"/>
                  </a:lnSpc>
                  <a:spcBef>
                    <a:spcPct val="0"/>
                  </a:spcBef>
                  <a:spcAft>
                    <a:spcPct val="0"/>
                  </a:spcAft>
                  <a:buClrTx/>
                  <a:buSzTx/>
                  <a:buFontTx/>
                  <a:buNone/>
                  <a:tabLst/>
                  <a:defRPr/>
                </a:pPr>
                <a:r>
                  <a:rPr kumimoji="0" lang="en-US" sz="1100" b="1" i="0" u="none" strike="noStrike" kern="0" cap="none" spc="0" normalizeH="0" baseline="0" noProof="0">
                    <a:ln>
                      <a:noFill/>
                    </a:ln>
                    <a:solidFill>
                      <a:srgbClr val="000000"/>
                    </a:solidFill>
                    <a:effectLst/>
                    <a:uLnTx/>
                    <a:uFillTx/>
                    <a:latin typeface="Arial"/>
                    <a:ea typeface="+mn-ea"/>
                    <a:cs typeface="+mn-cs"/>
                  </a:rPr>
                  <a:t>Equipment Lib</a:t>
                </a:r>
                <a:r>
                  <a:rPr kumimoji="0" lang="en-US" sz="1200" b="0" i="0" u="none" strike="noStrike" kern="0" cap="none" spc="0" normalizeH="0" baseline="0" noProof="0">
                    <a:ln>
                      <a:noFill/>
                    </a:ln>
                    <a:solidFill>
                      <a:srgbClr val="000000"/>
                    </a:solidFill>
                    <a:effectLst/>
                    <a:uLnTx/>
                    <a:uFillTx/>
                    <a:latin typeface="Arial"/>
                    <a:ea typeface="+mn-ea"/>
                    <a:cs typeface="+mn-cs"/>
                  </a:rPr>
                  <a:t>.</a:t>
                </a:r>
              </a:p>
              <a:p>
                <a:pPr marL="0" marR="0" lvl="0" indent="0" defTabSz="4572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Arial"/>
                  <a:ea typeface="+mn-ea"/>
                  <a:cs typeface="+mn-cs"/>
                </a:endParaRPr>
              </a:p>
              <a:p>
                <a:pPr marL="0" marR="0" lvl="0" indent="0" defTabSz="4572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Arial"/>
                  <a:ea typeface="+mn-ea"/>
                  <a:cs typeface="+mn-cs"/>
                </a:endParaRPr>
              </a:p>
              <a:p>
                <a:pPr marL="0" marR="0" lvl="0" indent="0" defTabSz="457200" eaLnBrk="0" fontAlgn="base" latinLnBrk="0" hangingPunct="0">
                  <a:lnSpc>
                    <a:spcPct val="100000"/>
                  </a:lnSpc>
                  <a:spcBef>
                    <a:spcPct val="0"/>
                  </a:spcBef>
                  <a:spcAft>
                    <a:spcPct val="0"/>
                  </a:spcAft>
                  <a:buClrTx/>
                  <a:buSzTx/>
                  <a:buFontTx/>
                  <a:buNone/>
                  <a:tabLst/>
                  <a:defRPr/>
                </a:pPr>
                <a:endParaRPr kumimoji="0" lang="en-US" sz="1000" b="0" i="0" u="none" strike="noStrike" kern="0" cap="none" spc="0" normalizeH="0" baseline="0" noProof="0">
                  <a:ln>
                    <a:noFill/>
                  </a:ln>
                  <a:solidFill>
                    <a:srgbClr val="000000"/>
                  </a:solidFill>
                  <a:effectLst/>
                  <a:uLnTx/>
                  <a:uFillTx/>
                  <a:latin typeface="Arial"/>
                  <a:ea typeface="+mn-ea"/>
                  <a:cs typeface="+mn-cs"/>
                </a:endParaRPr>
              </a:p>
            </p:txBody>
          </p:sp>
          <p:sp>
            <p:nvSpPr>
              <p:cNvPr id="24" name="Rectangle 39">
                <a:extLst>
                  <a:ext uri="{FF2B5EF4-FFF2-40B4-BE49-F238E27FC236}">
                    <a16:creationId xmlns:a16="http://schemas.microsoft.com/office/drawing/2014/main" id="{BC31F3EC-B81E-4043-B2A8-197A2A91ED15}"/>
                  </a:ext>
                </a:extLst>
              </p:cNvPr>
              <p:cNvSpPr>
                <a:spLocks noChangeArrowheads="1"/>
              </p:cNvSpPr>
              <p:nvPr/>
            </p:nvSpPr>
            <p:spPr bwMode="auto">
              <a:xfrm>
                <a:off x="3718560" y="3132217"/>
                <a:ext cx="1284554" cy="754123"/>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noFill/>
                <a:prstDash val="solid"/>
                <a:headEnd/>
                <a:tailEnd/>
              </a:ln>
              <a:effectLst>
                <a:innerShdw blurRad="114300">
                  <a:prstClr val="black"/>
                </a:innerShdw>
              </a:effectLst>
            </p:spPr>
            <p:txBody>
              <a:bodyPr wrap="square" anchor="ctr">
                <a:noAutofit/>
              </a:bodyPr>
              <a:lstStyle/>
              <a:p>
                <a:pPr marL="0" marR="0" lvl="0" indent="0" algn="ctr" defTabSz="457200" eaLnBrk="0" fontAlgn="base" latinLnBrk="0" hangingPunct="0">
                  <a:lnSpc>
                    <a:spcPct val="100000"/>
                  </a:lnSpc>
                  <a:spcBef>
                    <a:spcPct val="0"/>
                  </a:spcBef>
                  <a:spcAft>
                    <a:spcPct val="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Arial"/>
                    <a:ea typeface="+mn-ea"/>
                    <a:cs typeface="+mn-cs"/>
                  </a:rPr>
                  <a:t>Templates</a:t>
                </a:r>
              </a:p>
              <a:p>
                <a:pPr marL="114300" marR="0" lvl="0" indent="-114300" defTabSz="457200" eaLnBrk="0" fontAlgn="base" latinLnBrk="0" hangingPunct="0">
                  <a:lnSpc>
                    <a:spcPct val="100000"/>
                  </a:lnSpc>
                  <a:spcBef>
                    <a:spcPct val="0"/>
                  </a:spcBef>
                  <a:spcAft>
                    <a:spcPct val="0"/>
                  </a:spcAft>
                  <a:buClr>
                    <a:srgbClr val="000000"/>
                  </a:buClr>
                  <a:buSzTx/>
                  <a:buFont typeface="Arial" pitchFamily="34" charset="0"/>
                  <a:buChar char="•"/>
                  <a:tabLst/>
                  <a:defRPr/>
                </a:pPr>
                <a:r>
                  <a:rPr kumimoji="0" lang="en-US" sz="900" b="0" i="0" u="none" strike="noStrike" kern="0" cap="none" spc="0" normalizeH="0" baseline="0" noProof="0" dirty="0">
                    <a:ln>
                      <a:noFill/>
                    </a:ln>
                    <a:solidFill>
                      <a:srgbClr val="000000"/>
                    </a:solidFill>
                    <a:effectLst/>
                    <a:uLnTx/>
                    <a:uFillTx/>
                    <a:latin typeface="Arial"/>
                    <a:ea typeface="+mn-ea"/>
                    <a:cs typeface="+mn-cs"/>
                  </a:rPr>
                  <a:t>Attributes</a:t>
                </a:r>
              </a:p>
              <a:p>
                <a:pPr marL="114300" marR="0" lvl="0" indent="-114300" defTabSz="457200" eaLnBrk="0" fontAlgn="base" latinLnBrk="0" hangingPunct="0">
                  <a:lnSpc>
                    <a:spcPct val="100000"/>
                  </a:lnSpc>
                  <a:spcBef>
                    <a:spcPct val="0"/>
                  </a:spcBef>
                  <a:spcAft>
                    <a:spcPct val="0"/>
                  </a:spcAft>
                  <a:buClr>
                    <a:srgbClr val="000000"/>
                  </a:buClr>
                  <a:buSzTx/>
                  <a:buFont typeface="Arial" pitchFamily="34" charset="0"/>
                  <a:buChar char="•"/>
                  <a:tabLst/>
                  <a:defRPr/>
                </a:pPr>
                <a:r>
                  <a:rPr kumimoji="0" lang="en-US" sz="900" b="0" i="0" u="none" strike="noStrike" kern="0" cap="none" spc="0" normalizeH="0" baseline="0" noProof="0" dirty="0">
                    <a:ln>
                      <a:noFill/>
                    </a:ln>
                    <a:solidFill>
                      <a:srgbClr val="000000"/>
                    </a:solidFill>
                    <a:effectLst/>
                    <a:uLnTx/>
                    <a:uFillTx/>
                    <a:latin typeface="Arial"/>
                    <a:ea typeface="+mn-ea"/>
                    <a:cs typeface="+mn-cs"/>
                  </a:rPr>
                  <a:t>Calculations</a:t>
                </a:r>
              </a:p>
              <a:p>
                <a:pPr marL="114300" marR="0" lvl="0" indent="-114300" defTabSz="457200" eaLnBrk="0" fontAlgn="base" latinLnBrk="0" hangingPunct="0">
                  <a:lnSpc>
                    <a:spcPct val="100000"/>
                  </a:lnSpc>
                  <a:spcBef>
                    <a:spcPct val="0"/>
                  </a:spcBef>
                  <a:spcAft>
                    <a:spcPct val="0"/>
                  </a:spcAft>
                  <a:buClr>
                    <a:srgbClr val="000000"/>
                  </a:buClr>
                  <a:buSzTx/>
                  <a:buFont typeface="Arial" pitchFamily="34" charset="0"/>
                  <a:buChar char="•"/>
                  <a:tabLst/>
                  <a:defRPr/>
                </a:pPr>
                <a:r>
                  <a:rPr kumimoji="0" lang="en-US" sz="900" b="0" i="0" u="none" strike="noStrike" kern="0" cap="none" spc="0" normalizeH="0" baseline="0" noProof="0" dirty="0">
                    <a:ln>
                      <a:noFill/>
                    </a:ln>
                    <a:solidFill>
                      <a:srgbClr val="000000"/>
                    </a:solidFill>
                    <a:effectLst/>
                    <a:uLnTx/>
                    <a:uFillTx/>
                    <a:latin typeface="Arial"/>
                    <a:ea typeface="+mn-ea"/>
                    <a:cs typeface="+mn-cs"/>
                  </a:rPr>
                  <a:t>Rules</a:t>
                </a:r>
                <a:endParaRPr kumimoji="0" lang="en-US" sz="1000" b="0" i="0" u="none" strike="noStrike" kern="0" cap="none" spc="0" normalizeH="0" baseline="0" noProof="0" dirty="0">
                  <a:ln>
                    <a:noFill/>
                  </a:ln>
                  <a:solidFill>
                    <a:srgbClr val="000000"/>
                  </a:solidFill>
                  <a:effectLst/>
                  <a:uLnTx/>
                  <a:uFillTx/>
                  <a:latin typeface="Arial"/>
                  <a:ea typeface="+mn-ea"/>
                  <a:cs typeface="+mn-cs"/>
                </a:endParaRPr>
              </a:p>
            </p:txBody>
          </p:sp>
          <p:sp>
            <p:nvSpPr>
              <p:cNvPr id="25" name="Rectangle 39">
                <a:extLst>
                  <a:ext uri="{FF2B5EF4-FFF2-40B4-BE49-F238E27FC236}">
                    <a16:creationId xmlns:a16="http://schemas.microsoft.com/office/drawing/2014/main" id="{33BB8D61-8A1B-4D15-A7C9-04ECF3DB1FD5}"/>
                  </a:ext>
                </a:extLst>
              </p:cNvPr>
              <p:cNvSpPr>
                <a:spLocks noChangeArrowheads="1"/>
              </p:cNvSpPr>
              <p:nvPr/>
            </p:nvSpPr>
            <p:spPr bwMode="auto">
              <a:xfrm>
                <a:off x="3718560" y="1928587"/>
                <a:ext cx="1288462" cy="1164492"/>
              </a:xfrm>
              <a:prstGeom prst="rect">
                <a:avLst/>
              </a:prstGeom>
              <a:gradFill rotWithShape="1">
                <a:gsLst>
                  <a:gs pos="0">
                    <a:srgbClr val="000000">
                      <a:tint val="50000"/>
                      <a:satMod val="300000"/>
                    </a:srgbClr>
                  </a:gs>
                  <a:gs pos="35000">
                    <a:srgbClr val="000000">
                      <a:tint val="37000"/>
                      <a:satMod val="300000"/>
                    </a:srgbClr>
                  </a:gs>
                  <a:gs pos="100000">
                    <a:srgbClr val="000000">
                      <a:tint val="15000"/>
                      <a:satMod val="350000"/>
                    </a:srgbClr>
                  </a:gs>
                </a:gsLst>
                <a:lin ang="16200000" scaled="1"/>
              </a:gradFill>
              <a:ln w="9525" cap="flat" cmpd="sng" algn="ctr">
                <a:noFill/>
                <a:prstDash val="solid"/>
                <a:headEnd/>
                <a:tailEnd/>
              </a:ln>
              <a:effectLst>
                <a:innerShdw blurRad="114300">
                  <a:prstClr val="black"/>
                </a:innerShdw>
              </a:effectLst>
            </p:spPr>
            <p:txBody>
              <a:bodyPr wrap="square" lIns="54610" tIns="54610" rIns="54610" bIns="54610" anchor="t">
                <a:noAutofit/>
              </a:bodyPr>
              <a:lstStyle/>
              <a:p>
                <a:pPr marL="0" marR="0" lvl="0" indent="0" algn="ctr" defTabSz="457200" eaLnBrk="0" fontAlgn="base" latinLnBrk="0" hangingPunct="0">
                  <a:lnSpc>
                    <a:spcPct val="100000"/>
                  </a:lnSpc>
                  <a:spcBef>
                    <a:spcPts val="600"/>
                  </a:spcBef>
                  <a:spcAft>
                    <a:spcPct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Arial"/>
                    <a:ea typeface="+mn-ea"/>
                    <a:cs typeface="+mn-cs"/>
                  </a:rPr>
                  <a:t>Asset Model</a:t>
                </a:r>
              </a:p>
            </p:txBody>
          </p:sp>
          <p:pic>
            <p:nvPicPr>
              <p:cNvPr id="26" name="Picture 3">
                <a:extLst>
                  <a:ext uri="{FF2B5EF4-FFF2-40B4-BE49-F238E27FC236}">
                    <a16:creationId xmlns:a16="http://schemas.microsoft.com/office/drawing/2014/main" id="{7C937E8D-55BA-42D5-9093-58577945FC9B}"/>
                  </a:ext>
                </a:extLst>
              </p:cNvPr>
              <p:cNvPicPr>
                <a:picLocks noChangeAspect="1" noChangeArrowheads="1"/>
              </p:cNvPicPr>
              <p:nvPr/>
            </p:nvPicPr>
            <p:blipFill>
              <a:blip r:embed="rId9" cstate="email"/>
              <a:srcRect/>
              <a:stretch>
                <a:fillRect/>
              </a:stretch>
            </p:blipFill>
            <p:spPr bwMode="auto">
              <a:xfrm>
                <a:off x="3778761" y="4428386"/>
                <a:ext cx="1123950" cy="180975"/>
              </a:xfrm>
              <a:prstGeom prst="rect">
                <a:avLst/>
              </a:prstGeom>
              <a:noFill/>
              <a:ln w="9525">
                <a:solidFill>
                  <a:srgbClr val="1792E5"/>
                </a:solidFill>
                <a:miter lim="800000"/>
                <a:headEnd/>
                <a:tailEnd/>
              </a:ln>
            </p:spPr>
          </p:pic>
          <p:pic>
            <p:nvPicPr>
              <p:cNvPr id="27" name="Picture 4">
                <a:extLst>
                  <a:ext uri="{FF2B5EF4-FFF2-40B4-BE49-F238E27FC236}">
                    <a16:creationId xmlns:a16="http://schemas.microsoft.com/office/drawing/2014/main" id="{EFE15CE5-5B9D-451E-8180-BDA1E8741C82}"/>
                  </a:ext>
                </a:extLst>
              </p:cNvPr>
              <p:cNvPicPr>
                <a:picLocks noChangeAspect="1" noChangeArrowheads="1"/>
              </p:cNvPicPr>
              <p:nvPr/>
            </p:nvPicPr>
            <p:blipFill>
              <a:blip r:embed="rId10" cstate="email"/>
              <a:srcRect/>
              <a:stretch>
                <a:fillRect/>
              </a:stretch>
            </p:blipFill>
            <p:spPr bwMode="auto">
              <a:xfrm>
                <a:off x="3947073" y="2173861"/>
                <a:ext cx="818586" cy="831354"/>
              </a:xfrm>
              <a:prstGeom prst="rect">
                <a:avLst/>
              </a:prstGeom>
              <a:noFill/>
              <a:ln w="9525">
                <a:noFill/>
                <a:miter lim="800000"/>
                <a:headEnd/>
                <a:tailEnd/>
              </a:ln>
            </p:spPr>
          </p:pic>
          <p:pic>
            <p:nvPicPr>
              <p:cNvPr id="28" name="Picture 27">
                <a:extLst>
                  <a:ext uri="{FF2B5EF4-FFF2-40B4-BE49-F238E27FC236}">
                    <a16:creationId xmlns:a16="http://schemas.microsoft.com/office/drawing/2014/main" id="{304DD391-80DE-4F63-9A18-77F5AD4553A3}"/>
                  </a:ext>
                </a:extLst>
              </p:cNvPr>
              <p:cNvPicPr>
                <a:picLocks noChangeAspect="1"/>
              </p:cNvPicPr>
              <p:nvPr/>
            </p:nvPicPr>
            <p:blipFill>
              <a:blip r:embed="rId11"/>
              <a:stretch>
                <a:fillRect/>
              </a:stretch>
            </p:blipFill>
            <p:spPr>
              <a:xfrm>
                <a:off x="5200677" y="2150880"/>
                <a:ext cx="1584333" cy="902858"/>
              </a:xfrm>
              <a:prstGeom prst="rect">
                <a:avLst/>
              </a:prstGeom>
              <a:ln>
                <a:solidFill>
                  <a:srgbClr val="000000"/>
                </a:solidFill>
              </a:ln>
            </p:spPr>
          </p:pic>
          <p:pic>
            <p:nvPicPr>
              <p:cNvPr id="29" name="Picture 28">
                <a:extLst>
                  <a:ext uri="{FF2B5EF4-FFF2-40B4-BE49-F238E27FC236}">
                    <a16:creationId xmlns:a16="http://schemas.microsoft.com/office/drawing/2014/main" id="{587B5DC9-54D9-4407-9272-C9A958DB6761}"/>
                  </a:ext>
                </a:extLst>
              </p:cNvPr>
              <p:cNvPicPr>
                <a:picLocks noChangeAspect="1"/>
              </p:cNvPicPr>
              <p:nvPr/>
            </p:nvPicPr>
            <p:blipFill>
              <a:blip r:embed="rId12"/>
              <a:stretch>
                <a:fillRect/>
              </a:stretch>
            </p:blipFill>
            <p:spPr>
              <a:xfrm>
                <a:off x="3778481" y="4190562"/>
                <a:ext cx="561975" cy="190500"/>
              </a:xfrm>
              <a:prstGeom prst="rect">
                <a:avLst/>
              </a:prstGeom>
            </p:spPr>
          </p:pic>
          <p:pic>
            <p:nvPicPr>
              <p:cNvPr id="30" name="Picture 29">
                <a:extLst>
                  <a:ext uri="{FF2B5EF4-FFF2-40B4-BE49-F238E27FC236}">
                    <a16:creationId xmlns:a16="http://schemas.microsoft.com/office/drawing/2014/main" id="{D2A20B41-89A3-4AFE-9E9F-A5EB969FB573}"/>
                  </a:ext>
                </a:extLst>
              </p:cNvPr>
              <p:cNvPicPr>
                <a:picLocks noChangeAspect="1"/>
              </p:cNvPicPr>
              <p:nvPr/>
            </p:nvPicPr>
            <p:blipFill>
              <a:blip r:embed="rId13"/>
              <a:stretch>
                <a:fillRect/>
              </a:stretch>
            </p:blipFill>
            <p:spPr>
              <a:xfrm>
                <a:off x="6807750" y="2156759"/>
                <a:ext cx="1408499" cy="911322"/>
              </a:xfrm>
              <a:prstGeom prst="rect">
                <a:avLst/>
              </a:prstGeom>
            </p:spPr>
          </p:pic>
        </p:grpSp>
      </p:grpSp>
      <p:sp>
        <p:nvSpPr>
          <p:cNvPr id="53" name="TextBox 52">
            <a:extLst>
              <a:ext uri="{FF2B5EF4-FFF2-40B4-BE49-F238E27FC236}">
                <a16:creationId xmlns:a16="http://schemas.microsoft.com/office/drawing/2014/main" id="{A45E5DB8-2A71-44C7-B77D-091893FB2A3B}"/>
              </a:ext>
            </a:extLst>
          </p:cNvPr>
          <p:cNvSpPr txBox="1"/>
          <p:nvPr/>
        </p:nvSpPr>
        <p:spPr>
          <a:xfrm>
            <a:off x="5777456" y="5213830"/>
            <a:ext cx="2707916" cy="523220"/>
          </a:xfrm>
          <a:prstGeom prst="rect">
            <a:avLst/>
          </a:prstGeom>
          <a:noFill/>
          <a:ln w="6350" algn="ctr">
            <a:noFill/>
            <a:miter lim="800000"/>
            <a:headEnd/>
            <a:tailEnd/>
          </a:ln>
          <a:effectLst/>
        </p:spPr>
        <p:txBody>
          <a:bodyPr wrap="square">
            <a:spAutoFit/>
          </a:bodyPr>
          <a:lstStyle>
            <a:defPPr>
              <a:defRPr lang="en-US"/>
            </a:defPPr>
            <a:lvl1pPr marR="0" lvl="0" indent="0" algn="ctr" defTabSz="457200" eaLnBrk="0" fontAlgn="base" hangingPunct="0">
              <a:lnSpc>
                <a:spcPct val="100000"/>
              </a:lnSpc>
              <a:spcBef>
                <a:spcPct val="0"/>
              </a:spcBef>
              <a:spcAft>
                <a:spcPct val="0"/>
              </a:spcAft>
              <a:buClrTx/>
              <a:buSzTx/>
              <a:buFont typeface="Wingdings" pitchFamily="2" charset="2"/>
              <a:buNone/>
              <a:tabLst/>
              <a:defRPr kumimoji="0" sz="1400" b="0" i="0" u="none" strike="noStrike" kern="0" cap="none" spc="0" normalizeH="0" baseline="0">
                <a:ln>
                  <a:noFill/>
                </a:ln>
                <a:solidFill>
                  <a:srgbClr val="000000"/>
                </a:solidFill>
                <a:effectLst/>
                <a:uLnTx/>
                <a:uFillTx/>
                <a:cs typeface="Arial" charset="0"/>
              </a:defRPr>
            </a:lvl1pPr>
          </a:lstStyle>
          <a:p>
            <a:r>
              <a:rPr lang="en-US"/>
              <a:t>Interface via Matrikon Servers: OPC UA, Modbus TCP &amp; RTU</a:t>
            </a:r>
          </a:p>
        </p:txBody>
      </p:sp>
      <p:pic>
        <p:nvPicPr>
          <p:cNvPr id="54" name="Picture 6" descr="D:\Documents and Settings\e525162\My Documents\Downloads\MC900432646.PNG">
            <a:extLst>
              <a:ext uri="{FF2B5EF4-FFF2-40B4-BE49-F238E27FC236}">
                <a16:creationId xmlns:a16="http://schemas.microsoft.com/office/drawing/2014/main" id="{D871C309-AFB7-4D27-BA74-AC48217CF0E4}"/>
              </a:ext>
            </a:extLst>
          </p:cNvPr>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4769738" y="1110852"/>
            <a:ext cx="792930" cy="792930"/>
          </a:xfrm>
          <a:prstGeom prst="rect">
            <a:avLst/>
          </a:prstGeom>
          <a:noFill/>
        </p:spPr>
      </p:pic>
    </p:spTree>
    <p:extLst>
      <p:ext uri="{BB962C8B-B14F-4D97-AF65-F5344CB8AC3E}">
        <p14:creationId xmlns:p14="http://schemas.microsoft.com/office/powerpoint/2010/main" val="3610892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F581D-BD12-4245-86D1-B509B57B3D2B}"/>
              </a:ext>
            </a:extLst>
          </p:cNvPr>
          <p:cNvSpPr>
            <a:spLocks noGrp="1"/>
          </p:cNvSpPr>
          <p:nvPr>
            <p:ph type="title"/>
          </p:nvPr>
        </p:nvSpPr>
        <p:spPr>
          <a:xfrm>
            <a:off x="495299" y="495299"/>
            <a:ext cx="11201401" cy="1077218"/>
          </a:xfrm>
        </p:spPr>
        <p:txBody>
          <a:bodyPr/>
          <a:lstStyle/>
          <a:p>
            <a:r>
              <a:rPr lang="en-US" sz="3200" dirty="0">
                <a:effectLst/>
              </a:rPr>
              <a:t>Asset Performance Management </a:t>
            </a:r>
            <a:br>
              <a:rPr lang="en-US" sz="3200" dirty="0"/>
            </a:br>
            <a:endParaRPr lang="en-US" sz="3200" dirty="0"/>
          </a:p>
        </p:txBody>
      </p:sp>
      <p:sp>
        <p:nvSpPr>
          <p:cNvPr id="3" name="Content Placeholder 2">
            <a:extLst>
              <a:ext uri="{FF2B5EF4-FFF2-40B4-BE49-F238E27FC236}">
                <a16:creationId xmlns:a16="http://schemas.microsoft.com/office/drawing/2014/main" id="{9398E869-3296-4C46-BC87-6B44AC53302A}"/>
              </a:ext>
            </a:extLst>
          </p:cNvPr>
          <p:cNvSpPr>
            <a:spLocks noGrp="1"/>
          </p:cNvSpPr>
          <p:nvPr>
            <p:ph idx="1"/>
          </p:nvPr>
        </p:nvSpPr>
        <p:spPr>
          <a:xfrm>
            <a:off x="495299" y="1200150"/>
            <a:ext cx="11201400" cy="4457700"/>
          </a:xfrm>
        </p:spPr>
        <p:txBody>
          <a:bodyPr/>
          <a:lstStyle/>
          <a:p>
            <a:pPr marL="285750" indent="-285750">
              <a:buFont typeface="Wingdings" panose="05000000000000000000" pitchFamily="2" charset="2"/>
              <a:buChar char="v"/>
            </a:pPr>
            <a:r>
              <a:rPr lang="en-US" sz="1600" dirty="0"/>
              <a:t>The condition of assets are indicated by different colors such as yellow for warning, red for alert, green for normal operating assets.</a:t>
            </a:r>
          </a:p>
          <a:p>
            <a:endParaRPr lang="en-US" sz="1600" dirty="0"/>
          </a:p>
          <a:p>
            <a:pPr marL="285750" indent="-285750">
              <a:buFont typeface="Wingdings" panose="05000000000000000000" pitchFamily="2" charset="2"/>
              <a:buChar char="v"/>
            </a:pPr>
            <a:r>
              <a:rPr lang="en-US" sz="1600" dirty="0"/>
              <a:t>Process performance monitoring models are used to calculate the operating performance output, design performance output, and deviation between operating performance output and design performance output.</a:t>
            </a:r>
          </a:p>
          <a:p>
            <a:pPr marL="285750" indent="-285750">
              <a:buFont typeface="Wingdings" panose="05000000000000000000" pitchFamily="2" charset="2"/>
              <a:buChar char="v"/>
            </a:pPr>
            <a:endParaRPr lang="en-US" sz="1600" dirty="0"/>
          </a:p>
          <a:p>
            <a:pPr marL="285750" indent="-285750">
              <a:buFont typeface="Wingdings" panose="05000000000000000000" pitchFamily="2" charset="2"/>
              <a:buChar char="v"/>
            </a:pPr>
            <a:r>
              <a:rPr lang="en-US" sz="1600" dirty="0"/>
              <a:t>Asset Sentinel has a capability to perform complex calculations and track events.</a:t>
            </a:r>
          </a:p>
          <a:p>
            <a:pPr marL="285750" indent="-285750">
              <a:buFont typeface="Wingdings" panose="05000000000000000000" pitchFamily="2" charset="2"/>
              <a:buChar char="v"/>
            </a:pPr>
            <a:endParaRPr lang="en-US" sz="1600" dirty="0"/>
          </a:p>
          <a:p>
            <a:pPr marL="285750" indent="-285750">
              <a:buFont typeface="Wingdings" panose="05000000000000000000" pitchFamily="2" charset="2"/>
              <a:buChar char="v"/>
            </a:pPr>
            <a:r>
              <a:rPr lang="en-US" altLang="en-US" sz="1600" dirty="0"/>
              <a:t>Thermodynamic Complex calculations (High Pressure Fluid Stream, Complex Hydrocarbon Mixture)</a:t>
            </a:r>
          </a:p>
          <a:p>
            <a:pPr marL="285750" indent="-285750">
              <a:buFont typeface="Wingdings" panose="05000000000000000000" pitchFamily="2" charset="2"/>
              <a:buChar char="v"/>
            </a:pPr>
            <a:endParaRPr lang="en-US" altLang="en-US" sz="1600" dirty="0"/>
          </a:p>
          <a:p>
            <a:pPr marL="285750" indent="-285750">
              <a:buFont typeface="Wingdings" panose="05000000000000000000" pitchFamily="2" charset="2"/>
              <a:buChar char="v"/>
            </a:pPr>
            <a:r>
              <a:rPr lang="en-US" altLang="en-US" sz="1600" dirty="0"/>
              <a:t>Historize monitored data for long term performance analysis through trends/reports.</a:t>
            </a:r>
          </a:p>
          <a:p>
            <a:pPr marL="285750" indent="-285750">
              <a:buFont typeface="Wingdings" panose="05000000000000000000" pitchFamily="2" charset="2"/>
              <a:buChar char="v"/>
            </a:pPr>
            <a:endParaRPr lang="en-US" altLang="en-US" sz="1600" dirty="0"/>
          </a:p>
          <a:p>
            <a:pPr marL="285750" indent="-285750">
              <a:buFont typeface="Wingdings" panose="05000000000000000000" pitchFamily="2" charset="2"/>
              <a:buChar char="v"/>
            </a:pPr>
            <a:r>
              <a:rPr lang="en-US" sz="1600" dirty="0"/>
              <a:t>Establish strong linkage between asset performance and Business metrics.</a:t>
            </a:r>
          </a:p>
          <a:p>
            <a:pPr marL="285750" indent="-285750">
              <a:buFont typeface="Wingdings" panose="05000000000000000000" pitchFamily="2" charset="2"/>
              <a:buChar char="v"/>
            </a:pPr>
            <a:endParaRPr lang="en-US" sz="1600" dirty="0"/>
          </a:p>
          <a:p>
            <a:pPr marL="285750" indent="-285750">
              <a:buFont typeface="Wingdings" panose="05000000000000000000" pitchFamily="2" charset="2"/>
              <a:buChar char="v"/>
            </a:pPr>
            <a:r>
              <a:rPr lang="en-US" sz="1600" dirty="0"/>
              <a:t>Analyzing and troubleshooting of attributes</a:t>
            </a:r>
          </a:p>
          <a:p>
            <a:pPr algn="l"/>
            <a:endParaRPr lang="en-US" sz="1600" dirty="0"/>
          </a:p>
          <a:p>
            <a:endParaRPr lang="en-US" sz="1600" dirty="0"/>
          </a:p>
        </p:txBody>
      </p:sp>
      <p:sp>
        <p:nvSpPr>
          <p:cNvPr id="4" name="Slide Number Placeholder 3">
            <a:extLst>
              <a:ext uri="{FF2B5EF4-FFF2-40B4-BE49-F238E27FC236}">
                <a16:creationId xmlns:a16="http://schemas.microsoft.com/office/drawing/2014/main" id="{B074601D-CF5B-453D-B336-CD4E4A5D54D4}"/>
              </a:ext>
            </a:extLst>
          </p:cNvPr>
          <p:cNvSpPr>
            <a:spLocks noGrp="1"/>
          </p:cNvSpPr>
          <p:nvPr>
            <p:ph type="sldNum" sz="quarter" idx="12"/>
          </p:nvPr>
        </p:nvSpPr>
        <p:spPr/>
        <p:txBody>
          <a:bodyPr/>
          <a:lstStyle/>
          <a:p>
            <a:fld id="{7B94EC18-1D2B-4535-B738-0E53AFE26620}" type="slidenum">
              <a:rPr lang="en-US" smtClean="0"/>
              <a:t>17</a:t>
            </a:fld>
            <a:endParaRPr lang="en-US"/>
          </a:p>
        </p:txBody>
      </p:sp>
    </p:spTree>
    <p:extLst>
      <p:ext uri="{BB962C8B-B14F-4D97-AF65-F5344CB8AC3E}">
        <p14:creationId xmlns:p14="http://schemas.microsoft.com/office/powerpoint/2010/main" val="1177948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303C1-0A9D-4355-B271-F3DB3F44B4C5}"/>
              </a:ext>
            </a:extLst>
          </p:cNvPr>
          <p:cNvSpPr>
            <a:spLocks noGrp="1"/>
          </p:cNvSpPr>
          <p:nvPr>
            <p:ph type="title"/>
          </p:nvPr>
        </p:nvSpPr>
        <p:spPr>
          <a:xfrm>
            <a:off x="495298" y="676718"/>
            <a:ext cx="11201401" cy="1077218"/>
          </a:xfrm>
        </p:spPr>
        <p:txBody>
          <a:bodyPr/>
          <a:lstStyle/>
          <a:p>
            <a:r>
              <a:rPr lang="en-US" sz="3200" dirty="0">
                <a:effectLst/>
              </a:rPr>
              <a:t>Asset Performance Management </a:t>
            </a:r>
            <a:br>
              <a:rPr lang="en-US" sz="3200" dirty="0"/>
            </a:br>
            <a:endParaRPr lang="en-US" sz="3200" dirty="0"/>
          </a:p>
        </p:txBody>
      </p:sp>
      <p:sp>
        <p:nvSpPr>
          <p:cNvPr id="3" name="Content Placeholder 2">
            <a:extLst>
              <a:ext uri="{FF2B5EF4-FFF2-40B4-BE49-F238E27FC236}">
                <a16:creationId xmlns:a16="http://schemas.microsoft.com/office/drawing/2014/main" id="{C6DB64A1-4E0F-4DCB-B2E4-FBB9A1925299}"/>
              </a:ext>
            </a:extLst>
          </p:cNvPr>
          <p:cNvSpPr>
            <a:spLocks noGrp="1"/>
          </p:cNvSpPr>
          <p:nvPr>
            <p:ph idx="1"/>
          </p:nvPr>
        </p:nvSpPr>
        <p:spPr>
          <a:xfrm>
            <a:off x="495299" y="1668697"/>
            <a:ext cx="11201400" cy="4457700"/>
          </a:xfrm>
        </p:spPr>
        <p:txBody>
          <a:bodyPr/>
          <a:lstStyle/>
          <a:p>
            <a:pPr marL="342900" lvl="0" indent="-342900">
              <a:buFont typeface="Wingdings" panose="05000000000000000000" pitchFamily="2" charset="2"/>
              <a:buChar char="v"/>
            </a:pPr>
            <a:r>
              <a:rPr lang="en-GB" sz="1600" dirty="0"/>
              <a:t>Provide the users with a unified interface that shall be used in daily activities.</a:t>
            </a:r>
          </a:p>
          <a:p>
            <a:pPr marL="342900" indent="-342900">
              <a:buFont typeface="Wingdings" panose="05000000000000000000" pitchFamily="2" charset="2"/>
              <a:buChar char="v"/>
            </a:pPr>
            <a:r>
              <a:rPr lang="en-GB" sz="1600" dirty="0"/>
              <a:t>Management of equipment data that is needed to monitor equipment health.</a:t>
            </a:r>
          </a:p>
          <a:p>
            <a:pPr marL="342900" indent="-342900">
              <a:buFont typeface="Wingdings" panose="05000000000000000000" pitchFamily="2" charset="2"/>
              <a:buChar char="v"/>
            </a:pPr>
            <a:r>
              <a:rPr lang="en-GB" sz="1600" dirty="0"/>
              <a:t>Aggregate data from different sources and present in a single-window, per equipment, for easy analysis, trending and monitoring.</a:t>
            </a:r>
          </a:p>
          <a:p>
            <a:pPr marL="342900" indent="-342900">
              <a:buFont typeface="Wingdings" panose="05000000000000000000" pitchFamily="2" charset="2"/>
              <a:buChar char="v"/>
            </a:pPr>
            <a:r>
              <a:rPr lang="en-GB" sz="1600" dirty="0"/>
              <a:t>Displaying equipment properties such as equipment type, manufacturer etc.</a:t>
            </a:r>
          </a:p>
          <a:p>
            <a:pPr marL="342900" indent="-342900">
              <a:buFont typeface="Wingdings" panose="05000000000000000000" pitchFamily="2" charset="2"/>
              <a:buChar char="v"/>
            </a:pPr>
            <a:r>
              <a:rPr lang="en-GB" sz="1600" dirty="0"/>
              <a:t>Historical trending of performance data.</a:t>
            </a:r>
          </a:p>
          <a:p>
            <a:pPr marL="342900" indent="-342900">
              <a:buFont typeface="Wingdings" panose="05000000000000000000" pitchFamily="2" charset="2"/>
              <a:buChar char="v"/>
            </a:pPr>
            <a:r>
              <a:rPr lang="en-GB" sz="1600" dirty="0"/>
              <a:t>Manual input interface.</a:t>
            </a:r>
          </a:p>
          <a:p>
            <a:pPr marL="342900" indent="-342900">
              <a:buFont typeface="Wingdings" panose="05000000000000000000" pitchFamily="2" charset="2"/>
              <a:buChar char="v"/>
            </a:pPr>
            <a:r>
              <a:rPr lang="en-GB" sz="1600" dirty="0"/>
              <a:t>Management overview of equipment condition</a:t>
            </a:r>
          </a:p>
          <a:p>
            <a:pPr marL="342900" indent="-342900">
              <a:buFont typeface="Wingdings" panose="05000000000000000000" pitchFamily="2" charset="2"/>
              <a:buChar char="v"/>
            </a:pPr>
            <a:r>
              <a:rPr lang="en-GB" sz="1600" dirty="0"/>
              <a:t>Filtering and grouping of equipment condition data</a:t>
            </a:r>
            <a:endParaRPr lang="en-US" sz="1600" dirty="0"/>
          </a:p>
          <a:p>
            <a:endParaRPr lang="en-US" sz="1600" dirty="0"/>
          </a:p>
        </p:txBody>
      </p:sp>
      <p:sp>
        <p:nvSpPr>
          <p:cNvPr id="4" name="Slide Number Placeholder 3">
            <a:extLst>
              <a:ext uri="{FF2B5EF4-FFF2-40B4-BE49-F238E27FC236}">
                <a16:creationId xmlns:a16="http://schemas.microsoft.com/office/drawing/2014/main" id="{AA6C8DA3-E4C0-45B0-842C-DD7D1F986F64}"/>
              </a:ext>
            </a:extLst>
          </p:cNvPr>
          <p:cNvSpPr>
            <a:spLocks noGrp="1"/>
          </p:cNvSpPr>
          <p:nvPr>
            <p:ph type="sldNum" sz="quarter" idx="12"/>
          </p:nvPr>
        </p:nvSpPr>
        <p:spPr/>
        <p:txBody>
          <a:bodyPr/>
          <a:lstStyle/>
          <a:p>
            <a:fld id="{7B94EC18-1D2B-4535-B738-0E53AFE26620}" type="slidenum">
              <a:rPr lang="en-US" smtClean="0"/>
              <a:t>18</a:t>
            </a:fld>
            <a:endParaRPr lang="en-US"/>
          </a:p>
        </p:txBody>
      </p:sp>
    </p:spTree>
    <p:extLst>
      <p:ext uri="{BB962C8B-B14F-4D97-AF65-F5344CB8AC3E}">
        <p14:creationId xmlns:p14="http://schemas.microsoft.com/office/powerpoint/2010/main" val="17602176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B0D98-7CC7-4A99-8D97-905DA5A3BDEF}"/>
              </a:ext>
            </a:extLst>
          </p:cNvPr>
          <p:cNvSpPr>
            <a:spLocks noGrp="1"/>
          </p:cNvSpPr>
          <p:nvPr>
            <p:ph type="title"/>
          </p:nvPr>
        </p:nvSpPr>
        <p:spPr>
          <a:xfrm>
            <a:off x="495299" y="304495"/>
            <a:ext cx="11201401" cy="1077218"/>
          </a:xfrm>
        </p:spPr>
        <p:txBody>
          <a:bodyPr/>
          <a:lstStyle/>
          <a:p>
            <a:r>
              <a:rPr lang="en-US" sz="3200" dirty="0">
                <a:effectLst/>
              </a:rPr>
              <a:t>Asset Performance Management </a:t>
            </a:r>
            <a:br>
              <a:rPr lang="en-US" sz="3200" dirty="0"/>
            </a:br>
            <a:endParaRPr lang="en-US" sz="3200" dirty="0"/>
          </a:p>
        </p:txBody>
      </p:sp>
      <p:sp>
        <p:nvSpPr>
          <p:cNvPr id="4" name="Slide Number Placeholder 3">
            <a:extLst>
              <a:ext uri="{FF2B5EF4-FFF2-40B4-BE49-F238E27FC236}">
                <a16:creationId xmlns:a16="http://schemas.microsoft.com/office/drawing/2014/main" id="{983E0F15-B2B4-4B1C-89E5-F8DF99470605}"/>
              </a:ext>
            </a:extLst>
          </p:cNvPr>
          <p:cNvSpPr>
            <a:spLocks noGrp="1"/>
          </p:cNvSpPr>
          <p:nvPr>
            <p:ph type="sldNum" sz="quarter" idx="12"/>
          </p:nvPr>
        </p:nvSpPr>
        <p:spPr/>
        <p:txBody>
          <a:bodyPr/>
          <a:lstStyle/>
          <a:p>
            <a:fld id="{7B94EC18-1D2B-4535-B738-0E53AFE26620}" type="slidenum">
              <a:rPr lang="en-US" smtClean="0"/>
              <a:t>19</a:t>
            </a:fld>
            <a:endParaRPr lang="en-US"/>
          </a:p>
        </p:txBody>
      </p:sp>
      <p:sp>
        <p:nvSpPr>
          <p:cNvPr id="6" name="Rounded Rectangle 97">
            <a:extLst>
              <a:ext uri="{FF2B5EF4-FFF2-40B4-BE49-F238E27FC236}">
                <a16:creationId xmlns:a16="http://schemas.microsoft.com/office/drawing/2014/main" id="{7BF92BAE-D6E0-4A84-9B63-F39E465FF0F7}"/>
              </a:ext>
            </a:extLst>
          </p:cNvPr>
          <p:cNvSpPr/>
          <p:nvPr/>
        </p:nvSpPr>
        <p:spPr>
          <a:xfrm>
            <a:off x="6601293" y="1187918"/>
            <a:ext cx="2059837" cy="5094712"/>
          </a:xfrm>
          <a:prstGeom prst="roundRect">
            <a:avLst>
              <a:gd name="adj" fmla="val 8270"/>
            </a:avLst>
          </a:prstGeom>
          <a:solidFill>
            <a:schemeClr val="bg1">
              <a:lumMod val="85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600" b="1">
                <a:solidFill>
                  <a:schemeClr val="tx2"/>
                </a:solidFill>
              </a:rPr>
              <a:t>Event Detection</a:t>
            </a:r>
          </a:p>
        </p:txBody>
      </p:sp>
      <p:sp>
        <p:nvSpPr>
          <p:cNvPr id="7" name="Rounded Rectangle 210">
            <a:extLst>
              <a:ext uri="{FF2B5EF4-FFF2-40B4-BE49-F238E27FC236}">
                <a16:creationId xmlns:a16="http://schemas.microsoft.com/office/drawing/2014/main" id="{C412327D-79D5-4747-B48B-7FE230548998}"/>
              </a:ext>
            </a:extLst>
          </p:cNvPr>
          <p:cNvSpPr/>
          <p:nvPr/>
        </p:nvSpPr>
        <p:spPr>
          <a:xfrm>
            <a:off x="2367101" y="1180369"/>
            <a:ext cx="4157021" cy="5094712"/>
          </a:xfrm>
          <a:prstGeom prst="roundRect">
            <a:avLst>
              <a:gd name="adj" fmla="val 8270"/>
            </a:avLst>
          </a:prstGeom>
          <a:solidFill>
            <a:schemeClr val="bg1">
              <a:lumMod val="85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600" b="1">
                <a:solidFill>
                  <a:schemeClr val="tx2"/>
                </a:solidFill>
              </a:rPr>
              <a:t>Calculations (Runtime Analytics)</a:t>
            </a:r>
            <a:br>
              <a:rPr lang="en-US" sz="1600" b="1">
                <a:solidFill>
                  <a:schemeClr val="tx2"/>
                </a:solidFill>
              </a:rPr>
            </a:br>
            <a:r>
              <a:rPr lang="en-US" sz="1400" b="1">
                <a:solidFill>
                  <a:schemeClr val="tx2"/>
                </a:solidFill>
              </a:rPr>
              <a:t>(Complex Event Processing Engine)</a:t>
            </a:r>
          </a:p>
        </p:txBody>
      </p:sp>
      <p:sp>
        <p:nvSpPr>
          <p:cNvPr id="8" name="Text Placeholder 2">
            <a:extLst>
              <a:ext uri="{FF2B5EF4-FFF2-40B4-BE49-F238E27FC236}">
                <a16:creationId xmlns:a16="http://schemas.microsoft.com/office/drawing/2014/main" id="{A4211E0B-610B-4964-944B-3B96B817F9A8}"/>
              </a:ext>
            </a:extLst>
          </p:cNvPr>
          <p:cNvSpPr txBox="1">
            <a:spLocks/>
          </p:cNvSpPr>
          <p:nvPr/>
        </p:nvSpPr>
        <p:spPr>
          <a:xfrm>
            <a:off x="535724" y="6524323"/>
            <a:ext cx="11063816" cy="457200"/>
          </a:xfrm>
          <a:prstGeom prst="rect">
            <a:avLst/>
          </a:prstGeom>
        </p:spPr>
        <p:txBody>
          <a:bodyPr/>
          <a:lstStyle>
            <a:lvl1pPr marL="0" indent="0" algn="l" defTabSz="914400" rtl="0" eaLnBrk="1" latinLnBrk="0" hangingPunct="1">
              <a:lnSpc>
                <a:spcPct val="100000"/>
              </a:lnSpc>
              <a:spcBef>
                <a:spcPts val="800"/>
              </a:spcBef>
              <a:buFont typeface="Arial" panose="020B0604020202020204" pitchFamily="34" charset="0"/>
              <a:buNone/>
              <a:defRPr sz="1400" kern="1200">
                <a:solidFill>
                  <a:schemeClr val="accent4"/>
                </a:solidFill>
                <a:latin typeface="+mn-lt"/>
                <a:ea typeface="+mn-ea"/>
                <a:cs typeface="+mn-cs"/>
              </a:defRPr>
            </a:lvl1pPr>
            <a:lvl2pPr marL="169200" indent="-169200" algn="l" defTabSz="914400" rtl="0" eaLnBrk="1" latinLnBrk="0" hangingPunct="1">
              <a:lnSpc>
                <a:spcPct val="100000"/>
              </a:lnSpc>
              <a:spcBef>
                <a:spcPts val="800"/>
              </a:spcBef>
              <a:buSzPct val="55000"/>
              <a:buFont typeface="Wingdings" panose="05000000000000000000" pitchFamily="2" charset="2"/>
              <a:buChar char="n"/>
              <a:defRPr sz="1400" kern="1200">
                <a:solidFill>
                  <a:schemeClr val="accent4"/>
                </a:solidFill>
                <a:latin typeface="+mn-lt"/>
                <a:ea typeface="+mn-ea"/>
                <a:cs typeface="+mn-cs"/>
              </a:defRPr>
            </a:lvl2pPr>
            <a:lvl3pPr marL="338400" indent="-169200" algn="l" defTabSz="914400" rtl="0" eaLnBrk="1" latinLnBrk="0" hangingPunct="1">
              <a:lnSpc>
                <a:spcPct val="100000"/>
              </a:lnSpc>
              <a:spcBef>
                <a:spcPts val="800"/>
              </a:spcBef>
              <a:buSzPct val="55000"/>
              <a:buFont typeface="Wingdings" panose="05000000000000000000" pitchFamily="2" charset="2"/>
              <a:buChar char="n"/>
              <a:defRPr sz="1400" kern="1200">
                <a:solidFill>
                  <a:schemeClr val="accent4"/>
                </a:solidFill>
                <a:latin typeface="+mn-lt"/>
                <a:ea typeface="+mn-ea"/>
                <a:cs typeface="+mn-cs"/>
              </a:defRPr>
            </a:lvl3pPr>
            <a:lvl4pPr marL="507600" indent="-169200" algn="l" defTabSz="914400" rtl="0" eaLnBrk="1" latinLnBrk="0" hangingPunct="1">
              <a:lnSpc>
                <a:spcPct val="100000"/>
              </a:lnSpc>
              <a:spcBef>
                <a:spcPts val="800"/>
              </a:spcBef>
              <a:buSzPct val="55000"/>
              <a:buFont typeface="Wingdings" panose="05000000000000000000" pitchFamily="2" charset="2"/>
              <a:buChar char="n"/>
              <a:defRPr sz="1400" kern="1200">
                <a:solidFill>
                  <a:schemeClr val="accent4"/>
                </a:solidFill>
                <a:latin typeface="+mn-lt"/>
                <a:ea typeface="+mn-ea"/>
                <a:cs typeface="+mn-cs"/>
              </a:defRPr>
            </a:lvl4pPr>
            <a:lvl5pPr marL="676800" indent="-169200" algn="l" defTabSz="914400" rtl="0" eaLnBrk="1" latinLnBrk="0" hangingPunct="1">
              <a:lnSpc>
                <a:spcPct val="100000"/>
              </a:lnSpc>
              <a:spcBef>
                <a:spcPts val="800"/>
              </a:spcBef>
              <a:buSzPct val="55000"/>
              <a:buFont typeface="Wingdings" panose="05000000000000000000" pitchFamily="2" charset="2"/>
              <a:buChar char="n"/>
              <a:defRPr sz="1400" kern="1200">
                <a:solidFill>
                  <a:schemeClr val="accent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Continuously Monitor &amp; Take Action</a:t>
            </a:r>
          </a:p>
        </p:txBody>
      </p:sp>
      <p:sp>
        <p:nvSpPr>
          <p:cNvPr id="9" name="TextBox 28">
            <a:extLst>
              <a:ext uri="{FF2B5EF4-FFF2-40B4-BE49-F238E27FC236}">
                <a16:creationId xmlns:a16="http://schemas.microsoft.com/office/drawing/2014/main" id="{08D63D72-BB06-4A60-B628-15FE5F6892D4}"/>
              </a:ext>
            </a:extLst>
          </p:cNvPr>
          <p:cNvSpPr txBox="1">
            <a:spLocks noChangeArrowheads="1"/>
          </p:cNvSpPr>
          <p:nvPr/>
        </p:nvSpPr>
        <p:spPr bwMode="auto">
          <a:xfrm>
            <a:off x="4058185" y="3072030"/>
            <a:ext cx="1759068" cy="276999"/>
          </a:xfrm>
          <a:prstGeom prst="rect">
            <a:avLst/>
          </a:prstGeom>
          <a:ln>
            <a:headEnd/>
            <a:tailEnd/>
          </a:ln>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i="1">
                <a:solidFill>
                  <a:srgbClr val="000000"/>
                </a:solidFill>
              </a:rPr>
              <a:t>Head =3960*HP / Flow</a:t>
            </a:r>
          </a:p>
        </p:txBody>
      </p:sp>
      <p:sp>
        <p:nvSpPr>
          <p:cNvPr id="10" name="TextBox 28">
            <a:extLst>
              <a:ext uri="{FF2B5EF4-FFF2-40B4-BE49-F238E27FC236}">
                <a16:creationId xmlns:a16="http://schemas.microsoft.com/office/drawing/2014/main" id="{D4D84F6E-C94C-49DE-B851-88ABD90A7F62}"/>
              </a:ext>
            </a:extLst>
          </p:cNvPr>
          <p:cNvSpPr txBox="1">
            <a:spLocks noChangeArrowheads="1"/>
          </p:cNvSpPr>
          <p:nvPr/>
        </p:nvSpPr>
        <p:spPr bwMode="auto">
          <a:xfrm>
            <a:off x="6673000" y="3891090"/>
            <a:ext cx="1975270" cy="276999"/>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b="1">
                <a:solidFill>
                  <a:srgbClr val="000000"/>
                </a:solidFill>
              </a:rPr>
              <a:t>Fault Models</a:t>
            </a:r>
          </a:p>
        </p:txBody>
      </p:sp>
      <p:sp>
        <p:nvSpPr>
          <p:cNvPr id="11" name="TextBox 28">
            <a:extLst>
              <a:ext uri="{FF2B5EF4-FFF2-40B4-BE49-F238E27FC236}">
                <a16:creationId xmlns:a16="http://schemas.microsoft.com/office/drawing/2014/main" id="{B24DCC37-FD01-4F32-ADE3-3AA0534FDEC6}"/>
              </a:ext>
            </a:extLst>
          </p:cNvPr>
          <p:cNvSpPr txBox="1">
            <a:spLocks noChangeArrowheads="1"/>
          </p:cNvSpPr>
          <p:nvPr/>
        </p:nvSpPr>
        <p:spPr bwMode="auto">
          <a:xfrm>
            <a:off x="3760838" y="3367898"/>
            <a:ext cx="2425466" cy="276999"/>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b="1">
                <a:solidFill>
                  <a:srgbClr val="000000"/>
                </a:solidFill>
              </a:rPr>
              <a:t>User Defined Calculations</a:t>
            </a:r>
          </a:p>
        </p:txBody>
      </p:sp>
      <p:grpSp>
        <p:nvGrpSpPr>
          <p:cNvPr id="12" name="Group 11">
            <a:extLst>
              <a:ext uri="{FF2B5EF4-FFF2-40B4-BE49-F238E27FC236}">
                <a16:creationId xmlns:a16="http://schemas.microsoft.com/office/drawing/2014/main" id="{D6AE266C-3DE2-45BA-94DF-E97B2537840C}"/>
              </a:ext>
            </a:extLst>
          </p:cNvPr>
          <p:cNvGrpSpPr/>
          <p:nvPr/>
        </p:nvGrpSpPr>
        <p:grpSpPr>
          <a:xfrm>
            <a:off x="8733952" y="1195918"/>
            <a:ext cx="2562463" cy="5093208"/>
            <a:chOff x="3786591" y="1081013"/>
            <a:chExt cx="2928502" cy="5093208"/>
          </a:xfrm>
        </p:grpSpPr>
        <p:sp>
          <p:nvSpPr>
            <p:cNvPr id="13" name="Rounded Rectangle 105">
              <a:extLst>
                <a:ext uri="{FF2B5EF4-FFF2-40B4-BE49-F238E27FC236}">
                  <a16:creationId xmlns:a16="http://schemas.microsoft.com/office/drawing/2014/main" id="{5C0BD5AB-F492-4991-A1D1-568D96331B6E}"/>
                </a:ext>
              </a:extLst>
            </p:cNvPr>
            <p:cNvSpPr/>
            <p:nvPr/>
          </p:nvSpPr>
          <p:spPr>
            <a:xfrm>
              <a:off x="3786591" y="1081013"/>
              <a:ext cx="2845278" cy="5093208"/>
            </a:xfrm>
            <a:prstGeom prst="roundRect">
              <a:avLst>
                <a:gd name="adj" fmla="val 9398"/>
              </a:avLst>
            </a:prstGeom>
            <a:solidFill>
              <a:schemeClr val="bg1">
                <a:lumMod val="85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600" b="1">
                  <a:solidFill>
                    <a:schemeClr val="tx2"/>
                  </a:solidFill>
                </a:rPr>
                <a:t>Event Management</a:t>
              </a:r>
              <a:br>
                <a:rPr lang="en-US" sz="1600" b="1">
                  <a:solidFill>
                    <a:schemeClr val="tx2"/>
                  </a:solidFill>
                </a:rPr>
              </a:br>
              <a:r>
                <a:rPr lang="en-US" sz="1200" b="1">
                  <a:solidFill>
                    <a:schemeClr val="tx2"/>
                  </a:solidFill>
                </a:rPr>
                <a:t>(Monitor &amp; Investigate)</a:t>
              </a: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a:p>
              <a:pPr algn="ctr"/>
              <a:endParaRPr lang="en-US" sz="1600" b="1">
                <a:solidFill>
                  <a:schemeClr val="tx2"/>
                </a:solidFill>
              </a:endParaRPr>
            </a:p>
          </p:txBody>
        </p:sp>
        <p:sp>
          <p:nvSpPr>
            <p:cNvPr id="14" name="TextBox 28">
              <a:extLst>
                <a:ext uri="{FF2B5EF4-FFF2-40B4-BE49-F238E27FC236}">
                  <a16:creationId xmlns:a16="http://schemas.microsoft.com/office/drawing/2014/main" id="{2825953D-9B8B-44EB-8454-A4329E952E6C}"/>
                </a:ext>
              </a:extLst>
            </p:cNvPr>
            <p:cNvSpPr txBox="1">
              <a:spLocks noChangeArrowheads="1"/>
            </p:cNvSpPr>
            <p:nvPr/>
          </p:nvSpPr>
          <p:spPr bwMode="auto">
            <a:xfrm>
              <a:off x="3786592" y="5892241"/>
              <a:ext cx="2928501" cy="276999"/>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b="1">
                  <a:solidFill>
                    <a:schemeClr val="tx1"/>
                  </a:solidFill>
                </a:rPr>
                <a:t>Trends, Graphics &amp; Reports</a:t>
              </a:r>
            </a:p>
          </p:txBody>
        </p:sp>
        <p:sp>
          <p:nvSpPr>
            <p:cNvPr id="15" name="TextBox 28">
              <a:extLst>
                <a:ext uri="{FF2B5EF4-FFF2-40B4-BE49-F238E27FC236}">
                  <a16:creationId xmlns:a16="http://schemas.microsoft.com/office/drawing/2014/main" id="{3BA136FE-FCAE-400E-9EB9-F3FE645AFD2C}"/>
                </a:ext>
              </a:extLst>
            </p:cNvPr>
            <p:cNvSpPr txBox="1">
              <a:spLocks noChangeArrowheads="1"/>
            </p:cNvSpPr>
            <p:nvPr/>
          </p:nvSpPr>
          <p:spPr bwMode="auto">
            <a:xfrm>
              <a:off x="4347509" y="2630464"/>
              <a:ext cx="1523042" cy="461665"/>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b="1">
                  <a:solidFill>
                    <a:schemeClr val="tx1"/>
                  </a:solidFill>
                </a:rPr>
                <a:t>Asset Status</a:t>
              </a:r>
              <a:br>
                <a:rPr lang="en-US" sz="1200">
                  <a:solidFill>
                    <a:schemeClr val="tx1"/>
                  </a:solidFill>
                </a:rPr>
              </a:br>
              <a:r>
                <a:rPr lang="en-US" sz="1200">
                  <a:solidFill>
                    <a:schemeClr val="tx1"/>
                  </a:solidFill>
                </a:rPr>
                <a:t>(</a:t>
              </a:r>
              <a:r>
                <a:rPr lang="en-US" sz="1200" err="1">
                  <a:solidFill>
                    <a:schemeClr val="tx1"/>
                  </a:solidFill>
                </a:rPr>
                <a:t>Heatmap</a:t>
              </a:r>
              <a:r>
                <a:rPr lang="en-US" sz="1200">
                  <a:solidFill>
                    <a:schemeClr val="tx1"/>
                  </a:solidFill>
                </a:rPr>
                <a:t>)</a:t>
              </a:r>
            </a:p>
          </p:txBody>
        </p:sp>
      </p:grpSp>
      <p:grpSp>
        <p:nvGrpSpPr>
          <p:cNvPr id="16" name="Group 15">
            <a:extLst>
              <a:ext uri="{FF2B5EF4-FFF2-40B4-BE49-F238E27FC236}">
                <a16:creationId xmlns:a16="http://schemas.microsoft.com/office/drawing/2014/main" id="{3EEDE2C6-523E-4428-AB03-928F6E76413C}"/>
              </a:ext>
            </a:extLst>
          </p:cNvPr>
          <p:cNvGrpSpPr/>
          <p:nvPr/>
        </p:nvGrpSpPr>
        <p:grpSpPr>
          <a:xfrm>
            <a:off x="2624244" y="3001371"/>
            <a:ext cx="791884" cy="690743"/>
            <a:chOff x="1448137" y="2875261"/>
            <a:chExt cx="791884" cy="690743"/>
          </a:xfrm>
        </p:grpSpPr>
        <p:sp>
          <p:nvSpPr>
            <p:cNvPr id="17" name="TextBox 16">
              <a:extLst>
                <a:ext uri="{FF2B5EF4-FFF2-40B4-BE49-F238E27FC236}">
                  <a16:creationId xmlns:a16="http://schemas.microsoft.com/office/drawing/2014/main" id="{C70E95DA-504B-43CA-8CDE-37A2757028C7}"/>
                </a:ext>
              </a:extLst>
            </p:cNvPr>
            <p:cNvSpPr txBox="1"/>
            <p:nvPr/>
          </p:nvSpPr>
          <p:spPr bwMode="auto">
            <a:xfrm>
              <a:off x="1448137" y="3353125"/>
              <a:ext cx="791884" cy="212879"/>
            </a:xfrm>
            <a:prstGeom prst="rect">
              <a:avLst/>
            </a:prstGeom>
            <a:noFill/>
            <a:ln>
              <a:noFill/>
            </a:ln>
            <a:effectLst/>
            <a:extLst>
              <a:ext uri="{FAA26D3D-D897-4be2-8F04-BA451C77F1D7}"/>
            </a:extLst>
          </p:spPr>
          <p:txBody>
            <a:bodyPr wrap="none" lIns="90488" tIns="44450" rIns="90488" bIns="44450">
              <a:spAutoFit/>
            </a:bodyPr>
            <a:lstStyle/>
            <a:p>
              <a:pPr algn="ctr">
                <a:lnSpc>
                  <a:spcPct val="80000"/>
                </a:lnSpc>
                <a:defRPr/>
              </a:pPr>
              <a:r>
                <a:rPr lang="en-US" sz="1000" kern="0">
                  <a:latin typeface="Arial"/>
                  <a:ea typeface="ＭＳ Ｐゴシック" charset="0"/>
                  <a:cs typeface="ＭＳ Ｐゴシック" charset="0"/>
                </a:rPr>
                <a:t>Exchanger</a:t>
              </a:r>
            </a:p>
          </p:txBody>
        </p:sp>
        <p:grpSp>
          <p:nvGrpSpPr>
            <p:cNvPr id="18" name="Group 225">
              <a:extLst>
                <a:ext uri="{FF2B5EF4-FFF2-40B4-BE49-F238E27FC236}">
                  <a16:creationId xmlns:a16="http://schemas.microsoft.com/office/drawing/2014/main" id="{B8DCF0E1-8E43-46BD-99BF-467D198205A8}"/>
                </a:ext>
              </a:extLst>
            </p:cNvPr>
            <p:cNvGrpSpPr>
              <a:grpSpLocks/>
            </p:cNvGrpSpPr>
            <p:nvPr/>
          </p:nvGrpSpPr>
          <p:grpSpPr bwMode="auto">
            <a:xfrm>
              <a:off x="1579802" y="2875261"/>
              <a:ext cx="528552" cy="435723"/>
              <a:chOff x="2938464" y="5738813"/>
              <a:chExt cx="971551" cy="828676"/>
            </a:xfrm>
          </p:grpSpPr>
          <p:grpSp>
            <p:nvGrpSpPr>
              <p:cNvPr id="19" name="Group 222">
                <a:extLst>
                  <a:ext uri="{FF2B5EF4-FFF2-40B4-BE49-F238E27FC236}">
                    <a16:creationId xmlns:a16="http://schemas.microsoft.com/office/drawing/2014/main" id="{B10537AA-A5EA-4D55-BA71-4186BD4ECD89}"/>
                  </a:ext>
                </a:extLst>
              </p:cNvPr>
              <p:cNvGrpSpPr>
                <a:grpSpLocks/>
              </p:cNvGrpSpPr>
              <p:nvPr/>
            </p:nvGrpSpPr>
            <p:grpSpPr bwMode="auto">
              <a:xfrm>
                <a:off x="2938464" y="5738813"/>
                <a:ext cx="971551" cy="828676"/>
                <a:chOff x="3057526" y="5700713"/>
                <a:chExt cx="971551" cy="904875"/>
              </a:xfrm>
            </p:grpSpPr>
            <p:sp>
              <p:nvSpPr>
                <p:cNvPr id="23" name="Rectangle 220">
                  <a:extLst>
                    <a:ext uri="{FF2B5EF4-FFF2-40B4-BE49-F238E27FC236}">
                      <a16:creationId xmlns:a16="http://schemas.microsoft.com/office/drawing/2014/main" id="{FC23CEF9-834A-494E-BB68-9E77FD93ADCB}"/>
                    </a:ext>
                  </a:extLst>
                </p:cNvPr>
                <p:cNvSpPr>
                  <a:spLocks noChangeArrowheads="1"/>
                </p:cNvSpPr>
                <p:nvPr/>
              </p:nvSpPr>
              <p:spPr bwMode="auto">
                <a:xfrm>
                  <a:off x="3057526" y="5700713"/>
                  <a:ext cx="971550" cy="447675"/>
                </a:xfrm>
                <a:prstGeom prst="rect">
                  <a:avLst/>
                </a:prstGeom>
                <a:solidFill>
                  <a:srgbClr val="919191">
                    <a:lumMod val="60000"/>
                    <a:lumOff val="40000"/>
                  </a:srgbClr>
                </a:solidFill>
                <a:ln w="9525">
                  <a:noFill/>
                  <a:miter lim="800000"/>
                  <a:headEnd/>
                  <a:tailEnd/>
                </a:ln>
              </p:spPr>
              <p:txBody>
                <a:bodyPr wrap="none" lIns="90488" tIns="44450" rIns="90488" bIns="44450"/>
                <a:lstStyle/>
                <a:p>
                  <a:pPr>
                    <a:lnSpc>
                      <a:spcPct val="110000"/>
                    </a:lnSpc>
                    <a:defRPr/>
                  </a:pPr>
                  <a:endParaRPr lang="en-US" sz="1000" b="1" kern="0">
                    <a:latin typeface="Arial" pitchFamily="34" charset="0"/>
                    <a:ea typeface="ＭＳ Ｐゴシック" pitchFamily="34" charset="-128"/>
                  </a:endParaRPr>
                </a:p>
              </p:txBody>
            </p:sp>
            <p:sp>
              <p:nvSpPr>
                <p:cNvPr id="24" name="Rectangle 221">
                  <a:extLst>
                    <a:ext uri="{FF2B5EF4-FFF2-40B4-BE49-F238E27FC236}">
                      <a16:creationId xmlns:a16="http://schemas.microsoft.com/office/drawing/2014/main" id="{91C92D89-2846-4FEC-91D9-57167C80C148}"/>
                    </a:ext>
                  </a:extLst>
                </p:cNvPr>
                <p:cNvSpPr>
                  <a:spLocks noChangeArrowheads="1"/>
                </p:cNvSpPr>
                <p:nvPr/>
              </p:nvSpPr>
              <p:spPr bwMode="auto">
                <a:xfrm>
                  <a:off x="3057526" y="6157913"/>
                  <a:ext cx="971551" cy="447675"/>
                </a:xfrm>
                <a:prstGeom prst="rect">
                  <a:avLst/>
                </a:prstGeom>
                <a:solidFill>
                  <a:srgbClr val="000000">
                    <a:lumMod val="50000"/>
                    <a:lumOff val="50000"/>
                  </a:srgbClr>
                </a:solidFill>
                <a:ln w="9525">
                  <a:noFill/>
                  <a:miter lim="800000"/>
                  <a:headEnd/>
                  <a:tailEnd/>
                </a:ln>
              </p:spPr>
              <p:txBody>
                <a:bodyPr wrap="none" lIns="90488" tIns="44450" rIns="90488" bIns="44450"/>
                <a:lstStyle/>
                <a:p>
                  <a:pPr>
                    <a:lnSpc>
                      <a:spcPct val="110000"/>
                    </a:lnSpc>
                    <a:defRPr/>
                  </a:pPr>
                  <a:endParaRPr lang="en-US" sz="1000" b="1" kern="0">
                    <a:latin typeface="Arial" pitchFamily="34" charset="0"/>
                    <a:ea typeface="ＭＳ Ｐゴシック" pitchFamily="34" charset="-128"/>
                  </a:endParaRPr>
                </a:p>
              </p:txBody>
            </p:sp>
          </p:grpSp>
          <p:sp>
            <p:nvSpPr>
              <p:cNvPr id="20" name="Oval 19">
                <a:extLst>
                  <a:ext uri="{FF2B5EF4-FFF2-40B4-BE49-F238E27FC236}">
                    <a16:creationId xmlns:a16="http://schemas.microsoft.com/office/drawing/2014/main" id="{AA4A3B36-53AE-4EFA-B7E5-D7C77862DE64}"/>
                  </a:ext>
                </a:extLst>
              </p:cNvPr>
              <p:cNvSpPr/>
              <p:nvPr/>
            </p:nvSpPr>
            <p:spPr bwMode="auto">
              <a:xfrm>
                <a:off x="3067050" y="5795963"/>
                <a:ext cx="714374" cy="714374"/>
              </a:xfrm>
              <a:prstGeom prst="ellipse">
                <a:avLst/>
              </a:prstGeom>
              <a:solidFill>
                <a:srgbClr val="FFFFFF"/>
              </a:solidFill>
              <a:ln>
                <a:noFill/>
              </a:ln>
              <a:effectLst/>
              <a:scene3d>
                <a:camera prst="orthographicFront"/>
                <a:lightRig rig="threePt" dir="t"/>
              </a:scene3d>
              <a:sp3d>
                <a:bevelT/>
              </a:sp3d>
            </p:spPr>
            <p:txBody>
              <a:bodyPr wrap="none" lIns="90488" tIns="44450" rIns="90488" bIns="44450"/>
              <a:lstStyle/>
              <a:p>
                <a:pPr>
                  <a:lnSpc>
                    <a:spcPct val="110000"/>
                  </a:lnSpc>
                  <a:defRPr/>
                </a:pPr>
                <a:endParaRPr lang="en-US" sz="1000" b="1" kern="0">
                  <a:latin typeface="Arial" pitchFamily="34" charset="0"/>
                  <a:ea typeface="ＭＳ Ｐゴシック" pitchFamily="34" charset="-128"/>
                </a:endParaRPr>
              </a:p>
            </p:txBody>
          </p:sp>
          <p:sp>
            <p:nvSpPr>
              <p:cNvPr id="21" name="Right Arrow 223">
                <a:extLst>
                  <a:ext uri="{FF2B5EF4-FFF2-40B4-BE49-F238E27FC236}">
                    <a16:creationId xmlns:a16="http://schemas.microsoft.com/office/drawing/2014/main" id="{B47C6DAA-BB9B-4FE3-A23C-1F90CD4DF075}"/>
                  </a:ext>
                </a:extLst>
              </p:cNvPr>
              <p:cNvSpPr>
                <a:spLocks noChangeArrowheads="1"/>
              </p:cNvSpPr>
              <p:nvPr/>
            </p:nvSpPr>
            <p:spPr bwMode="auto">
              <a:xfrm>
                <a:off x="3204804" y="6129338"/>
                <a:ext cx="438868" cy="250721"/>
              </a:xfrm>
              <a:prstGeom prst="rightArrow">
                <a:avLst>
                  <a:gd name="adj1" fmla="val 50000"/>
                  <a:gd name="adj2" fmla="val 50001"/>
                </a:avLst>
              </a:prstGeom>
              <a:solidFill>
                <a:srgbClr val="919191">
                  <a:lumMod val="60000"/>
                  <a:lumOff val="40000"/>
                </a:srgbClr>
              </a:solidFill>
              <a:ln w="9525">
                <a:noFill/>
                <a:miter lim="800000"/>
                <a:headEnd/>
                <a:tailEnd/>
              </a:ln>
            </p:spPr>
            <p:txBody>
              <a:bodyPr wrap="none" lIns="90488" tIns="44450" rIns="90488" bIns="44450"/>
              <a:lstStyle/>
              <a:p>
                <a:pPr>
                  <a:lnSpc>
                    <a:spcPct val="110000"/>
                  </a:lnSpc>
                  <a:defRPr/>
                </a:pPr>
                <a:endParaRPr lang="en-US" sz="1000" b="1" kern="0">
                  <a:latin typeface="Arial" pitchFamily="34" charset="0"/>
                  <a:ea typeface="ＭＳ Ｐゴシック" pitchFamily="34" charset="-128"/>
                </a:endParaRPr>
              </a:p>
            </p:txBody>
          </p:sp>
          <p:sp>
            <p:nvSpPr>
              <p:cNvPr id="22" name="Right Arrow 224">
                <a:extLst>
                  <a:ext uri="{FF2B5EF4-FFF2-40B4-BE49-F238E27FC236}">
                    <a16:creationId xmlns:a16="http://schemas.microsoft.com/office/drawing/2014/main" id="{F1FA2289-4B53-4888-A61E-FF16569CD4D3}"/>
                  </a:ext>
                </a:extLst>
              </p:cNvPr>
              <p:cNvSpPr>
                <a:spLocks noChangeArrowheads="1"/>
              </p:cNvSpPr>
              <p:nvPr/>
            </p:nvSpPr>
            <p:spPr bwMode="auto">
              <a:xfrm flipH="1">
                <a:off x="3204804" y="5900738"/>
                <a:ext cx="438868" cy="250721"/>
              </a:xfrm>
              <a:prstGeom prst="rightArrow">
                <a:avLst>
                  <a:gd name="adj1" fmla="val 50000"/>
                  <a:gd name="adj2" fmla="val 50001"/>
                </a:avLst>
              </a:prstGeom>
              <a:solidFill>
                <a:srgbClr val="000000">
                  <a:lumMod val="50000"/>
                  <a:lumOff val="50000"/>
                </a:srgbClr>
              </a:solidFill>
              <a:ln w="9525">
                <a:noFill/>
                <a:miter lim="800000"/>
                <a:headEnd/>
                <a:tailEnd/>
              </a:ln>
            </p:spPr>
            <p:txBody>
              <a:bodyPr wrap="none" lIns="90488" tIns="44450" rIns="90488" bIns="44450"/>
              <a:lstStyle/>
              <a:p>
                <a:pPr>
                  <a:lnSpc>
                    <a:spcPct val="110000"/>
                  </a:lnSpc>
                  <a:defRPr/>
                </a:pPr>
                <a:endParaRPr lang="en-US" sz="1000" b="1" kern="0">
                  <a:latin typeface="Arial" pitchFamily="34" charset="0"/>
                  <a:ea typeface="ＭＳ Ｐゴシック" pitchFamily="34" charset="-128"/>
                </a:endParaRPr>
              </a:p>
            </p:txBody>
          </p:sp>
        </p:grpSp>
      </p:grpSp>
      <p:grpSp>
        <p:nvGrpSpPr>
          <p:cNvPr id="25" name="Group 24">
            <a:extLst>
              <a:ext uri="{FF2B5EF4-FFF2-40B4-BE49-F238E27FC236}">
                <a16:creationId xmlns:a16="http://schemas.microsoft.com/office/drawing/2014/main" id="{1B585A3D-3D44-41A8-A513-BCA7F935FA72}"/>
              </a:ext>
            </a:extLst>
          </p:cNvPr>
          <p:cNvGrpSpPr/>
          <p:nvPr/>
        </p:nvGrpSpPr>
        <p:grpSpPr>
          <a:xfrm>
            <a:off x="2712409" y="4395910"/>
            <a:ext cx="615554" cy="629510"/>
            <a:chOff x="312660" y="1871065"/>
            <a:chExt cx="615554" cy="629510"/>
          </a:xfrm>
        </p:grpSpPr>
        <p:sp>
          <p:nvSpPr>
            <p:cNvPr id="26" name="TextBox 25">
              <a:extLst>
                <a:ext uri="{FF2B5EF4-FFF2-40B4-BE49-F238E27FC236}">
                  <a16:creationId xmlns:a16="http://schemas.microsoft.com/office/drawing/2014/main" id="{53E9DDEE-668F-4CA7-87B7-2C70EFC6C114}"/>
                </a:ext>
              </a:extLst>
            </p:cNvPr>
            <p:cNvSpPr txBox="1"/>
            <p:nvPr/>
          </p:nvSpPr>
          <p:spPr bwMode="auto">
            <a:xfrm>
              <a:off x="312660" y="2287696"/>
              <a:ext cx="615554" cy="212879"/>
            </a:xfrm>
            <a:prstGeom prst="rect">
              <a:avLst/>
            </a:prstGeom>
            <a:noFill/>
            <a:ln>
              <a:noFill/>
            </a:ln>
            <a:effectLst/>
            <a:extLst>
              <a:ext uri="{FAA26D3D-D897-4be2-8F04-BA451C77F1D7}"/>
            </a:extLst>
          </p:spPr>
          <p:txBody>
            <a:bodyPr wrap="none" lIns="90488" tIns="44450" rIns="90488" bIns="44450">
              <a:spAutoFit/>
            </a:bodyPr>
            <a:lstStyle/>
            <a:p>
              <a:pPr algn="ctr">
                <a:lnSpc>
                  <a:spcPct val="80000"/>
                </a:lnSpc>
                <a:defRPr/>
              </a:pPr>
              <a:r>
                <a:rPr lang="en-US" sz="1000" kern="0">
                  <a:latin typeface="Arial"/>
                  <a:ea typeface="ＭＳ Ｐゴシック" charset="0"/>
                  <a:cs typeface="ＭＳ Ｐゴシック" charset="0"/>
                </a:rPr>
                <a:t>Turbine</a:t>
              </a:r>
            </a:p>
          </p:txBody>
        </p:sp>
        <p:grpSp>
          <p:nvGrpSpPr>
            <p:cNvPr id="27" name="Group 226">
              <a:extLst>
                <a:ext uri="{FF2B5EF4-FFF2-40B4-BE49-F238E27FC236}">
                  <a16:creationId xmlns:a16="http://schemas.microsoft.com/office/drawing/2014/main" id="{94333DFE-9783-428C-89DE-36015B3CC08A}"/>
                </a:ext>
              </a:extLst>
            </p:cNvPr>
            <p:cNvGrpSpPr>
              <a:grpSpLocks/>
            </p:cNvGrpSpPr>
            <p:nvPr/>
          </p:nvGrpSpPr>
          <p:grpSpPr bwMode="auto">
            <a:xfrm>
              <a:off x="435902" y="1871065"/>
              <a:ext cx="392661" cy="369671"/>
              <a:chOff x="2491572" y="3300409"/>
              <a:chExt cx="1138247" cy="1071566"/>
            </a:xfrm>
          </p:grpSpPr>
          <p:sp>
            <p:nvSpPr>
              <p:cNvPr id="28" name="Oval 27">
                <a:extLst>
                  <a:ext uri="{FF2B5EF4-FFF2-40B4-BE49-F238E27FC236}">
                    <a16:creationId xmlns:a16="http://schemas.microsoft.com/office/drawing/2014/main" id="{C37FB6D9-9283-422D-AB04-B04B100EFB18}"/>
                  </a:ext>
                </a:extLst>
              </p:cNvPr>
              <p:cNvSpPr/>
              <p:nvPr/>
            </p:nvSpPr>
            <p:spPr bwMode="auto">
              <a:xfrm>
                <a:off x="2523560" y="3300409"/>
                <a:ext cx="1071605" cy="1071566"/>
              </a:xfrm>
              <a:prstGeom prst="ellipse">
                <a:avLst/>
              </a:prstGeom>
              <a:solidFill>
                <a:schemeClr val="bg1">
                  <a:lumMod val="50000"/>
                </a:schemeClr>
              </a:solidFill>
              <a:ln>
                <a:noFill/>
              </a:ln>
              <a:effectLst/>
            </p:spPr>
            <p:txBody>
              <a:bodyPr wrap="none" lIns="90488" tIns="44450" rIns="90488" bIns="44450"/>
              <a:lstStyle/>
              <a:p>
                <a:pPr>
                  <a:lnSpc>
                    <a:spcPct val="110000"/>
                  </a:lnSpc>
                  <a:defRPr/>
                </a:pPr>
                <a:endParaRPr lang="en-US" sz="1000" b="1" kern="0">
                  <a:latin typeface="Arial" pitchFamily="34" charset="0"/>
                  <a:ea typeface="ＭＳ Ｐゴシック" pitchFamily="34" charset="-128"/>
                </a:endParaRPr>
              </a:p>
            </p:txBody>
          </p:sp>
          <p:sp>
            <p:nvSpPr>
              <p:cNvPr id="29" name="Freeform 120">
                <a:extLst>
                  <a:ext uri="{FF2B5EF4-FFF2-40B4-BE49-F238E27FC236}">
                    <a16:creationId xmlns:a16="http://schemas.microsoft.com/office/drawing/2014/main" id="{BE292DA1-660F-4A6A-AF6D-3B91B1079992}"/>
                  </a:ext>
                </a:extLst>
              </p:cNvPr>
              <p:cNvSpPr/>
              <p:nvPr/>
            </p:nvSpPr>
            <p:spPr bwMode="auto">
              <a:xfrm>
                <a:off x="3094016" y="3313738"/>
                <a:ext cx="303888" cy="450483"/>
              </a:xfrm>
              <a:custGeom>
                <a:avLst/>
                <a:gdLst>
                  <a:gd name="connsiteX0" fmla="*/ 4762 w 233362"/>
                  <a:gd name="connsiteY0" fmla="*/ 0 h 416718"/>
                  <a:gd name="connsiteX1" fmla="*/ 16669 w 233362"/>
                  <a:gd name="connsiteY1" fmla="*/ 185737 h 416718"/>
                  <a:gd name="connsiteX2" fmla="*/ 0 w 233362"/>
                  <a:gd name="connsiteY2" fmla="*/ 357187 h 416718"/>
                  <a:gd name="connsiteX3" fmla="*/ 16669 w 233362"/>
                  <a:gd name="connsiteY3" fmla="*/ 416718 h 416718"/>
                  <a:gd name="connsiteX4" fmla="*/ 66675 w 233362"/>
                  <a:gd name="connsiteY4" fmla="*/ 409575 h 416718"/>
                  <a:gd name="connsiteX5" fmla="*/ 161925 w 233362"/>
                  <a:gd name="connsiteY5" fmla="*/ 333375 h 416718"/>
                  <a:gd name="connsiteX6" fmla="*/ 233362 w 233362"/>
                  <a:gd name="connsiteY6" fmla="*/ 226218 h 416718"/>
                  <a:gd name="connsiteX7" fmla="*/ 171450 w 233362"/>
                  <a:gd name="connsiteY7" fmla="*/ 42862 h 416718"/>
                  <a:gd name="connsiteX8" fmla="*/ 4762 w 233362"/>
                  <a:gd name="connsiteY8" fmla="*/ 0 h 416718"/>
                  <a:gd name="connsiteX0" fmla="*/ 0 w 233363"/>
                  <a:gd name="connsiteY0" fmla="*/ 0 h 426243"/>
                  <a:gd name="connsiteX1" fmla="*/ 16670 w 233363"/>
                  <a:gd name="connsiteY1" fmla="*/ 195262 h 426243"/>
                  <a:gd name="connsiteX2" fmla="*/ 1 w 233363"/>
                  <a:gd name="connsiteY2" fmla="*/ 366712 h 426243"/>
                  <a:gd name="connsiteX3" fmla="*/ 16670 w 233363"/>
                  <a:gd name="connsiteY3" fmla="*/ 426243 h 426243"/>
                  <a:gd name="connsiteX4" fmla="*/ 66676 w 233363"/>
                  <a:gd name="connsiteY4" fmla="*/ 419100 h 426243"/>
                  <a:gd name="connsiteX5" fmla="*/ 161926 w 233363"/>
                  <a:gd name="connsiteY5" fmla="*/ 342900 h 426243"/>
                  <a:gd name="connsiteX6" fmla="*/ 233363 w 233363"/>
                  <a:gd name="connsiteY6" fmla="*/ 235743 h 426243"/>
                  <a:gd name="connsiteX7" fmla="*/ 171451 w 233363"/>
                  <a:gd name="connsiteY7" fmla="*/ 52387 h 426243"/>
                  <a:gd name="connsiteX8" fmla="*/ 0 w 233363"/>
                  <a:gd name="connsiteY8" fmla="*/ 0 h 426243"/>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25797 w 260747"/>
                  <a:gd name="connsiteY0" fmla="*/ 23813 h 450056"/>
                  <a:gd name="connsiteX1" fmla="*/ 42467 w 260747"/>
                  <a:gd name="connsiteY1" fmla="*/ 219075 h 450056"/>
                  <a:gd name="connsiteX2" fmla="*/ 25798 w 260747"/>
                  <a:gd name="connsiteY2" fmla="*/ 390525 h 450056"/>
                  <a:gd name="connsiteX3" fmla="*/ 42467 w 260747"/>
                  <a:gd name="connsiteY3" fmla="*/ 450056 h 450056"/>
                  <a:gd name="connsiteX4" fmla="*/ 92473 w 260747"/>
                  <a:gd name="connsiteY4" fmla="*/ 442913 h 450056"/>
                  <a:gd name="connsiteX5" fmla="*/ 259160 w 260747"/>
                  <a:gd name="connsiteY5" fmla="*/ 259556 h 450056"/>
                  <a:gd name="connsiteX6" fmla="*/ 197248 w 260747"/>
                  <a:gd name="connsiteY6" fmla="*/ 76200 h 450056"/>
                  <a:gd name="connsiteX7" fmla="*/ 25797 w 260747"/>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26195 w 234950"/>
                  <a:gd name="connsiteY1" fmla="*/ 216694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11138"/>
                  <a:gd name="connsiteY0" fmla="*/ 23813 h 450056"/>
                  <a:gd name="connsiteX1" fmla="*/ 26195 w 211138"/>
                  <a:gd name="connsiteY1" fmla="*/ 216694 h 450056"/>
                  <a:gd name="connsiteX2" fmla="*/ 1 w 211138"/>
                  <a:gd name="connsiteY2" fmla="*/ 390525 h 450056"/>
                  <a:gd name="connsiteX3" fmla="*/ 16670 w 211138"/>
                  <a:gd name="connsiteY3" fmla="*/ 450056 h 450056"/>
                  <a:gd name="connsiteX4" fmla="*/ 66676 w 211138"/>
                  <a:gd name="connsiteY4" fmla="*/ 442913 h 450056"/>
                  <a:gd name="connsiteX5" fmla="*/ 209551 w 211138"/>
                  <a:gd name="connsiteY5" fmla="*/ 307181 h 450056"/>
                  <a:gd name="connsiteX6" fmla="*/ 171451 w 211138"/>
                  <a:gd name="connsiteY6" fmla="*/ 76200 h 450056"/>
                  <a:gd name="connsiteX7" fmla="*/ 0 w 211138"/>
                  <a:gd name="connsiteY7" fmla="*/ 23813 h 450056"/>
                  <a:gd name="connsiteX0" fmla="*/ 0 w 215900"/>
                  <a:gd name="connsiteY0" fmla="*/ 23813 h 450056"/>
                  <a:gd name="connsiteX1" fmla="*/ 26195 w 215900"/>
                  <a:gd name="connsiteY1" fmla="*/ 216694 h 450056"/>
                  <a:gd name="connsiteX2" fmla="*/ 1 w 215900"/>
                  <a:gd name="connsiteY2" fmla="*/ 390525 h 450056"/>
                  <a:gd name="connsiteX3" fmla="*/ 16670 w 215900"/>
                  <a:gd name="connsiteY3" fmla="*/ 450056 h 450056"/>
                  <a:gd name="connsiteX4" fmla="*/ 66676 w 215900"/>
                  <a:gd name="connsiteY4" fmla="*/ 442913 h 450056"/>
                  <a:gd name="connsiteX5" fmla="*/ 214313 w 215900"/>
                  <a:gd name="connsiteY5" fmla="*/ 302418 h 450056"/>
                  <a:gd name="connsiteX6" fmla="*/ 171451 w 215900"/>
                  <a:gd name="connsiteY6" fmla="*/ 76200 h 450056"/>
                  <a:gd name="connsiteX7" fmla="*/ 0 w 215900"/>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182564"/>
                  <a:gd name="connsiteY0" fmla="*/ 23813 h 450056"/>
                  <a:gd name="connsiteX1" fmla="*/ 26195 w 182564"/>
                  <a:gd name="connsiteY1" fmla="*/ 216694 h 450056"/>
                  <a:gd name="connsiteX2" fmla="*/ 1 w 182564"/>
                  <a:gd name="connsiteY2" fmla="*/ 390525 h 450056"/>
                  <a:gd name="connsiteX3" fmla="*/ 16670 w 182564"/>
                  <a:gd name="connsiteY3" fmla="*/ 450056 h 450056"/>
                  <a:gd name="connsiteX4" fmla="*/ 66676 w 182564"/>
                  <a:gd name="connsiteY4" fmla="*/ 442913 h 450056"/>
                  <a:gd name="connsiteX5" fmla="*/ 171451 w 182564"/>
                  <a:gd name="connsiteY5" fmla="*/ 76200 h 450056"/>
                  <a:gd name="connsiteX6" fmla="*/ 0 w 182564"/>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0 w 304007"/>
                  <a:gd name="connsiteY0" fmla="*/ 23813 h 450056"/>
                  <a:gd name="connsiteX1" fmla="*/ 1 w 304007"/>
                  <a:gd name="connsiteY1" fmla="*/ 390525 h 450056"/>
                  <a:gd name="connsiteX2" fmla="*/ 16670 w 304007"/>
                  <a:gd name="connsiteY2" fmla="*/ 450056 h 450056"/>
                  <a:gd name="connsiteX3" fmla="*/ 66676 w 304007"/>
                  <a:gd name="connsiteY3" fmla="*/ 442913 h 450056"/>
                  <a:gd name="connsiteX4" fmla="*/ 171451 w 304007"/>
                  <a:gd name="connsiteY4" fmla="*/ 76200 h 450056"/>
                  <a:gd name="connsiteX5" fmla="*/ 0 w 304007"/>
                  <a:gd name="connsiteY5" fmla="*/ 23813 h 450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007" h="450056">
                    <a:moveTo>
                      <a:pt x="0" y="23813"/>
                    </a:moveTo>
                    <a:cubicBezTo>
                      <a:pt x="38100" y="59531"/>
                      <a:pt x="37704" y="259953"/>
                      <a:pt x="1" y="390525"/>
                    </a:cubicBezTo>
                    <a:lnTo>
                      <a:pt x="16670" y="450056"/>
                    </a:lnTo>
                    <a:lnTo>
                      <a:pt x="66676" y="442913"/>
                    </a:lnTo>
                    <a:cubicBezTo>
                      <a:pt x="206773" y="366316"/>
                      <a:pt x="304007" y="193675"/>
                      <a:pt x="171451" y="76200"/>
                    </a:cubicBezTo>
                    <a:cubicBezTo>
                      <a:pt x="135732" y="29766"/>
                      <a:pt x="25797" y="0"/>
                      <a:pt x="0" y="23813"/>
                    </a:cubicBezTo>
                    <a:close/>
                  </a:path>
                </a:pathLst>
              </a:custGeom>
              <a:solidFill>
                <a:srgbClr val="FFFFFF"/>
              </a:solidFill>
              <a:ln>
                <a:noFill/>
              </a:ln>
              <a:effectLst/>
            </p:spPr>
            <p:txBody>
              <a:bodyPr wrap="none" lIns="90488" tIns="44450" rIns="90488" bIns="44450"/>
              <a:lstStyle/>
              <a:p>
                <a:pPr>
                  <a:lnSpc>
                    <a:spcPct val="110000"/>
                  </a:lnSpc>
                  <a:defRPr/>
                </a:pPr>
                <a:endParaRPr lang="en-US" sz="1000" b="1" kern="0">
                  <a:latin typeface="Arial" pitchFamily="34" charset="0"/>
                  <a:ea typeface="ＭＳ Ｐゴシック" pitchFamily="34" charset="-128"/>
                </a:endParaRPr>
              </a:p>
            </p:txBody>
          </p:sp>
          <p:sp>
            <p:nvSpPr>
              <p:cNvPr id="30" name="Freeform 121">
                <a:extLst>
                  <a:ext uri="{FF2B5EF4-FFF2-40B4-BE49-F238E27FC236}">
                    <a16:creationId xmlns:a16="http://schemas.microsoft.com/office/drawing/2014/main" id="{BEBF1AD4-F0F6-430B-B318-7ABDB85549E2}"/>
                  </a:ext>
                </a:extLst>
              </p:cNvPr>
              <p:cNvSpPr/>
              <p:nvPr/>
            </p:nvSpPr>
            <p:spPr bwMode="auto">
              <a:xfrm rot="3600000">
                <a:off x="3252630" y="3616273"/>
                <a:ext cx="303877" cy="450500"/>
              </a:xfrm>
              <a:custGeom>
                <a:avLst/>
                <a:gdLst>
                  <a:gd name="connsiteX0" fmla="*/ 4762 w 233362"/>
                  <a:gd name="connsiteY0" fmla="*/ 0 h 416718"/>
                  <a:gd name="connsiteX1" fmla="*/ 16669 w 233362"/>
                  <a:gd name="connsiteY1" fmla="*/ 185737 h 416718"/>
                  <a:gd name="connsiteX2" fmla="*/ 0 w 233362"/>
                  <a:gd name="connsiteY2" fmla="*/ 357187 h 416718"/>
                  <a:gd name="connsiteX3" fmla="*/ 16669 w 233362"/>
                  <a:gd name="connsiteY3" fmla="*/ 416718 h 416718"/>
                  <a:gd name="connsiteX4" fmla="*/ 66675 w 233362"/>
                  <a:gd name="connsiteY4" fmla="*/ 409575 h 416718"/>
                  <a:gd name="connsiteX5" fmla="*/ 161925 w 233362"/>
                  <a:gd name="connsiteY5" fmla="*/ 333375 h 416718"/>
                  <a:gd name="connsiteX6" fmla="*/ 233362 w 233362"/>
                  <a:gd name="connsiteY6" fmla="*/ 226218 h 416718"/>
                  <a:gd name="connsiteX7" fmla="*/ 171450 w 233362"/>
                  <a:gd name="connsiteY7" fmla="*/ 42862 h 416718"/>
                  <a:gd name="connsiteX8" fmla="*/ 4762 w 233362"/>
                  <a:gd name="connsiteY8" fmla="*/ 0 h 416718"/>
                  <a:gd name="connsiteX0" fmla="*/ 0 w 233363"/>
                  <a:gd name="connsiteY0" fmla="*/ 0 h 426243"/>
                  <a:gd name="connsiteX1" fmla="*/ 16670 w 233363"/>
                  <a:gd name="connsiteY1" fmla="*/ 195262 h 426243"/>
                  <a:gd name="connsiteX2" fmla="*/ 1 w 233363"/>
                  <a:gd name="connsiteY2" fmla="*/ 366712 h 426243"/>
                  <a:gd name="connsiteX3" fmla="*/ 16670 w 233363"/>
                  <a:gd name="connsiteY3" fmla="*/ 426243 h 426243"/>
                  <a:gd name="connsiteX4" fmla="*/ 66676 w 233363"/>
                  <a:gd name="connsiteY4" fmla="*/ 419100 h 426243"/>
                  <a:gd name="connsiteX5" fmla="*/ 161926 w 233363"/>
                  <a:gd name="connsiteY5" fmla="*/ 342900 h 426243"/>
                  <a:gd name="connsiteX6" fmla="*/ 233363 w 233363"/>
                  <a:gd name="connsiteY6" fmla="*/ 235743 h 426243"/>
                  <a:gd name="connsiteX7" fmla="*/ 171451 w 233363"/>
                  <a:gd name="connsiteY7" fmla="*/ 52387 h 426243"/>
                  <a:gd name="connsiteX8" fmla="*/ 0 w 233363"/>
                  <a:gd name="connsiteY8" fmla="*/ 0 h 426243"/>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25797 w 260747"/>
                  <a:gd name="connsiteY0" fmla="*/ 23813 h 450056"/>
                  <a:gd name="connsiteX1" fmla="*/ 42467 w 260747"/>
                  <a:gd name="connsiteY1" fmla="*/ 219075 h 450056"/>
                  <a:gd name="connsiteX2" fmla="*/ 25798 w 260747"/>
                  <a:gd name="connsiteY2" fmla="*/ 390525 h 450056"/>
                  <a:gd name="connsiteX3" fmla="*/ 42467 w 260747"/>
                  <a:gd name="connsiteY3" fmla="*/ 450056 h 450056"/>
                  <a:gd name="connsiteX4" fmla="*/ 92473 w 260747"/>
                  <a:gd name="connsiteY4" fmla="*/ 442913 h 450056"/>
                  <a:gd name="connsiteX5" fmla="*/ 259160 w 260747"/>
                  <a:gd name="connsiteY5" fmla="*/ 259556 h 450056"/>
                  <a:gd name="connsiteX6" fmla="*/ 197248 w 260747"/>
                  <a:gd name="connsiteY6" fmla="*/ 76200 h 450056"/>
                  <a:gd name="connsiteX7" fmla="*/ 25797 w 260747"/>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26195 w 234950"/>
                  <a:gd name="connsiteY1" fmla="*/ 216694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11138"/>
                  <a:gd name="connsiteY0" fmla="*/ 23813 h 450056"/>
                  <a:gd name="connsiteX1" fmla="*/ 26195 w 211138"/>
                  <a:gd name="connsiteY1" fmla="*/ 216694 h 450056"/>
                  <a:gd name="connsiteX2" fmla="*/ 1 w 211138"/>
                  <a:gd name="connsiteY2" fmla="*/ 390525 h 450056"/>
                  <a:gd name="connsiteX3" fmla="*/ 16670 w 211138"/>
                  <a:gd name="connsiteY3" fmla="*/ 450056 h 450056"/>
                  <a:gd name="connsiteX4" fmla="*/ 66676 w 211138"/>
                  <a:gd name="connsiteY4" fmla="*/ 442913 h 450056"/>
                  <a:gd name="connsiteX5" fmla="*/ 209551 w 211138"/>
                  <a:gd name="connsiteY5" fmla="*/ 307181 h 450056"/>
                  <a:gd name="connsiteX6" fmla="*/ 171451 w 211138"/>
                  <a:gd name="connsiteY6" fmla="*/ 76200 h 450056"/>
                  <a:gd name="connsiteX7" fmla="*/ 0 w 211138"/>
                  <a:gd name="connsiteY7" fmla="*/ 23813 h 450056"/>
                  <a:gd name="connsiteX0" fmla="*/ 0 w 215900"/>
                  <a:gd name="connsiteY0" fmla="*/ 23813 h 450056"/>
                  <a:gd name="connsiteX1" fmla="*/ 26195 w 215900"/>
                  <a:gd name="connsiteY1" fmla="*/ 216694 h 450056"/>
                  <a:gd name="connsiteX2" fmla="*/ 1 w 215900"/>
                  <a:gd name="connsiteY2" fmla="*/ 390525 h 450056"/>
                  <a:gd name="connsiteX3" fmla="*/ 16670 w 215900"/>
                  <a:gd name="connsiteY3" fmla="*/ 450056 h 450056"/>
                  <a:gd name="connsiteX4" fmla="*/ 66676 w 215900"/>
                  <a:gd name="connsiteY4" fmla="*/ 442913 h 450056"/>
                  <a:gd name="connsiteX5" fmla="*/ 214313 w 215900"/>
                  <a:gd name="connsiteY5" fmla="*/ 302418 h 450056"/>
                  <a:gd name="connsiteX6" fmla="*/ 171451 w 215900"/>
                  <a:gd name="connsiteY6" fmla="*/ 76200 h 450056"/>
                  <a:gd name="connsiteX7" fmla="*/ 0 w 215900"/>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182564"/>
                  <a:gd name="connsiteY0" fmla="*/ 23813 h 450056"/>
                  <a:gd name="connsiteX1" fmla="*/ 26195 w 182564"/>
                  <a:gd name="connsiteY1" fmla="*/ 216694 h 450056"/>
                  <a:gd name="connsiteX2" fmla="*/ 1 w 182564"/>
                  <a:gd name="connsiteY2" fmla="*/ 390525 h 450056"/>
                  <a:gd name="connsiteX3" fmla="*/ 16670 w 182564"/>
                  <a:gd name="connsiteY3" fmla="*/ 450056 h 450056"/>
                  <a:gd name="connsiteX4" fmla="*/ 66676 w 182564"/>
                  <a:gd name="connsiteY4" fmla="*/ 442913 h 450056"/>
                  <a:gd name="connsiteX5" fmla="*/ 171451 w 182564"/>
                  <a:gd name="connsiteY5" fmla="*/ 76200 h 450056"/>
                  <a:gd name="connsiteX6" fmla="*/ 0 w 182564"/>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0 w 304007"/>
                  <a:gd name="connsiteY0" fmla="*/ 23813 h 450056"/>
                  <a:gd name="connsiteX1" fmla="*/ 1 w 304007"/>
                  <a:gd name="connsiteY1" fmla="*/ 390525 h 450056"/>
                  <a:gd name="connsiteX2" fmla="*/ 16670 w 304007"/>
                  <a:gd name="connsiteY2" fmla="*/ 450056 h 450056"/>
                  <a:gd name="connsiteX3" fmla="*/ 66676 w 304007"/>
                  <a:gd name="connsiteY3" fmla="*/ 442913 h 450056"/>
                  <a:gd name="connsiteX4" fmla="*/ 171451 w 304007"/>
                  <a:gd name="connsiteY4" fmla="*/ 76200 h 450056"/>
                  <a:gd name="connsiteX5" fmla="*/ 0 w 304007"/>
                  <a:gd name="connsiteY5" fmla="*/ 23813 h 450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007" h="450056">
                    <a:moveTo>
                      <a:pt x="0" y="23813"/>
                    </a:moveTo>
                    <a:cubicBezTo>
                      <a:pt x="38100" y="59531"/>
                      <a:pt x="37704" y="259953"/>
                      <a:pt x="1" y="390525"/>
                    </a:cubicBezTo>
                    <a:lnTo>
                      <a:pt x="16670" y="450056"/>
                    </a:lnTo>
                    <a:lnTo>
                      <a:pt x="66676" y="442913"/>
                    </a:lnTo>
                    <a:cubicBezTo>
                      <a:pt x="206773" y="366316"/>
                      <a:pt x="304007" y="193675"/>
                      <a:pt x="171451" y="76200"/>
                    </a:cubicBezTo>
                    <a:cubicBezTo>
                      <a:pt x="135732" y="29766"/>
                      <a:pt x="25797" y="0"/>
                      <a:pt x="0" y="23813"/>
                    </a:cubicBezTo>
                    <a:close/>
                  </a:path>
                </a:pathLst>
              </a:custGeom>
              <a:solidFill>
                <a:srgbClr val="FFFFFF"/>
              </a:solidFill>
              <a:ln>
                <a:noFill/>
              </a:ln>
              <a:effectLst/>
            </p:spPr>
            <p:txBody>
              <a:bodyPr wrap="none" lIns="90488" tIns="44450" rIns="90488" bIns="44450"/>
              <a:lstStyle/>
              <a:p>
                <a:pPr>
                  <a:lnSpc>
                    <a:spcPct val="110000"/>
                  </a:lnSpc>
                  <a:defRPr/>
                </a:pPr>
                <a:endParaRPr lang="en-US" sz="1000" b="1" kern="0">
                  <a:latin typeface="Arial" pitchFamily="34" charset="0"/>
                  <a:ea typeface="ＭＳ Ｐゴシック" pitchFamily="34" charset="-128"/>
                </a:endParaRPr>
              </a:p>
            </p:txBody>
          </p:sp>
          <p:sp>
            <p:nvSpPr>
              <p:cNvPr id="31" name="Freeform 122">
                <a:extLst>
                  <a:ext uri="{FF2B5EF4-FFF2-40B4-BE49-F238E27FC236}">
                    <a16:creationId xmlns:a16="http://schemas.microsoft.com/office/drawing/2014/main" id="{BC42517D-6E7F-435B-B9EF-253E5CE6C496}"/>
                  </a:ext>
                </a:extLst>
              </p:cNvPr>
              <p:cNvSpPr/>
              <p:nvPr/>
            </p:nvSpPr>
            <p:spPr bwMode="auto">
              <a:xfrm rot="7200000">
                <a:off x="3084691" y="3904157"/>
                <a:ext cx="303877" cy="450501"/>
              </a:xfrm>
              <a:custGeom>
                <a:avLst/>
                <a:gdLst>
                  <a:gd name="connsiteX0" fmla="*/ 4762 w 233362"/>
                  <a:gd name="connsiteY0" fmla="*/ 0 h 416718"/>
                  <a:gd name="connsiteX1" fmla="*/ 16669 w 233362"/>
                  <a:gd name="connsiteY1" fmla="*/ 185737 h 416718"/>
                  <a:gd name="connsiteX2" fmla="*/ 0 w 233362"/>
                  <a:gd name="connsiteY2" fmla="*/ 357187 h 416718"/>
                  <a:gd name="connsiteX3" fmla="*/ 16669 w 233362"/>
                  <a:gd name="connsiteY3" fmla="*/ 416718 h 416718"/>
                  <a:gd name="connsiteX4" fmla="*/ 66675 w 233362"/>
                  <a:gd name="connsiteY4" fmla="*/ 409575 h 416718"/>
                  <a:gd name="connsiteX5" fmla="*/ 161925 w 233362"/>
                  <a:gd name="connsiteY5" fmla="*/ 333375 h 416718"/>
                  <a:gd name="connsiteX6" fmla="*/ 233362 w 233362"/>
                  <a:gd name="connsiteY6" fmla="*/ 226218 h 416718"/>
                  <a:gd name="connsiteX7" fmla="*/ 171450 w 233362"/>
                  <a:gd name="connsiteY7" fmla="*/ 42862 h 416718"/>
                  <a:gd name="connsiteX8" fmla="*/ 4762 w 233362"/>
                  <a:gd name="connsiteY8" fmla="*/ 0 h 416718"/>
                  <a:gd name="connsiteX0" fmla="*/ 0 w 233363"/>
                  <a:gd name="connsiteY0" fmla="*/ 0 h 426243"/>
                  <a:gd name="connsiteX1" fmla="*/ 16670 w 233363"/>
                  <a:gd name="connsiteY1" fmla="*/ 195262 h 426243"/>
                  <a:gd name="connsiteX2" fmla="*/ 1 w 233363"/>
                  <a:gd name="connsiteY2" fmla="*/ 366712 h 426243"/>
                  <a:gd name="connsiteX3" fmla="*/ 16670 w 233363"/>
                  <a:gd name="connsiteY3" fmla="*/ 426243 h 426243"/>
                  <a:gd name="connsiteX4" fmla="*/ 66676 w 233363"/>
                  <a:gd name="connsiteY4" fmla="*/ 419100 h 426243"/>
                  <a:gd name="connsiteX5" fmla="*/ 161926 w 233363"/>
                  <a:gd name="connsiteY5" fmla="*/ 342900 h 426243"/>
                  <a:gd name="connsiteX6" fmla="*/ 233363 w 233363"/>
                  <a:gd name="connsiteY6" fmla="*/ 235743 h 426243"/>
                  <a:gd name="connsiteX7" fmla="*/ 171451 w 233363"/>
                  <a:gd name="connsiteY7" fmla="*/ 52387 h 426243"/>
                  <a:gd name="connsiteX8" fmla="*/ 0 w 233363"/>
                  <a:gd name="connsiteY8" fmla="*/ 0 h 426243"/>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25797 w 260747"/>
                  <a:gd name="connsiteY0" fmla="*/ 23813 h 450056"/>
                  <a:gd name="connsiteX1" fmla="*/ 42467 w 260747"/>
                  <a:gd name="connsiteY1" fmla="*/ 219075 h 450056"/>
                  <a:gd name="connsiteX2" fmla="*/ 25798 w 260747"/>
                  <a:gd name="connsiteY2" fmla="*/ 390525 h 450056"/>
                  <a:gd name="connsiteX3" fmla="*/ 42467 w 260747"/>
                  <a:gd name="connsiteY3" fmla="*/ 450056 h 450056"/>
                  <a:gd name="connsiteX4" fmla="*/ 92473 w 260747"/>
                  <a:gd name="connsiteY4" fmla="*/ 442913 h 450056"/>
                  <a:gd name="connsiteX5" fmla="*/ 259160 w 260747"/>
                  <a:gd name="connsiteY5" fmla="*/ 259556 h 450056"/>
                  <a:gd name="connsiteX6" fmla="*/ 197248 w 260747"/>
                  <a:gd name="connsiteY6" fmla="*/ 76200 h 450056"/>
                  <a:gd name="connsiteX7" fmla="*/ 25797 w 260747"/>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26195 w 234950"/>
                  <a:gd name="connsiteY1" fmla="*/ 216694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11138"/>
                  <a:gd name="connsiteY0" fmla="*/ 23813 h 450056"/>
                  <a:gd name="connsiteX1" fmla="*/ 26195 w 211138"/>
                  <a:gd name="connsiteY1" fmla="*/ 216694 h 450056"/>
                  <a:gd name="connsiteX2" fmla="*/ 1 w 211138"/>
                  <a:gd name="connsiteY2" fmla="*/ 390525 h 450056"/>
                  <a:gd name="connsiteX3" fmla="*/ 16670 w 211138"/>
                  <a:gd name="connsiteY3" fmla="*/ 450056 h 450056"/>
                  <a:gd name="connsiteX4" fmla="*/ 66676 w 211138"/>
                  <a:gd name="connsiteY4" fmla="*/ 442913 h 450056"/>
                  <a:gd name="connsiteX5" fmla="*/ 209551 w 211138"/>
                  <a:gd name="connsiteY5" fmla="*/ 307181 h 450056"/>
                  <a:gd name="connsiteX6" fmla="*/ 171451 w 211138"/>
                  <a:gd name="connsiteY6" fmla="*/ 76200 h 450056"/>
                  <a:gd name="connsiteX7" fmla="*/ 0 w 211138"/>
                  <a:gd name="connsiteY7" fmla="*/ 23813 h 450056"/>
                  <a:gd name="connsiteX0" fmla="*/ 0 w 215900"/>
                  <a:gd name="connsiteY0" fmla="*/ 23813 h 450056"/>
                  <a:gd name="connsiteX1" fmla="*/ 26195 w 215900"/>
                  <a:gd name="connsiteY1" fmla="*/ 216694 h 450056"/>
                  <a:gd name="connsiteX2" fmla="*/ 1 w 215900"/>
                  <a:gd name="connsiteY2" fmla="*/ 390525 h 450056"/>
                  <a:gd name="connsiteX3" fmla="*/ 16670 w 215900"/>
                  <a:gd name="connsiteY3" fmla="*/ 450056 h 450056"/>
                  <a:gd name="connsiteX4" fmla="*/ 66676 w 215900"/>
                  <a:gd name="connsiteY4" fmla="*/ 442913 h 450056"/>
                  <a:gd name="connsiteX5" fmla="*/ 214313 w 215900"/>
                  <a:gd name="connsiteY5" fmla="*/ 302418 h 450056"/>
                  <a:gd name="connsiteX6" fmla="*/ 171451 w 215900"/>
                  <a:gd name="connsiteY6" fmla="*/ 76200 h 450056"/>
                  <a:gd name="connsiteX7" fmla="*/ 0 w 215900"/>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182564"/>
                  <a:gd name="connsiteY0" fmla="*/ 23813 h 450056"/>
                  <a:gd name="connsiteX1" fmla="*/ 26195 w 182564"/>
                  <a:gd name="connsiteY1" fmla="*/ 216694 h 450056"/>
                  <a:gd name="connsiteX2" fmla="*/ 1 w 182564"/>
                  <a:gd name="connsiteY2" fmla="*/ 390525 h 450056"/>
                  <a:gd name="connsiteX3" fmla="*/ 16670 w 182564"/>
                  <a:gd name="connsiteY3" fmla="*/ 450056 h 450056"/>
                  <a:gd name="connsiteX4" fmla="*/ 66676 w 182564"/>
                  <a:gd name="connsiteY4" fmla="*/ 442913 h 450056"/>
                  <a:gd name="connsiteX5" fmla="*/ 171451 w 182564"/>
                  <a:gd name="connsiteY5" fmla="*/ 76200 h 450056"/>
                  <a:gd name="connsiteX6" fmla="*/ 0 w 182564"/>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0 w 304007"/>
                  <a:gd name="connsiteY0" fmla="*/ 23813 h 450056"/>
                  <a:gd name="connsiteX1" fmla="*/ 1 w 304007"/>
                  <a:gd name="connsiteY1" fmla="*/ 390525 h 450056"/>
                  <a:gd name="connsiteX2" fmla="*/ 16670 w 304007"/>
                  <a:gd name="connsiteY2" fmla="*/ 450056 h 450056"/>
                  <a:gd name="connsiteX3" fmla="*/ 66676 w 304007"/>
                  <a:gd name="connsiteY3" fmla="*/ 442913 h 450056"/>
                  <a:gd name="connsiteX4" fmla="*/ 171451 w 304007"/>
                  <a:gd name="connsiteY4" fmla="*/ 76200 h 450056"/>
                  <a:gd name="connsiteX5" fmla="*/ 0 w 304007"/>
                  <a:gd name="connsiteY5" fmla="*/ 23813 h 450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007" h="450056">
                    <a:moveTo>
                      <a:pt x="0" y="23813"/>
                    </a:moveTo>
                    <a:cubicBezTo>
                      <a:pt x="38100" y="59531"/>
                      <a:pt x="37704" y="259953"/>
                      <a:pt x="1" y="390525"/>
                    </a:cubicBezTo>
                    <a:lnTo>
                      <a:pt x="16670" y="450056"/>
                    </a:lnTo>
                    <a:lnTo>
                      <a:pt x="66676" y="442913"/>
                    </a:lnTo>
                    <a:cubicBezTo>
                      <a:pt x="206773" y="366316"/>
                      <a:pt x="304007" y="193675"/>
                      <a:pt x="171451" y="76200"/>
                    </a:cubicBezTo>
                    <a:cubicBezTo>
                      <a:pt x="135732" y="29766"/>
                      <a:pt x="25797" y="0"/>
                      <a:pt x="0" y="23813"/>
                    </a:cubicBezTo>
                    <a:close/>
                  </a:path>
                </a:pathLst>
              </a:custGeom>
              <a:solidFill>
                <a:srgbClr val="FFFFFF"/>
              </a:solidFill>
              <a:ln>
                <a:noFill/>
              </a:ln>
              <a:effectLst/>
            </p:spPr>
            <p:txBody>
              <a:bodyPr wrap="none" lIns="90488" tIns="44450" rIns="90488" bIns="44450"/>
              <a:lstStyle/>
              <a:p>
                <a:pPr>
                  <a:lnSpc>
                    <a:spcPct val="110000"/>
                  </a:lnSpc>
                  <a:defRPr/>
                </a:pPr>
                <a:endParaRPr lang="en-US" sz="1000" b="1" kern="0">
                  <a:latin typeface="Arial" pitchFamily="34" charset="0"/>
                  <a:ea typeface="ＭＳ Ｐゴシック" pitchFamily="34" charset="-128"/>
                </a:endParaRPr>
              </a:p>
            </p:txBody>
          </p:sp>
          <p:sp>
            <p:nvSpPr>
              <p:cNvPr id="32" name="Freeform 123">
                <a:extLst>
                  <a:ext uri="{FF2B5EF4-FFF2-40B4-BE49-F238E27FC236}">
                    <a16:creationId xmlns:a16="http://schemas.microsoft.com/office/drawing/2014/main" id="{EA5611C2-BBFD-4E22-82E6-E3165FA2C4D8}"/>
                  </a:ext>
                </a:extLst>
              </p:cNvPr>
              <p:cNvSpPr/>
              <p:nvPr/>
            </p:nvSpPr>
            <p:spPr bwMode="auto">
              <a:xfrm rot="10800000">
                <a:off x="2739480" y="3913494"/>
                <a:ext cx="303888" cy="450485"/>
              </a:xfrm>
              <a:custGeom>
                <a:avLst/>
                <a:gdLst>
                  <a:gd name="connsiteX0" fmla="*/ 4762 w 233362"/>
                  <a:gd name="connsiteY0" fmla="*/ 0 h 416718"/>
                  <a:gd name="connsiteX1" fmla="*/ 16669 w 233362"/>
                  <a:gd name="connsiteY1" fmla="*/ 185737 h 416718"/>
                  <a:gd name="connsiteX2" fmla="*/ 0 w 233362"/>
                  <a:gd name="connsiteY2" fmla="*/ 357187 h 416718"/>
                  <a:gd name="connsiteX3" fmla="*/ 16669 w 233362"/>
                  <a:gd name="connsiteY3" fmla="*/ 416718 h 416718"/>
                  <a:gd name="connsiteX4" fmla="*/ 66675 w 233362"/>
                  <a:gd name="connsiteY4" fmla="*/ 409575 h 416718"/>
                  <a:gd name="connsiteX5" fmla="*/ 161925 w 233362"/>
                  <a:gd name="connsiteY5" fmla="*/ 333375 h 416718"/>
                  <a:gd name="connsiteX6" fmla="*/ 233362 w 233362"/>
                  <a:gd name="connsiteY6" fmla="*/ 226218 h 416718"/>
                  <a:gd name="connsiteX7" fmla="*/ 171450 w 233362"/>
                  <a:gd name="connsiteY7" fmla="*/ 42862 h 416718"/>
                  <a:gd name="connsiteX8" fmla="*/ 4762 w 233362"/>
                  <a:gd name="connsiteY8" fmla="*/ 0 h 416718"/>
                  <a:gd name="connsiteX0" fmla="*/ 0 w 233363"/>
                  <a:gd name="connsiteY0" fmla="*/ 0 h 426243"/>
                  <a:gd name="connsiteX1" fmla="*/ 16670 w 233363"/>
                  <a:gd name="connsiteY1" fmla="*/ 195262 h 426243"/>
                  <a:gd name="connsiteX2" fmla="*/ 1 w 233363"/>
                  <a:gd name="connsiteY2" fmla="*/ 366712 h 426243"/>
                  <a:gd name="connsiteX3" fmla="*/ 16670 w 233363"/>
                  <a:gd name="connsiteY3" fmla="*/ 426243 h 426243"/>
                  <a:gd name="connsiteX4" fmla="*/ 66676 w 233363"/>
                  <a:gd name="connsiteY4" fmla="*/ 419100 h 426243"/>
                  <a:gd name="connsiteX5" fmla="*/ 161926 w 233363"/>
                  <a:gd name="connsiteY5" fmla="*/ 342900 h 426243"/>
                  <a:gd name="connsiteX6" fmla="*/ 233363 w 233363"/>
                  <a:gd name="connsiteY6" fmla="*/ 235743 h 426243"/>
                  <a:gd name="connsiteX7" fmla="*/ 171451 w 233363"/>
                  <a:gd name="connsiteY7" fmla="*/ 52387 h 426243"/>
                  <a:gd name="connsiteX8" fmla="*/ 0 w 233363"/>
                  <a:gd name="connsiteY8" fmla="*/ 0 h 426243"/>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25797 w 260747"/>
                  <a:gd name="connsiteY0" fmla="*/ 23813 h 450056"/>
                  <a:gd name="connsiteX1" fmla="*/ 42467 w 260747"/>
                  <a:gd name="connsiteY1" fmla="*/ 219075 h 450056"/>
                  <a:gd name="connsiteX2" fmla="*/ 25798 w 260747"/>
                  <a:gd name="connsiteY2" fmla="*/ 390525 h 450056"/>
                  <a:gd name="connsiteX3" fmla="*/ 42467 w 260747"/>
                  <a:gd name="connsiteY3" fmla="*/ 450056 h 450056"/>
                  <a:gd name="connsiteX4" fmla="*/ 92473 w 260747"/>
                  <a:gd name="connsiteY4" fmla="*/ 442913 h 450056"/>
                  <a:gd name="connsiteX5" fmla="*/ 259160 w 260747"/>
                  <a:gd name="connsiteY5" fmla="*/ 259556 h 450056"/>
                  <a:gd name="connsiteX6" fmla="*/ 197248 w 260747"/>
                  <a:gd name="connsiteY6" fmla="*/ 76200 h 450056"/>
                  <a:gd name="connsiteX7" fmla="*/ 25797 w 260747"/>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26195 w 234950"/>
                  <a:gd name="connsiteY1" fmla="*/ 216694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11138"/>
                  <a:gd name="connsiteY0" fmla="*/ 23813 h 450056"/>
                  <a:gd name="connsiteX1" fmla="*/ 26195 w 211138"/>
                  <a:gd name="connsiteY1" fmla="*/ 216694 h 450056"/>
                  <a:gd name="connsiteX2" fmla="*/ 1 w 211138"/>
                  <a:gd name="connsiteY2" fmla="*/ 390525 h 450056"/>
                  <a:gd name="connsiteX3" fmla="*/ 16670 w 211138"/>
                  <a:gd name="connsiteY3" fmla="*/ 450056 h 450056"/>
                  <a:gd name="connsiteX4" fmla="*/ 66676 w 211138"/>
                  <a:gd name="connsiteY4" fmla="*/ 442913 h 450056"/>
                  <a:gd name="connsiteX5" fmla="*/ 209551 w 211138"/>
                  <a:gd name="connsiteY5" fmla="*/ 307181 h 450056"/>
                  <a:gd name="connsiteX6" fmla="*/ 171451 w 211138"/>
                  <a:gd name="connsiteY6" fmla="*/ 76200 h 450056"/>
                  <a:gd name="connsiteX7" fmla="*/ 0 w 211138"/>
                  <a:gd name="connsiteY7" fmla="*/ 23813 h 450056"/>
                  <a:gd name="connsiteX0" fmla="*/ 0 w 215900"/>
                  <a:gd name="connsiteY0" fmla="*/ 23813 h 450056"/>
                  <a:gd name="connsiteX1" fmla="*/ 26195 w 215900"/>
                  <a:gd name="connsiteY1" fmla="*/ 216694 h 450056"/>
                  <a:gd name="connsiteX2" fmla="*/ 1 w 215900"/>
                  <a:gd name="connsiteY2" fmla="*/ 390525 h 450056"/>
                  <a:gd name="connsiteX3" fmla="*/ 16670 w 215900"/>
                  <a:gd name="connsiteY3" fmla="*/ 450056 h 450056"/>
                  <a:gd name="connsiteX4" fmla="*/ 66676 w 215900"/>
                  <a:gd name="connsiteY4" fmla="*/ 442913 h 450056"/>
                  <a:gd name="connsiteX5" fmla="*/ 214313 w 215900"/>
                  <a:gd name="connsiteY5" fmla="*/ 302418 h 450056"/>
                  <a:gd name="connsiteX6" fmla="*/ 171451 w 215900"/>
                  <a:gd name="connsiteY6" fmla="*/ 76200 h 450056"/>
                  <a:gd name="connsiteX7" fmla="*/ 0 w 215900"/>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182564"/>
                  <a:gd name="connsiteY0" fmla="*/ 23813 h 450056"/>
                  <a:gd name="connsiteX1" fmla="*/ 26195 w 182564"/>
                  <a:gd name="connsiteY1" fmla="*/ 216694 h 450056"/>
                  <a:gd name="connsiteX2" fmla="*/ 1 w 182564"/>
                  <a:gd name="connsiteY2" fmla="*/ 390525 h 450056"/>
                  <a:gd name="connsiteX3" fmla="*/ 16670 w 182564"/>
                  <a:gd name="connsiteY3" fmla="*/ 450056 h 450056"/>
                  <a:gd name="connsiteX4" fmla="*/ 66676 w 182564"/>
                  <a:gd name="connsiteY4" fmla="*/ 442913 h 450056"/>
                  <a:gd name="connsiteX5" fmla="*/ 171451 w 182564"/>
                  <a:gd name="connsiteY5" fmla="*/ 76200 h 450056"/>
                  <a:gd name="connsiteX6" fmla="*/ 0 w 182564"/>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0 w 304007"/>
                  <a:gd name="connsiteY0" fmla="*/ 23813 h 450056"/>
                  <a:gd name="connsiteX1" fmla="*/ 1 w 304007"/>
                  <a:gd name="connsiteY1" fmla="*/ 390525 h 450056"/>
                  <a:gd name="connsiteX2" fmla="*/ 16670 w 304007"/>
                  <a:gd name="connsiteY2" fmla="*/ 450056 h 450056"/>
                  <a:gd name="connsiteX3" fmla="*/ 66676 w 304007"/>
                  <a:gd name="connsiteY3" fmla="*/ 442913 h 450056"/>
                  <a:gd name="connsiteX4" fmla="*/ 171451 w 304007"/>
                  <a:gd name="connsiteY4" fmla="*/ 76200 h 450056"/>
                  <a:gd name="connsiteX5" fmla="*/ 0 w 304007"/>
                  <a:gd name="connsiteY5" fmla="*/ 23813 h 450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007" h="450056">
                    <a:moveTo>
                      <a:pt x="0" y="23813"/>
                    </a:moveTo>
                    <a:cubicBezTo>
                      <a:pt x="38100" y="59531"/>
                      <a:pt x="37704" y="259953"/>
                      <a:pt x="1" y="390525"/>
                    </a:cubicBezTo>
                    <a:lnTo>
                      <a:pt x="16670" y="450056"/>
                    </a:lnTo>
                    <a:lnTo>
                      <a:pt x="66676" y="442913"/>
                    </a:lnTo>
                    <a:cubicBezTo>
                      <a:pt x="206773" y="366316"/>
                      <a:pt x="304007" y="193675"/>
                      <a:pt x="171451" y="76200"/>
                    </a:cubicBezTo>
                    <a:cubicBezTo>
                      <a:pt x="135732" y="29766"/>
                      <a:pt x="25797" y="0"/>
                      <a:pt x="0" y="23813"/>
                    </a:cubicBezTo>
                    <a:close/>
                  </a:path>
                </a:pathLst>
              </a:custGeom>
              <a:solidFill>
                <a:srgbClr val="FFFFFF"/>
              </a:solidFill>
              <a:ln>
                <a:noFill/>
              </a:ln>
              <a:effectLst/>
            </p:spPr>
            <p:txBody>
              <a:bodyPr wrap="none" lIns="90488" tIns="44450" rIns="90488" bIns="44450"/>
              <a:lstStyle/>
              <a:p>
                <a:pPr>
                  <a:lnSpc>
                    <a:spcPct val="110000"/>
                  </a:lnSpc>
                  <a:defRPr/>
                </a:pPr>
                <a:endParaRPr lang="en-US" sz="1000" b="1" kern="0">
                  <a:latin typeface="Arial" pitchFamily="34" charset="0"/>
                  <a:ea typeface="ＭＳ Ｐゴシック" pitchFamily="34" charset="-128"/>
                </a:endParaRPr>
              </a:p>
            </p:txBody>
          </p:sp>
          <p:sp>
            <p:nvSpPr>
              <p:cNvPr id="33" name="Freeform 124">
                <a:extLst>
                  <a:ext uri="{FF2B5EF4-FFF2-40B4-BE49-F238E27FC236}">
                    <a16:creationId xmlns:a16="http://schemas.microsoft.com/office/drawing/2014/main" id="{05E01BD0-1688-4C75-A3DD-95A6ED2CDB6C}"/>
                  </a:ext>
                </a:extLst>
              </p:cNvPr>
              <p:cNvSpPr/>
              <p:nvPr/>
            </p:nvSpPr>
            <p:spPr bwMode="auto">
              <a:xfrm rot="14400000">
                <a:off x="2564883" y="3610942"/>
                <a:ext cx="303877" cy="450500"/>
              </a:xfrm>
              <a:custGeom>
                <a:avLst/>
                <a:gdLst>
                  <a:gd name="connsiteX0" fmla="*/ 4762 w 233362"/>
                  <a:gd name="connsiteY0" fmla="*/ 0 h 416718"/>
                  <a:gd name="connsiteX1" fmla="*/ 16669 w 233362"/>
                  <a:gd name="connsiteY1" fmla="*/ 185737 h 416718"/>
                  <a:gd name="connsiteX2" fmla="*/ 0 w 233362"/>
                  <a:gd name="connsiteY2" fmla="*/ 357187 h 416718"/>
                  <a:gd name="connsiteX3" fmla="*/ 16669 w 233362"/>
                  <a:gd name="connsiteY3" fmla="*/ 416718 h 416718"/>
                  <a:gd name="connsiteX4" fmla="*/ 66675 w 233362"/>
                  <a:gd name="connsiteY4" fmla="*/ 409575 h 416718"/>
                  <a:gd name="connsiteX5" fmla="*/ 161925 w 233362"/>
                  <a:gd name="connsiteY5" fmla="*/ 333375 h 416718"/>
                  <a:gd name="connsiteX6" fmla="*/ 233362 w 233362"/>
                  <a:gd name="connsiteY6" fmla="*/ 226218 h 416718"/>
                  <a:gd name="connsiteX7" fmla="*/ 171450 w 233362"/>
                  <a:gd name="connsiteY7" fmla="*/ 42862 h 416718"/>
                  <a:gd name="connsiteX8" fmla="*/ 4762 w 233362"/>
                  <a:gd name="connsiteY8" fmla="*/ 0 h 416718"/>
                  <a:gd name="connsiteX0" fmla="*/ 0 w 233363"/>
                  <a:gd name="connsiteY0" fmla="*/ 0 h 426243"/>
                  <a:gd name="connsiteX1" fmla="*/ 16670 w 233363"/>
                  <a:gd name="connsiteY1" fmla="*/ 195262 h 426243"/>
                  <a:gd name="connsiteX2" fmla="*/ 1 w 233363"/>
                  <a:gd name="connsiteY2" fmla="*/ 366712 h 426243"/>
                  <a:gd name="connsiteX3" fmla="*/ 16670 w 233363"/>
                  <a:gd name="connsiteY3" fmla="*/ 426243 h 426243"/>
                  <a:gd name="connsiteX4" fmla="*/ 66676 w 233363"/>
                  <a:gd name="connsiteY4" fmla="*/ 419100 h 426243"/>
                  <a:gd name="connsiteX5" fmla="*/ 161926 w 233363"/>
                  <a:gd name="connsiteY5" fmla="*/ 342900 h 426243"/>
                  <a:gd name="connsiteX6" fmla="*/ 233363 w 233363"/>
                  <a:gd name="connsiteY6" fmla="*/ 235743 h 426243"/>
                  <a:gd name="connsiteX7" fmla="*/ 171451 w 233363"/>
                  <a:gd name="connsiteY7" fmla="*/ 52387 h 426243"/>
                  <a:gd name="connsiteX8" fmla="*/ 0 w 233363"/>
                  <a:gd name="connsiteY8" fmla="*/ 0 h 426243"/>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25797 w 260747"/>
                  <a:gd name="connsiteY0" fmla="*/ 23813 h 450056"/>
                  <a:gd name="connsiteX1" fmla="*/ 42467 w 260747"/>
                  <a:gd name="connsiteY1" fmla="*/ 219075 h 450056"/>
                  <a:gd name="connsiteX2" fmla="*/ 25798 w 260747"/>
                  <a:gd name="connsiteY2" fmla="*/ 390525 h 450056"/>
                  <a:gd name="connsiteX3" fmla="*/ 42467 w 260747"/>
                  <a:gd name="connsiteY3" fmla="*/ 450056 h 450056"/>
                  <a:gd name="connsiteX4" fmla="*/ 92473 w 260747"/>
                  <a:gd name="connsiteY4" fmla="*/ 442913 h 450056"/>
                  <a:gd name="connsiteX5" fmla="*/ 259160 w 260747"/>
                  <a:gd name="connsiteY5" fmla="*/ 259556 h 450056"/>
                  <a:gd name="connsiteX6" fmla="*/ 197248 w 260747"/>
                  <a:gd name="connsiteY6" fmla="*/ 76200 h 450056"/>
                  <a:gd name="connsiteX7" fmla="*/ 25797 w 260747"/>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26195 w 234950"/>
                  <a:gd name="connsiteY1" fmla="*/ 216694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11138"/>
                  <a:gd name="connsiteY0" fmla="*/ 23813 h 450056"/>
                  <a:gd name="connsiteX1" fmla="*/ 26195 w 211138"/>
                  <a:gd name="connsiteY1" fmla="*/ 216694 h 450056"/>
                  <a:gd name="connsiteX2" fmla="*/ 1 w 211138"/>
                  <a:gd name="connsiteY2" fmla="*/ 390525 h 450056"/>
                  <a:gd name="connsiteX3" fmla="*/ 16670 w 211138"/>
                  <a:gd name="connsiteY3" fmla="*/ 450056 h 450056"/>
                  <a:gd name="connsiteX4" fmla="*/ 66676 w 211138"/>
                  <a:gd name="connsiteY4" fmla="*/ 442913 h 450056"/>
                  <a:gd name="connsiteX5" fmla="*/ 209551 w 211138"/>
                  <a:gd name="connsiteY5" fmla="*/ 307181 h 450056"/>
                  <a:gd name="connsiteX6" fmla="*/ 171451 w 211138"/>
                  <a:gd name="connsiteY6" fmla="*/ 76200 h 450056"/>
                  <a:gd name="connsiteX7" fmla="*/ 0 w 211138"/>
                  <a:gd name="connsiteY7" fmla="*/ 23813 h 450056"/>
                  <a:gd name="connsiteX0" fmla="*/ 0 w 215900"/>
                  <a:gd name="connsiteY0" fmla="*/ 23813 h 450056"/>
                  <a:gd name="connsiteX1" fmla="*/ 26195 w 215900"/>
                  <a:gd name="connsiteY1" fmla="*/ 216694 h 450056"/>
                  <a:gd name="connsiteX2" fmla="*/ 1 w 215900"/>
                  <a:gd name="connsiteY2" fmla="*/ 390525 h 450056"/>
                  <a:gd name="connsiteX3" fmla="*/ 16670 w 215900"/>
                  <a:gd name="connsiteY3" fmla="*/ 450056 h 450056"/>
                  <a:gd name="connsiteX4" fmla="*/ 66676 w 215900"/>
                  <a:gd name="connsiteY4" fmla="*/ 442913 h 450056"/>
                  <a:gd name="connsiteX5" fmla="*/ 214313 w 215900"/>
                  <a:gd name="connsiteY5" fmla="*/ 302418 h 450056"/>
                  <a:gd name="connsiteX6" fmla="*/ 171451 w 215900"/>
                  <a:gd name="connsiteY6" fmla="*/ 76200 h 450056"/>
                  <a:gd name="connsiteX7" fmla="*/ 0 w 215900"/>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182564"/>
                  <a:gd name="connsiteY0" fmla="*/ 23813 h 450056"/>
                  <a:gd name="connsiteX1" fmla="*/ 26195 w 182564"/>
                  <a:gd name="connsiteY1" fmla="*/ 216694 h 450056"/>
                  <a:gd name="connsiteX2" fmla="*/ 1 w 182564"/>
                  <a:gd name="connsiteY2" fmla="*/ 390525 h 450056"/>
                  <a:gd name="connsiteX3" fmla="*/ 16670 w 182564"/>
                  <a:gd name="connsiteY3" fmla="*/ 450056 h 450056"/>
                  <a:gd name="connsiteX4" fmla="*/ 66676 w 182564"/>
                  <a:gd name="connsiteY4" fmla="*/ 442913 h 450056"/>
                  <a:gd name="connsiteX5" fmla="*/ 171451 w 182564"/>
                  <a:gd name="connsiteY5" fmla="*/ 76200 h 450056"/>
                  <a:gd name="connsiteX6" fmla="*/ 0 w 182564"/>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0 w 304007"/>
                  <a:gd name="connsiteY0" fmla="*/ 23813 h 450056"/>
                  <a:gd name="connsiteX1" fmla="*/ 1 w 304007"/>
                  <a:gd name="connsiteY1" fmla="*/ 390525 h 450056"/>
                  <a:gd name="connsiteX2" fmla="*/ 16670 w 304007"/>
                  <a:gd name="connsiteY2" fmla="*/ 450056 h 450056"/>
                  <a:gd name="connsiteX3" fmla="*/ 66676 w 304007"/>
                  <a:gd name="connsiteY3" fmla="*/ 442913 h 450056"/>
                  <a:gd name="connsiteX4" fmla="*/ 171451 w 304007"/>
                  <a:gd name="connsiteY4" fmla="*/ 76200 h 450056"/>
                  <a:gd name="connsiteX5" fmla="*/ 0 w 304007"/>
                  <a:gd name="connsiteY5" fmla="*/ 23813 h 450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007" h="450056">
                    <a:moveTo>
                      <a:pt x="0" y="23813"/>
                    </a:moveTo>
                    <a:cubicBezTo>
                      <a:pt x="38100" y="59531"/>
                      <a:pt x="37704" y="259953"/>
                      <a:pt x="1" y="390525"/>
                    </a:cubicBezTo>
                    <a:lnTo>
                      <a:pt x="16670" y="450056"/>
                    </a:lnTo>
                    <a:lnTo>
                      <a:pt x="66676" y="442913"/>
                    </a:lnTo>
                    <a:cubicBezTo>
                      <a:pt x="206773" y="366316"/>
                      <a:pt x="304007" y="193675"/>
                      <a:pt x="171451" y="76200"/>
                    </a:cubicBezTo>
                    <a:cubicBezTo>
                      <a:pt x="135732" y="29766"/>
                      <a:pt x="25797" y="0"/>
                      <a:pt x="0" y="23813"/>
                    </a:cubicBezTo>
                    <a:close/>
                  </a:path>
                </a:pathLst>
              </a:custGeom>
              <a:solidFill>
                <a:srgbClr val="FFFFFF"/>
              </a:solidFill>
              <a:ln>
                <a:noFill/>
              </a:ln>
              <a:effectLst/>
            </p:spPr>
            <p:txBody>
              <a:bodyPr wrap="none" lIns="90488" tIns="44450" rIns="90488" bIns="44450"/>
              <a:lstStyle/>
              <a:p>
                <a:pPr>
                  <a:lnSpc>
                    <a:spcPct val="110000"/>
                  </a:lnSpc>
                  <a:defRPr/>
                </a:pPr>
                <a:endParaRPr lang="en-US" sz="1000" b="1" kern="0">
                  <a:latin typeface="Arial" pitchFamily="34" charset="0"/>
                  <a:ea typeface="ＭＳ Ｐゴシック" pitchFamily="34" charset="-128"/>
                </a:endParaRPr>
              </a:p>
            </p:txBody>
          </p:sp>
          <p:sp>
            <p:nvSpPr>
              <p:cNvPr id="34" name="Freeform 125">
                <a:extLst>
                  <a:ext uri="{FF2B5EF4-FFF2-40B4-BE49-F238E27FC236}">
                    <a16:creationId xmlns:a16="http://schemas.microsoft.com/office/drawing/2014/main" id="{CE90AFD4-0A66-4A2E-AC61-DDA937B72511}"/>
                  </a:ext>
                </a:extLst>
              </p:cNvPr>
              <p:cNvSpPr/>
              <p:nvPr/>
            </p:nvSpPr>
            <p:spPr bwMode="auto">
              <a:xfrm rot="18000000">
                <a:off x="2748815" y="3309732"/>
                <a:ext cx="303877" cy="450501"/>
              </a:xfrm>
              <a:custGeom>
                <a:avLst/>
                <a:gdLst>
                  <a:gd name="connsiteX0" fmla="*/ 4762 w 233362"/>
                  <a:gd name="connsiteY0" fmla="*/ 0 h 416718"/>
                  <a:gd name="connsiteX1" fmla="*/ 16669 w 233362"/>
                  <a:gd name="connsiteY1" fmla="*/ 185737 h 416718"/>
                  <a:gd name="connsiteX2" fmla="*/ 0 w 233362"/>
                  <a:gd name="connsiteY2" fmla="*/ 357187 h 416718"/>
                  <a:gd name="connsiteX3" fmla="*/ 16669 w 233362"/>
                  <a:gd name="connsiteY3" fmla="*/ 416718 h 416718"/>
                  <a:gd name="connsiteX4" fmla="*/ 66675 w 233362"/>
                  <a:gd name="connsiteY4" fmla="*/ 409575 h 416718"/>
                  <a:gd name="connsiteX5" fmla="*/ 161925 w 233362"/>
                  <a:gd name="connsiteY5" fmla="*/ 333375 h 416718"/>
                  <a:gd name="connsiteX6" fmla="*/ 233362 w 233362"/>
                  <a:gd name="connsiteY6" fmla="*/ 226218 h 416718"/>
                  <a:gd name="connsiteX7" fmla="*/ 171450 w 233362"/>
                  <a:gd name="connsiteY7" fmla="*/ 42862 h 416718"/>
                  <a:gd name="connsiteX8" fmla="*/ 4762 w 233362"/>
                  <a:gd name="connsiteY8" fmla="*/ 0 h 416718"/>
                  <a:gd name="connsiteX0" fmla="*/ 0 w 233363"/>
                  <a:gd name="connsiteY0" fmla="*/ 0 h 426243"/>
                  <a:gd name="connsiteX1" fmla="*/ 16670 w 233363"/>
                  <a:gd name="connsiteY1" fmla="*/ 195262 h 426243"/>
                  <a:gd name="connsiteX2" fmla="*/ 1 w 233363"/>
                  <a:gd name="connsiteY2" fmla="*/ 366712 h 426243"/>
                  <a:gd name="connsiteX3" fmla="*/ 16670 w 233363"/>
                  <a:gd name="connsiteY3" fmla="*/ 426243 h 426243"/>
                  <a:gd name="connsiteX4" fmla="*/ 66676 w 233363"/>
                  <a:gd name="connsiteY4" fmla="*/ 419100 h 426243"/>
                  <a:gd name="connsiteX5" fmla="*/ 161926 w 233363"/>
                  <a:gd name="connsiteY5" fmla="*/ 342900 h 426243"/>
                  <a:gd name="connsiteX6" fmla="*/ 233363 w 233363"/>
                  <a:gd name="connsiteY6" fmla="*/ 235743 h 426243"/>
                  <a:gd name="connsiteX7" fmla="*/ 171451 w 233363"/>
                  <a:gd name="connsiteY7" fmla="*/ 52387 h 426243"/>
                  <a:gd name="connsiteX8" fmla="*/ 0 w 233363"/>
                  <a:gd name="connsiteY8" fmla="*/ 0 h 426243"/>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161926 w 234950"/>
                  <a:gd name="connsiteY5" fmla="*/ 366713 h 450056"/>
                  <a:gd name="connsiteX6" fmla="*/ 233363 w 234950"/>
                  <a:gd name="connsiteY6" fmla="*/ 259556 h 450056"/>
                  <a:gd name="connsiteX7" fmla="*/ 171451 w 234950"/>
                  <a:gd name="connsiteY7" fmla="*/ 76200 h 450056"/>
                  <a:gd name="connsiteX8" fmla="*/ 0 w 234950"/>
                  <a:gd name="connsiteY8"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25797 w 260747"/>
                  <a:gd name="connsiteY0" fmla="*/ 23813 h 450056"/>
                  <a:gd name="connsiteX1" fmla="*/ 42467 w 260747"/>
                  <a:gd name="connsiteY1" fmla="*/ 219075 h 450056"/>
                  <a:gd name="connsiteX2" fmla="*/ 25798 w 260747"/>
                  <a:gd name="connsiteY2" fmla="*/ 390525 h 450056"/>
                  <a:gd name="connsiteX3" fmla="*/ 42467 w 260747"/>
                  <a:gd name="connsiteY3" fmla="*/ 450056 h 450056"/>
                  <a:gd name="connsiteX4" fmla="*/ 92473 w 260747"/>
                  <a:gd name="connsiteY4" fmla="*/ 442913 h 450056"/>
                  <a:gd name="connsiteX5" fmla="*/ 259160 w 260747"/>
                  <a:gd name="connsiteY5" fmla="*/ 259556 h 450056"/>
                  <a:gd name="connsiteX6" fmla="*/ 197248 w 260747"/>
                  <a:gd name="connsiteY6" fmla="*/ 76200 h 450056"/>
                  <a:gd name="connsiteX7" fmla="*/ 25797 w 260747"/>
                  <a:gd name="connsiteY7" fmla="*/ 23813 h 450056"/>
                  <a:gd name="connsiteX0" fmla="*/ 0 w 234950"/>
                  <a:gd name="connsiteY0" fmla="*/ 23813 h 450056"/>
                  <a:gd name="connsiteX1" fmla="*/ 16670 w 234950"/>
                  <a:gd name="connsiteY1" fmla="*/ 219075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34950"/>
                  <a:gd name="connsiteY0" fmla="*/ 23813 h 450056"/>
                  <a:gd name="connsiteX1" fmla="*/ 26195 w 234950"/>
                  <a:gd name="connsiteY1" fmla="*/ 216694 h 450056"/>
                  <a:gd name="connsiteX2" fmla="*/ 1 w 234950"/>
                  <a:gd name="connsiteY2" fmla="*/ 390525 h 450056"/>
                  <a:gd name="connsiteX3" fmla="*/ 16670 w 234950"/>
                  <a:gd name="connsiteY3" fmla="*/ 450056 h 450056"/>
                  <a:gd name="connsiteX4" fmla="*/ 66676 w 234950"/>
                  <a:gd name="connsiteY4" fmla="*/ 442913 h 450056"/>
                  <a:gd name="connsiteX5" fmla="*/ 233363 w 234950"/>
                  <a:gd name="connsiteY5" fmla="*/ 259556 h 450056"/>
                  <a:gd name="connsiteX6" fmla="*/ 171451 w 234950"/>
                  <a:gd name="connsiteY6" fmla="*/ 76200 h 450056"/>
                  <a:gd name="connsiteX7" fmla="*/ 0 w 234950"/>
                  <a:gd name="connsiteY7" fmla="*/ 23813 h 450056"/>
                  <a:gd name="connsiteX0" fmla="*/ 0 w 211138"/>
                  <a:gd name="connsiteY0" fmla="*/ 23813 h 450056"/>
                  <a:gd name="connsiteX1" fmla="*/ 26195 w 211138"/>
                  <a:gd name="connsiteY1" fmla="*/ 216694 h 450056"/>
                  <a:gd name="connsiteX2" fmla="*/ 1 w 211138"/>
                  <a:gd name="connsiteY2" fmla="*/ 390525 h 450056"/>
                  <a:gd name="connsiteX3" fmla="*/ 16670 w 211138"/>
                  <a:gd name="connsiteY3" fmla="*/ 450056 h 450056"/>
                  <a:gd name="connsiteX4" fmla="*/ 66676 w 211138"/>
                  <a:gd name="connsiteY4" fmla="*/ 442913 h 450056"/>
                  <a:gd name="connsiteX5" fmla="*/ 209551 w 211138"/>
                  <a:gd name="connsiteY5" fmla="*/ 307181 h 450056"/>
                  <a:gd name="connsiteX6" fmla="*/ 171451 w 211138"/>
                  <a:gd name="connsiteY6" fmla="*/ 76200 h 450056"/>
                  <a:gd name="connsiteX7" fmla="*/ 0 w 211138"/>
                  <a:gd name="connsiteY7" fmla="*/ 23813 h 450056"/>
                  <a:gd name="connsiteX0" fmla="*/ 0 w 215900"/>
                  <a:gd name="connsiteY0" fmla="*/ 23813 h 450056"/>
                  <a:gd name="connsiteX1" fmla="*/ 26195 w 215900"/>
                  <a:gd name="connsiteY1" fmla="*/ 216694 h 450056"/>
                  <a:gd name="connsiteX2" fmla="*/ 1 w 215900"/>
                  <a:gd name="connsiteY2" fmla="*/ 390525 h 450056"/>
                  <a:gd name="connsiteX3" fmla="*/ 16670 w 215900"/>
                  <a:gd name="connsiteY3" fmla="*/ 450056 h 450056"/>
                  <a:gd name="connsiteX4" fmla="*/ 66676 w 215900"/>
                  <a:gd name="connsiteY4" fmla="*/ 442913 h 450056"/>
                  <a:gd name="connsiteX5" fmla="*/ 214313 w 215900"/>
                  <a:gd name="connsiteY5" fmla="*/ 302418 h 450056"/>
                  <a:gd name="connsiteX6" fmla="*/ 171451 w 215900"/>
                  <a:gd name="connsiteY6" fmla="*/ 76200 h 450056"/>
                  <a:gd name="connsiteX7" fmla="*/ 0 w 215900"/>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242093"/>
                  <a:gd name="connsiteY0" fmla="*/ 23813 h 450056"/>
                  <a:gd name="connsiteX1" fmla="*/ 26195 w 242093"/>
                  <a:gd name="connsiteY1" fmla="*/ 216694 h 450056"/>
                  <a:gd name="connsiteX2" fmla="*/ 1 w 242093"/>
                  <a:gd name="connsiteY2" fmla="*/ 390525 h 450056"/>
                  <a:gd name="connsiteX3" fmla="*/ 16670 w 242093"/>
                  <a:gd name="connsiteY3" fmla="*/ 450056 h 450056"/>
                  <a:gd name="connsiteX4" fmla="*/ 66676 w 242093"/>
                  <a:gd name="connsiteY4" fmla="*/ 442913 h 450056"/>
                  <a:gd name="connsiteX5" fmla="*/ 214313 w 242093"/>
                  <a:gd name="connsiteY5" fmla="*/ 302418 h 450056"/>
                  <a:gd name="connsiteX6" fmla="*/ 171451 w 242093"/>
                  <a:gd name="connsiteY6" fmla="*/ 76200 h 450056"/>
                  <a:gd name="connsiteX7" fmla="*/ 0 w 242093"/>
                  <a:gd name="connsiteY7" fmla="*/ 23813 h 450056"/>
                  <a:gd name="connsiteX0" fmla="*/ 0 w 182564"/>
                  <a:gd name="connsiteY0" fmla="*/ 23813 h 450056"/>
                  <a:gd name="connsiteX1" fmla="*/ 26195 w 182564"/>
                  <a:gd name="connsiteY1" fmla="*/ 216694 h 450056"/>
                  <a:gd name="connsiteX2" fmla="*/ 1 w 182564"/>
                  <a:gd name="connsiteY2" fmla="*/ 390525 h 450056"/>
                  <a:gd name="connsiteX3" fmla="*/ 16670 w 182564"/>
                  <a:gd name="connsiteY3" fmla="*/ 450056 h 450056"/>
                  <a:gd name="connsiteX4" fmla="*/ 66676 w 182564"/>
                  <a:gd name="connsiteY4" fmla="*/ 442913 h 450056"/>
                  <a:gd name="connsiteX5" fmla="*/ 171451 w 182564"/>
                  <a:gd name="connsiteY5" fmla="*/ 76200 h 450056"/>
                  <a:gd name="connsiteX6" fmla="*/ 0 w 182564"/>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0 w 304007"/>
                  <a:gd name="connsiteY0" fmla="*/ 23813 h 450056"/>
                  <a:gd name="connsiteX1" fmla="*/ 26195 w 304007"/>
                  <a:gd name="connsiteY1" fmla="*/ 216694 h 450056"/>
                  <a:gd name="connsiteX2" fmla="*/ 1 w 304007"/>
                  <a:gd name="connsiteY2" fmla="*/ 390525 h 450056"/>
                  <a:gd name="connsiteX3" fmla="*/ 16670 w 304007"/>
                  <a:gd name="connsiteY3" fmla="*/ 450056 h 450056"/>
                  <a:gd name="connsiteX4" fmla="*/ 66676 w 304007"/>
                  <a:gd name="connsiteY4" fmla="*/ 442913 h 450056"/>
                  <a:gd name="connsiteX5" fmla="*/ 171451 w 304007"/>
                  <a:gd name="connsiteY5" fmla="*/ 76200 h 450056"/>
                  <a:gd name="connsiteX6" fmla="*/ 0 w 304007"/>
                  <a:gd name="connsiteY6"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28575 w 332582"/>
                  <a:gd name="connsiteY0" fmla="*/ 23813 h 450056"/>
                  <a:gd name="connsiteX1" fmla="*/ 28576 w 332582"/>
                  <a:gd name="connsiteY1" fmla="*/ 390525 h 450056"/>
                  <a:gd name="connsiteX2" fmla="*/ 45245 w 332582"/>
                  <a:gd name="connsiteY2" fmla="*/ 450056 h 450056"/>
                  <a:gd name="connsiteX3" fmla="*/ 95251 w 332582"/>
                  <a:gd name="connsiteY3" fmla="*/ 442913 h 450056"/>
                  <a:gd name="connsiteX4" fmla="*/ 200026 w 332582"/>
                  <a:gd name="connsiteY4" fmla="*/ 76200 h 450056"/>
                  <a:gd name="connsiteX5" fmla="*/ 28575 w 332582"/>
                  <a:gd name="connsiteY5" fmla="*/ 23813 h 450056"/>
                  <a:gd name="connsiteX0" fmla="*/ 0 w 304007"/>
                  <a:gd name="connsiteY0" fmla="*/ 23813 h 450056"/>
                  <a:gd name="connsiteX1" fmla="*/ 1 w 304007"/>
                  <a:gd name="connsiteY1" fmla="*/ 390525 h 450056"/>
                  <a:gd name="connsiteX2" fmla="*/ 16670 w 304007"/>
                  <a:gd name="connsiteY2" fmla="*/ 450056 h 450056"/>
                  <a:gd name="connsiteX3" fmla="*/ 66676 w 304007"/>
                  <a:gd name="connsiteY3" fmla="*/ 442913 h 450056"/>
                  <a:gd name="connsiteX4" fmla="*/ 171451 w 304007"/>
                  <a:gd name="connsiteY4" fmla="*/ 76200 h 450056"/>
                  <a:gd name="connsiteX5" fmla="*/ 0 w 304007"/>
                  <a:gd name="connsiteY5" fmla="*/ 23813 h 450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007" h="450056">
                    <a:moveTo>
                      <a:pt x="0" y="23813"/>
                    </a:moveTo>
                    <a:cubicBezTo>
                      <a:pt x="38100" y="59531"/>
                      <a:pt x="37704" y="259953"/>
                      <a:pt x="1" y="390525"/>
                    </a:cubicBezTo>
                    <a:lnTo>
                      <a:pt x="16670" y="450056"/>
                    </a:lnTo>
                    <a:lnTo>
                      <a:pt x="66676" y="442913"/>
                    </a:lnTo>
                    <a:cubicBezTo>
                      <a:pt x="206773" y="366316"/>
                      <a:pt x="304007" y="193675"/>
                      <a:pt x="171451" y="76200"/>
                    </a:cubicBezTo>
                    <a:cubicBezTo>
                      <a:pt x="135732" y="29766"/>
                      <a:pt x="25797" y="0"/>
                      <a:pt x="0" y="23813"/>
                    </a:cubicBezTo>
                    <a:close/>
                  </a:path>
                </a:pathLst>
              </a:custGeom>
              <a:solidFill>
                <a:srgbClr val="FFFFFF"/>
              </a:solidFill>
              <a:ln>
                <a:noFill/>
              </a:ln>
              <a:effectLst/>
            </p:spPr>
            <p:txBody>
              <a:bodyPr wrap="none" lIns="90488" tIns="44450" rIns="90488" bIns="44450"/>
              <a:lstStyle/>
              <a:p>
                <a:pPr>
                  <a:lnSpc>
                    <a:spcPct val="110000"/>
                  </a:lnSpc>
                  <a:defRPr/>
                </a:pPr>
                <a:endParaRPr lang="en-US" sz="1000" b="1" kern="0">
                  <a:latin typeface="Arial" pitchFamily="34" charset="0"/>
                  <a:ea typeface="ＭＳ Ｐゴシック" pitchFamily="34" charset="-128"/>
                </a:endParaRPr>
              </a:p>
            </p:txBody>
          </p:sp>
          <p:sp>
            <p:nvSpPr>
              <p:cNvPr id="35" name="Oval 34">
                <a:extLst>
                  <a:ext uri="{FF2B5EF4-FFF2-40B4-BE49-F238E27FC236}">
                    <a16:creationId xmlns:a16="http://schemas.microsoft.com/office/drawing/2014/main" id="{CCEC7576-9DE6-4B3C-84DC-7EA3EEEA21F9}"/>
                  </a:ext>
                </a:extLst>
              </p:cNvPr>
              <p:cNvSpPr/>
              <p:nvPr/>
            </p:nvSpPr>
            <p:spPr bwMode="auto">
              <a:xfrm>
                <a:off x="2920746" y="3694916"/>
                <a:ext cx="279898" cy="282552"/>
              </a:xfrm>
              <a:prstGeom prst="ellipse">
                <a:avLst/>
              </a:prstGeom>
              <a:solidFill>
                <a:schemeClr val="bg1">
                  <a:lumMod val="50000"/>
                </a:schemeClr>
              </a:solidFill>
              <a:ln>
                <a:noFill/>
              </a:ln>
              <a:effectLst/>
            </p:spPr>
            <p:txBody>
              <a:bodyPr wrap="none" lIns="90488" tIns="44450" rIns="90488" bIns="44450"/>
              <a:lstStyle/>
              <a:p>
                <a:pPr>
                  <a:lnSpc>
                    <a:spcPct val="110000"/>
                  </a:lnSpc>
                  <a:defRPr/>
                </a:pPr>
                <a:endParaRPr lang="en-US" sz="1000" b="1" kern="0">
                  <a:latin typeface="Arial" pitchFamily="34" charset="0"/>
                  <a:ea typeface="ＭＳ Ｐゴシック" pitchFamily="34" charset="-128"/>
                </a:endParaRPr>
              </a:p>
            </p:txBody>
          </p:sp>
        </p:grpSp>
      </p:grpSp>
      <p:grpSp>
        <p:nvGrpSpPr>
          <p:cNvPr id="36" name="Group 35">
            <a:extLst>
              <a:ext uri="{FF2B5EF4-FFF2-40B4-BE49-F238E27FC236}">
                <a16:creationId xmlns:a16="http://schemas.microsoft.com/office/drawing/2014/main" id="{985ECA4D-2A74-40AF-B926-D381AB6537D2}"/>
              </a:ext>
            </a:extLst>
          </p:cNvPr>
          <p:cNvGrpSpPr/>
          <p:nvPr/>
        </p:nvGrpSpPr>
        <p:grpSpPr>
          <a:xfrm>
            <a:off x="2580161" y="3725107"/>
            <a:ext cx="880050" cy="637810"/>
            <a:chOff x="273259" y="2928194"/>
            <a:chExt cx="880050" cy="637810"/>
          </a:xfrm>
        </p:grpSpPr>
        <p:sp>
          <p:nvSpPr>
            <p:cNvPr id="37" name="TextBox 36">
              <a:extLst>
                <a:ext uri="{FF2B5EF4-FFF2-40B4-BE49-F238E27FC236}">
                  <a16:creationId xmlns:a16="http://schemas.microsoft.com/office/drawing/2014/main" id="{94E4FEF4-C7BE-4945-AC1A-9EF36D86A2DC}"/>
                </a:ext>
              </a:extLst>
            </p:cNvPr>
            <p:cNvSpPr txBox="1"/>
            <p:nvPr/>
          </p:nvSpPr>
          <p:spPr bwMode="auto">
            <a:xfrm>
              <a:off x="273259" y="3353125"/>
              <a:ext cx="880050" cy="212879"/>
            </a:xfrm>
            <a:prstGeom prst="rect">
              <a:avLst/>
            </a:prstGeom>
            <a:noFill/>
            <a:ln>
              <a:noFill/>
            </a:ln>
            <a:effectLst/>
            <a:extLst>
              <a:ext uri="{FAA26D3D-D897-4be2-8F04-BA451C77F1D7}"/>
            </a:extLst>
          </p:spPr>
          <p:txBody>
            <a:bodyPr wrap="none" lIns="90488" tIns="44450" rIns="90488" bIns="44450">
              <a:spAutoFit/>
            </a:bodyPr>
            <a:lstStyle/>
            <a:p>
              <a:pPr>
                <a:lnSpc>
                  <a:spcPct val="80000"/>
                </a:lnSpc>
                <a:defRPr/>
              </a:pPr>
              <a:r>
                <a:rPr lang="en-US" sz="1000" kern="0">
                  <a:latin typeface="Arial"/>
                  <a:ea typeface="ＭＳ Ｐゴシック" charset="0"/>
                  <a:cs typeface="ＭＳ Ｐゴシック" charset="0"/>
                </a:rPr>
                <a:t>Compressor</a:t>
              </a:r>
            </a:p>
          </p:txBody>
        </p:sp>
        <p:grpSp>
          <p:nvGrpSpPr>
            <p:cNvPr id="38" name="Group 37">
              <a:extLst>
                <a:ext uri="{FF2B5EF4-FFF2-40B4-BE49-F238E27FC236}">
                  <a16:creationId xmlns:a16="http://schemas.microsoft.com/office/drawing/2014/main" id="{9145ED12-64DD-47BD-A894-3819D2FE12BF}"/>
                </a:ext>
              </a:extLst>
            </p:cNvPr>
            <p:cNvGrpSpPr/>
            <p:nvPr/>
          </p:nvGrpSpPr>
          <p:grpSpPr>
            <a:xfrm>
              <a:off x="540539" y="2928194"/>
              <a:ext cx="483348" cy="376655"/>
              <a:chOff x="4731585" y="1642432"/>
              <a:chExt cx="834418" cy="506194"/>
            </a:xfrm>
          </p:grpSpPr>
          <p:sp>
            <p:nvSpPr>
              <p:cNvPr id="39" name="Freeform 131">
                <a:extLst>
                  <a:ext uri="{FF2B5EF4-FFF2-40B4-BE49-F238E27FC236}">
                    <a16:creationId xmlns:a16="http://schemas.microsoft.com/office/drawing/2014/main" id="{5F3B1A61-B120-422C-AEBF-FC0629ABB5A3}"/>
                  </a:ext>
                </a:extLst>
              </p:cNvPr>
              <p:cNvSpPr/>
              <p:nvPr/>
            </p:nvSpPr>
            <p:spPr>
              <a:xfrm>
                <a:off x="4736776" y="1755402"/>
                <a:ext cx="586047" cy="393224"/>
              </a:xfrm>
              <a:custGeom>
                <a:avLst/>
                <a:gdLst>
                  <a:gd name="connsiteX0" fmla="*/ 0 w 500063"/>
                  <a:gd name="connsiteY0" fmla="*/ 0 h 431006"/>
                  <a:gd name="connsiteX1" fmla="*/ 0 w 500063"/>
                  <a:gd name="connsiteY1" fmla="*/ 431006 h 431006"/>
                  <a:gd name="connsiteX2" fmla="*/ 497681 w 500063"/>
                  <a:gd name="connsiteY2" fmla="*/ 347662 h 431006"/>
                  <a:gd name="connsiteX3" fmla="*/ 500063 w 500063"/>
                  <a:gd name="connsiteY3" fmla="*/ 71437 h 431006"/>
                  <a:gd name="connsiteX4" fmla="*/ 0 w 500063"/>
                  <a:gd name="connsiteY4" fmla="*/ 0 h 4310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0063" h="431006">
                    <a:moveTo>
                      <a:pt x="0" y="0"/>
                    </a:moveTo>
                    <a:lnTo>
                      <a:pt x="0" y="431006"/>
                    </a:lnTo>
                    <a:lnTo>
                      <a:pt x="497681" y="347662"/>
                    </a:lnTo>
                    <a:lnTo>
                      <a:pt x="500063" y="71437"/>
                    </a:lnTo>
                    <a:lnTo>
                      <a:pt x="0" y="0"/>
                    </a:lnTo>
                    <a:close/>
                  </a:path>
                </a:pathLst>
              </a:custGeom>
              <a:solidFill>
                <a:schemeClr val="bg1">
                  <a:lumMod val="50000"/>
                </a:schemeClr>
              </a:solidFill>
              <a:ln w="9525" cmpd="sng">
                <a:solidFill>
                  <a:schemeClr val="bg1">
                    <a:lumMod val="8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cxnSp>
            <p:nvCxnSpPr>
              <p:cNvPr id="40" name="Straight Arrow Connector 39">
                <a:extLst>
                  <a:ext uri="{FF2B5EF4-FFF2-40B4-BE49-F238E27FC236}">
                    <a16:creationId xmlns:a16="http://schemas.microsoft.com/office/drawing/2014/main" id="{B25A269F-5298-44D9-A780-5E3CEE933648}"/>
                  </a:ext>
                </a:extLst>
              </p:cNvPr>
              <p:cNvCxnSpPr/>
              <p:nvPr/>
            </p:nvCxnSpPr>
            <p:spPr>
              <a:xfrm>
                <a:off x="5303679" y="1642432"/>
                <a:ext cx="262324" cy="0"/>
              </a:xfrm>
              <a:prstGeom prst="straightConnector1">
                <a:avLst/>
              </a:prstGeom>
              <a:ln w="12700" cmpd="sng">
                <a:solidFill>
                  <a:schemeClr val="accent2"/>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6CAA794C-E9A3-4136-AF8E-5FABB9C52892}"/>
                  </a:ext>
                </a:extLst>
              </p:cNvPr>
              <p:cNvCxnSpPr>
                <a:endCxn id="39" idx="3"/>
              </p:cNvCxnSpPr>
              <p:nvPr/>
            </p:nvCxnSpPr>
            <p:spPr>
              <a:xfrm>
                <a:off x="5303677" y="1642432"/>
                <a:ext cx="19147" cy="178145"/>
              </a:xfrm>
              <a:prstGeom prst="line">
                <a:avLst/>
              </a:prstGeom>
              <a:ln w="12700"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661778D3-293B-4CD4-8ABE-E0BD9FA502DB}"/>
                  </a:ext>
                </a:extLst>
              </p:cNvPr>
              <p:cNvCxnSpPr/>
              <p:nvPr/>
            </p:nvCxnSpPr>
            <p:spPr>
              <a:xfrm>
                <a:off x="4957630" y="1642432"/>
                <a:ext cx="0" cy="117315"/>
              </a:xfrm>
              <a:prstGeom prst="line">
                <a:avLst/>
              </a:prstGeom>
              <a:ln w="12700" cmpd="sng">
                <a:solidFill>
                  <a:schemeClr val="accent2"/>
                </a:solidFill>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CDE4AF0F-943A-4962-935B-028C632A31B4}"/>
                  </a:ext>
                </a:extLst>
              </p:cNvPr>
              <p:cNvCxnSpPr/>
              <p:nvPr/>
            </p:nvCxnSpPr>
            <p:spPr>
              <a:xfrm flipH="1">
                <a:off x="4731585" y="1652159"/>
                <a:ext cx="226046" cy="0"/>
              </a:xfrm>
              <a:prstGeom prst="line">
                <a:avLst/>
              </a:prstGeom>
              <a:ln w="12700" cmpd="sng">
                <a:solidFill>
                  <a:schemeClr val="accent2"/>
                </a:solidFill>
              </a:ln>
              <a:effectLst/>
            </p:spPr>
            <p:style>
              <a:lnRef idx="2">
                <a:schemeClr val="accent1"/>
              </a:lnRef>
              <a:fillRef idx="0">
                <a:schemeClr val="accent1"/>
              </a:fillRef>
              <a:effectRef idx="1">
                <a:schemeClr val="accent1"/>
              </a:effectRef>
              <a:fontRef idx="minor">
                <a:schemeClr val="tx1"/>
              </a:fontRef>
            </p:style>
          </p:cxnSp>
        </p:grpSp>
      </p:grpSp>
      <p:grpSp>
        <p:nvGrpSpPr>
          <p:cNvPr id="44" name="Group 43">
            <a:extLst>
              <a:ext uri="{FF2B5EF4-FFF2-40B4-BE49-F238E27FC236}">
                <a16:creationId xmlns:a16="http://schemas.microsoft.com/office/drawing/2014/main" id="{49C346A8-5230-4F1C-8277-C415B51268E0}"/>
              </a:ext>
            </a:extLst>
          </p:cNvPr>
          <p:cNvGrpSpPr/>
          <p:nvPr/>
        </p:nvGrpSpPr>
        <p:grpSpPr>
          <a:xfrm>
            <a:off x="2749794" y="2327931"/>
            <a:ext cx="540784" cy="640447"/>
            <a:chOff x="1538705" y="1900237"/>
            <a:chExt cx="540784" cy="640447"/>
          </a:xfrm>
        </p:grpSpPr>
        <p:sp>
          <p:nvSpPr>
            <p:cNvPr id="45" name="TextBox 44">
              <a:extLst>
                <a:ext uri="{FF2B5EF4-FFF2-40B4-BE49-F238E27FC236}">
                  <a16:creationId xmlns:a16="http://schemas.microsoft.com/office/drawing/2014/main" id="{A94B794B-7F59-462D-8671-0A0B263C6AAE}"/>
                </a:ext>
              </a:extLst>
            </p:cNvPr>
            <p:cNvSpPr txBox="1"/>
            <p:nvPr/>
          </p:nvSpPr>
          <p:spPr bwMode="auto">
            <a:xfrm>
              <a:off x="1538705" y="2327805"/>
              <a:ext cx="516168" cy="212879"/>
            </a:xfrm>
            <a:prstGeom prst="rect">
              <a:avLst/>
            </a:prstGeom>
            <a:noFill/>
            <a:ln>
              <a:noFill/>
            </a:ln>
            <a:effectLst/>
            <a:extLst>
              <a:ext uri="{FAA26D3D-D897-4be2-8F04-BA451C77F1D7}"/>
            </a:extLst>
          </p:spPr>
          <p:txBody>
            <a:bodyPr wrap="none" lIns="90488" tIns="44450" rIns="90488" bIns="44450">
              <a:spAutoFit/>
            </a:bodyPr>
            <a:lstStyle/>
            <a:p>
              <a:pPr>
                <a:lnSpc>
                  <a:spcPct val="80000"/>
                </a:lnSpc>
                <a:defRPr/>
              </a:pPr>
              <a:r>
                <a:rPr lang="en-US" sz="1000" kern="0">
                  <a:latin typeface="Arial"/>
                  <a:ea typeface="ＭＳ Ｐゴシック" charset="0"/>
                  <a:cs typeface="ＭＳ Ｐゴシック" charset="0"/>
                </a:rPr>
                <a:t>Pump</a:t>
              </a:r>
            </a:p>
          </p:txBody>
        </p:sp>
        <p:grpSp>
          <p:nvGrpSpPr>
            <p:cNvPr id="46" name="Group 45">
              <a:extLst>
                <a:ext uri="{FF2B5EF4-FFF2-40B4-BE49-F238E27FC236}">
                  <a16:creationId xmlns:a16="http://schemas.microsoft.com/office/drawing/2014/main" id="{B7E820A0-615C-44D1-BB84-2938E907CC61}"/>
                </a:ext>
              </a:extLst>
            </p:cNvPr>
            <p:cNvGrpSpPr/>
            <p:nvPr/>
          </p:nvGrpSpPr>
          <p:grpSpPr>
            <a:xfrm>
              <a:off x="1608667" y="1900237"/>
              <a:ext cx="470822" cy="389478"/>
              <a:chOff x="2881979" y="2252346"/>
              <a:chExt cx="812794" cy="672366"/>
            </a:xfrm>
          </p:grpSpPr>
          <p:sp>
            <p:nvSpPr>
              <p:cNvPr id="47" name="Freeform 139">
                <a:extLst>
                  <a:ext uri="{FF2B5EF4-FFF2-40B4-BE49-F238E27FC236}">
                    <a16:creationId xmlns:a16="http://schemas.microsoft.com/office/drawing/2014/main" id="{F3DB5C1D-4D4F-4813-A1FE-47B704D67982}"/>
                  </a:ext>
                </a:extLst>
              </p:cNvPr>
              <p:cNvSpPr/>
              <p:nvPr/>
            </p:nvSpPr>
            <p:spPr>
              <a:xfrm>
                <a:off x="3166074" y="2278854"/>
                <a:ext cx="127510" cy="237191"/>
              </a:xfrm>
              <a:custGeom>
                <a:avLst/>
                <a:gdLst>
                  <a:gd name="connsiteX0" fmla="*/ 0 w 102393"/>
                  <a:gd name="connsiteY0" fmla="*/ 0 h 183356"/>
                  <a:gd name="connsiteX1" fmla="*/ 35718 w 102393"/>
                  <a:gd name="connsiteY1" fmla="*/ 83343 h 183356"/>
                  <a:gd name="connsiteX2" fmla="*/ 35718 w 102393"/>
                  <a:gd name="connsiteY2" fmla="*/ 152400 h 183356"/>
                  <a:gd name="connsiteX3" fmla="*/ 95250 w 102393"/>
                  <a:gd name="connsiteY3" fmla="*/ 183356 h 183356"/>
                  <a:gd name="connsiteX4" fmla="*/ 102393 w 102393"/>
                  <a:gd name="connsiteY4" fmla="*/ 83343 h 183356"/>
                  <a:gd name="connsiteX5" fmla="*/ 83343 w 102393"/>
                  <a:gd name="connsiteY5" fmla="*/ 9525 h 183356"/>
                  <a:gd name="connsiteX6" fmla="*/ 0 w 102393"/>
                  <a:gd name="connsiteY6" fmla="*/ 0 h 183356"/>
                  <a:gd name="connsiteX0" fmla="*/ 1092 w 103485"/>
                  <a:gd name="connsiteY0" fmla="*/ 0 h 183356"/>
                  <a:gd name="connsiteX1" fmla="*/ 36810 w 103485"/>
                  <a:gd name="connsiteY1" fmla="*/ 83343 h 183356"/>
                  <a:gd name="connsiteX2" fmla="*/ 36810 w 103485"/>
                  <a:gd name="connsiteY2" fmla="*/ 152400 h 183356"/>
                  <a:gd name="connsiteX3" fmla="*/ 96342 w 103485"/>
                  <a:gd name="connsiteY3" fmla="*/ 183356 h 183356"/>
                  <a:gd name="connsiteX4" fmla="*/ 103485 w 103485"/>
                  <a:gd name="connsiteY4" fmla="*/ 83343 h 183356"/>
                  <a:gd name="connsiteX5" fmla="*/ 84435 w 103485"/>
                  <a:gd name="connsiteY5" fmla="*/ 9525 h 183356"/>
                  <a:gd name="connsiteX6" fmla="*/ 1092 w 103485"/>
                  <a:gd name="connsiteY6" fmla="*/ 0 h 183356"/>
                  <a:gd name="connsiteX0" fmla="*/ 1092 w 105030"/>
                  <a:gd name="connsiteY0" fmla="*/ 0 h 183356"/>
                  <a:gd name="connsiteX1" fmla="*/ 36810 w 105030"/>
                  <a:gd name="connsiteY1" fmla="*/ 83343 h 183356"/>
                  <a:gd name="connsiteX2" fmla="*/ 36810 w 105030"/>
                  <a:gd name="connsiteY2" fmla="*/ 152400 h 183356"/>
                  <a:gd name="connsiteX3" fmla="*/ 96342 w 105030"/>
                  <a:gd name="connsiteY3" fmla="*/ 183356 h 183356"/>
                  <a:gd name="connsiteX4" fmla="*/ 103485 w 105030"/>
                  <a:gd name="connsiteY4" fmla="*/ 83343 h 183356"/>
                  <a:gd name="connsiteX5" fmla="*/ 84435 w 105030"/>
                  <a:gd name="connsiteY5" fmla="*/ 9525 h 183356"/>
                  <a:gd name="connsiteX6" fmla="*/ 1092 w 105030"/>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016" h="183356">
                    <a:moveTo>
                      <a:pt x="0" y="0"/>
                    </a:moveTo>
                    <a:cubicBezTo>
                      <a:pt x="15114" y="20174"/>
                      <a:pt x="29765" y="57943"/>
                      <a:pt x="35718" y="83343"/>
                    </a:cubicBezTo>
                    <a:cubicBezTo>
                      <a:pt x="41671" y="108743"/>
                      <a:pt x="39852" y="133482"/>
                      <a:pt x="35718" y="152400"/>
                    </a:cubicBezTo>
                    <a:lnTo>
                      <a:pt x="95250" y="183356"/>
                    </a:lnTo>
                    <a:cubicBezTo>
                      <a:pt x="106362" y="171847"/>
                      <a:pt x="109438" y="111753"/>
                      <a:pt x="107453" y="82781"/>
                    </a:cubicBezTo>
                    <a:cubicBezTo>
                      <a:pt x="105468" y="53809"/>
                      <a:pt x="99284" y="23978"/>
                      <a:pt x="83343" y="9525"/>
                    </a:cubicBezTo>
                    <a:lnTo>
                      <a:pt x="0" y="0"/>
                    </a:lnTo>
                    <a:close/>
                  </a:path>
                </a:pathLst>
              </a:custGeom>
              <a:solidFill>
                <a:schemeClr val="bg1">
                  <a:lumMod val="50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48" name="Freeform 140">
                <a:extLst>
                  <a:ext uri="{FF2B5EF4-FFF2-40B4-BE49-F238E27FC236}">
                    <a16:creationId xmlns:a16="http://schemas.microsoft.com/office/drawing/2014/main" id="{BA7061F9-D987-486C-99F2-E4978C65A8E1}"/>
                  </a:ext>
                </a:extLst>
              </p:cNvPr>
              <p:cNvSpPr/>
              <p:nvPr/>
            </p:nvSpPr>
            <p:spPr>
              <a:xfrm rot="4036115">
                <a:off x="3297146" y="2409102"/>
                <a:ext cx="127509" cy="237098"/>
              </a:xfrm>
              <a:custGeom>
                <a:avLst/>
                <a:gdLst>
                  <a:gd name="connsiteX0" fmla="*/ 0 w 102393"/>
                  <a:gd name="connsiteY0" fmla="*/ 0 h 183356"/>
                  <a:gd name="connsiteX1" fmla="*/ 35718 w 102393"/>
                  <a:gd name="connsiteY1" fmla="*/ 83343 h 183356"/>
                  <a:gd name="connsiteX2" fmla="*/ 35718 w 102393"/>
                  <a:gd name="connsiteY2" fmla="*/ 152400 h 183356"/>
                  <a:gd name="connsiteX3" fmla="*/ 95250 w 102393"/>
                  <a:gd name="connsiteY3" fmla="*/ 183356 h 183356"/>
                  <a:gd name="connsiteX4" fmla="*/ 102393 w 102393"/>
                  <a:gd name="connsiteY4" fmla="*/ 83343 h 183356"/>
                  <a:gd name="connsiteX5" fmla="*/ 83343 w 102393"/>
                  <a:gd name="connsiteY5" fmla="*/ 9525 h 183356"/>
                  <a:gd name="connsiteX6" fmla="*/ 0 w 102393"/>
                  <a:gd name="connsiteY6" fmla="*/ 0 h 183356"/>
                  <a:gd name="connsiteX0" fmla="*/ 1092 w 103485"/>
                  <a:gd name="connsiteY0" fmla="*/ 0 h 183356"/>
                  <a:gd name="connsiteX1" fmla="*/ 36810 w 103485"/>
                  <a:gd name="connsiteY1" fmla="*/ 83343 h 183356"/>
                  <a:gd name="connsiteX2" fmla="*/ 36810 w 103485"/>
                  <a:gd name="connsiteY2" fmla="*/ 152400 h 183356"/>
                  <a:gd name="connsiteX3" fmla="*/ 96342 w 103485"/>
                  <a:gd name="connsiteY3" fmla="*/ 183356 h 183356"/>
                  <a:gd name="connsiteX4" fmla="*/ 103485 w 103485"/>
                  <a:gd name="connsiteY4" fmla="*/ 83343 h 183356"/>
                  <a:gd name="connsiteX5" fmla="*/ 84435 w 103485"/>
                  <a:gd name="connsiteY5" fmla="*/ 9525 h 183356"/>
                  <a:gd name="connsiteX6" fmla="*/ 1092 w 103485"/>
                  <a:gd name="connsiteY6" fmla="*/ 0 h 183356"/>
                  <a:gd name="connsiteX0" fmla="*/ 1092 w 105030"/>
                  <a:gd name="connsiteY0" fmla="*/ 0 h 183356"/>
                  <a:gd name="connsiteX1" fmla="*/ 36810 w 105030"/>
                  <a:gd name="connsiteY1" fmla="*/ 83343 h 183356"/>
                  <a:gd name="connsiteX2" fmla="*/ 36810 w 105030"/>
                  <a:gd name="connsiteY2" fmla="*/ 152400 h 183356"/>
                  <a:gd name="connsiteX3" fmla="*/ 96342 w 105030"/>
                  <a:gd name="connsiteY3" fmla="*/ 183356 h 183356"/>
                  <a:gd name="connsiteX4" fmla="*/ 103485 w 105030"/>
                  <a:gd name="connsiteY4" fmla="*/ 83343 h 183356"/>
                  <a:gd name="connsiteX5" fmla="*/ 84435 w 105030"/>
                  <a:gd name="connsiteY5" fmla="*/ 9525 h 183356"/>
                  <a:gd name="connsiteX6" fmla="*/ 1092 w 105030"/>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016" h="183356">
                    <a:moveTo>
                      <a:pt x="0" y="0"/>
                    </a:moveTo>
                    <a:cubicBezTo>
                      <a:pt x="15114" y="20174"/>
                      <a:pt x="29765" y="57943"/>
                      <a:pt x="35718" y="83343"/>
                    </a:cubicBezTo>
                    <a:cubicBezTo>
                      <a:pt x="41671" y="108743"/>
                      <a:pt x="39852" y="133482"/>
                      <a:pt x="35718" y="152400"/>
                    </a:cubicBezTo>
                    <a:lnTo>
                      <a:pt x="95250" y="183356"/>
                    </a:lnTo>
                    <a:cubicBezTo>
                      <a:pt x="106362" y="171847"/>
                      <a:pt x="109438" y="111753"/>
                      <a:pt x="107453" y="82781"/>
                    </a:cubicBezTo>
                    <a:cubicBezTo>
                      <a:pt x="105468" y="53809"/>
                      <a:pt x="99284" y="23978"/>
                      <a:pt x="83343" y="9525"/>
                    </a:cubicBezTo>
                    <a:lnTo>
                      <a:pt x="0" y="0"/>
                    </a:lnTo>
                    <a:close/>
                  </a:path>
                </a:pathLst>
              </a:custGeom>
              <a:solidFill>
                <a:schemeClr val="bg1">
                  <a:lumMod val="50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49" name="Freeform 141">
                <a:extLst>
                  <a:ext uri="{FF2B5EF4-FFF2-40B4-BE49-F238E27FC236}">
                    <a16:creationId xmlns:a16="http://schemas.microsoft.com/office/drawing/2014/main" id="{3E7854C8-A52F-46C2-A456-B9D50644DFD5}"/>
                  </a:ext>
                </a:extLst>
              </p:cNvPr>
              <p:cNvSpPr/>
              <p:nvPr/>
            </p:nvSpPr>
            <p:spPr>
              <a:xfrm rot="8546132">
                <a:off x="3208495" y="2588769"/>
                <a:ext cx="127510" cy="237098"/>
              </a:xfrm>
              <a:custGeom>
                <a:avLst/>
                <a:gdLst>
                  <a:gd name="connsiteX0" fmla="*/ 0 w 102393"/>
                  <a:gd name="connsiteY0" fmla="*/ 0 h 183356"/>
                  <a:gd name="connsiteX1" fmla="*/ 35718 w 102393"/>
                  <a:gd name="connsiteY1" fmla="*/ 83343 h 183356"/>
                  <a:gd name="connsiteX2" fmla="*/ 35718 w 102393"/>
                  <a:gd name="connsiteY2" fmla="*/ 152400 h 183356"/>
                  <a:gd name="connsiteX3" fmla="*/ 95250 w 102393"/>
                  <a:gd name="connsiteY3" fmla="*/ 183356 h 183356"/>
                  <a:gd name="connsiteX4" fmla="*/ 102393 w 102393"/>
                  <a:gd name="connsiteY4" fmla="*/ 83343 h 183356"/>
                  <a:gd name="connsiteX5" fmla="*/ 83343 w 102393"/>
                  <a:gd name="connsiteY5" fmla="*/ 9525 h 183356"/>
                  <a:gd name="connsiteX6" fmla="*/ 0 w 102393"/>
                  <a:gd name="connsiteY6" fmla="*/ 0 h 183356"/>
                  <a:gd name="connsiteX0" fmla="*/ 1092 w 103485"/>
                  <a:gd name="connsiteY0" fmla="*/ 0 h 183356"/>
                  <a:gd name="connsiteX1" fmla="*/ 36810 w 103485"/>
                  <a:gd name="connsiteY1" fmla="*/ 83343 h 183356"/>
                  <a:gd name="connsiteX2" fmla="*/ 36810 w 103485"/>
                  <a:gd name="connsiteY2" fmla="*/ 152400 h 183356"/>
                  <a:gd name="connsiteX3" fmla="*/ 96342 w 103485"/>
                  <a:gd name="connsiteY3" fmla="*/ 183356 h 183356"/>
                  <a:gd name="connsiteX4" fmla="*/ 103485 w 103485"/>
                  <a:gd name="connsiteY4" fmla="*/ 83343 h 183356"/>
                  <a:gd name="connsiteX5" fmla="*/ 84435 w 103485"/>
                  <a:gd name="connsiteY5" fmla="*/ 9525 h 183356"/>
                  <a:gd name="connsiteX6" fmla="*/ 1092 w 103485"/>
                  <a:gd name="connsiteY6" fmla="*/ 0 h 183356"/>
                  <a:gd name="connsiteX0" fmla="*/ 1092 w 105030"/>
                  <a:gd name="connsiteY0" fmla="*/ 0 h 183356"/>
                  <a:gd name="connsiteX1" fmla="*/ 36810 w 105030"/>
                  <a:gd name="connsiteY1" fmla="*/ 83343 h 183356"/>
                  <a:gd name="connsiteX2" fmla="*/ 36810 w 105030"/>
                  <a:gd name="connsiteY2" fmla="*/ 152400 h 183356"/>
                  <a:gd name="connsiteX3" fmla="*/ 96342 w 105030"/>
                  <a:gd name="connsiteY3" fmla="*/ 183356 h 183356"/>
                  <a:gd name="connsiteX4" fmla="*/ 103485 w 105030"/>
                  <a:gd name="connsiteY4" fmla="*/ 83343 h 183356"/>
                  <a:gd name="connsiteX5" fmla="*/ 84435 w 105030"/>
                  <a:gd name="connsiteY5" fmla="*/ 9525 h 183356"/>
                  <a:gd name="connsiteX6" fmla="*/ 1092 w 105030"/>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016" h="183356">
                    <a:moveTo>
                      <a:pt x="0" y="0"/>
                    </a:moveTo>
                    <a:cubicBezTo>
                      <a:pt x="15114" y="20174"/>
                      <a:pt x="29765" y="57943"/>
                      <a:pt x="35718" y="83343"/>
                    </a:cubicBezTo>
                    <a:cubicBezTo>
                      <a:pt x="41671" y="108743"/>
                      <a:pt x="39852" y="133482"/>
                      <a:pt x="35718" y="152400"/>
                    </a:cubicBezTo>
                    <a:lnTo>
                      <a:pt x="95250" y="183356"/>
                    </a:lnTo>
                    <a:cubicBezTo>
                      <a:pt x="106362" y="171847"/>
                      <a:pt x="109438" y="111753"/>
                      <a:pt x="107453" y="82781"/>
                    </a:cubicBezTo>
                    <a:cubicBezTo>
                      <a:pt x="105468" y="53809"/>
                      <a:pt x="99284" y="23978"/>
                      <a:pt x="83343" y="9525"/>
                    </a:cubicBezTo>
                    <a:lnTo>
                      <a:pt x="0" y="0"/>
                    </a:lnTo>
                    <a:close/>
                  </a:path>
                </a:pathLst>
              </a:custGeom>
              <a:solidFill>
                <a:schemeClr val="bg1">
                  <a:lumMod val="50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50" name="Freeform 142">
                <a:extLst>
                  <a:ext uri="{FF2B5EF4-FFF2-40B4-BE49-F238E27FC236}">
                    <a16:creationId xmlns:a16="http://schemas.microsoft.com/office/drawing/2014/main" id="{2B3E04B0-D904-4B94-9DB6-BBD6F7FF8277}"/>
                  </a:ext>
                </a:extLst>
              </p:cNvPr>
              <p:cNvSpPr/>
              <p:nvPr/>
            </p:nvSpPr>
            <p:spPr>
              <a:xfrm rot="12783292">
                <a:off x="3024256" y="2578881"/>
                <a:ext cx="127510" cy="237098"/>
              </a:xfrm>
              <a:custGeom>
                <a:avLst/>
                <a:gdLst>
                  <a:gd name="connsiteX0" fmla="*/ 0 w 102393"/>
                  <a:gd name="connsiteY0" fmla="*/ 0 h 183356"/>
                  <a:gd name="connsiteX1" fmla="*/ 35718 w 102393"/>
                  <a:gd name="connsiteY1" fmla="*/ 83343 h 183356"/>
                  <a:gd name="connsiteX2" fmla="*/ 35718 w 102393"/>
                  <a:gd name="connsiteY2" fmla="*/ 152400 h 183356"/>
                  <a:gd name="connsiteX3" fmla="*/ 95250 w 102393"/>
                  <a:gd name="connsiteY3" fmla="*/ 183356 h 183356"/>
                  <a:gd name="connsiteX4" fmla="*/ 102393 w 102393"/>
                  <a:gd name="connsiteY4" fmla="*/ 83343 h 183356"/>
                  <a:gd name="connsiteX5" fmla="*/ 83343 w 102393"/>
                  <a:gd name="connsiteY5" fmla="*/ 9525 h 183356"/>
                  <a:gd name="connsiteX6" fmla="*/ 0 w 102393"/>
                  <a:gd name="connsiteY6" fmla="*/ 0 h 183356"/>
                  <a:gd name="connsiteX0" fmla="*/ 1092 w 103485"/>
                  <a:gd name="connsiteY0" fmla="*/ 0 h 183356"/>
                  <a:gd name="connsiteX1" fmla="*/ 36810 w 103485"/>
                  <a:gd name="connsiteY1" fmla="*/ 83343 h 183356"/>
                  <a:gd name="connsiteX2" fmla="*/ 36810 w 103485"/>
                  <a:gd name="connsiteY2" fmla="*/ 152400 h 183356"/>
                  <a:gd name="connsiteX3" fmla="*/ 96342 w 103485"/>
                  <a:gd name="connsiteY3" fmla="*/ 183356 h 183356"/>
                  <a:gd name="connsiteX4" fmla="*/ 103485 w 103485"/>
                  <a:gd name="connsiteY4" fmla="*/ 83343 h 183356"/>
                  <a:gd name="connsiteX5" fmla="*/ 84435 w 103485"/>
                  <a:gd name="connsiteY5" fmla="*/ 9525 h 183356"/>
                  <a:gd name="connsiteX6" fmla="*/ 1092 w 103485"/>
                  <a:gd name="connsiteY6" fmla="*/ 0 h 183356"/>
                  <a:gd name="connsiteX0" fmla="*/ 1092 w 105030"/>
                  <a:gd name="connsiteY0" fmla="*/ 0 h 183356"/>
                  <a:gd name="connsiteX1" fmla="*/ 36810 w 105030"/>
                  <a:gd name="connsiteY1" fmla="*/ 83343 h 183356"/>
                  <a:gd name="connsiteX2" fmla="*/ 36810 w 105030"/>
                  <a:gd name="connsiteY2" fmla="*/ 152400 h 183356"/>
                  <a:gd name="connsiteX3" fmla="*/ 96342 w 105030"/>
                  <a:gd name="connsiteY3" fmla="*/ 183356 h 183356"/>
                  <a:gd name="connsiteX4" fmla="*/ 103485 w 105030"/>
                  <a:gd name="connsiteY4" fmla="*/ 83343 h 183356"/>
                  <a:gd name="connsiteX5" fmla="*/ 84435 w 105030"/>
                  <a:gd name="connsiteY5" fmla="*/ 9525 h 183356"/>
                  <a:gd name="connsiteX6" fmla="*/ 1092 w 105030"/>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016" h="183356">
                    <a:moveTo>
                      <a:pt x="0" y="0"/>
                    </a:moveTo>
                    <a:cubicBezTo>
                      <a:pt x="15114" y="20174"/>
                      <a:pt x="29765" y="57943"/>
                      <a:pt x="35718" y="83343"/>
                    </a:cubicBezTo>
                    <a:cubicBezTo>
                      <a:pt x="41671" y="108743"/>
                      <a:pt x="39852" y="133482"/>
                      <a:pt x="35718" y="152400"/>
                    </a:cubicBezTo>
                    <a:lnTo>
                      <a:pt x="95250" y="183356"/>
                    </a:lnTo>
                    <a:cubicBezTo>
                      <a:pt x="106362" y="171847"/>
                      <a:pt x="109438" y="111753"/>
                      <a:pt x="107453" y="82781"/>
                    </a:cubicBezTo>
                    <a:cubicBezTo>
                      <a:pt x="105468" y="53809"/>
                      <a:pt x="99284" y="23978"/>
                      <a:pt x="83343" y="9525"/>
                    </a:cubicBezTo>
                    <a:lnTo>
                      <a:pt x="0" y="0"/>
                    </a:lnTo>
                    <a:close/>
                  </a:path>
                </a:pathLst>
              </a:custGeom>
              <a:solidFill>
                <a:schemeClr val="bg1">
                  <a:lumMod val="50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51" name="Freeform 143">
                <a:extLst>
                  <a:ext uri="{FF2B5EF4-FFF2-40B4-BE49-F238E27FC236}">
                    <a16:creationId xmlns:a16="http://schemas.microsoft.com/office/drawing/2014/main" id="{085F8941-E109-47E3-9615-C84C852A8AA2}"/>
                  </a:ext>
                </a:extLst>
              </p:cNvPr>
              <p:cNvSpPr/>
              <p:nvPr/>
            </p:nvSpPr>
            <p:spPr>
              <a:xfrm rot="16996285">
                <a:off x="2968789" y="2381597"/>
                <a:ext cx="127509" cy="237098"/>
              </a:xfrm>
              <a:custGeom>
                <a:avLst/>
                <a:gdLst>
                  <a:gd name="connsiteX0" fmla="*/ 0 w 102393"/>
                  <a:gd name="connsiteY0" fmla="*/ 0 h 183356"/>
                  <a:gd name="connsiteX1" fmla="*/ 35718 w 102393"/>
                  <a:gd name="connsiteY1" fmla="*/ 83343 h 183356"/>
                  <a:gd name="connsiteX2" fmla="*/ 35718 w 102393"/>
                  <a:gd name="connsiteY2" fmla="*/ 152400 h 183356"/>
                  <a:gd name="connsiteX3" fmla="*/ 95250 w 102393"/>
                  <a:gd name="connsiteY3" fmla="*/ 183356 h 183356"/>
                  <a:gd name="connsiteX4" fmla="*/ 102393 w 102393"/>
                  <a:gd name="connsiteY4" fmla="*/ 83343 h 183356"/>
                  <a:gd name="connsiteX5" fmla="*/ 83343 w 102393"/>
                  <a:gd name="connsiteY5" fmla="*/ 9525 h 183356"/>
                  <a:gd name="connsiteX6" fmla="*/ 0 w 102393"/>
                  <a:gd name="connsiteY6" fmla="*/ 0 h 183356"/>
                  <a:gd name="connsiteX0" fmla="*/ 1092 w 103485"/>
                  <a:gd name="connsiteY0" fmla="*/ 0 h 183356"/>
                  <a:gd name="connsiteX1" fmla="*/ 36810 w 103485"/>
                  <a:gd name="connsiteY1" fmla="*/ 83343 h 183356"/>
                  <a:gd name="connsiteX2" fmla="*/ 36810 w 103485"/>
                  <a:gd name="connsiteY2" fmla="*/ 152400 h 183356"/>
                  <a:gd name="connsiteX3" fmla="*/ 96342 w 103485"/>
                  <a:gd name="connsiteY3" fmla="*/ 183356 h 183356"/>
                  <a:gd name="connsiteX4" fmla="*/ 103485 w 103485"/>
                  <a:gd name="connsiteY4" fmla="*/ 83343 h 183356"/>
                  <a:gd name="connsiteX5" fmla="*/ 84435 w 103485"/>
                  <a:gd name="connsiteY5" fmla="*/ 9525 h 183356"/>
                  <a:gd name="connsiteX6" fmla="*/ 1092 w 103485"/>
                  <a:gd name="connsiteY6" fmla="*/ 0 h 183356"/>
                  <a:gd name="connsiteX0" fmla="*/ 1092 w 105030"/>
                  <a:gd name="connsiteY0" fmla="*/ 0 h 183356"/>
                  <a:gd name="connsiteX1" fmla="*/ 36810 w 105030"/>
                  <a:gd name="connsiteY1" fmla="*/ 83343 h 183356"/>
                  <a:gd name="connsiteX2" fmla="*/ 36810 w 105030"/>
                  <a:gd name="connsiteY2" fmla="*/ 152400 h 183356"/>
                  <a:gd name="connsiteX3" fmla="*/ 96342 w 105030"/>
                  <a:gd name="connsiteY3" fmla="*/ 183356 h 183356"/>
                  <a:gd name="connsiteX4" fmla="*/ 103485 w 105030"/>
                  <a:gd name="connsiteY4" fmla="*/ 83343 h 183356"/>
                  <a:gd name="connsiteX5" fmla="*/ 84435 w 105030"/>
                  <a:gd name="connsiteY5" fmla="*/ 9525 h 183356"/>
                  <a:gd name="connsiteX6" fmla="*/ 1092 w 105030"/>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3938"/>
                  <a:gd name="connsiteY0" fmla="*/ 0 h 183356"/>
                  <a:gd name="connsiteX1" fmla="*/ 35718 w 103938"/>
                  <a:gd name="connsiteY1" fmla="*/ 83343 h 183356"/>
                  <a:gd name="connsiteX2" fmla="*/ 35718 w 103938"/>
                  <a:gd name="connsiteY2" fmla="*/ 152400 h 183356"/>
                  <a:gd name="connsiteX3" fmla="*/ 95250 w 103938"/>
                  <a:gd name="connsiteY3" fmla="*/ 183356 h 183356"/>
                  <a:gd name="connsiteX4" fmla="*/ 102393 w 103938"/>
                  <a:gd name="connsiteY4" fmla="*/ 83343 h 183356"/>
                  <a:gd name="connsiteX5" fmla="*/ 83343 w 103938"/>
                  <a:gd name="connsiteY5" fmla="*/ 9525 h 183356"/>
                  <a:gd name="connsiteX6" fmla="*/ 0 w 103938"/>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 name="connsiteX0" fmla="*/ 0 w 108016"/>
                  <a:gd name="connsiteY0" fmla="*/ 0 h 183356"/>
                  <a:gd name="connsiteX1" fmla="*/ 35718 w 108016"/>
                  <a:gd name="connsiteY1" fmla="*/ 83343 h 183356"/>
                  <a:gd name="connsiteX2" fmla="*/ 35718 w 108016"/>
                  <a:gd name="connsiteY2" fmla="*/ 152400 h 183356"/>
                  <a:gd name="connsiteX3" fmla="*/ 95250 w 108016"/>
                  <a:gd name="connsiteY3" fmla="*/ 183356 h 183356"/>
                  <a:gd name="connsiteX4" fmla="*/ 107453 w 108016"/>
                  <a:gd name="connsiteY4" fmla="*/ 82781 h 183356"/>
                  <a:gd name="connsiteX5" fmla="*/ 83343 w 108016"/>
                  <a:gd name="connsiteY5" fmla="*/ 9525 h 183356"/>
                  <a:gd name="connsiteX6" fmla="*/ 0 w 108016"/>
                  <a:gd name="connsiteY6" fmla="*/ 0 h 183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016" h="183356">
                    <a:moveTo>
                      <a:pt x="0" y="0"/>
                    </a:moveTo>
                    <a:cubicBezTo>
                      <a:pt x="15114" y="20174"/>
                      <a:pt x="29765" y="57943"/>
                      <a:pt x="35718" y="83343"/>
                    </a:cubicBezTo>
                    <a:cubicBezTo>
                      <a:pt x="41671" y="108743"/>
                      <a:pt x="39852" y="133482"/>
                      <a:pt x="35718" y="152400"/>
                    </a:cubicBezTo>
                    <a:lnTo>
                      <a:pt x="95250" y="183356"/>
                    </a:lnTo>
                    <a:cubicBezTo>
                      <a:pt x="106362" y="171847"/>
                      <a:pt x="109438" y="111753"/>
                      <a:pt x="107453" y="82781"/>
                    </a:cubicBezTo>
                    <a:cubicBezTo>
                      <a:pt x="105468" y="53809"/>
                      <a:pt x="99284" y="23978"/>
                      <a:pt x="83343" y="9525"/>
                    </a:cubicBezTo>
                    <a:lnTo>
                      <a:pt x="0" y="0"/>
                    </a:lnTo>
                    <a:close/>
                  </a:path>
                </a:pathLst>
              </a:custGeom>
              <a:solidFill>
                <a:schemeClr val="bg1">
                  <a:lumMod val="50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52" name="Donut 144">
                <a:extLst>
                  <a:ext uri="{FF2B5EF4-FFF2-40B4-BE49-F238E27FC236}">
                    <a16:creationId xmlns:a16="http://schemas.microsoft.com/office/drawing/2014/main" id="{F1F1BDB9-F648-4154-9411-7DC2D4C716AF}"/>
                  </a:ext>
                </a:extLst>
              </p:cNvPr>
              <p:cNvSpPr/>
              <p:nvPr/>
            </p:nvSpPr>
            <p:spPr>
              <a:xfrm>
                <a:off x="2881979" y="2252346"/>
                <a:ext cx="633520" cy="633519"/>
              </a:xfrm>
              <a:prstGeom prst="donut">
                <a:avLst>
                  <a:gd name="adj" fmla="val 7842"/>
                </a:avLst>
              </a:prstGeom>
              <a:solidFill>
                <a:schemeClr val="bg1">
                  <a:lumMod val="50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solidFill>
                    <a:schemeClr val="tx1"/>
                  </a:solidFill>
                </a:endParaRPr>
              </a:p>
            </p:txBody>
          </p:sp>
          <p:sp>
            <p:nvSpPr>
              <p:cNvPr id="53" name="Oval 52">
                <a:extLst>
                  <a:ext uri="{FF2B5EF4-FFF2-40B4-BE49-F238E27FC236}">
                    <a16:creationId xmlns:a16="http://schemas.microsoft.com/office/drawing/2014/main" id="{BD8681D0-676B-4FEF-9507-30262827F8F7}"/>
                  </a:ext>
                </a:extLst>
              </p:cNvPr>
              <p:cNvSpPr/>
              <p:nvPr/>
            </p:nvSpPr>
            <p:spPr>
              <a:xfrm>
                <a:off x="3090351" y="2465178"/>
                <a:ext cx="200931" cy="200930"/>
              </a:xfrm>
              <a:prstGeom prst="ellipse">
                <a:avLst/>
              </a:prstGeom>
              <a:solidFill>
                <a:schemeClr val="bg1">
                  <a:lumMod val="50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54" name="Freeform 146">
                <a:extLst>
                  <a:ext uri="{FF2B5EF4-FFF2-40B4-BE49-F238E27FC236}">
                    <a16:creationId xmlns:a16="http://schemas.microsoft.com/office/drawing/2014/main" id="{D4D6275A-A622-4EE1-B3E1-9B088EF07FF3}"/>
                  </a:ext>
                </a:extLst>
              </p:cNvPr>
              <p:cNvSpPr/>
              <p:nvPr/>
            </p:nvSpPr>
            <p:spPr>
              <a:xfrm>
                <a:off x="2892213" y="2810292"/>
                <a:ext cx="616746" cy="114420"/>
              </a:xfrm>
              <a:custGeom>
                <a:avLst/>
                <a:gdLst>
                  <a:gd name="connsiteX0" fmla="*/ 0 w 526257"/>
                  <a:gd name="connsiteY0" fmla="*/ 97632 h 97632"/>
                  <a:gd name="connsiteX1" fmla="*/ 526257 w 526257"/>
                  <a:gd name="connsiteY1" fmla="*/ 97632 h 97632"/>
                  <a:gd name="connsiteX2" fmla="*/ 402432 w 526257"/>
                  <a:gd name="connsiteY2" fmla="*/ 0 h 97632"/>
                  <a:gd name="connsiteX3" fmla="*/ 335757 w 526257"/>
                  <a:gd name="connsiteY3" fmla="*/ 23813 h 97632"/>
                  <a:gd name="connsiteX4" fmla="*/ 257175 w 526257"/>
                  <a:gd name="connsiteY4" fmla="*/ 42863 h 97632"/>
                  <a:gd name="connsiteX5" fmla="*/ 192882 w 526257"/>
                  <a:gd name="connsiteY5" fmla="*/ 35719 h 97632"/>
                  <a:gd name="connsiteX6" fmla="*/ 123825 w 526257"/>
                  <a:gd name="connsiteY6" fmla="*/ 9525 h 97632"/>
                  <a:gd name="connsiteX7" fmla="*/ 0 w 526257"/>
                  <a:gd name="connsiteY7" fmla="*/ 97632 h 97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6257" h="97632">
                    <a:moveTo>
                      <a:pt x="0" y="97632"/>
                    </a:moveTo>
                    <a:lnTo>
                      <a:pt x="526257" y="97632"/>
                    </a:lnTo>
                    <a:lnTo>
                      <a:pt x="402432" y="0"/>
                    </a:lnTo>
                    <a:lnTo>
                      <a:pt x="335757" y="23813"/>
                    </a:lnTo>
                    <a:lnTo>
                      <a:pt x="257175" y="42863"/>
                    </a:lnTo>
                    <a:lnTo>
                      <a:pt x="192882" y="35719"/>
                    </a:lnTo>
                    <a:lnTo>
                      <a:pt x="123825" y="9525"/>
                    </a:lnTo>
                    <a:lnTo>
                      <a:pt x="0" y="97632"/>
                    </a:lnTo>
                    <a:close/>
                  </a:path>
                </a:pathLst>
              </a:custGeom>
              <a:solidFill>
                <a:schemeClr val="bg1">
                  <a:lumMod val="50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p>
            </p:txBody>
          </p:sp>
          <p:sp>
            <p:nvSpPr>
              <p:cNvPr id="55" name="Freeform 147">
                <a:extLst>
                  <a:ext uri="{FF2B5EF4-FFF2-40B4-BE49-F238E27FC236}">
                    <a16:creationId xmlns:a16="http://schemas.microsoft.com/office/drawing/2014/main" id="{C8352EF2-B2DF-4CFC-9C42-22EA8DE3E099}"/>
                  </a:ext>
                </a:extLst>
              </p:cNvPr>
              <p:cNvSpPr/>
              <p:nvPr/>
            </p:nvSpPr>
            <p:spPr>
              <a:xfrm>
                <a:off x="3262880" y="2258878"/>
                <a:ext cx="431893" cy="263584"/>
              </a:xfrm>
              <a:custGeom>
                <a:avLst/>
                <a:gdLst>
                  <a:gd name="connsiteX0" fmla="*/ 0 w 368525"/>
                  <a:gd name="connsiteY0" fmla="*/ 0 h 224912"/>
                  <a:gd name="connsiteX1" fmla="*/ 368525 w 368525"/>
                  <a:gd name="connsiteY1" fmla="*/ 0 h 224912"/>
                  <a:gd name="connsiteX2" fmla="*/ 368525 w 368525"/>
                  <a:gd name="connsiteY2" fmla="*/ 224912 h 224912"/>
                  <a:gd name="connsiteX3" fmla="*/ 211541 w 368525"/>
                  <a:gd name="connsiteY3" fmla="*/ 224912 h 224912"/>
                  <a:gd name="connsiteX4" fmla="*/ 210062 w 368525"/>
                  <a:gd name="connsiteY4" fmla="*/ 210241 h 224912"/>
                  <a:gd name="connsiteX5" fmla="*/ 196279 w 368525"/>
                  <a:gd name="connsiteY5" fmla="*/ 165841 h 224912"/>
                  <a:gd name="connsiteX6" fmla="*/ 309454 w 368525"/>
                  <a:gd name="connsiteY6" fmla="*/ 165841 h 224912"/>
                  <a:gd name="connsiteX7" fmla="*/ 309454 w 368525"/>
                  <a:gd name="connsiteY7" fmla="*/ 59071 h 224912"/>
                  <a:gd name="connsiteX8" fmla="*/ 118788 w 368525"/>
                  <a:gd name="connsiteY8" fmla="*/ 59071 h 224912"/>
                  <a:gd name="connsiteX9" fmla="*/ 96387 w 368525"/>
                  <a:gd name="connsiteY9" fmla="*/ 40589 h 224912"/>
                  <a:gd name="connsiteX10" fmla="*/ 50475 w 368525"/>
                  <a:gd name="connsiteY10" fmla="*/ 15668 h 224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525" h="224912">
                    <a:moveTo>
                      <a:pt x="0" y="0"/>
                    </a:moveTo>
                    <a:lnTo>
                      <a:pt x="368525" y="0"/>
                    </a:lnTo>
                    <a:lnTo>
                      <a:pt x="368525" y="224912"/>
                    </a:lnTo>
                    <a:lnTo>
                      <a:pt x="211541" y="224912"/>
                    </a:lnTo>
                    <a:lnTo>
                      <a:pt x="210062" y="210241"/>
                    </a:lnTo>
                    <a:lnTo>
                      <a:pt x="196279" y="165841"/>
                    </a:lnTo>
                    <a:lnTo>
                      <a:pt x="309454" y="165841"/>
                    </a:lnTo>
                    <a:lnTo>
                      <a:pt x="309454" y="59071"/>
                    </a:lnTo>
                    <a:lnTo>
                      <a:pt x="118788" y="59071"/>
                    </a:lnTo>
                    <a:lnTo>
                      <a:pt x="96387" y="40589"/>
                    </a:lnTo>
                    <a:cubicBezTo>
                      <a:pt x="82008" y="30874"/>
                      <a:pt x="66643" y="22507"/>
                      <a:pt x="50475" y="15668"/>
                    </a:cubicBezTo>
                    <a:close/>
                  </a:path>
                </a:pathLst>
              </a:custGeom>
              <a:solidFill>
                <a:schemeClr val="bg1">
                  <a:lumMod val="50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solidFill>
                    <a:schemeClr val="tx1"/>
                  </a:solidFill>
                </a:endParaRPr>
              </a:p>
            </p:txBody>
          </p:sp>
        </p:grpSp>
      </p:grpSp>
      <p:grpSp>
        <p:nvGrpSpPr>
          <p:cNvPr id="56" name="Group 55">
            <a:extLst>
              <a:ext uri="{FF2B5EF4-FFF2-40B4-BE49-F238E27FC236}">
                <a16:creationId xmlns:a16="http://schemas.microsoft.com/office/drawing/2014/main" id="{ADB4FCCB-3F52-4259-91DB-E231F14BF77D}"/>
              </a:ext>
            </a:extLst>
          </p:cNvPr>
          <p:cNvGrpSpPr/>
          <p:nvPr/>
        </p:nvGrpSpPr>
        <p:grpSpPr>
          <a:xfrm>
            <a:off x="2694776" y="5058412"/>
            <a:ext cx="650820" cy="712766"/>
            <a:chOff x="798788" y="4295627"/>
            <a:chExt cx="650820" cy="712766"/>
          </a:xfrm>
        </p:grpSpPr>
        <p:pic>
          <p:nvPicPr>
            <p:cNvPr id="57" name="Picture 56">
              <a:extLst>
                <a:ext uri="{FF2B5EF4-FFF2-40B4-BE49-F238E27FC236}">
                  <a16:creationId xmlns:a16="http://schemas.microsoft.com/office/drawing/2014/main" id="{5DD95557-8739-4E63-A1C5-BBA2E83E0E39}"/>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84308" y="4295627"/>
              <a:ext cx="479780" cy="500869"/>
            </a:xfrm>
            <a:prstGeom prst="rect">
              <a:avLst/>
            </a:prstGeom>
          </p:spPr>
        </p:pic>
        <p:sp>
          <p:nvSpPr>
            <p:cNvPr id="58" name="TextBox 57">
              <a:extLst>
                <a:ext uri="{FF2B5EF4-FFF2-40B4-BE49-F238E27FC236}">
                  <a16:creationId xmlns:a16="http://schemas.microsoft.com/office/drawing/2014/main" id="{7F3296D4-3865-44E1-981E-94443CC36DA7}"/>
                </a:ext>
              </a:extLst>
            </p:cNvPr>
            <p:cNvSpPr txBox="1"/>
            <p:nvPr/>
          </p:nvSpPr>
          <p:spPr bwMode="auto">
            <a:xfrm>
              <a:off x="798788" y="4795514"/>
              <a:ext cx="650820" cy="212879"/>
            </a:xfrm>
            <a:prstGeom prst="rect">
              <a:avLst/>
            </a:prstGeom>
            <a:noFill/>
            <a:ln>
              <a:noFill/>
            </a:ln>
            <a:effectLst/>
            <a:extLst>
              <a:ext uri="{FAA26D3D-D897-4be2-8F04-BA451C77F1D7}"/>
            </a:extLst>
          </p:spPr>
          <p:txBody>
            <a:bodyPr wrap="none" lIns="90488" tIns="44450" rIns="90488" bIns="44450">
              <a:spAutoFit/>
            </a:bodyPr>
            <a:lstStyle/>
            <a:p>
              <a:pPr algn="ctr">
                <a:lnSpc>
                  <a:spcPct val="80000"/>
                </a:lnSpc>
                <a:defRPr/>
              </a:pPr>
              <a:r>
                <a:rPr lang="en-US" sz="1000" kern="0">
                  <a:latin typeface="Arial"/>
                  <a:ea typeface="ＭＳ Ｐゴシック" charset="0"/>
                  <a:cs typeface="ＭＳ Ｐゴシック" charset="0"/>
                </a:rPr>
                <a:t>Furnace</a:t>
              </a:r>
            </a:p>
          </p:txBody>
        </p:sp>
      </p:grpSp>
      <p:sp>
        <p:nvSpPr>
          <p:cNvPr id="59" name="TextBox 28">
            <a:extLst>
              <a:ext uri="{FF2B5EF4-FFF2-40B4-BE49-F238E27FC236}">
                <a16:creationId xmlns:a16="http://schemas.microsoft.com/office/drawing/2014/main" id="{F3A60895-8D44-4737-A42D-DA0C2CC8A87F}"/>
              </a:ext>
            </a:extLst>
          </p:cNvPr>
          <p:cNvSpPr txBox="1">
            <a:spLocks noChangeArrowheads="1"/>
          </p:cNvSpPr>
          <p:nvPr/>
        </p:nvSpPr>
        <p:spPr bwMode="auto">
          <a:xfrm>
            <a:off x="2568297" y="5737458"/>
            <a:ext cx="903778" cy="523220"/>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400" b="1" dirty="0">
                <a:solidFill>
                  <a:srgbClr val="000000"/>
                </a:solidFill>
              </a:rPr>
              <a:t>Content</a:t>
            </a:r>
          </a:p>
          <a:p>
            <a:pPr algn="ctr">
              <a:defRPr/>
            </a:pPr>
            <a:r>
              <a:rPr lang="en-US" sz="1400" b="1" dirty="0">
                <a:solidFill>
                  <a:srgbClr val="000000"/>
                </a:solidFill>
              </a:rPr>
              <a:t>Library</a:t>
            </a:r>
          </a:p>
        </p:txBody>
      </p:sp>
      <p:grpSp>
        <p:nvGrpSpPr>
          <p:cNvPr id="60" name="Group 59">
            <a:extLst>
              <a:ext uri="{FF2B5EF4-FFF2-40B4-BE49-F238E27FC236}">
                <a16:creationId xmlns:a16="http://schemas.microsoft.com/office/drawing/2014/main" id="{5821CD71-6FD3-491C-950A-36D66D8DF835}"/>
              </a:ext>
            </a:extLst>
          </p:cNvPr>
          <p:cNvGrpSpPr/>
          <p:nvPr/>
        </p:nvGrpSpPr>
        <p:grpSpPr>
          <a:xfrm>
            <a:off x="4470374" y="2038704"/>
            <a:ext cx="777875" cy="388938"/>
            <a:chOff x="4154777" y="2262765"/>
            <a:chExt cx="4740275" cy="2370138"/>
          </a:xfrm>
          <a:solidFill>
            <a:schemeClr val="tx1"/>
          </a:solidFill>
        </p:grpSpPr>
        <p:grpSp>
          <p:nvGrpSpPr>
            <p:cNvPr id="61" name="Group 95">
              <a:extLst>
                <a:ext uri="{FF2B5EF4-FFF2-40B4-BE49-F238E27FC236}">
                  <a16:creationId xmlns:a16="http://schemas.microsoft.com/office/drawing/2014/main" id="{4ADAC1F7-0EAA-42F3-9C0E-EB493B5AF8D3}"/>
                </a:ext>
              </a:extLst>
            </p:cNvPr>
            <p:cNvGrpSpPr/>
            <p:nvPr/>
          </p:nvGrpSpPr>
          <p:grpSpPr>
            <a:xfrm>
              <a:off x="4210339" y="2459615"/>
              <a:ext cx="1511300" cy="1514475"/>
              <a:chOff x="2644775" y="1614488"/>
              <a:chExt cx="1511300" cy="1514475"/>
            </a:xfrm>
            <a:grpFill/>
          </p:grpSpPr>
          <p:sp>
            <p:nvSpPr>
              <p:cNvPr id="76" name="Freeform 8">
                <a:extLst>
                  <a:ext uri="{FF2B5EF4-FFF2-40B4-BE49-F238E27FC236}">
                    <a16:creationId xmlns:a16="http://schemas.microsoft.com/office/drawing/2014/main" id="{F5C726AD-FCBE-412D-9BB2-927ABC97A21C}"/>
                  </a:ext>
                </a:extLst>
              </p:cNvPr>
              <p:cNvSpPr>
                <a:spLocks noEditPoints="1"/>
              </p:cNvSpPr>
              <p:nvPr/>
            </p:nvSpPr>
            <p:spPr bwMode="auto">
              <a:xfrm>
                <a:off x="2644775" y="1614488"/>
                <a:ext cx="1511300" cy="1514475"/>
              </a:xfrm>
              <a:custGeom>
                <a:avLst/>
                <a:gdLst/>
                <a:ahLst/>
                <a:cxnLst>
                  <a:cxn ang="0">
                    <a:pos x="667" y="237"/>
                  </a:cxn>
                  <a:cxn ang="0">
                    <a:pos x="678" y="147"/>
                  </a:cxn>
                  <a:cxn ang="0">
                    <a:pos x="652" y="98"/>
                  </a:cxn>
                  <a:cxn ang="0">
                    <a:pos x="585" y="143"/>
                  </a:cxn>
                  <a:cxn ang="0">
                    <a:pos x="564" y="57"/>
                  </a:cxn>
                  <a:cxn ang="0">
                    <a:pos x="521" y="22"/>
                  </a:cxn>
                  <a:cxn ang="0">
                    <a:pos x="476" y="88"/>
                  </a:cxn>
                  <a:cxn ang="0">
                    <a:pos x="421" y="17"/>
                  </a:cxn>
                  <a:cxn ang="0">
                    <a:pos x="367" y="1"/>
                  </a:cxn>
                  <a:cxn ang="0">
                    <a:pos x="352" y="80"/>
                  </a:cxn>
                  <a:cxn ang="0">
                    <a:pos x="277" y="34"/>
                  </a:cxn>
                  <a:cxn ang="0">
                    <a:pos x="221" y="40"/>
                  </a:cxn>
                  <a:cxn ang="0">
                    <a:pos x="237" y="118"/>
                  </a:cxn>
                  <a:cxn ang="0">
                    <a:pos x="147" y="107"/>
                  </a:cxn>
                  <a:cxn ang="0">
                    <a:pos x="98" y="133"/>
                  </a:cxn>
                  <a:cxn ang="0">
                    <a:pos x="143" y="200"/>
                  </a:cxn>
                  <a:cxn ang="0">
                    <a:pos x="57" y="221"/>
                  </a:cxn>
                  <a:cxn ang="0">
                    <a:pos x="22" y="264"/>
                  </a:cxn>
                  <a:cxn ang="0">
                    <a:pos x="88" y="309"/>
                  </a:cxn>
                  <a:cxn ang="0">
                    <a:pos x="17" y="364"/>
                  </a:cxn>
                  <a:cxn ang="0">
                    <a:pos x="1" y="418"/>
                  </a:cxn>
                  <a:cxn ang="0">
                    <a:pos x="80" y="433"/>
                  </a:cxn>
                  <a:cxn ang="0">
                    <a:pos x="34" y="508"/>
                  </a:cxn>
                  <a:cxn ang="0">
                    <a:pos x="39" y="564"/>
                  </a:cxn>
                  <a:cxn ang="0">
                    <a:pos x="118" y="549"/>
                  </a:cxn>
                  <a:cxn ang="0">
                    <a:pos x="107" y="638"/>
                  </a:cxn>
                  <a:cxn ang="0">
                    <a:pos x="133" y="687"/>
                  </a:cxn>
                  <a:cxn ang="0">
                    <a:pos x="200" y="643"/>
                  </a:cxn>
                  <a:cxn ang="0">
                    <a:pos x="221" y="728"/>
                  </a:cxn>
                  <a:cxn ang="0">
                    <a:pos x="264" y="764"/>
                  </a:cxn>
                  <a:cxn ang="0">
                    <a:pos x="309" y="697"/>
                  </a:cxn>
                  <a:cxn ang="0">
                    <a:pos x="364" y="768"/>
                  </a:cxn>
                  <a:cxn ang="0">
                    <a:pos x="418" y="784"/>
                  </a:cxn>
                  <a:cxn ang="0">
                    <a:pos x="433" y="706"/>
                  </a:cxn>
                  <a:cxn ang="0">
                    <a:pos x="508" y="751"/>
                  </a:cxn>
                  <a:cxn ang="0">
                    <a:pos x="564" y="746"/>
                  </a:cxn>
                  <a:cxn ang="0">
                    <a:pos x="549" y="667"/>
                  </a:cxn>
                  <a:cxn ang="0">
                    <a:pos x="638" y="678"/>
                  </a:cxn>
                  <a:cxn ang="0">
                    <a:pos x="687" y="652"/>
                  </a:cxn>
                  <a:cxn ang="0">
                    <a:pos x="643" y="585"/>
                  </a:cxn>
                  <a:cxn ang="0">
                    <a:pos x="728" y="564"/>
                  </a:cxn>
                  <a:cxn ang="0">
                    <a:pos x="763" y="521"/>
                  </a:cxn>
                  <a:cxn ang="0">
                    <a:pos x="697" y="476"/>
                  </a:cxn>
                  <a:cxn ang="0">
                    <a:pos x="768" y="421"/>
                  </a:cxn>
                  <a:cxn ang="0">
                    <a:pos x="784" y="368"/>
                  </a:cxn>
                  <a:cxn ang="0">
                    <a:pos x="705" y="352"/>
                  </a:cxn>
                  <a:cxn ang="0">
                    <a:pos x="751" y="277"/>
                  </a:cxn>
                  <a:cxn ang="0">
                    <a:pos x="746" y="221"/>
                  </a:cxn>
                  <a:cxn ang="0">
                    <a:pos x="659" y="385"/>
                  </a:cxn>
                  <a:cxn ang="0">
                    <a:pos x="126" y="400"/>
                  </a:cxn>
                  <a:cxn ang="0">
                    <a:pos x="659" y="385"/>
                  </a:cxn>
                </a:cxnLst>
                <a:rect l="0" t="0" r="r" b="b"/>
                <a:pathLst>
                  <a:path w="786" h="786">
                    <a:moveTo>
                      <a:pt x="722" y="212"/>
                    </a:moveTo>
                    <a:cubicBezTo>
                      <a:pt x="667" y="237"/>
                      <a:pt x="667" y="237"/>
                      <a:pt x="667" y="237"/>
                    </a:cubicBezTo>
                    <a:cubicBezTo>
                      <a:pt x="658" y="221"/>
                      <a:pt x="647" y="206"/>
                      <a:pt x="636" y="192"/>
                    </a:cubicBezTo>
                    <a:cubicBezTo>
                      <a:pt x="678" y="147"/>
                      <a:pt x="678" y="147"/>
                      <a:pt x="678" y="147"/>
                    </a:cubicBezTo>
                    <a:cubicBezTo>
                      <a:pt x="685" y="140"/>
                      <a:pt x="685" y="129"/>
                      <a:pt x="678" y="122"/>
                    </a:cubicBezTo>
                    <a:cubicBezTo>
                      <a:pt x="652" y="98"/>
                      <a:pt x="652" y="98"/>
                      <a:pt x="652" y="98"/>
                    </a:cubicBezTo>
                    <a:cubicBezTo>
                      <a:pt x="645" y="91"/>
                      <a:pt x="633" y="92"/>
                      <a:pt x="627" y="99"/>
                    </a:cubicBezTo>
                    <a:cubicBezTo>
                      <a:pt x="585" y="143"/>
                      <a:pt x="585" y="143"/>
                      <a:pt x="585" y="143"/>
                    </a:cubicBezTo>
                    <a:cubicBezTo>
                      <a:pt x="572" y="132"/>
                      <a:pt x="557" y="123"/>
                      <a:pt x="542" y="115"/>
                    </a:cubicBezTo>
                    <a:cubicBezTo>
                      <a:pt x="564" y="57"/>
                      <a:pt x="564" y="57"/>
                      <a:pt x="564" y="57"/>
                    </a:cubicBezTo>
                    <a:cubicBezTo>
                      <a:pt x="568" y="48"/>
                      <a:pt x="563" y="38"/>
                      <a:pt x="554" y="35"/>
                    </a:cubicBezTo>
                    <a:cubicBezTo>
                      <a:pt x="521" y="22"/>
                      <a:pt x="521" y="22"/>
                      <a:pt x="521" y="22"/>
                    </a:cubicBezTo>
                    <a:cubicBezTo>
                      <a:pt x="512" y="18"/>
                      <a:pt x="502" y="23"/>
                      <a:pt x="498" y="32"/>
                    </a:cubicBezTo>
                    <a:cubicBezTo>
                      <a:pt x="476" y="88"/>
                      <a:pt x="476" y="88"/>
                      <a:pt x="476" y="88"/>
                    </a:cubicBezTo>
                    <a:cubicBezTo>
                      <a:pt x="459" y="84"/>
                      <a:pt x="441" y="80"/>
                      <a:pt x="423" y="79"/>
                    </a:cubicBezTo>
                    <a:cubicBezTo>
                      <a:pt x="421" y="17"/>
                      <a:pt x="421" y="17"/>
                      <a:pt x="421" y="17"/>
                    </a:cubicBezTo>
                    <a:cubicBezTo>
                      <a:pt x="421" y="7"/>
                      <a:pt x="413" y="0"/>
                      <a:pt x="403" y="0"/>
                    </a:cubicBezTo>
                    <a:cubicBezTo>
                      <a:pt x="367" y="1"/>
                      <a:pt x="367" y="1"/>
                      <a:pt x="367" y="1"/>
                    </a:cubicBezTo>
                    <a:cubicBezTo>
                      <a:pt x="358" y="1"/>
                      <a:pt x="350" y="9"/>
                      <a:pt x="350" y="19"/>
                    </a:cubicBezTo>
                    <a:cubicBezTo>
                      <a:pt x="352" y="80"/>
                      <a:pt x="352" y="80"/>
                      <a:pt x="352" y="80"/>
                    </a:cubicBezTo>
                    <a:cubicBezTo>
                      <a:pt x="335" y="82"/>
                      <a:pt x="318" y="86"/>
                      <a:pt x="302" y="90"/>
                    </a:cubicBezTo>
                    <a:cubicBezTo>
                      <a:pt x="277" y="34"/>
                      <a:pt x="277" y="34"/>
                      <a:pt x="277" y="34"/>
                    </a:cubicBezTo>
                    <a:cubicBezTo>
                      <a:pt x="273" y="25"/>
                      <a:pt x="263" y="21"/>
                      <a:pt x="254" y="25"/>
                    </a:cubicBezTo>
                    <a:cubicBezTo>
                      <a:pt x="221" y="40"/>
                      <a:pt x="221" y="40"/>
                      <a:pt x="221" y="40"/>
                    </a:cubicBezTo>
                    <a:cubicBezTo>
                      <a:pt x="212" y="44"/>
                      <a:pt x="208" y="54"/>
                      <a:pt x="212" y="63"/>
                    </a:cubicBezTo>
                    <a:cubicBezTo>
                      <a:pt x="237" y="118"/>
                      <a:pt x="237" y="118"/>
                      <a:pt x="237" y="118"/>
                    </a:cubicBezTo>
                    <a:cubicBezTo>
                      <a:pt x="221" y="127"/>
                      <a:pt x="206" y="138"/>
                      <a:pt x="192" y="149"/>
                    </a:cubicBezTo>
                    <a:cubicBezTo>
                      <a:pt x="147" y="107"/>
                      <a:pt x="147" y="107"/>
                      <a:pt x="147" y="107"/>
                    </a:cubicBezTo>
                    <a:cubicBezTo>
                      <a:pt x="140" y="100"/>
                      <a:pt x="129" y="101"/>
                      <a:pt x="122" y="108"/>
                    </a:cubicBezTo>
                    <a:cubicBezTo>
                      <a:pt x="98" y="133"/>
                      <a:pt x="98" y="133"/>
                      <a:pt x="98" y="133"/>
                    </a:cubicBezTo>
                    <a:cubicBezTo>
                      <a:pt x="91" y="141"/>
                      <a:pt x="91" y="152"/>
                      <a:pt x="99" y="158"/>
                    </a:cubicBezTo>
                    <a:cubicBezTo>
                      <a:pt x="143" y="200"/>
                      <a:pt x="143" y="200"/>
                      <a:pt x="143" y="200"/>
                    </a:cubicBezTo>
                    <a:cubicBezTo>
                      <a:pt x="132" y="214"/>
                      <a:pt x="123" y="228"/>
                      <a:pt x="115" y="243"/>
                    </a:cubicBezTo>
                    <a:cubicBezTo>
                      <a:pt x="57" y="221"/>
                      <a:pt x="57" y="221"/>
                      <a:pt x="57" y="221"/>
                    </a:cubicBezTo>
                    <a:cubicBezTo>
                      <a:pt x="48" y="217"/>
                      <a:pt x="38" y="222"/>
                      <a:pt x="34" y="231"/>
                    </a:cubicBezTo>
                    <a:cubicBezTo>
                      <a:pt x="22" y="264"/>
                      <a:pt x="22" y="264"/>
                      <a:pt x="22" y="264"/>
                    </a:cubicBezTo>
                    <a:cubicBezTo>
                      <a:pt x="18" y="273"/>
                      <a:pt x="23" y="284"/>
                      <a:pt x="32" y="287"/>
                    </a:cubicBezTo>
                    <a:cubicBezTo>
                      <a:pt x="88" y="309"/>
                      <a:pt x="88" y="309"/>
                      <a:pt x="88" y="309"/>
                    </a:cubicBezTo>
                    <a:cubicBezTo>
                      <a:pt x="84" y="326"/>
                      <a:pt x="80" y="344"/>
                      <a:pt x="79" y="362"/>
                    </a:cubicBezTo>
                    <a:cubicBezTo>
                      <a:pt x="17" y="364"/>
                      <a:pt x="17" y="364"/>
                      <a:pt x="17" y="364"/>
                    </a:cubicBezTo>
                    <a:cubicBezTo>
                      <a:pt x="7" y="364"/>
                      <a:pt x="0" y="373"/>
                      <a:pt x="0" y="382"/>
                    </a:cubicBezTo>
                    <a:cubicBezTo>
                      <a:pt x="1" y="418"/>
                      <a:pt x="1" y="418"/>
                      <a:pt x="1" y="418"/>
                    </a:cubicBezTo>
                    <a:cubicBezTo>
                      <a:pt x="1" y="428"/>
                      <a:pt x="9" y="435"/>
                      <a:pt x="19" y="435"/>
                    </a:cubicBezTo>
                    <a:cubicBezTo>
                      <a:pt x="80" y="433"/>
                      <a:pt x="80" y="433"/>
                      <a:pt x="80" y="433"/>
                    </a:cubicBezTo>
                    <a:cubicBezTo>
                      <a:pt x="82" y="451"/>
                      <a:pt x="86" y="467"/>
                      <a:pt x="90" y="483"/>
                    </a:cubicBezTo>
                    <a:cubicBezTo>
                      <a:pt x="34" y="508"/>
                      <a:pt x="34" y="508"/>
                      <a:pt x="34" y="508"/>
                    </a:cubicBezTo>
                    <a:cubicBezTo>
                      <a:pt x="25" y="512"/>
                      <a:pt x="21" y="523"/>
                      <a:pt x="25" y="532"/>
                    </a:cubicBezTo>
                    <a:cubicBezTo>
                      <a:pt x="39" y="564"/>
                      <a:pt x="39" y="564"/>
                      <a:pt x="39" y="564"/>
                    </a:cubicBezTo>
                    <a:cubicBezTo>
                      <a:pt x="43" y="573"/>
                      <a:pt x="54" y="577"/>
                      <a:pt x="63" y="573"/>
                    </a:cubicBezTo>
                    <a:cubicBezTo>
                      <a:pt x="118" y="549"/>
                      <a:pt x="118" y="549"/>
                      <a:pt x="118" y="549"/>
                    </a:cubicBezTo>
                    <a:cubicBezTo>
                      <a:pt x="127" y="564"/>
                      <a:pt x="138" y="579"/>
                      <a:pt x="149" y="593"/>
                    </a:cubicBezTo>
                    <a:cubicBezTo>
                      <a:pt x="107" y="638"/>
                      <a:pt x="107" y="638"/>
                      <a:pt x="107" y="638"/>
                    </a:cubicBezTo>
                    <a:cubicBezTo>
                      <a:pt x="100" y="645"/>
                      <a:pt x="100" y="656"/>
                      <a:pt x="108" y="663"/>
                    </a:cubicBezTo>
                    <a:cubicBezTo>
                      <a:pt x="133" y="687"/>
                      <a:pt x="133" y="687"/>
                      <a:pt x="133" y="687"/>
                    </a:cubicBezTo>
                    <a:cubicBezTo>
                      <a:pt x="140" y="694"/>
                      <a:pt x="152" y="694"/>
                      <a:pt x="158" y="687"/>
                    </a:cubicBezTo>
                    <a:cubicBezTo>
                      <a:pt x="200" y="643"/>
                      <a:pt x="200" y="643"/>
                      <a:pt x="200" y="643"/>
                    </a:cubicBezTo>
                    <a:cubicBezTo>
                      <a:pt x="214" y="653"/>
                      <a:pt x="228" y="662"/>
                      <a:pt x="243" y="670"/>
                    </a:cubicBezTo>
                    <a:cubicBezTo>
                      <a:pt x="221" y="728"/>
                      <a:pt x="221" y="728"/>
                      <a:pt x="221" y="728"/>
                    </a:cubicBezTo>
                    <a:cubicBezTo>
                      <a:pt x="217" y="737"/>
                      <a:pt x="222" y="747"/>
                      <a:pt x="231" y="751"/>
                    </a:cubicBezTo>
                    <a:cubicBezTo>
                      <a:pt x="264" y="764"/>
                      <a:pt x="264" y="764"/>
                      <a:pt x="264" y="764"/>
                    </a:cubicBezTo>
                    <a:cubicBezTo>
                      <a:pt x="273" y="767"/>
                      <a:pt x="284" y="763"/>
                      <a:pt x="287" y="753"/>
                    </a:cubicBezTo>
                    <a:cubicBezTo>
                      <a:pt x="309" y="697"/>
                      <a:pt x="309" y="697"/>
                      <a:pt x="309" y="697"/>
                    </a:cubicBezTo>
                    <a:cubicBezTo>
                      <a:pt x="326" y="702"/>
                      <a:pt x="344" y="705"/>
                      <a:pt x="362" y="707"/>
                    </a:cubicBezTo>
                    <a:cubicBezTo>
                      <a:pt x="364" y="768"/>
                      <a:pt x="364" y="768"/>
                      <a:pt x="364" y="768"/>
                    </a:cubicBezTo>
                    <a:cubicBezTo>
                      <a:pt x="364" y="778"/>
                      <a:pt x="372" y="786"/>
                      <a:pt x="382" y="785"/>
                    </a:cubicBezTo>
                    <a:cubicBezTo>
                      <a:pt x="418" y="784"/>
                      <a:pt x="418" y="784"/>
                      <a:pt x="418" y="784"/>
                    </a:cubicBezTo>
                    <a:cubicBezTo>
                      <a:pt x="427" y="784"/>
                      <a:pt x="435" y="776"/>
                      <a:pt x="435" y="766"/>
                    </a:cubicBezTo>
                    <a:cubicBezTo>
                      <a:pt x="433" y="706"/>
                      <a:pt x="433" y="706"/>
                      <a:pt x="433" y="706"/>
                    </a:cubicBezTo>
                    <a:cubicBezTo>
                      <a:pt x="450" y="703"/>
                      <a:pt x="467" y="700"/>
                      <a:pt x="483" y="695"/>
                    </a:cubicBezTo>
                    <a:cubicBezTo>
                      <a:pt x="508" y="751"/>
                      <a:pt x="508" y="751"/>
                      <a:pt x="508" y="751"/>
                    </a:cubicBezTo>
                    <a:cubicBezTo>
                      <a:pt x="512" y="760"/>
                      <a:pt x="523" y="764"/>
                      <a:pt x="532" y="760"/>
                    </a:cubicBezTo>
                    <a:cubicBezTo>
                      <a:pt x="564" y="746"/>
                      <a:pt x="564" y="746"/>
                      <a:pt x="564" y="746"/>
                    </a:cubicBezTo>
                    <a:cubicBezTo>
                      <a:pt x="573" y="742"/>
                      <a:pt x="577" y="731"/>
                      <a:pt x="573" y="722"/>
                    </a:cubicBezTo>
                    <a:cubicBezTo>
                      <a:pt x="549" y="667"/>
                      <a:pt x="549" y="667"/>
                      <a:pt x="549" y="667"/>
                    </a:cubicBezTo>
                    <a:cubicBezTo>
                      <a:pt x="564" y="658"/>
                      <a:pt x="579" y="648"/>
                      <a:pt x="593" y="636"/>
                    </a:cubicBezTo>
                    <a:cubicBezTo>
                      <a:pt x="638" y="678"/>
                      <a:pt x="638" y="678"/>
                      <a:pt x="638" y="678"/>
                    </a:cubicBezTo>
                    <a:cubicBezTo>
                      <a:pt x="645" y="685"/>
                      <a:pt x="656" y="685"/>
                      <a:pt x="663" y="678"/>
                    </a:cubicBezTo>
                    <a:cubicBezTo>
                      <a:pt x="687" y="652"/>
                      <a:pt x="687" y="652"/>
                      <a:pt x="687" y="652"/>
                    </a:cubicBezTo>
                    <a:cubicBezTo>
                      <a:pt x="694" y="645"/>
                      <a:pt x="694" y="634"/>
                      <a:pt x="687" y="627"/>
                    </a:cubicBezTo>
                    <a:cubicBezTo>
                      <a:pt x="643" y="585"/>
                      <a:pt x="643" y="585"/>
                      <a:pt x="643" y="585"/>
                    </a:cubicBezTo>
                    <a:cubicBezTo>
                      <a:pt x="653" y="572"/>
                      <a:pt x="662" y="557"/>
                      <a:pt x="670" y="542"/>
                    </a:cubicBezTo>
                    <a:cubicBezTo>
                      <a:pt x="728" y="564"/>
                      <a:pt x="728" y="564"/>
                      <a:pt x="728" y="564"/>
                    </a:cubicBezTo>
                    <a:cubicBezTo>
                      <a:pt x="737" y="568"/>
                      <a:pt x="747" y="563"/>
                      <a:pt x="751" y="554"/>
                    </a:cubicBezTo>
                    <a:cubicBezTo>
                      <a:pt x="763" y="521"/>
                      <a:pt x="763" y="521"/>
                      <a:pt x="763" y="521"/>
                    </a:cubicBezTo>
                    <a:cubicBezTo>
                      <a:pt x="767" y="512"/>
                      <a:pt x="762" y="502"/>
                      <a:pt x="753" y="498"/>
                    </a:cubicBezTo>
                    <a:cubicBezTo>
                      <a:pt x="697" y="476"/>
                      <a:pt x="697" y="476"/>
                      <a:pt x="697" y="476"/>
                    </a:cubicBezTo>
                    <a:cubicBezTo>
                      <a:pt x="702" y="459"/>
                      <a:pt x="705" y="441"/>
                      <a:pt x="707" y="423"/>
                    </a:cubicBezTo>
                    <a:cubicBezTo>
                      <a:pt x="768" y="421"/>
                      <a:pt x="768" y="421"/>
                      <a:pt x="768" y="421"/>
                    </a:cubicBezTo>
                    <a:cubicBezTo>
                      <a:pt x="778" y="421"/>
                      <a:pt x="786" y="413"/>
                      <a:pt x="785" y="403"/>
                    </a:cubicBezTo>
                    <a:cubicBezTo>
                      <a:pt x="784" y="368"/>
                      <a:pt x="784" y="368"/>
                      <a:pt x="784" y="368"/>
                    </a:cubicBezTo>
                    <a:cubicBezTo>
                      <a:pt x="784" y="358"/>
                      <a:pt x="776" y="350"/>
                      <a:pt x="766" y="350"/>
                    </a:cubicBezTo>
                    <a:cubicBezTo>
                      <a:pt x="705" y="352"/>
                      <a:pt x="705" y="352"/>
                      <a:pt x="705" y="352"/>
                    </a:cubicBezTo>
                    <a:cubicBezTo>
                      <a:pt x="703" y="335"/>
                      <a:pt x="700" y="318"/>
                      <a:pt x="695" y="302"/>
                    </a:cubicBezTo>
                    <a:cubicBezTo>
                      <a:pt x="751" y="277"/>
                      <a:pt x="751" y="277"/>
                      <a:pt x="751" y="277"/>
                    </a:cubicBezTo>
                    <a:cubicBezTo>
                      <a:pt x="760" y="273"/>
                      <a:pt x="764" y="263"/>
                      <a:pt x="760" y="254"/>
                    </a:cubicBezTo>
                    <a:cubicBezTo>
                      <a:pt x="746" y="221"/>
                      <a:pt x="746" y="221"/>
                      <a:pt x="746" y="221"/>
                    </a:cubicBezTo>
                    <a:cubicBezTo>
                      <a:pt x="742" y="212"/>
                      <a:pt x="731" y="208"/>
                      <a:pt x="722" y="212"/>
                    </a:cubicBezTo>
                    <a:close/>
                    <a:moveTo>
                      <a:pt x="659" y="385"/>
                    </a:moveTo>
                    <a:cubicBezTo>
                      <a:pt x="663" y="532"/>
                      <a:pt x="547" y="655"/>
                      <a:pt x="400" y="659"/>
                    </a:cubicBezTo>
                    <a:cubicBezTo>
                      <a:pt x="253" y="663"/>
                      <a:pt x="130" y="547"/>
                      <a:pt x="126" y="400"/>
                    </a:cubicBezTo>
                    <a:cubicBezTo>
                      <a:pt x="122" y="253"/>
                      <a:pt x="238" y="130"/>
                      <a:pt x="385" y="126"/>
                    </a:cubicBezTo>
                    <a:cubicBezTo>
                      <a:pt x="532" y="122"/>
                      <a:pt x="655" y="238"/>
                      <a:pt x="659" y="38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7" name="Freeform 9">
                <a:extLst>
                  <a:ext uri="{FF2B5EF4-FFF2-40B4-BE49-F238E27FC236}">
                    <a16:creationId xmlns:a16="http://schemas.microsoft.com/office/drawing/2014/main" id="{5ECDA751-7D96-41BB-BC84-03125027F998}"/>
                  </a:ext>
                </a:extLst>
              </p:cNvPr>
              <p:cNvSpPr>
                <a:spLocks noEditPoints="1"/>
              </p:cNvSpPr>
              <p:nvPr/>
            </p:nvSpPr>
            <p:spPr bwMode="auto">
              <a:xfrm>
                <a:off x="3205163" y="2174876"/>
                <a:ext cx="390525" cy="392113"/>
              </a:xfrm>
              <a:custGeom>
                <a:avLst/>
                <a:gdLst/>
                <a:ahLst/>
                <a:cxnLst>
                  <a:cxn ang="0">
                    <a:pos x="99" y="2"/>
                  </a:cxn>
                  <a:cxn ang="0">
                    <a:pos x="2" y="104"/>
                  </a:cxn>
                  <a:cxn ang="0">
                    <a:pos x="104" y="201"/>
                  </a:cxn>
                  <a:cxn ang="0">
                    <a:pos x="201" y="99"/>
                  </a:cxn>
                  <a:cxn ang="0">
                    <a:pos x="99" y="2"/>
                  </a:cxn>
                  <a:cxn ang="0">
                    <a:pos x="161" y="102"/>
                  </a:cxn>
                  <a:cxn ang="0">
                    <a:pos x="101" y="162"/>
                  </a:cxn>
                  <a:cxn ang="0">
                    <a:pos x="42" y="101"/>
                  </a:cxn>
                  <a:cxn ang="0">
                    <a:pos x="102" y="42"/>
                  </a:cxn>
                  <a:cxn ang="0">
                    <a:pos x="161" y="102"/>
                  </a:cxn>
                </a:cxnLst>
                <a:rect l="0" t="0" r="r" b="b"/>
                <a:pathLst>
                  <a:path w="203" h="203">
                    <a:moveTo>
                      <a:pt x="99" y="2"/>
                    </a:moveTo>
                    <a:cubicBezTo>
                      <a:pt x="44" y="4"/>
                      <a:pt x="0" y="49"/>
                      <a:pt x="2" y="104"/>
                    </a:cubicBezTo>
                    <a:cubicBezTo>
                      <a:pt x="3" y="160"/>
                      <a:pt x="49" y="203"/>
                      <a:pt x="104" y="201"/>
                    </a:cubicBezTo>
                    <a:cubicBezTo>
                      <a:pt x="159" y="200"/>
                      <a:pt x="203" y="154"/>
                      <a:pt x="201" y="99"/>
                    </a:cubicBezTo>
                    <a:cubicBezTo>
                      <a:pt x="200" y="44"/>
                      <a:pt x="154" y="0"/>
                      <a:pt x="99" y="2"/>
                    </a:cubicBezTo>
                    <a:close/>
                    <a:moveTo>
                      <a:pt x="161" y="102"/>
                    </a:moveTo>
                    <a:cubicBezTo>
                      <a:pt x="161" y="135"/>
                      <a:pt x="134" y="162"/>
                      <a:pt x="101" y="162"/>
                    </a:cubicBezTo>
                    <a:cubicBezTo>
                      <a:pt x="68" y="161"/>
                      <a:pt x="41" y="134"/>
                      <a:pt x="42" y="101"/>
                    </a:cubicBezTo>
                    <a:cubicBezTo>
                      <a:pt x="42" y="68"/>
                      <a:pt x="69" y="42"/>
                      <a:pt x="102" y="42"/>
                    </a:cubicBezTo>
                    <a:cubicBezTo>
                      <a:pt x="135" y="42"/>
                      <a:pt x="162" y="69"/>
                      <a:pt x="161" y="10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8" name="Freeform 10">
                <a:extLst>
                  <a:ext uri="{FF2B5EF4-FFF2-40B4-BE49-F238E27FC236}">
                    <a16:creationId xmlns:a16="http://schemas.microsoft.com/office/drawing/2014/main" id="{7666E357-F8EF-4CB3-8347-E379245060CE}"/>
                  </a:ext>
                </a:extLst>
              </p:cNvPr>
              <p:cNvSpPr>
                <a:spLocks/>
              </p:cNvSpPr>
              <p:nvPr/>
            </p:nvSpPr>
            <p:spPr bwMode="auto">
              <a:xfrm>
                <a:off x="3340100" y="1838326"/>
                <a:ext cx="42863" cy="376238"/>
              </a:xfrm>
              <a:custGeom>
                <a:avLst/>
                <a:gdLst/>
                <a:ahLst/>
                <a:cxnLst>
                  <a:cxn ang="0">
                    <a:pos x="7" y="237"/>
                  </a:cxn>
                  <a:cxn ang="0">
                    <a:pos x="27" y="237"/>
                  </a:cxn>
                  <a:cxn ang="0">
                    <a:pos x="21" y="0"/>
                  </a:cxn>
                  <a:cxn ang="0">
                    <a:pos x="0" y="0"/>
                  </a:cxn>
                  <a:cxn ang="0">
                    <a:pos x="7" y="237"/>
                  </a:cxn>
                </a:cxnLst>
                <a:rect l="0" t="0" r="r" b="b"/>
                <a:pathLst>
                  <a:path w="27" h="237">
                    <a:moveTo>
                      <a:pt x="7" y="237"/>
                    </a:moveTo>
                    <a:lnTo>
                      <a:pt x="27" y="237"/>
                    </a:lnTo>
                    <a:lnTo>
                      <a:pt x="21" y="0"/>
                    </a:lnTo>
                    <a:lnTo>
                      <a:pt x="0" y="0"/>
                    </a:lnTo>
                    <a:lnTo>
                      <a:pt x="7" y="237"/>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9" name="Freeform 11">
                <a:extLst>
                  <a:ext uri="{FF2B5EF4-FFF2-40B4-BE49-F238E27FC236}">
                    <a16:creationId xmlns:a16="http://schemas.microsoft.com/office/drawing/2014/main" id="{699D275A-FC10-4449-A911-2DCD40244C8C}"/>
                  </a:ext>
                </a:extLst>
              </p:cNvPr>
              <p:cNvSpPr>
                <a:spLocks/>
              </p:cNvSpPr>
              <p:nvPr/>
            </p:nvSpPr>
            <p:spPr bwMode="auto">
              <a:xfrm>
                <a:off x="3397250" y="1836738"/>
                <a:ext cx="44450" cy="377825"/>
              </a:xfrm>
              <a:custGeom>
                <a:avLst/>
                <a:gdLst/>
                <a:ahLst/>
                <a:cxnLst>
                  <a:cxn ang="0">
                    <a:pos x="0" y="1"/>
                  </a:cxn>
                  <a:cxn ang="0">
                    <a:pos x="6" y="238"/>
                  </a:cxn>
                  <a:cxn ang="0">
                    <a:pos x="28" y="236"/>
                  </a:cxn>
                  <a:cxn ang="0">
                    <a:pos x="21" y="0"/>
                  </a:cxn>
                  <a:cxn ang="0">
                    <a:pos x="0" y="1"/>
                  </a:cxn>
                </a:cxnLst>
                <a:rect l="0" t="0" r="r" b="b"/>
                <a:pathLst>
                  <a:path w="28" h="238">
                    <a:moveTo>
                      <a:pt x="0" y="1"/>
                    </a:moveTo>
                    <a:lnTo>
                      <a:pt x="6" y="238"/>
                    </a:lnTo>
                    <a:lnTo>
                      <a:pt x="28" y="236"/>
                    </a:lnTo>
                    <a:lnTo>
                      <a:pt x="21" y="0"/>
                    </a:lnTo>
                    <a:lnTo>
                      <a:pt x="0" y="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0" name="Freeform 12">
                <a:extLst>
                  <a:ext uri="{FF2B5EF4-FFF2-40B4-BE49-F238E27FC236}">
                    <a16:creationId xmlns:a16="http://schemas.microsoft.com/office/drawing/2014/main" id="{7E26B363-91AB-4A43-9C24-096B6DA2B8A4}"/>
                  </a:ext>
                </a:extLst>
              </p:cNvPr>
              <p:cNvSpPr>
                <a:spLocks/>
              </p:cNvSpPr>
              <p:nvPr/>
            </p:nvSpPr>
            <p:spPr bwMode="auto">
              <a:xfrm>
                <a:off x="3556000" y="2309813"/>
                <a:ext cx="376238" cy="44450"/>
              </a:xfrm>
              <a:custGeom>
                <a:avLst/>
                <a:gdLst/>
                <a:ahLst/>
                <a:cxnLst>
                  <a:cxn ang="0">
                    <a:pos x="0" y="7"/>
                  </a:cxn>
                  <a:cxn ang="0">
                    <a:pos x="0" y="28"/>
                  </a:cxn>
                  <a:cxn ang="0">
                    <a:pos x="237" y="22"/>
                  </a:cxn>
                  <a:cxn ang="0">
                    <a:pos x="237" y="0"/>
                  </a:cxn>
                  <a:cxn ang="0">
                    <a:pos x="0" y="7"/>
                  </a:cxn>
                </a:cxnLst>
                <a:rect l="0" t="0" r="r" b="b"/>
                <a:pathLst>
                  <a:path w="237" h="28">
                    <a:moveTo>
                      <a:pt x="0" y="7"/>
                    </a:moveTo>
                    <a:lnTo>
                      <a:pt x="0" y="28"/>
                    </a:lnTo>
                    <a:lnTo>
                      <a:pt x="237" y="22"/>
                    </a:lnTo>
                    <a:lnTo>
                      <a:pt x="237" y="0"/>
                    </a:lnTo>
                    <a:lnTo>
                      <a:pt x="0" y="7"/>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1" name="Freeform 13">
                <a:extLst>
                  <a:ext uri="{FF2B5EF4-FFF2-40B4-BE49-F238E27FC236}">
                    <a16:creationId xmlns:a16="http://schemas.microsoft.com/office/drawing/2014/main" id="{F350C135-1B6E-41D9-A5CC-2D7651548DD1}"/>
                  </a:ext>
                </a:extLst>
              </p:cNvPr>
              <p:cNvSpPr>
                <a:spLocks/>
              </p:cNvSpPr>
              <p:nvPr/>
            </p:nvSpPr>
            <p:spPr bwMode="auto">
              <a:xfrm>
                <a:off x="3559175" y="2368551"/>
                <a:ext cx="374650" cy="42863"/>
              </a:xfrm>
              <a:custGeom>
                <a:avLst/>
                <a:gdLst/>
                <a:ahLst/>
                <a:cxnLst>
                  <a:cxn ang="0">
                    <a:pos x="236" y="0"/>
                  </a:cxn>
                  <a:cxn ang="0">
                    <a:pos x="0" y="6"/>
                  </a:cxn>
                  <a:cxn ang="0">
                    <a:pos x="0" y="27"/>
                  </a:cxn>
                  <a:cxn ang="0">
                    <a:pos x="236" y="20"/>
                  </a:cxn>
                  <a:cxn ang="0">
                    <a:pos x="236" y="0"/>
                  </a:cxn>
                </a:cxnLst>
                <a:rect l="0" t="0" r="r" b="b"/>
                <a:pathLst>
                  <a:path w="236" h="27">
                    <a:moveTo>
                      <a:pt x="236" y="0"/>
                    </a:moveTo>
                    <a:lnTo>
                      <a:pt x="0" y="6"/>
                    </a:lnTo>
                    <a:lnTo>
                      <a:pt x="0" y="27"/>
                    </a:lnTo>
                    <a:lnTo>
                      <a:pt x="236" y="20"/>
                    </a:lnTo>
                    <a:lnTo>
                      <a:pt x="236"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2" name="Freeform 14">
                <a:extLst>
                  <a:ext uri="{FF2B5EF4-FFF2-40B4-BE49-F238E27FC236}">
                    <a16:creationId xmlns:a16="http://schemas.microsoft.com/office/drawing/2014/main" id="{56023518-FA99-4C6D-8F10-7E7E4D3178E7}"/>
                  </a:ext>
                </a:extLst>
              </p:cNvPr>
              <p:cNvSpPr>
                <a:spLocks/>
              </p:cNvSpPr>
              <p:nvPr/>
            </p:nvSpPr>
            <p:spPr bwMode="auto">
              <a:xfrm>
                <a:off x="3416300" y="2527301"/>
                <a:ext cx="44450" cy="376238"/>
              </a:xfrm>
              <a:custGeom>
                <a:avLst/>
                <a:gdLst/>
                <a:ahLst/>
                <a:cxnLst>
                  <a:cxn ang="0">
                    <a:pos x="22" y="0"/>
                  </a:cxn>
                  <a:cxn ang="0">
                    <a:pos x="0" y="0"/>
                  </a:cxn>
                  <a:cxn ang="0">
                    <a:pos x="6" y="237"/>
                  </a:cxn>
                  <a:cxn ang="0">
                    <a:pos x="28" y="237"/>
                  </a:cxn>
                  <a:cxn ang="0">
                    <a:pos x="22" y="0"/>
                  </a:cxn>
                </a:cxnLst>
                <a:rect l="0" t="0" r="r" b="b"/>
                <a:pathLst>
                  <a:path w="28" h="237">
                    <a:moveTo>
                      <a:pt x="22" y="0"/>
                    </a:moveTo>
                    <a:lnTo>
                      <a:pt x="0" y="0"/>
                    </a:lnTo>
                    <a:lnTo>
                      <a:pt x="6" y="237"/>
                    </a:lnTo>
                    <a:lnTo>
                      <a:pt x="28" y="237"/>
                    </a:lnTo>
                    <a:lnTo>
                      <a:pt x="22"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3" name="Freeform 15">
                <a:extLst>
                  <a:ext uri="{FF2B5EF4-FFF2-40B4-BE49-F238E27FC236}">
                    <a16:creationId xmlns:a16="http://schemas.microsoft.com/office/drawing/2014/main" id="{C77A807A-0B60-4C7A-8387-FF31A8BA132F}"/>
                  </a:ext>
                </a:extLst>
              </p:cNvPr>
              <p:cNvSpPr>
                <a:spLocks/>
              </p:cNvSpPr>
              <p:nvPr/>
            </p:nvSpPr>
            <p:spPr bwMode="auto">
              <a:xfrm>
                <a:off x="3359150" y="2528888"/>
                <a:ext cx="44450" cy="376238"/>
              </a:xfrm>
              <a:custGeom>
                <a:avLst/>
                <a:gdLst/>
                <a:ahLst/>
                <a:cxnLst>
                  <a:cxn ang="0">
                    <a:pos x="28" y="237"/>
                  </a:cxn>
                  <a:cxn ang="0">
                    <a:pos x="22" y="0"/>
                  </a:cxn>
                  <a:cxn ang="0">
                    <a:pos x="0" y="0"/>
                  </a:cxn>
                  <a:cxn ang="0">
                    <a:pos x="7" y="237"/>
                  </a:cxn>
                  <a:cxn ang="0">
                    <a:pos x="28" y="237"/>
                  </a:cxn>
                </a:cxnLst>
                <a:rect l="0" t="0" r="r" b="b"/>
                <a:pathLst>
                  <a:path w="28" h="237">
                    <a:moveTo>
                      <a:pt x="28" y="237"/>
                    </a:moveTo>
                    <a:lnTo>
                      <a:pt x="22" y="0"/>
                    </a:lnTo>
                    <a:lnTo>
                      <a:pt x="0" y="0"/>
                    </a:lnTo>
                    <a:lnTo>
                      <a:pt x="7" y="237"/>
                    </a:lnTo>
                    <a:lnTo>
                      <a:pt x="28" y="237"/>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4" name="Freeform 16">
                <a:extLst>
                  <a:ext uri="{FF2B5EF4-FFF2-40B4-BE49-F238E27FC236}">
                    <a16:creationId xmlns:a16="http://schemas.microsoft.com/office/drawing/2014/main" id="{54A29A79-A835-42E1-B53D-28BD25C74BF8}"/>
                  </a:ext>
                </a:extLst>
              </p:cNvPr>
              <p:cNvSpPr>
                <a:spLocks/>
              </p:cNvSpPr>
              <p:nvPr/>
            </p:nvSpPr>
            <p:spPr bwMode="auto">
              <a:xfrm>
                <a:off x="2868613" y="2387601"/>
                <a:ext cx="374650" cy="44450"/>
              </a:xfrm>
              <a:custGeom>
                <a:avLst/>
                <a:gdLst/>
                <a:ahLst/>
                <a:cxnLst>
                  <a:cxn ang="0">
                    <a:pos x="236" y="22"/>
                  </a:cxn>
                  <a:cxn ang="0">
                    <a:pos x="236" y="0"/>
                  </a:cxn>
                  <a:cxn ang="0">
                    <a:pos x="0" y="6"/>
                  </a:cxn>
                  <a:cxn ang="0">
                    <a:pos x="0" y="28"/>
                  </a:cxn>
                  <a:cxn ang="0">
                    <a:pos x="236" y="22"/>
                  </a:cxn>
                </a:cxnLst>
                <a:rect l="0" t="0" r="r" b="b"/>
                <a:pathLst>
                  <a:path w="236" h="28">
                    <a:moveTo>
                      <a:pt x="236" y="22"/>
                    </a:moveTo>
                    <a:lnTo>
                      <a:pt x="236" y="0"/>
                    </a:lnTo>
                    <a:lnTo>
                      <a:pt x="0" y="6"/>
                    </a:lnTo>
                    <a:lnTo>
                      <a:pt x="0" y="28"/>
                    </a:lnTo>
                    <a:lnTo>
                      <a:pt x="236" y="22"/>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5" name="Freeform 17">
                <a:extLst>
                  <a:ext uri="{FF2B5EF4-FFF2-40B4-BE49-F238E27FC236}">
                    <a16:creationId xmlns:a16="http://schemas.microsoft.com/office/drawing/2014/main" id="{8DD65F16-1EDE-48D6-A9F6-F71E32234C8B}"/>
                  </a:ext>
                </a:extLst>
              </p:cNvPr>
              <p:cNvSpPr>
                <a:spLocks/>
              </p:cNvSpPr>
              <p:nvPr/>
            </p:nvSpPr>
            <p:spPr bwMode="auto">
              <a:xfrm>
                <a:off x="2867025" y="2328863"/>
                <a:ext cx="374650" cy="46038"/>
              </a:xfrm>
              <a:custGeom>
                <a:avLst/>
                <a:gdLst/>
                <a:ahLst/>
                <a:cxnLst>
                  <a:cxn ang="0">
                    <a:pos x="0" y="29"/>
                  </a:cxn>
                  <a:cxn ang="0">
                    <a:pos x="236" y="22"/>
                  </a:cxn>
                  <a:cxn ang="0">
                    <a:pos x="236" y="0"/>
                  </a:cxn>
                  <a:cxn ang="0">
                    <a:pos x="0" y="8"/>
                  </a:cxn>
                  <a:cxn ang="0">
                    <a:pos x="0" y="29"/>
                  </a:cxn>
                </a:cxnLst>
                <a:rect l="0" t="0" r="r" b="b"/>
                <a:pathLst>
                  <a:path w="236" h="29">
                    <a:moveTo>
                      <a:pt x="0" y="29"/>
                    </a:moveTo>
                    <a:lnTo>
                      <a:pt x="236" y="22"/>
                    </a:lnTo>
                    <a:lnTo>
                      <a:pt x="236" y="0"/>
                    </a:lnTo>
                    <a:lnTo>
                      <a:pt x="0" y="8"/>
                    </a:lnTo>
                    <a:lnTo>
                      <a:pt x="0" y="29"/>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2" name="Freeform 18">
              <a:extLst>
                <a:ext uri="{FF2B5EF4-FFF2-40B4-BE49-F238E27FC236}">
                  <a16:creationId xmlns:a16="http://schemas.microsoft.com/office/drawing/2014/main" id="{E25CCC5C-8378-4DE6-8AFD-D98DA09C0C12}"/>
                </a:ext>
              </a:extLst>
            </p:cNvPr>
            <p:cNvSpPr>
              <a:spLocks noEditPoints="1"/>
            </p:cNvSpPr>
            <p:nvPr/>
          </p:nvSpPr>
          <p:spPr bwMode="auto">
            <a:xfrm>
              <a:off x="5685127" y="2700915"/>
              <a:ext cx="1865313" cy="1865313"/>
            </a:xfrm>
            <a:custGeom>
              <a:avLst/>
              <a:gdLst/>
              <a:ahLst/>
              <a:cxnLst>
                <a:cxn ang="0">
                  <a:pos x="668" y="134"/>
                </a:cxn>
                <a:cxn ang="0">
                  <a:pos x="610" y="16"/>
                </a:cxn>
                <a:cxn ang="0">
                  <a:pos x="517" y="90"/>
                </a:cxn>
                <a:cxn ang="0">
                  <a:pos x="417" y="5"/>
                </a:cxn>
                <a:cxn ang="0">
                  <a:pos x="367" y="107"/>
                </a:cxn>
                <a:cxn ang="0">
                  <a:pos x="242" y="65"/>
                </a:cxn>
                <a:cxn ang="0">
                  <a:pos x="229" y="183"/>
                </a:cxn>
                <a:cxn ang="0">
                  <a:pos x="98" y="193"/>
                </a:cxn>
                <a:cxn ang="0">
                  <a:pos x="134" y="301"/>
                </a:cxn>
                <a:cxn ang="0">
                  <a:pos x="17" y="360"/>
                </a:cxn>
                <a:cxn ang="0">
                  <a:pos x="91" y="452"/>
                </a:cxn>
                <a:cxn ang="0">
                  <a:pos x="5" y="552"/>
                </a:cxn>
                <a:cxn ang="0">
                  <a:pos x="107" y="603"/>
                </a:cxn>
                <a:cxn ang="0">
                  <a:pos x="66" y="727"/>
                </a:cxn>
                <a:cxn ang="0">
                  <a:pos x="183" y="741"/>
                </a:cxn>
                <a:cxn ang="0">
                  <a:pos x="194" y="872"/>
                </a:cxn>
                <a:cxn ang="0">
                  <a:pos x="301" y="835"/>
                </a:cxn>
                <a:cxn ang="0">
                  <a:pos x="360" y="953"/>
                </a:cxn>
                <a:cxn ang="0">
                  <a:pos x="453" y="879"/>
                </a:cxn>
                <a:cxn ang="0">
                  <a:pos x="553" y="964"/>
                </a:cxn>
                <a:cxn ang="0">
                  <a:pos x="603" y="862"/>
                </a:cxn>
                <a:cxn ang="0">
                  <a:pos x="728" y="904"/>
                </a:cxn>
                <a:cxn ang="0">
                  <a:pos x="741" y="786"/>
                </a:cxn>
                <a:cxn ang="0">
                  <a:pos x="872" y="776"/>
                </a:cxn>
                <a:cxn ang="0">
                  <a:pos x="836" y="668"/>
                </a:cxn>
                <a:cxn ang="0">
                  <a:pos x="953" y="609"/>
                </a:cxn>
                <a:cxn ang="0">
                  <a:pos x="879" y="517"/>
                </a:cxn>
                <a:cxn ang="0">
                  <a:pos x="965" y="417"/>
                </a:cxn>
                <a:cxn ang="0">
                  <a:pos x="863" y="366"/>
                </a:cxn>
                <a:cxn ang="0">
                  <a:pos x="904" y="242"/>
                </a:cxn>
                <a:cxn ang="0">
                  <a:pos x="787" y="228"/>
                </a:cxn>
                <a:cxn ang="0">
                  <a:pos x="776" y="97"/>
                </a:cxn>
                <a:cxn ang="0">
                  <a:pos x="449" y="289"/>
                </a:cxn>
                <a:cxn ang="0">
                  <a:pos x="441" y="167"/>
                </a:cxn>
                <a:cxn ang="0">
                  <a:pos x="399" y="409"/>
                </a:cxn>
                <a:cxn ang="0">
                  <a:pos x="229" y="291"/>
                </a:cxn>
                <a:cxn ang="0">
                  <a:pos x="164" y="481"/>
                </a:cxn>
                <a:cxn ang="0">
                  <a:pos x="290" y="520"/>
                </a:cxn>
                <a:cxn ang="0">
                  <a:pos x="167" y="528"/>
                </a:cxn>
                <a:cxn ang="0">
                  <a:pos x="372" y="648"/>
                </a:cxn>
                <a:cxn ang="0">
                  <a:pos x="529" y="802"/>
                </a:cxn>
                <a:cxn ang="0">
                  <a:pos x="709" y="714"/>
                </a:cxn>
                <a:cxn ang="0">
                  <a:pos x="648" y="598"/>
                </a:cxn>
                <a:cxn ang="0">
                  <a:pos x="740" y="678"/>
                </a:cxn>
                <a:cxn ang="0">
                  <a:pos x="633" y="353"/>
                </a:cxn>
                <a:cxn ang="0">
                  <a:pos x="598" y="321"/>
                </a:cxn>
                <a:cxn ang="0">
                  <a:pos x="679" y="229"/>
                </a:cxn>
              </a:cxnLst>
              <a:rect l="0" t="0" r="r" b="b"/>
              <a:pathLst>
                <a:path w="970" h="969">
                  <a:moveTo>
                    <a:pt x="754" y="99"/>
                  </a:moveTo>
                  <a:cubicBezTo>
                    <a:pt x="696" y="150"/>
                    <a:pt x="696" y="150"/>
                    <a:pt x="696" y="150"/>
                  </a:cubicBezTo>
                  <a:cubicBezTo>
                    <a:pt x="687" y="144"/>
                    <a:pt x="678" y="139"/>
                    <a:pt x="668" y="134"/>
                  </a:cubicBezTo>
                  <a:cubicBezTo>
                    <a:pt x="684" y="59"/>
                    <a:pt x="684" y="59"/>
                    <a:pt x="684" y="59"/>
                  </a:cubicBezTo>
                  <a:cubicBezTo>
                    <a:pt x="687" y="51"/>
                    <a:pt x="682" y="42"/>
                    <a:pt x="674" y="39"/>
                  </a:cubicBezTo>
                  <a:cubicBezTo>
                    <a:pt x="610" y="16"/>
                    <a:pt x="610" y="16"/>
                    <a:pt x="610" y="16"/>
                  </a:cubicBezTo>
                  <a:cubicBezTo>
                    <a:pt x="601" y="14"/>
                    <a:pt x="592" y="18"/>
                    <a:pt x="589" y="26"/>
                  </a:cubicBezTo>
                  <a:cubicBezTo>
                    <a:pt x="555" y="95"/>
                    <a:pt x="555" y="95"/>
                    <a:pt x="555" y="95"/>
                  </a:cubicBezTo>
                  <a:cubicBezTo>
                    <a:pt x="542" y="93"/>
                    <a:pt x="530" y="91"/>
                    <a:pt x="517" y="90"/>
                  </a:cubicBezTo>
                  <a:cubicBezTo>
                    <a:pt x="502" y="15"/>
                    <a:pt x="502" y="15"/>
                    <a:pt x="502" y="15"/>
                  </a:cubicBezTo>
                  <a:cubicBezTo>
                    <a:pt x="502" y="6"/>
                    <a:pt x="494" y="0"/>
                    <a:pt x="485" y="0"/>
                  </a:cubicBezTo>
                  <a:cubicBezTo>
                    <a:pt x="417" y="5"/>
                    <a:pt x="417" y="5"/>
                    <a:pt x="417" y="5"/>
                  </a:cubicBezTo>
                  <a:cubicBezTo>
                    <a:pt x="408" y="5"/>
                    <a:pt x="402" y="13"/>
                    <a:pt x="402" y="22"/>
                  </a:cubicBezTo>
                  <a:cubicBezTo>
                    <a:pt x="398" y="99"/>
                    <a:pt x="398" y="99"/>
                    <a:pt x="398" y="99"/>
                  </a:cubicBezTo>
                  <a:cubicBezTo>
                    <a:pt x="387" y="101"/>
                    <a:pt x="377" y="104"/>
                    <a:pt x="367" y="107"/>
                  </a:cubicBezTo>
                  <a:cubicBezTo>
                    <a:pt x="325" y="43"/>
                    <a:pt x="325" y="43"/>
                    <a:pt x="325" y="43"/>
                  </a:cubicBezTo>
                  <a:cubicBezTo>
                    <a:pt x="321" y="35"/>
                    <a:pt x="311" y="32"/>
                    <a:pt x="303" y="36"/>
                  </a:cubicBezTo>
                  <a:cubicBezTo>
                    <a:pt x="242" y="65"/>
                    <a:pt x="242" y="65"/>
                    <a:pt x="242" y="65"/>
                  </a:cubicBezTo>
                  <a:cubicBezTo>
                    <a:pt x="234" y="69"/>
                    <a:pt x="231" y="79"/>
                    <a:pt x="235" y="86"/>
                  </a:cubicBezTo>
                  <a:cubicBezTo>
                    <a:pt x="259" y="160"/>
                    <a:pt x="259" y="160"/>
                    <a:pt x="259" y="160"/>
                  </a:cubicBezTo>
                  <a:cubicBezTo>
                    <a:pt x="249" y="167"/>
                    <a:pt x="239" y="175"/>
                    <a:pt x="229" y="183"/>
                  </a:cubicBezTo>
                  <a:cubicBezTo>
                    <a:pt x="165" y="140"/>
                    <a:pt x="165" y="140"/>
                    <a:pt x="165" y="140"/>
                  </a:cubicBezTo>
                  <a:cubicBezTo>
                    <a:pt x="159" y="135"/>
                    <a:pt x="149" y="135"/>
                    <a:pt x="143" y="142"/>
                  </a:cubicBezTo>
                  <a:cubicBezTo>
                    <a:pt x="98" y="193"/>
                    <a:pt x="98" y="193"/>
                    <a:pt x="98" y="193"/>
                  </a:cubicBezTo>
                  <a:cubicBezTo>
                    <a:pt x="92" y="200"/>
                    <a:pt x="93" y="210"/>
                    <a:pt x="99" y="216"/>
                  </a:cubicBezTo>
                  <a:cubicBezTo>
                    <a:pt x="150" y="273"/>
                    <a:pt x="150" y="273"/>
                    <a:pt x="150" y="273"/>
                  </a:cubicBezTo>
                  <a:cubicBezTo>
                    <a:pt x="145" y="282"/>
                    <a:pt x="139" y="292"/>
                    <a:pt x="134" y="301"/>
                  </a:cubicBezTo>
                  <a:cubicBezTo>
                    <a:pt x="59" y="286"/>
                    <a:pt x="59" y="286"/>
                    <a:pt x="59" y="286"/>
                  </a:cubicBezTo>
                  <a:cubicBezTo>
                    <a:pt x="51" y="283"/>
                    <a:pt x="42" y="287"/>
                    <a:pt x="39" y="295"/>
                  </a:cubicBezTo>
                  <a:cubicBezTo>
                    <a:pt x="17" y="360"/>
                    <a:pt x="17" y="360"/>
                    <a:pt x="17" y="360"/>
                  </a:cubicBezTo>
                  <a:cubicBezTo>
                    <a:pt x="14" y="368"/>
                    <a:pt x="18" y="377"/>
                    <a:pt x="27" y="380"/>
                  </a:cubicBezTo>
                  <a:cubicBezTo>
                    <a:pt x="95" y="414"/>
                    <a:pt x="95" y="414"/>
                    <a:pt x="95" y="414"/>
                  </a:cubicBezTo>
                  <a:cubicBezTo>
                    <a:pt x="93" y="427"/>
                    <a:pt x="92" y="440"/>
                    <a:pt x="91" y="452"/>
                  </a:cubicBezTo>
                  <a:cubicBezTo>
                    <a:pt x="15" y="467"/>
                    <a:pt x="15" y="467"/>
                    <a:pt x="15" y="467"/>
                  </a:cubicBezTo>
                  <a:cubicBezTo>
                    <a:pt x="7" y="468"/>
                    <a:pt x="0" y="475"/>
                    <a:pt x="1" y="484"/>
                  </a:cubicBezTo>
                  <a:cubicBezTo>
                    <a:pt x="5" y="552"/>
                    <a:pt x="5" y="552"/>
                    <a:pt x="5" y="552"/>
                  </a:cubicBezTo>
                  <a:cubicBezTo>
                    <a:pt x="6" y="561"/>
                    <a:pt x="13" y="568"/>
                    <a:pt x="22" y="567"/>
                  </a:cubicBezTo>
                  <a:cubicBezTo>
                    <a:pt x="99" y="572"/>
                    <a:pt x="99" y="572"/>
                    <a:pt x="99" y="572"/>
                  </a:cubicBezTo>
                  <a:cubicBezTo>
                    <a:pt x="101" y="582"/>
                    <a:pt x="104" y="593"/>
                    <a:pt x="107" y="603"/>
                  </a:cubicBezTo>
                  <a:cubicBezTo>
                    <a:pt x="43" y="645"/>
                    <a:pt x="43" y="645"/>
                    <a:pt x="43" y="645"/>
                  </a:cubicBezTo>
                  <a:cubicBezTo>
                    <a:pt x="35" y="649"/>
                    <a:pt x="32" y="658"/>
                    <a:pt x="36" y="666"/>
                  </a:cubicBezTo>
                  <a:cubicBezTo>
                    <a:pt x="66" y="727"/>
                    <a:pt x="66" y="727"/>
                    <a:pt x="66" y="727"/>
                  </a:cubicBezTo>
                  <a:cubicBezTo>
                    <a:pt x="70" y="735"/>
                    <a:pt x="79" y="739"/>
                    <a:pt x="87" y="735"/>
                  </a:cubicBezTo>
                  <a:cubicBezTo>
                    <a:pt x="160" y="710"/>
                    <a:pt x="160" y="710"/>
                    <a:pt x="160" y="710"/>
                  </a:cubicBezTo>
                  <a:cubicBezTo>
                    <a:pt x="167" y="721"/>
                    <a:pt x="175" y="731"/>
                    <a:pt x="183" y="741"/>
                  </a:cubicBezTo>
                  <a:cubicBezTo>
                    <a:pt x="141" y="804"/>
                    <a:pt x="141" y="804"/>
                    <a:pt x="141" y="804"/>
                  </a:cubicBezTo>
                  <a:cubicBezTo>
                    <a:pt x="135" y="811"/>
                    <a:pt x="136" y="821"/>
                    <a:pt x="142" y="827"/>
                  </a:cubicBezTo>
                  <a:cubicBezTo>
                    <a:pt x="194" y="872"/>
                    <a:pt x="194" y="872"/>
                    <a:pt x="194" y="872"/>
                  </a:cubicBezTo>
                  <a:cubicBezTo>
                    <a:pt x="200" y="877"/>
                    <a:pt x="210" y="877"/>
                    <a:pt x="216" y="870"/>
                  </a:cubicBezTo>
                  <a:cubicBezTo>
                    <a:pt x="274" y="819"/>
                    <a:pt x="274" y="819"/>
                    <a:pt x="274" y="819"/>
                  </a:cubicBezTo>
                  <a:cubicBezTo>
                    <a:pt x="283" y="825"/>
                    <a:pt x="292" y="830"/>
                    <a:pt x="301" y="835"/>
                  </a:cubicBezTo>
                  <a:cubicBezTo>
                    <a:pt x="286" y="910"/>
                    <a:pt x="286" y="910"/>
                    <a:pt x="286" y="910"/>
                  </a:cubicBezTo>
                  <a:cubicBezTo>
                    <a:pt x="283" y="918"/>
                    <a:pt x="287" y="927"/>
                    <a:pt x="296" y="930"/>
                  </a:cubicBezTo>
                  <a:cubicBezTo>
                    <a:pt x="360" y="953"/>
                    <a:pt x="360" y="953"/>
                    <a:pt x="360" y="953"/>
                  </a:cubicBezTo>
                  <a:cubicBezTo>
                    <a:pt x="369" y="956"/>
                    <a:pt x="378" y="951"/>
                    <a:pt x="380" y="943"/>
                  </a:cubicBezTo>
                  <a:cubicBezTo>
                    <a:pt x="415" y="874"/>
                    <a:pt x="415" y="874"/>
                    <a:pt x="415" y="874"/>
                  </a:cubicBezTo>
                  <a:cubicBezTo>
                    <a:pt x="427" y="876"/>
                    <a:pt x="440" y="878"/>
                    <a:pt x="453" y="879"/>
                  </a:cubicBezTo>
                  <a:cubicBezTo>
                    <a:pt x="468" y="954"/>
                    <a:pt x="468" y="954"/>
                    <a:pt x="468" y="954"/>
                  </a:cubicBezTo>
                  <a:cubicBezTo>
                    <a:pt x="468" y="963"/>
                    <a:pt x="476" y="969"/>
                    <a:pt x="485" y="969"/>
                  </a:cubicBezTo>
                  <a:cubicBezTo>
                    <a:pt x="553" y="964"/>
                    <a:pt x="553" y="964"/>
                    <a:pt x="553" y="964"/>
                  </a:cubicBezTo>
                  <a:cubicBezTo>
                    <a:pt x="561" y="964"/>
                    <a:pt x="568" y="956"/>
                    <a:pt x="567" y="947"/>
                  </a:cubicBezTo>
                  <a:cubicBezTo>
                    <a:pt x="572" y="870"/>
                    <a:pt x="572" y="870"/>
                    <a:pt x="572" y="870"/>
                  </a:cubicBezTo>
                  <a:cubicBezTo>
                    <a:pt x="583" y="868"/>
                    <a:pt x="593" y="865"/>
                    <a:pt x="603" y="862"/>
                  </a:cubicBezTo>
                  <a:cubicBezTo>
                    <a:pt x="645" y="926"/>
                    <a:pt x="645" y="926"/>
                    <a:pt x="645" y="926"/>
                  </a:cubicBezTo>
                  <a:cubicBezTo>
                    <a:pt x="649" y="934"/>
                    <a:pt x="659" y="937"/>
                    <a:pt x="666" y="934"/>
                  </a:cubicBezTo>
                  <a:cubicBezTo>
                    <a:pt x="728" y="904"/>
                    <a:pt x="728" y="904"/>
                    <a:pt x="728" y="904"/>
                  </a:cubicBezTo>
                  <a:cubicBezTo>
                    <a:pt x="736" y="900"/>
                    <a:pt x="739" y="890"/>
                    <a:pt x="735" y="883"/>
                  </a:cubicBezTo>
                  <a:cubicBezTo>
                    <a:pt x="711" y="810"/>
                    <a:pt x="711" y="810"/>
                    <a:pt x="711" y="810"/>
                  </a:cubicBezTo>
                  <a:cubicBezTo>
                    <a:pt x="721" y="802"/>
                    <a:pt x="731" y="795"/>
                    <a:pt x="741" y="786"/>
                  </a:cubicBezTo>
                  <a:cubicBezTo>
                    <a:pt x="805" y="829"/>
                    <a:pt x="805" y="829"/>
                    <a:pt x="805" y="829"/>
                  </a:cubicBezTo>
                  <a:cubicBezTo>
                    <a:pt x="811" y="834"/>
                    <a:pt x="821" y="834"/>
                    <a:pt x="827" y="827"/>
                  </a:cubicBezTo>
                  <a:cubicBezTo>
                    <a:pt x="872" y="776"/>
                    <a:pt x="872" y="776"/>
                    <a:pt x="872" y="776"/>
                  </a:cubicBezTo>
                  <a:cubicBezTo>
                    <a:pt x="878" y="769"/>
                    <a:pt x="877" y="759"/>
                    <a:pt x="871" y="754"/>
                  </a:cubicBezTo>
                  <a:cubicBezTo>
                    <a:pt x="820" y="696"/>
                    <a:pt x="820" y="696"/>
                    <a:pt x="820" y="696"/>
                  </a:cubicBezTo>
                  <a:cubicBezTo>
                    <a:pt x="825" y="687"/>
                    <a:pt x="831" y="677"/>
                    <a:pt x="836" y="668"/>
                  </a:cubicBezTo>
                  <a:cubicBezTo>
                    <a:pt x="911" y="683"/>
                    <a:pt x="911" y="683"/>
                    <a:pt x="911" y="683"/>
                  </a:cubicBezTo>
                  <a:cubicBezTo>
                    <a:pt x="919" y="686"/>
                    <a:pt x="928" y="682"/>
                    <a:pt x="931" y="674"/>
                  </a:cubicBezTo>
                  <a:cubicBezTo>
                    <a:pt x="953" y="609"/>
                    <a:pt x="953" y="609"/>
                    <a:pt x="953" y="609"/>
                  </a:cubicBezTo>
                  <a:cubicBezTo>
                    <a:pt x="956" y="601"/>
                    <a:pt x="952" y="592"/>
                    <a:pt x="943" y="589"/>
                  </a:cubicBezTo>
                  <a:cubicBezTo>
                    <a:pt x="874" y="555"/>
                    <a:pt x="874" y="555"/>
                    <a:pt x="874" y="555"/>
                  </a:cubicBezTo>
                  <a:cubicBezTo>
                    <a:pt x="877" y="542"/>
                    <a:pt x="878" y="529"/>
                    <a:pt x="879" y="517"/>
                  </a:cubicBezTo>
                  <a:cubicBezTo>
                    <a:pt x="955" y="502"/>
                    <a:pt x="955" y="502"/>
                    <a:pt x="955" y="502"/>
                  </a:cubicBezTo>
                  <a:cubicBezTo>
                    <a:pt x="963" y="501"/>
                    <a:pt x="970" y="494"/>
                    <a:pt x="969" y="485"/>
                  </a:cubicBezTo>
                  <a:cubicBezTo>
                    <a:pt x="965" y="417"/>
                    <a:pt x="965" y="417"/>
                    <a:pt x="965" y="417"/>
                  </a:cubicBezTo>
                  <a:cubicBezTo>
                    <a:pt x="964" y="408"/>
                    <a:pt x="957" y="401"/>
                    <a:pt x="948" y="402"/>
                  </a:cubicBezTo>
                  <a:cubicBezTo>
                    <a:pt x="871" y="397"/>
                    <a:pt x="871" y="397"/>
                    <a:pt x="871" y="397"/>
                  </a:cubicBezTo>
                  <a:cubicBezTo>
                    <a:pt x="869" y="387"/>
                    <a:pt x="866" y="376"/>
                    <a:pt x="863" y="366"/>
                  </a:cubicBezTo>
                  <a:cubicBezTo>
                    <a:pt x="927" y="324"/>
                    <a:pt x="927" y="324"/>
                    <a:pt x="927" y="324"/>
                  </a:cubicBezTo>
                  <a:cubicBezTo>
                    <a:pt x="934" y="320"/>
                    <a:pt x="938" y="311"/>
                    <a:pt x="934" y="303"/>
                  </a:cubicBezTo>
                  <a:cubicBezTo>
                    <a:pt x="904" y="242"/>
                    <a:pt x="904" y="242"/>
                    <a:pt x="904" y="242"/>
                  </a:cubicBezTo>
                  <a:cubicBezTo>
                    <a:pt x="900" y="234"/>
                    <a:pt x="891" y="230"/>
                    <a:pt x="883" y="234"/>
                  </a:cubicBezTo>
                  <a:cubicBezTo>
                    <a:pt x="810" y="259"/>
                    <a:pt x="810" y="259"/>
                    <a:pt x="810" y="259"/>
                  </a:cubicBezTo>
                  <a:cubicBezTo>
                    <a:pt x="803" y="248"/>
                    <a:pt x="795" y="238"/>
                    <a:pt x="787" y="228"/>
                  </a:cubicBezTo>
                  <a:cubicBezTo>
                    <a:pt x="829" y="165"/>
                    <a:pt x="829" y="165"/>
                    <a:pt x="829" y="165"/>
                  </a:cubicBezTo>
                  <a:cubicBezTo>
                    <a:pt x="835" y="158"/>
                    <a:pt x="834" y="148"/>
                    <a:pt x="828" y="142"/>
                  </a:cubicBezTo>
                  <a:cubicBezTo>
                    <a:pt x="776" y="97"/>
                    <a:pt x="776" y="97"/>
                    <a:pt x="776" y="97"/>
                  </a:cubicBezTo>
                  <a:cubicBezTo>
                    <a:pt x="770" y="92"/>
                    <a:pt x="760" y="92"/>
                    <a:pt x="754" y="99"/>
                  </a:cubicBezTo>
                  <a:moveTo>
                    <a:pt x="441" y="167"/>
                  </a:moveTo>
                  <a:cubicBezTo>
                    <a:pt x="449" y="289"/>
                    <a:pt x="449" y="289"/>
                    <a:pt x="449" y="289"/>
                  </a:cubicBezTo>
                  <a:cubicBezTo>
                    <a:pt x="414" y="295"/>
                    <a:pt x="381" y="311"/>
                    <a:pt x="353" y="336"/>
                  </a:cubicBezTo>
                  <a:cubicBezTo>
                    <a:pt x="261" y="255"/>
                    <a:pt x="261" y="255"/>
                    <a:pt x="261" y="255"/>
                  </a:cubicBezTo>
                  <a:cubicBezTo>
                    <a:pt x="311" y="206"/>
                    <a:pt x="375" y="176"/>
                    <a:pt x="441" y="167"/>
                  </a:cubicBezTo>
                  <a:moveTo>
                    <a:pt x="571" y="560"/>
                  </a:moveTo>
                  <a:cubicBezTo>
                    <a:pt x="529" y="607"/>
                    <a:pt x="457" y="612"/>
                    <a:pt x="410" y="571"/>
                  </a:cubicBezTo>
                  <a:cubicBezTo>
                    <a:pt x="362" y="529"/>
                    <a:pt x="357" y="457"/>
                    <a:pt x="399" y="409"/>
                  </a:cubicBezTo>
                  <a:cubicBezTo>
                    <a:pt x="440" y="362"/>
                    <a:pt x="513" y="357"/>
                    <a:pt x="560" y="398"/>
                  </a:cubicBezTo>
                  <a:cubicBezTo>
                    <a:pt x="608" y="440"/>
                    <a:pt x="613" y="512"/>
                    <a:pt x="571" y="560"/>
                  </a:cubicBezTo>
                  <a:moveTo>
                    <a:pt x="229" y="291"/>
                  </a:moveTo>
                  <a:cubicBezTo>
                    <a:pt x="322" y="371"/>
                    <a:pt x="322" y="371"/>
                    <a:pt x="322" y="371"/>
                  </a:cubicBezTo>
                  <a:cubicBezTo>
                    <a:pt x="300" y="402"/>
                    <a:pt x="289" y="437"/>
                    <a:pt x="287" y="473"/>
                  </a:cubicBezTo>
                  <a:cubicBezTo>
                    <a:pt x="164" y="481"/>
                    <a:pt x="164" y="481"/>
                    <a:pt x="164" y="481"/>
                  </a:cubicBezTo>
                  <a:cubicBezTo>
                    <a:pt x="165" y="414"/>
                    <a:pt x="186" y="347"/>
                    <a:pt x="229" y="291"/>
                  </a:cubicBezTo>
                  <a:moveTo>
                    <a:pt x="167" y="528"/>
                  </a:moveTo>
                  <a:cubicBezTo>
                    <a:pt x="290" y="520"/>
                    <a:pt x="290" y="520"/>
                    <a:pt x="290" y="520"/>
                  </a:cubicBezTo>
                  <a:cubicBezTo>
                    <a:pt x="296" y="555"/>
                    <a:pt x="312" y="588"/>
                    <a:pt x="336" y="616"/>
                  </a:cubicBezTo>
                  <a:cubicBezTo>
                    <a:pt x="256" y="709"/>
                    <a:pt x="256" y="709"/>
                    <a:pt x="256" y="709"/>
                  </a:cubicBezTo>
                  <a:cubicBezTo>
                    <a:pt x="206" y="658"/>
                    <a:pt x="176" y="594"/>
                    <a:pt x="167" y="528"/>
                  </a:cubicBezTo>
                  <a:moveTo>
                    <a:pt x="481" y="805"/>
                  </a:moveTo>
                  <a:cubicBezTo>
                    <a:pt x="415" y="805"/>
                    <a:pt x="348" y="783"/>
                    <a:pt x="291" y="740"/>
                  </a:cubicBezTo>
                  <a:cubicBezTo>
                    <a:pt x="372" y="648"/>
                    <a:pt x="372" y="648"/>
                    <a:pt x="372" y="648"/>
                  </a:cubicBezTo>
                  <a:cubicBezTo>
                    <a:pt x="403" y="669"/>
                    <a:pt x="438" y="681"/>
                    <a:pt x="473" y="683"/>
                  </a:cubicBezTo>
                  <a:cubicBezTo>
                    <a:pt x="481" y="805"/>
                    <a:pt x="481" y="805"/>
                    <a:pt x="481" y="805"/>
                  </a:cubicBezTo>
                  <a:moveTo>
                    <a:pt x="529" y="802"/>
                  </a:moveTo>
                  <a:cubicBezTo>
                    <a:pt x="520" y="680"/>
                    <a:pt x="520" y="680"/>
                    <a:pt x="520" y="680"/>
                  </a:cubicBezTo>
                  <a:cubicBezTo>
                    <a:pt x="555" y="674"/>
                    <a:pt x="589" y="658"/>
                    <a:pt x="617" y="633"/>
                  </a:cubicBezTo>
                  <a:cubicBezTo>
                    <a:pt x="709" y="714"/>
                    <a:pt x="709" y="714"/>
                    <a:pt x="709" y="714"/>
                  </a:cubicBezTo>
                  <a:cubicBezTo>
                    <a:pt x="659" y="763"/>
                    <a:pt x="595" y="793"/>
                    <a:pt x="529" y="802"/>
                  </a:cubicBezTo>
                  <a:moveTo>
                    <a:pt x="740" y="678"/>
                  </a:moveTo>
                  <a:cubicBezTo>
                    <a:pt x="648" y="598"/>
                    <a:pt x="648" y="598"/>
                    <a:pt x="648" y="598"/>
                  </a:cubicBezTo>
                  <a:cubicBezTo>
                    <a:pt x="670" y="567"/>
                    <a:pt x="681" y="532"/>
                    <a:pt x="683" y="496"/>
                  </a:cubicBezTo>
                  <a:cubicBezTo>
                    <a:pt x="806" y="488"/>
                    <a:pt x="806" y="488"/>
                    <a:pt x="806" y="488"/>
                  </a:cubicBezTo>
                  <a:cubicBezTo>
                    <a:pt x="805" y="555"/>
                    <a:pt x="783" y="622"/>
                    <a:pt x="740" y="678"/>
                  </a:cubicBezTo>
                  <a:moveTo>
                    <a:pt x="803" y="441"/>
                  </a:moveTo>
                  <a:cubicBezTo>
                    <a:pt x="680" y="449"/>
                    <a:pt x="680" y="449"/>
                    <a:pt x="680" y="449"/>
                  </a:cubicBezTo>
                  <a:cubicBezTo>
                    <a:pt x="674" y="414"/>
                    <a:pt x="658" y="381"/>
                    <a:pt x="633" y="353"/>
                  </a:cubicBezTo>
                  <a:cubicBezTo>
                    <a:pt x="714" y="260"/>
                    <a:pt x="714" y="260"/>
                    <a:pt x="714" y="260"/>
                  </a:cubicBezTo>
                  <a:cubicBezTo>
                    <a:pt x="764" y="311"/>
                    <a:pt x="794" y="375"/>
                    <a:pt x="803" y="441"/>
                  </a:cubicBezTo>
                  <a:moveTo>
                    <a:pt x="598" y="321"/>
                  </a:moveTo>
                  <a:cubicBezTo>
                    <a:pt x="567" y="300"/>
                    <a:pt x="532" y="288"/>
                    <a:pt x="497" y="286"/>
                  </a:cubicBezTo>
                  <a:cubicBezTo>
                    <a:pt x="488" y="164"/>
                    <a:pt x="488" y="164"/>
                    <a:pt x="488" y="164"/>
                  </a:cubicBezTo>
                  <a:cubicBezTo>
                    <a:pt x="555" y="165"/>
                    <a:pt x="622" y="186"/>
                    <a:pt x="679" y="229"/>
                  </a:cubicBezTo>
                  <a:cubicBezTo>
                    <a:pt x="598" y="321"/>
                    <a:pt x="598" y="321"/>
                    <a:pt x="598" y="321"/>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3" name="Freeform 19">
              <a:extLst>
                <a:ext uri="{FF2B5EF4-FFF2-40B4-BE49-F238E27FC236}">
                  <a16:creationId xmlns:a16="http://schemas.microsoft.com/office/drawing/2014/main" id="{B906B010-545E-4C6E-B621-91A9987D58C9}"/>
                </a:ext>
              </a:extLst>
            </p:cNvPr>
            <p:cNvSpPr>
              <a:spLocks/>
            </p:cNvSpPr>
            <p:nvPr/>
          </p:nvSpPr>
          <p:spPr bwMode="auto">
            <a:xfrm>
              <a:off x="6291552" y="3305753"/>
              <a:ext cx="654050" cy="657225"/>
            </a:xfrm>
            <a:custGeom>
              <a:avLst/>
              <a:gdLst/>
              <a:ahLst/>
              <a:cxnLst>
                <a:cxn ang="0">
                  <a:pos x="295" y="280"/>
                </a:cxn>
                <a:cxn ang="0">
                  <a:pos x="292" y="277"/>
                </a:cxn>
                <a:cxn ang="0">
                  <a:pos x="170" y="333"/>
                </a:cxn>
                <a:cxn ang="0">
                  <a:pos x="63" y="293"/>
                </a:cxn>
                <a:cxn ang="0">
                  <a:pos x="8" y="170"/>
                </a:cxn>
                <a:cxn ang="0">
                  <a:pos x="48" y="64"/>
                </a:cxn>
                <a:cxn ang="0">
                  <a:pos x="170" y="8"/>
                </a:cxn>
                <a:cxn ang="0">
                  <a:pos x="277" y="48"/>
                </a:cxn>
                <a:cxn ang="0">
                  <a:pos x="332" y="171"/>
                </a:cxn>
                <a:cxn ang="0">
                  <a:pos x="292" y="277"/>
                </a:cxn>
                <a:cxn ang="0">
                  <a:pos x="295" y="280"/>
                </a:cxn>
                <a:cxn ang="0">
                  <a:pos x="298" y="283"/>
                </a:cxn>
                <a:cxn ang="0">
                  <a:pos x="340" y="171"/>
                </a:cxn>
                <a:cxn ang="0">
                  <a:pos x="282" y="42"/>
                </a:cxn>
                <a:cxn ang="0">
                  <a:pos x="170" y="0"/>
                </a:cxn>
                <a:cxn ang="0">
                  <a:pos x="42" y="58"/>
                </a:cxn>
                <a:cxn ang="0">
                  <a:pos x="0" y="170"/>
                </a:cxn>
                <a:cxn ang="0">
                  <a:pos x="58" y="299"/>
                </a:cxn>
                <a:cxn ang="0">
                  <a:pos x="170" y="341"/>
                </a:cxn>
                <a:cxn ang="0">
                  <a:pos x="298" y="283"/>
                </a:cxn>
                <a:cxn ang="0">
                  <a:pos x="295" y="280"/>
                </a:cxn>
              </a:cxnLst>
              <a:rect l="0" t="0" r="r" b="b"/>
              <a:pathLst>
                <a:path w="340" h="341">
                  <a:moveTo>
                    <a:pt x="295" y="280"/>
                  </a:moveTo>
                  <a:cubicBezTo>
                    <a:pt x="292" y="277"/>
                    <a:pt x="292" y="277"/>
                    <a:pt x="292" y="277"/>
                  </a:cubicBezTo>
                  <a:cubicBezTo>
                    <a:pt x="260" y="314"/>
                    <a:pt x="215" y="333"/>
                    <a:pt x="170" y="333"/>
                  </a:cubicBezTo>
                  <a:cubicBezTo>
                    <a:pt x="132" y="333"/>
                    <a:pt x="94" y="320"/>
                    <a:pt x="63" y="293"/>
                  </a:cubicBezTo>
                  <a:cubicBezTo>
                    <a:pt x="26" y="261"/>
                    <a:pt x="8" y="216"/>
                    <a:pt x="8" y="170"/>
                  </a:cubicBezTo>
                  <a:cubicBezTo>
                    <a:pt x="8" y="133"/>
                    <a:pt x="21" y="94"/>
                    <a:pt x="48" y="64"/>
                  </a:cubicBezTo>
                  <a:cubicBezTo>
                    <a:pt x="80" y="27"/>
                    <a:pt x="125" y="8"/>
                    <a:pt x="170" y="8"/>
                  </a:cubicBezTo>
                  <a:cubicBezTo>
                    <a:pt x="208" y="8"/>
                    <a:pt x="246" y="21"/>
                    <a:pt x="277" y="48"/>
                  </a:cubicBezTo>
                  <a:cubicBezTo>
                    <a:pt x="313" y="80"/>
                    <a:pt x="332" y="125"/>
                    <a:pt x="332" y="171"/>
                  </a:cubicBezTo>
                  <a:cubicBezTo>
                    <a:pt x="332" y="209"/>
                    <a:pt x="319" y="247"/>
                    <a:pt x="292" y="277"/>
                  </a:cubicBezTo>
                  <a:cubicBezTo>
                    <a:pt x="295" y="280"/>
                    <a:pt x="295" y="280"/>
                    <a:pt x="295" y="280"/>
                  </a:cubicBezTo>
                  <a:cubicBezTo>
                    <a:pt x="298" y="283"/>
                    <a:pt x="298" y="283"/>
                    <a:pt x="298" y="283"/>
                  </a:cubicBezTo>
                  <a:cubicBezTo>
                    <a:pt x="326" y="250"/>
                    <a:pt x="340" y="210"/>
                    <a:pt x="340" y="171"/>
                  </a:cubicBezTo>
                  <a:cubicBezTo>
                    <a:pt x="340" y="123"/>
                    <a:pt x="320" y="76"/>
                    <a:pt x="282" y="42"/>
                  </a:cubicBezTo>
                  <a:cubicBezTo>
                    <a:pt x="250" y="14"/>
                    <a:pt x="210" y="0"/>
                    <a:pt x="170" y="0"/>
                  </a:cubicBezTo>
                  <a:cubicBezTo>
                    <a:pt x="123" y="0"/>
                    <a:pt x="75" y="20"/>
                    <a:pt x="42" y="58"/>
                  </a:cubicBezTo>
                  <a:cubicBezTo>
                    <a:pt x="14" y="91"/>
                    <a:pt x="0" y="131"/>
                    <a:pt x="0" y="170"/>
                  </a:cubicBezTo>
                  <a:cubicBezTo>
                    <a:pt x="0" y="218"/>
                    <a:pt x="19" y="265"/>
                    <a:pt x="58" y="299"/>
                  </a:cubicBezTo>
                  <a:cubicBezTo>
                    <a:pt x="90" y="327"/>
                    <a:pt x="130" y="341"/>
                    <a:pt x="170" y="341"/>
                  </a:cubicBezTo>
                  <a:cubicBezTo>
                    <a:pt x="217" y="341"/>
                    <a:pt x="264" y="321"/>
                    <a:pt x="298" y="283"/>
                  </a:cubicBezTo>
                  <a:cubicBezTo>
                    <a:pt x="295" y="280"/>
                    <a:pt x="295" y="280"/>
                    <a:pt x="295" y="28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4" name="Freeform 20">
              <a:extLst>
                <a:ext uri="{FF2B5EF4-FFF2-40B4-BE49-F238E27FC236}">
                  <a16:creationId xmlns:a16="http://schemas.microsoft.com/office/drawing/2014/main" id="{153178A3-62AE-4E6F-AA22-C88765EB2638}"/>
                </a:ext>
              </a:extLst>
            </p:cNvPr>
            <p:cNvSpPr>
              <a:spLocks/>
            </p:cNvSpPr>
            <p:nvPr/>
          </p:nvSpPr>
          <p:spPr bwMode="auto">
            <a:xfrm>
              <a:off x="5915314" y="2927928"/>
              <a:ext cx="1406525" cy="1411288"/>
            </a:xfrm>
            <a:custGeom>
              <a:avLst/>
              <a:gdLst/>
              <a:ahLst/>
              <a:cxnLst>
                <a:cxn ang="0">
                  <a:pos x="636" y="602"/>
                </a:cxn>
                <a:cxn ang="0">
                  <a:pos x="630" y="597"/>
                </a:cxn>
                <a:cxn ang="0">
                  <a:pos x="366" y="717"/>
                </a:cxn>
                <a:cxn ang="0">
                  <a:pos x="135" y="630"/>
                </a:cxn>
                <a:cxn ang="0">
                  <a:pos x="16" y="366"/>
                </a:cxn>
                <a:cxn ang="0">
                  <a:pos x="102" y="136"/>
                </a:cxn>
                <a:cxn ang="0">
                  <a:pos x="366" y="16"/>
                </a:cxn>
                <a:cxn ang="0">
                  <a:pos x="596" y="103"/>
                </a:cxn>
                <a:cxn ang="0">
                  <a:pos x="716" y="367"/>
                </a:cxn>
                <a:cxn ang="0">
                  <a:pos x="630" y="597"/>
                </a:cxn>
                <a:cxn ang="0">
                  <a:pos x="636" y="602"/>
                </a:cxn>
                <a:cxn ang="0">
                  <a:pos x="641" y="607"/>
                </a:cxn>
                <a:cxn ang="0">
                  <a:pos x="732" y="367"/>
                </a:cxn>
                <a:cxn ang="0">
                  <a:pos x="607" y="91"/>
                </a:cxn>
                <a:cxn ang="0">
                  <a:pos x="366" y="1"/>
                </a:cxn>
                <a:cxn ang="0">
                  <a:pos x="90" y="126"/>
                </a:cxn>
                <a:cxn ang="0">
                  <a:pos x="0" y="366"/>
                </a:cxn>
                <a:cxn ang="0">
                  <a:pos x="125" y="642"/>
                </a:cxn>
                <a:cxn ang="0">
                  <a:pos x="366" y="733"/>
                </a:cxn>
                <a:cxn ang="0">
                  <a:pos x="641" y="607"/>
                </a:cxn>
                <a:cxn ang="0">
                  <a:pos x="636" y="602"/>
                </a:cxn>
              </a:cxnLst>
              <a:rect l="0" t="0" r="r" b="b"/>
              <a:pathLst>
                <a:path w="732" h="733">
                  <a:moveTo>
                    <a:pt x="636" y="602"/>
                  </a:moveTo>
                  <a:cubicBezTo>
                    <a:pt x="630" y="597"/>
                    <a:pt x="630" y="597"/>
                    <a:pt x="630" y="597"/>
                  </a:cubicBezTo>
                  <a:cubicBezTo>
                    <a:pt x="560" y="676"/>
                    <a:pt x="463" y="717"/>
                    <a:pt x="366" y="717"/>
                  </a:cubicBezTo>
                  <a:cubicBezTo>
                    <a:pt x="284" y="717"/>
                    <a:pt x="202" y="688"/>
                    <a:pt x="135" y="630"/>
                  </a:cubicBezTo>
                  <a:cubicBezTo>
                    <a:pt x="56" y="561"/>
                    <a:pt x="16" y="464"/>
                    <a:pt x="16" y="366"/>
                  </a:cubicBezTo>
                  <a:cubicBezTo>
                    <a:pt x="16" y="285"/>
                    <a:pt x="44" y="202"/>
                    <a:pt x="102" y="136"/>
                  </a:cubicBezTo>
                  <a:cubicBezTo>
                    <a:pt x="172" y="57"/>
                    <a:pt x="269" y="16"/>
                    <a:pt x="366" y="16"/>
                  </a:cubicBezTo>
                  <a:cubicBezTo>
                    <a:pt x="448" y="16"/>
                    <a:pt x="530" y="45"/>
                    <a:pt x="596" y="103"/>
                  </a:cubicBezTo>
                  <a:cubicBezTo>
                    <a:pt x="676" y="172"/>
                    <a:pt x="716" y="269"/>
                    <a:pt x="716" y="367"/>
                  </a:cubicBezTo>
                  <a:cubicBezTo>
                    <a:pt x="716" y="448"/>
                    <a:pt x="688" y="531"/>
                    <a:pt x="630" y="597"/>
                  </a:cubicBezTo>
                  <a:cubicBezTo>
                    <a:pt x="636" y="602"/>
                    <a:pt x="636" y="602"/>
                    <a:pt x="636" y="602"/>
                  </a:cubicBezTo>
                  <a:cubicBezTo>
                    <a:pt x="641" y="607"/>
                    <a:pt x="641" y="607"/>
                    <a:pt x="641" y="607"/>
                  </a:cubicBezTo>
                  <a:cubicBezTo>
                    <a:pt x="702" y="538"/>
                    <a:pt x="732" y="452"/>
                    <a:pt x="732" y="367"/>
                  </a:cubicBezTo>
                  <a:cubicBezTo>
                    <a:pt x="732" y="265"/>
                    <a:pt x="690" y="163"/>
                    <a:pt x="607" y="91"/>
                  </a:cubicBezTo>
                  <a:cubicBezTo>
                    <a:pt x="537" y="30"/>
                    <a:pt x="452" y="0"/>
                    <a:pt x="366" y="1"/>
                  </a:cubicBezTo>
                  <a:cubicBezTo>
                    <a:pt x="264" y="0"/>
                    <a:pt x="163" y="43"/>
                    <a:pt x="90" y="126"/>
                  </a:cubicBezTo>
                  <a:cubicBezTo>
                    <a:pt x="30" y="195"/>
                    <a:pt x="0" y="281"/>
                    <a:pt x="0" y="366"/>
                  </a:cubicBezTo>
                  <a:cubicBezTo>
                    <a:pt x="0" y="468"/>
                    <a:pt x="42" y="570"/>
                    <a:pt x="125" y="642"/>
                  </a:cubicBezTo>
                  <a:cubicBezTo>
                    <a:pt x="194" y="703"/>
                    <a:pt x="280" y="733"/>
                    <a:pt x="366" y="733"/>
                  </a:cubicBezTo>
                  <a:cubicBezTo>
                    <a:pt x="468" y="733"/>
                    <a:pt x="569" y="690"/>
                    <a:pt x="641" y="607"/>
                  </a:cubicBezTo>
                  <a:cubicBezTo>
                    <a:pt x="636" y="602"/>
                    <a:pt x="636" y="602"/>
                    <a:pt x="636" y="60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5" name="Freeform 21">
              <a:extLst>
                <a:ext uri="{FF2B5EF4-FFF2-40B4-BE49-F238E27FC236}">
                  <a16:creationId xmlns:a16="http://schemas.microsoft.com/office/drawing/2014/main" id="{995BA003-8EBE-471C-A1B2-C12A6A25FC48}"/>
                </a:ext>
              </a:extLst>
            </p:cNvPr>
            <p:cNvSpPr>
              <a:spLocks noEditPoints="1"/>
            </p:cNvSpPr>
            <p:nvPr/>
          </p:nvSpPr>
          <p:spPr bwMode="auto">
            <a:xfrm>
              <a:off x="7509164" y="2262765"/>
              <a:ext cx="1385888" cy="1389063"/>
            </a:xfrm>
            <a:custGeom>
              <a:avLst/>
              <a:gdLst/>
              <a:ahLst/>
              <a:cxnLst>
                <a:cxn ang="0">
                  <a:pos x="454" y="72"/>
                </a:cxn>
                <a:cxn ang="0">
                  <a:pos x="416" y="23"/>
                </a:cxn>
                <a:cxn ang="0">
                  <a:pos x="323" y="20"/>
                </a:cxn>
                <a:cxn ang="0">
                  <a:pos x="282" y="68"/>
                </a:cxn>
                <a:cxn ang="0">
                  <a:pos x="168" y="51"/>
                </a:cxn>
                <a:cxn ang="0">
                  <a:pos x="128" y="166"/>
                </a:cxn>
                <a:cxn ang="0">
                  <a:pos x="68" y="183"/>
                </a:cxn>
                <a:cxn ang="0">
                  <a:pos x="33" y="261"/>
                </a:cxn>
                <a:cxn ang="0">
                  <a:pos x="60" y="317"/>
                </a:cxn>
                <a:cxn ang="0">
                  <a:pos x="2" y="424"/>
                </a:cxn>
                <a:cxn ang="0">
                  <a:pos x="90" y="498"/>
                </a:cxn>
                <a:cxn ang="0">
                  <a:pos x="82" y="560"/>
                </a:cxn>
                <a:cxn ang="0">
                  <a:pos x="146" y="627"/>
                </a:cxn>
                <a:cxn ang="0">
                  <a:pos x="208" y="623"/>
                </a:cxn>
                <a:cxn ang="0">
                  <a:pos x="277" y="715"/>
                </a:cxn>
                <a:cxn ang="0">
                  <a:pos x="387" y="663"/>
                </a:cxn>
                <a:cxn ang="0">
                  <a:pos x="442" y="693"/>
                </a:cxn>
                <a:cxn ang="0">
                  <a:pos x="521" y="663"/>
                </a:cxn>
                <a:cxn ang="0">
                  <a:pos x="542" y="604"/>
                </a:cxn>
                <a:cxn ang="0">
                  <a:pos x="659" y="569"/>
                </a:cxn>
                <a:cxn ang="0">
                  <a:pos x="649" y="455"/>
                </a:cxn>
                <a:cxn ang="0">
                  <a:pos x="698" y="416"/>
                </a:cxn>
                <a:cxn ang="0">
                  <a:pos x="701" y="324"/>
                </a:cxn>
                <a:cxn ang="0">
                  <a:pos x="653" y="283"/>
                </a:cxn>
                <a:cxn ang="0">
                  <a:pos x="670" y="169"/>
                </a:cxn>
                <a:cxn ang="0">
                  <a:pos x="555" y="128"/>
                </a:cxn>
                <a:cxn ang="0">
                  <a:pos x="538" y="68"/>
                </a:cxn>
                <a:cxn ang="0">
                  <a:pos x="461" y="203"/>
                </a:cxn>
                <a:cxn ang="0">
                  <a:pos x="446" y="166"/>
                </a:cxn>
                <a:cxn ang="0">
                  <a:pos x="370" y="148"/>
                </a:cxn>
                <a:cxn ang="0">
                  <a:pos x="340" y="174"/>
                </a:cxn>
                <a:cxn ang="0">
                  <a:pos x="568" y="211"/>
                </a:cxn>
                <a:cxn ang="0">
                  <a:pos x="314" y="286"/>
                </a:cxn>
                <a:cxn ang="0">
                  <a:pos x="242" y="215"/>
                </a:cxn>
                <a:cxn ang="0">
                  <a:pos x="160" y="256"/>
                </a:cxn>
                <a:cxn ang="0">
                  <a:pos x="174" y="348"/>
                </a:cxn>
                <a:cxn ang="0">
                  <a:pos x="149" y="379"/>
                </a:cxn>
                <a:cxn ang="0">
                  <a:pos x="134" y="480"/>
                </a:cxn>
                <a:cxn ang="0">
                  <a:pos x="478" y="506"/>
                </a:cxn>
                <a:cxn ang="0">
                  <a:pos x="561" y="466"/>
                </a:cxn>
                <a:cxn ang="0">
                  <a:pos x="547" y="373"/>
                </a:cxn>
                <a:cxn ang="0">
                  <a:pos x="572" y="342"/>
                </a:cxn>
                <a:cxn ang="0">
                  <a:pos x="586" y="241"/>
                </a:cxn>
                <a:cxn ang="0">
                  <a:pos x="153" y="510"/>
                </a:cxn>
                <a:cxn ang="0">
                  <a:pos x="250" y="542"/>
                </a:cxn>
                <a:cxn ang="0">
                  <a:pos x="288" y="533"/>
                </a:cxn>
                <a:cxn ang="0">
                  <a:pos x="365" y="587"/>
                </a:cxn>
                <a:cxn ang="0">
                  <a:pos x="438" y="531"/>
                </a:cxn>
              </a:cxnLst>
              <a:rect l="0" t="0" r="r" b="b"/>
              <a:pathLst>
                <a:path w="721" h="721">
                  <a:moveTo>
                    <a:pt x="538" y="68"/>
                  </a:moveTo>
                  <a:cubicBezTo>
                    <a:pt x="513" y="98"/>
                    <a:pt x="513" y="98"/>
                    <a:pt x="513" y="98"/>
                  </a:cubicBezTo>
                  <a:cubicBezTo>
                    <a:pt x="494" y="88"/>
                    <a:pt x="475" y="79"/>
                    <a:pt x="454" y="72"/>
                  </a:cubicBezTo>
                  <a:cubicBezTo>
                    <a:pt x="460" y="33"/>
                    <a:pt x="460" y="33"/>
                    <a:pt x="460" y="33"/>
                  </a:cubicBezTo>
                  <a:cubicBezTo>
                    <a:pt x="463" y="21"/>
                    <a:pt x="455" y="9"/>
                    <a:pt x="443" y="6"/>
                  </a:cubicBezTo>
                  <a:cubicBezTo>
                    <a:pt x="431" y="3"/>
                    <a:pt x="419" y="11"/>
                    <a:pt x="416" y="23"/>
                  </a:cubicBezTo>
                  <a:cubicBezTo>
                    <a:pt x="404" y="61"/>
                    <a:pt x="404" y="61"/>
                    <a:pt x="404" y="61"/>
                  </a:cubicBezTo>
                  <a:cubicBezTo>
                    <a:pt x="381" y="57"/>
                    <a:pt x="357" y="56"/>
                    <a:pt x="333" y="59"/>
                  </a:cubicBezTo>
                  <a:cubicBezTo>
                    <a:pt x="323" y="20"/>
                    <a:pt x="323" y="20"/>
                    <a:pt x="323" y="20"/>
                  </a:cubicBezTo>
                  <a:cubicBezTo>
                    <a:pt x="321" y="8"/>
                    <a:pt x="309" y="0"/>
                    <a:pt x="297" y="2"/>
                  </a:cubicBezTo>
                  <a:cubicBezTo>
                    <a:pt x="285" y="4"/>
                    <a:pt x="277" y="16"/>
                    <a:pt x="279" y="28"/>
                  </a:cubicBezTo>
                  <a:cubicBezTo>
                    <a:pt x="282" y="68"/>
                    <a:pt x="282" y="68"/>
                    <a:pt x="282" y="68"/>
                  </a:cubicBezTo>
                  <a:cubicBezTo>
                    <a:pt x="262" y="73"/>
                    <a:pt x="242" y="81"/>
                    <a:pt x="223" y="90"/>
                  </a:cubicBezTo>
                  <a:cubicBezTo>
                    <a:pt x="199" y="59"/>
                    <a:pt x="199" y="59"/>
                    <a:pt x="199" y="59"/>
                  </a:cubicBezTo>
                  <a:cubicBezTo>
                    <a:pt x="193" y="48"/>
                    <a:pt x="179" y="45"/>
                    <a:pt x="168" y="51"/>
                  </a:cubicBezTo>
                  <a:cubicBezTo>
                    <a:pt x="158" y="58"/>
                    <a:pt x="155" y="72"/>
                    <a:pt x="161" y="82"/>
                  </a:cubicBezTo>
                  <a:cubicBezTo>
                    <a:pt x="179" y="118"/>
                    <a:pt x="179" y="118"/>
                    <a:pt x="179" y="118"/>
                  </a:cubicBezTo>
                  <a:cubicBezTo>
                    <a:pt x="160" y="132"/>
                    <a:pt x="143" y="148"/>
                    <a:pt x="128" y="166"/>
                  </a:cubicBezTo>
                  <a:cubicBezTo>
                    <a:pt x="94" y="146"/>
                    <a:pt x="94" y="146"/>
                    <a:pt x="94" y="146"/>
                  </a:cubicBezTo>
                  <a:cubicBezTo>
                    <a:pt x="83" y="139"/>
                    <a:pt x="69" y="142"/>
                    <a:pt x="62" y="152"/>
                  </a:cubicBezTo>
                  <a:cubicBezTo>
                    <a:pt x="55" y="162"/>
                    <a:pt x="58" y="176"/>
                    <a:pt x="68" y="183"/>
                  </a:cubicBezTo>
                  <a:cubicBezTo>
                    <a:pt x="98" y="208"/>
                    <a:pt x="98" y="208"/>
                    <a:pt x="98" y="208"/>
                  </a:cubicBezTo>
                  <a:cubicBezTo>
                    <a:pt x="87" y="227"/>
                    <a:pt x="79" y="246"/>
                    <a:pt x="72" y="267"/>
                  </a:cubicBezTo>
                  <a:cubicBezTo>
                    <a:pt x="33" y="261"/>
                    <a:pt x="33" y="261"/>
                    <a:pt x="33" y="261"/>
                  </a:cubicBezTo>
                  <a:cubicBezTo>
                    <a:pt x="21" y="258"/>
                    <a:pt x="9" y="266"/>
                    <a:pt x="6" y="278"/>
                  </a:cubicBezTo>
                  <a:cubicBezTo>
                    <a:pt x="3" y="290"/>
                    <a:pt x="11" y="302"/>
                    <a:pt x="23" y="305"/>
                  </a:cubicBezTo>
                  <a:cubicBezTo>
                    <a:pt x="60" y="317"/>
                    <a:pt x="60" y="317"/>
                    <a:pt x="60" y="317"/>
                  </a:cubicBezTo>
                  <a:cubicBezTo>
                    <a:pt x="57" y="340"/>
                    <a:pt x="56" y="364"/>
                    <a:pt x="58" y="388"/>
                  </a:cubicBezTo>
                  <a:cubicBezTo>
                    <a:pt x="20" y="398"/>
                    <a:pt x="20" y="398"/>
                    <a:pt x="20" y="398"/>
                  </a:cubicBezTo>
                  <a:cubicBezTo>
                    <a:pt x="8" y="400"/>
                    <a:pt x="0" y="412"/>
                    <a:pt x="2" y="424"/>
                  </a:cubicBezTo>
                  <a:cubicBezTo>
                    <a:pt x="4" y="436"/>
                    <a:pt x="16" y="444"/>
                    <a:pt x="28" y="442"/>
                  </a:cubicBezTo>
                  <a:cubicBezTo>
                    <a:pt x="67" y="438"/>
                    <a:pt x="67" y="438"/>
                    <a:pt x="67" y="438"/>
                  </a:cubicBezTo>
                  <a:cubicBezTo>
                    <a:pt x="73" y="459"/>
                    <a:pt x="80" y="479"/>
                    <a:pt x="90" y="498"/>
                  </a:cubicBezTo>
                  <a:cubicBezTo>
                    <a:pt x="58" y="521"/>
                    <a:pt x="58" y="521"/>
                    <a:pt x="58" y="521"/>
                  </a:cubicBezTo>
                  <a:cubicBezTo>
                    <a:pt x="48" y="528"/>
                    <a:pt x="45" y="542"/>
                    <a:pt x="51" y="553"/>
                  </a:cubicBezTo>
                  <a:cubicBezTo>
                    <a:pt x="58" y="563"/>
                    <a:pt x="72" y="566"/>
                    <a:pt x="82" y="560"/>
                  </a:cubicBezTo>
                  <a:cubicBezTo>
                    <a:pt x="117" y="542"/>
                    <a:pt x="117" y="542"/>
                    <a:pt x="117" y="542"/>
                  </a:cubicBezTo>
                  <a:cubicBezTo>
                    <a:pt x="132" y="561"/>
                    <a:pt x="148" y="578"/>
                    <a:pt x="166" y="593"/>
                  </a:cubicBezTo>
                  <a:cubicBezTo>
                    <a:pt x="146" y="627"/>
                    <a:pt x="146" y="627"/>
                    <a:pt x="146" y="627"/>
                  </a:cubicBezTo>
                  <a:cubicBezTo>
                    <a:pt x="139" y="638"/>
                    <a:pt x="141" y="652"/>
                    <a:pt x="152" y="659"/>
                  </a:cubicBezTo>
                  <a:cubicBezTo>
                    <a:pt x="162" y="666"/>
                    <a:pt x="176" y="663"/>
                    <a:pt x="183" y="653"/>
                  </a:cubicBezTo>
                  <a:cubicBezTo>
                    <a:pt x="208" y="623"/>
                    <a:pt x="208" y="623"/>
                    <a:pt x="208" y="623"/>
                  </a:cubicBezTo>
                  <a:cubicBezTo>
                    <a:pt x="227" y="634"/>
                    <a:pt x="246" y="642"/>
                    <a:pt x="266" y="649"/>
                  </a:cubicBezTo>
                  <a:cubicBezTo>
                    <a:pt x="261" y="688"/>
                    <a:pt x="261" y="688"/>
                    <a:pt x="261" y="688"/>
                  </a:cubicBezTo>
                  <a:cubicBezTo>
                    <a:pt x="258" y="700"/>
                    <a:pt x="265" y="712"/>
                    <a:pt x="277" y="715"/>
                  </a:cubicBezTo>
                  <a:cubicBezTo>
                    <a:pt x="290" y="718"/>
                    <a:pt x="302" y="710"/>
                    <a:pt x="305" y="698"/>
                  </a:cubicBezTo>
                  <a:cubicBezTo>
                    <a:pt x="317" y="661"/>
                    <a:pt x="317" y="661"/>
                    <a:pt x="317" y="661"/>
                  </a:cubicBezTo>
                  <a:cubicBezTo>
                    <a:pt x="340" y="664"/>
                    <a:pt x="364" y="665"/>
                    <a:pt x="387" y="663"/>
                  </a:cubicBezTo>
                  <a:cubicBezTo>
                    <a:pt x="397" y="701"/>
                    <a:pt x="397" y="701"/>
                    <a:pt x="397" y="701"/>
                  </a:cubicBezTo>
                  <a:cubicBezTo>
                    <a:pt x="400" y="713"/>
                    <a:pt x="411" y="721"/>
                    <a:pt x="424" y="719"/>
                  </a:cubicBezTo>
                  <a:cubicBezTo>
                    <a:pt x="436" y="717"/>
                    <a:pt x="444" y="705"/>
                    <a:pt x="442" y="693"/>
                  </a:cubicBezTo>
                  <a:cubicBezTo>
                    <a:pt x="438" y="654"/>
                    <a:pt x="438" y="654"/>
                    <a:pt x="438" y="654"/>
                  </a:cubicBezTo>
                  <a:cubicBezTo>
                    <a:pt x="459" y="648"/>
                    <a:pt x="478" y="641"/>
                    <a:pt x="498" y="631"/>
                  </a:cubicBezTo>
                  <a:cubicBezTo>
                    <a:pt x="521" y="663"/>
                    <a:pt x="521" y="663"/>
                    <a:pt x="521" y="663"/>
                  </a:cubicBezTo>
                  <a:cubicBezTo>
                    <a:pt x="528" y="673"/>
                    <a:pt x="542" y="676"/>
                    <a:pt x="552" y="670"/>
                  </a:cubicBezTo>
                  <a:cubicBezTo>
                    <a:pt x="563" y="663"/>
                    <a:pt x="566" y="649"/>
                    <a:pt x="560" y="639"/>
                  </a:cubicBezTo>
                  <a:cubicBezTo>
                    <a:pt x="542" y="604"/>
                    <a:pt x="542" y="604"/>
                    <a:pt x="542" y="604"/>
                  </a:cubicBezTo>
                  <a:cubicBezTo>
                    <a:pt x="561" y="589"/>
                    <a:pt x="578" y="573"/>
                    <a:pt x="593" y="555"/>
                  </a:cubicBezTo>
                  <a:cubicBezTo>
                    <a:pt x="627" y="575"/>
                    <a:pt x="627" y="575"/>
                    <a:pt x="627" y="575"/>
                  </a:cubicBezTo>
                  <a:cubicBezTo>
                    <a:pt x="637" y="582"/>
                    <a:pt x="651" y="580"/>
                    <a:pt x="659" y="569"/>
                  </a:cubicBezTo>
                  <a:cubicBezTo>
                    <a:pt x="666" y="559"/>
                    <a:pt x="663" y="545"/>
                    <a:pt x="653" y="538"/>
                  </a:cubicBezTo>
                  <a:cubicBezTo>
                    <a:pt x="623" y="513"/>
                    <a:pt x="623" y="513"/>
                    <a:pt x="623" y="513"/>
                  </a:cubicBezTo>
                  <a:cubicBezTo>
                    <a:pt x="633" y="494"/>
                    <a:pt x="642" y="475"/>
                    <a:pt x="649" y="455"/>
                  </a:cubicBezTo>
                  <a:cubicBezTo>
                    <a:pt x="688" y="460"/>
                    <a:pt x="688" y="460"/>
                    <a:pt x="688" y="460"/>
                  </a:cubicBezTo>
                  <a:cubicBezTo>
                    <a:pt x="700" y="463"/>
                    <a:pt x="712" y="456"/>
                    <a:pt x="715" y="443"/>
                  </a:cubicBezTo>
                  <a:cubicBezTo>
                    <a:pt x="718" y="431"/>
                    <a:pt x="710" y="419"/>
                    <a:pt x="698" y="416"/>
                  </a:cubicBezTo>
                  <a:cubicBezTo>
                    <a:pt x="660" y="404"/>
                    <a:pt x="660" y="404"/>
                    <a:pt x="660" y="404"/>
                  </a:cubicBezTo>
                  <a:cubicBezTo>
                    <a:pt x="664" y="381"/>
                    <a:pt x="664" y="357"/>
                    <a:pt x="662" y="334"/>
                  </a:cubicBezTo>
                  <a:cubicBezTo>
                    <a:pt x="701" y="324"/>
                    <a:pt x="701" y="324"/>
                    <a:pt x="701" y="324"/>
                  </a:cubicBezTo>
                  <a:cubicBezTo>
                    <a:pt x="713" y="321"/>
                    <a:pt x="721" y="310"/>
                    <a:pt x="719" y="297"/>
                  </a:cubicBezTo>
                  <a:cubicBezTo>
                    <a:pt x="717" y="285"/>
                    <a:pt x="705" y="277"/>
                    <a:pt x="693" y="279"/>
                  </a:cubicBezTo>
                  <a:cubicBezTo>
                    <a:pt x="653" y="283"/>
                    <a:pt x="653" y="283"/>
                    <a:pt x="653" y="283"/>
                  </a:cubicBezTo>
                  <a:cubicBezTo>
                    <a:pt x="648" y="262"/>
                    <a:pt x="640" y="243"/>
                    <a:pt x="631" y="223"/>
                  </a:cubicBezTo>
                  <a:cubicBezTo>
                    <a:pt x="662" y="200"/>
                    <a:pt x="662" y="200"/>
                    <a:pt x="662" y="200"/>
                  </a:cubicBezTo>
                  <a:cubicBezTo>
                    <a:pt x="673" y="193"/>
                    <a:pt x="676" y="179"/>
                    <a:pt x="670" y="169"/>
                  </a:cubicBezTo>
                  <a:cubicBezTo>
                    <a:pt x="663" y="158"/>
                    <a:pt x="649" y="155"/>
                    <a:pt x="639" y="161"/>
                  </a:cubicBezTo>
                  <a:cubicBezTo>
                    <a:pt x="603" y="179"/>
                    <a:pt x="603" y="179"/>
                    <a:pt x="603" y="179"/>
                  </a:cubicBezTo>
                  <a:cubicBezTo>
                    <a:pt x="589" y="160"/>
                    <a:pt x="573" y="143"/>
                    <a:pt x="555" y="128"/>
                  </a:cubicBezTo>
                  <a:cubicBezTo>
                    <a:pt x="575" y="94"/>
                    <a:pt x="575" y="94"/>
                    <a:pt x="575" y="94"/>
                  </a:cubicBezTo>
                  <a:cubicBezTo>
                    <a:pt x="582" y="84"/>
                    <a:pt x="579" y="70"/>
                    <a:pt x="569" y="62"/>
                  </a:cubicBezTo>
                  <a:cubicBezTo>
                    <a:pt x="559" y="55"/>
                    <a:pt x="545" y="58"/>
                    <a:pt x="538" y="68"/>
                  </a:cubicBezTo>
                  <a:moveTo>
                    <a:pt x="568" y="211"/>
                  </a:moveTo>
                  <a:cubicBezTo>
                    <a:pt x="506" y="243"/>
                    <a:pt x="506" y="243"/>
                    <a:pt x="506" y="243"/>
                  </a:cubicBezTo>
                  <a:cubicBezTo>
                    <a:pt x="493" y="227"/>
                    <a:pt x="478" y="213"/>
                    <a:pt x="461" y="203"/>
                  </a:cubicBezTo>
                  <a:cubicBezTo>
                    <a:pt x="471" y="179"/>
                    <a:pt x="471" y="179"/>
                    <a:pt x="471" y="179"/>
                  </a:cubicBezTo>
                  <a:cubicBezTo>
                    <a:pt x="475" y="172"/>
                    <a:pt x="472" y="164"/>
                    <a:pt x="465" y="160"/>
                  </a:cubicBezTo>
                  <a:cubicBezTo>
                    <a:pt x="458" y="157"/>
                    <a:pt x="450" y="159"/>
                    <a:pt x="446" y="166"/>
                  </a:cubicBezTo>
                  <a:cubicBezTo>
                    <a:pt x="433" y="188"/>
                    <a:pt x="433" y="188"/>
                    <a:pt x="433" y="188"/>
                  </a:cubicBezTo>
                  <a:cubicBezTo>
                    <a:pt x="414" y="180"/>
                    <a:pt x="393" y="175"/>
                    <a:pt x="373" y="174"/>
                  </a:cubicBezTo>
                  <a:cubicBezTo>
                    <a:pt x="370" y="148"/>
                    <a:pt x="370" y="148"/>
                    <a:pt x="370" y="148"/>
                  </a:cubicBezTo>
                  <a:cubicBezTo>
                    <a:pt x="370" y="141"/>
                    <a:pt x="363" y="134"/>
                    <a:pt x="356" y="135"/>
                  </a:cubicBezTo>
                  <a:cubicBezTo>
                    <a:pt x="348" y="135"/>
                    <a:pt x="342" y="141"/>
                    <a:pt x="342" y="149"/>
                  </a:cubicBezTo>
                  <a:cubicBezTo>
                    <a:pt x="340" y="174"/>
                    <a:pt x="340" y="174"/>
                    <a:pt x="340" y="174"/>
                  </a:cubicBezTo>
                  <a:cubicBezTo>
                    <a:pt x="321" y="177"/>
                    <a:pt x="301" y="182"/>
                    <a:pt x="282" y="190"/>
                  </a:cubicBezTo>
                  <a:cubicBezTo>
                    <a:pt x="241" y="134"/>
                    <a:pt x="241" y="134"/>
                    <a:pt x="241" y="134"/>
                  </a:cubicBezTo>
                  <a:cubicBezTo>
                    <a:pt x="353" y="75"/>
                    <a:pt x="493" y="108"/>
                    <a:pt x="568" y="211"/>
                  </a:cubicBezTo>
                  <a:moveTo>
                    <a:pt x="407" y="436"/>
                  </a:moveTo>
                  <a:cubicBezTo>
                    <a:pt x="366" y="461"/>
                    <a:pt x="311" y="449"/>
                    <a:pt x="285" y="407"/>
                  </a:cubicBezTo>
                  <a:cubicBezTo>
                    <a:pt x="260" y="366"/>
                    <a:pt x="272" y="311"/>
                    <a:pt x="314" y="286"/>
                  </a:cubicBezTo>
                  <a:cubicBezTo>
                    <a:pt x="355" y="260"/>
                    <a:pt x="410" y="273"/>
                    <a:pt x="435" y="314"/>
                  </a:cubicBezTo>
                  <a:cubicBezTo>
                    <a:pt x="461" y="355"/>
                    <a:pt x="448" y="410"/>
                    <a:pt x="407" y="436"/>
                  </a:cubicBezTo>
                  <a:moveTo>
                    <a:pt x="242" y="215"/>
                  </a:moveTo>
                  <a:cubicBezTo>
                    <a:pt x="227" y="228"/>
                    <a:pt x="213" y="243"/>
                    <a:pt x="203" y="260"/>
                  </a:cubicBezTo>
                  <a:cubicBezTo>
                    <a:pt x="179" y="250"/>
                    <a:pt x="179" y="250"/>
                    <a:pt x="179" y="250"/>
                  </a:cubicBezTo>
                  <a:cubicBezTo>
                    <a:pt x="172" y="246"/>
                    <a:pt x="164" y="249"/>
                    <a:pt x="160" y="256"/>
                  </a:cubicBezTo>
                  <a:cubicBezTo>
                    <a:pt x="157" y="262"/>
                    <a:pt x="159" y="271"/>
                    <a:pt x="166" y="275"/>
                  </a:cubicBezTo>
                  <a:cubicBezTo>
                    <a:pt x="188" y="288"/>
                    <a:pt x="188" y="288"/>
                    <a:pt x="188" y="288"/>
                  </a:cubicBezTo>
                  <a:cubicBezTo>
                    <a:pt x="180" y="307"/>
                    <a:pt x="175" y="328"/>
                    <a:pt x="174" y="348"/>
                  </a:cubicBezTo>
                  <a:cubicBezTo>
                    <a:pt x="148" y="351"/>
                    <a:pt x="148" y="351"/>
                    <a:pt x="148" y="351"/>
                  </a:cubicBezTo>
                  <a:cubicBezTo>
                    <a:pt x="140" y="351"/>
                    <a:pt x="134" y="357"/>
                    <a:pt x="134" y="365"/>
                  </a:cubicBezTo>
                  <a:cubicBezTo>
                    <a:pt x="134" y="373"/>
                    <a:pt x="141" y="379"/>
                    <a:pt x="149" y="379"/>
                  </a:cubicBezTo>
                  <a:cubicBezTo>
                    <a:pt x="174" y="381"/>
                    <a:pt x="174" y="381"/>
                    <a:pt x="174" y="381"/>
                  </a:cubicBezTo>
                  <a:cubicBezTo>
                    <a:pt x="176" y="400"/>
                    <a:pt x="182" y="420"/>
                    <a:pt x="190" y="439"/>
                  </a:cubicBezTo>
                  <a:cubicBezTo>
                    <a:pt x="134" y="480"/>
                    <a:pt x="134" y="480"/>
                    <a:pt x="134" y="480"/>
                  </a:cubicBezTo>
                  <a:cubicBezTo>
                    <a:pt x="75" y="368"/>
                    <a:pt x="107" y="228"/>
                    <a:pt x="211" y="153"/>
                  </a:cubicBezTo>
                  <a:cubicBezTo>
                    <a:pt x="242" y="215"/>
                    <a:pt x="242" y="215"/>
                    <a:pt x="242" y="215"/>
                  </a:cubicBezTo>
                  <a:moveTo>
                    <a:pt x="478" y="506"/>
                  </a:moveTo>
                  <a:cubicBezTo>
                    <a:pt x="494" y="493"/>
                    <a:pt x="507" y="478"/>
                    <a:pt x="518" y="461"/>
                  </a:cubicBezTo>
                  <a:cubicBezTo>
                    <a:pt x="542" y="471"/>
                    <a:pt x="542" y="471"/>
                    <a:pt x="542" y="471"/>
                  </a:cubicBezTo>
                  <a:cubicBezTo>
                    <a:pt x="549" y="475"/>
                    <a:pt x="557" y="472"/>
                    <a:pt x="561" y="466"/>
                  </a:cubicBezTo>
                  <a:cubicBezTo>
                    <a:pt x="564" y="459"/>
                    <a:pt x="562" y="450"/>
                    <a:pt x="555" y="447"/>
                  </a:cubicBezTo>
                  <a:cubicBezTo>
                    <a:pt x="533" y="433"/>
                    <a:pt x="533" y="433"/>
                    <a:pt x="533" y="433"/>
                  </a:cubicBezTo>
                  <a:cubicBezTo>
                    <a:pt x="541" y="414"/>
                    <a:pt x="546" y="394"/>
                    <a:pt x="547" y="373"/>
                  </a:cubicBezTo>
                  <a:cubicBezTo>
                    <a:pt x="573" y="370"/>
                    <a:pt x="573" y="370"/>
                    <a:pt x="573" y="370"/>
                  </a:cubicBezTo>
                  <a:cubicBezTo>
                    <a:pt x="580" y="370"/>
                    <a:pt x="587" y="364"/>
                    <a:pt x="586" y="356"/>
                  </a:cubicBezTo>
                  <a:cubicBezTo>
                    <a:pt x="586" y="348"/>
                    <a:pt x="580" y="342"/>
                    <a:pt x="572" y="342"/>
                  </a:cubicBezTo>
                  <a:cubicBezTo>
                    <a:pt x="547" y="341"/>
                    <a:pt x="547" y="341"/>
                    <a:pt x="547" y="341"/>
                  </a:cubicBezTo>
                  <a:cubicBezTo>
                    <a:pt x="544" y="321"/>
                    <a:pt x="539" y="301"/>
                    <a:pt x="531" y="283"/>
                  </a:cubicBezTo>
                  <a:cubicBezTo>
                    <a:pt x="586" y="241"/>
                    <a:pt x="586" y="241"/>
                    <a:pt x="586" y="241"/>
                  </a:cubicBezTo>
                  <a:cubicBezTo>
                    <a:pt x="646" y="354"/>
                    <a:pt x="613" y="494"/>
                    <a:pt x="510" y="568"/>
                  </a:cubicBezTo>
                  <a:cubicBezTo>
                    <a:pt x="478" y="506"/>
                    <a:pt x="478" y="506"/>
                    <a:pt x="478" y="506"/>
                  </a:cubicBezTo>
                  <a:moveTo>
                    <a:pt x="153" y="510"/>
                  </a:moveTo>
                  <a:cubicBezTo>
                    <a:pt x="215" y="479"/>
                    <a:pt x="215" y="479"/>
                    <a:pt x="215" y="479"/>
                  </a:cubicBezTo>
                  <a:cubicBezTo>
                    <a:pt x="228" y="494"/>
                    <a:pt x="243" y="508"/>
                    <a:pt x="260" y="518"/>
                  </a:cubicBezTo>
                  <a:cubicBezTo>
                    <a:pt x="250" y="542"/>
                    <a:pt x="250" y="542"/>
                    <a:pt x="250" y="542"/>
                  </a:cubicBezTo>
                  <a:cubicBezTo>
                    <a:pt x="246" y="549"/>
                    <a:pt x="249" y="557"/>
                    <a:pt x="255" y="561"/>
                  </a:cubicBezTo>
                  <a:cubicBezTo>
                    <a:pt x="262" y="564"/>
                    <a:pt x="271" y="562"/>
                    <a:pt x="274" y="555"/>
                  </a:cubicBezTo>
                  <a:cubicBezTo>
                    <a:pt x="288" y="533"/>
                    <a:pt x="288" y="533"/>
                    <a:pt x="288" y="533"/>
                  </a:cubicBezTo>
                  <a:cubicBezTo>
                    <a:pt x="307" y="541"/>
                    <a:pt x="327" y="546"/>
                    <a:pt x="348" y="547"/>
                  </a:cubicBezTo>
                  <a:cubicBezTo>
                    <a:pt x="351" y="573"/>
                    <a:pt x="351" y="573"/>
                    <a:pt x="351" y="573"/>
                  </a:cubicBezTo>
                  <a:cubicBezTo>
                    <a:pt x="351" y="581"/>
                    <a:pt x="357" y="587"/>
                    <a:pt x="365" y="587"/>
                  </a:cubicBezTo>
                  <a:cubicBezTo>
                    <a:pt x="373" y="587"/>
                    <a:pt x="379" y="580"/>
                    <a:pt x="379" y="572"/>
                  </a:cubicBezTo>
                  <a:cubicBezTo>
                    <a:pt x="380" y="547"/>
                    <a:pt x="380" y="547"/>
                    <a:pt x="380" y="547"/>
                  </a:cubicBezTo>
                  <a:cubicBezTo>
                    <a:pt x="400" y="545"/>
                    <a:pt x="420" y="539"/>
                    <a:pt x="438" y="531"/>
                  </a:cubicBezTo>
                  <a:cubicBezTo>
                    <a:pt x="480" y="587"/>
                    <a:pt x="480" y="587"/>
                    <a:pt x="480" y="587"/>
                  </a:cubicBezTo>
                  <a:cubicBezTo>
                    <a:pt x="367" y="646"/>
                    <a:pt x="227" y="614"/>
                    <a:pt x="153" y="51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6" name="Freeform 22">
              <a:extLst>
                <a:ext uri="{FF2B5EF4-FFF2-40B4-BE49-F238E27FC236}">
                  <a16:creationId xmlns:a16="http://schemas.microsoft.com/office/drawing/2014/main" id="{03995FBA-F8E2-4485-A5FB-94AA8B21C716}"/>
                </a:ext>
              </a:extLst>
            </p:cNvPr>
            <p:cNvSpPr>
              <a:spLocks/>
            </p:cNvSpPr>
            <p:nvPr/>
          </p:nvSpPr>
          <p:spPr bwMode="auto">
            <a:xfrm>
              <a:off x="7890164" y="2645353"/>
              <a:ext cx="623888" cy="625475"/>
            </a:xfrm>
            <a:custGeom>
              <a:avLst/>
              <a:gdLst/>
              <a:ahLst/>
              <a:cxnLst>
                <a:cxn ang="0">
                  <a:pos x="246" y="297"/>
                </a:cxn>
                <a:cxn ang="0">
                  <a:pos x="244" y="294"/>
                </a:cxn>
                <a:cxn ang="0">
                  <a:pos x="163" y="317"/>
                </a:cxn>
                <a:cxn ang="0">
                  <a:pos x="31" y="244"/>
                </a:cxn>
                <a:cxn ang="0">
                  <a:pos x="8" y="163"/>
                </a:cxn>
                <a:cxn ang="0">
                  <a:pos x="81" y="31"/>
                </a:cxn>
                <a:cxn ang="0">
                  <a:pos x="162" y="8"/>
                </a:cxn>
                <a:cxn ang="0">
                  <a:pos x="294" y="81"/>
                </a:cxn>
                <a:cxn ang="0">
                  <a:pos x="317" y="162"/>
                </a:cxn>
                <a:cxn ang="0">
                  <a:pos x="244" y="294"/>
                </a:cxn>
                <a:cxn ang="0">
                  <a:pos x="246" y="297"/>
                </a:cxn>
                <a:cxn ang="0">
                  <a:pos x="248" y="300"/>
                </a:cxn>
                <a:cxn ang="0">
                  <a:pos x="325" y="162"/>
                </a:cxn>
                <a:cxn ang="0">
                  <a:pos x="300" y="77"/>
                </a:cxn>
                <a:cxn ang="0">
                  <a:pos x="162" y="0"/>
                </a:cxn>
                <a:cxn ang="0">
                  <a:pos x="77" y="25"/>
                </a:cxn>
                <a:cxn ang="0">
                  <a:pos x="0" y="163"/>
                </a:cxn>
                <a:cxn ang="0">
                  <a:pos x="24" y="248"/>
                </a:cxn>
                <a:cxn ang="0">
                  <a:pos x="163" y="325"/>
                </a:cxn>
                <a:cxn ang="0">
                  <a:pos x="248" y="300"/>
                </a:cxn>
                <a:cxn ang="0">
                  <a:pos x="246" y="297"/>
                </a:cxn>
              </a:cxnLst>
              <a:rect l="0" t="0" r="r" b="b"/>
              <a:pathLst>
                <a:path w="325" h="325">
                  <a:moveTo>
                    <a:pt x="246" y="297"/>
                  </a:moveTo>
                  <a:cubicBezTo>
                    <a:pt x="244" y="294"/>
                    <a:pt x="244" y="294"/>
                    <a:pt x="244" y="294"/>
                  </a:cubicBezTo>
                  <a:cubicBezTo>
                    <a:pt x="218" y="310"/>
                    <a:pt x="190" y="317"/>
                    <a:pt x="163" y="317"/>
                  </a:cubicBezTo>
                  <a:cubicBezTo>
                    <a:pt x="111" y="317"/>
                    <a:pt x="60" y="291"/>
                    <a:pt x="31" y="244"/>
                  </a:cubicBezTo>
                  <a:cubicBezTo>
                    <a:pt x="15" y="219"/>
                    <a:pt x="8" y="191"/>
                    <a:pt x="8" y="163"/>
                  </a:cubicBezTo>
                  <a:cubicBezTo>
                    <a:pt x="8" y="111"/>
                    <a:pt x="34" y="61"/>
                    <a:pt x="81" y="31"/>
                  </a:cubicBezTo>
                  <a:cubicBezTo>
                    <a:pt x="106" y="16"/>
                    <a:pt x="134" y="8"/>
                    <a:pt x="162" y="8"/>
                  </a:cubicBezTo>
                  <a:cubicBezTo>
                    <a:pt x="214" y="8"/>
                    <a:pt x="264" y="34"/>
                    <a:pt x="294" y="81"/>
                  </a:cubicBezTo>
                  <a:cubicBezTo>
                    <a:pt x="309" y="107"/>
                    <a:pt x="317" y="135"/>
                    <a:pt x="317" y="162"/>
                  </a:cubicBezTo>
                  <a:cubicBezTo>
                    <a:pt x="317" y="214"/>
                    <a:pt x="291" y="265"/>
                    <a:pt x="244" y="294"/>
                  </a:cubicBezTo>
                  <a:cubicBezTo>
                    <a:pt x="246" y="297"/>
                    <a:pt x="246" y="297"/>
                    <a:pt x="246" y="297"/>
                  </a:cubicBezTo>
                  <a:cubicBezTo>
                    <a:pt x="248" y="300"/>
                    <a:pt x="248" y="300"/>
                    <a:pt x="248" y="300"/>
                  </a:cubicBezTo>
                  <a:cubicBezTo>
                    <a:pt x="297" y="270"/>
                    <a:pt x="325" y="217"/>
                    <a:pt x="325" y="162"/>
                  </a:cubicBezTo>
                  <a:cubicBezTo>
                    <a:pt x="325" y="133"/>
                    <a:pt x="317" y="104"/>
                    <a:pt x="300" y="77"/>
                  </a:cubicBezTo>
                  <a:cubicBezTo>
                    <a:pt x="270" y="27"/>
                    <a:pt x="216" y="0"/>
                    <a:pt x="162" y="0"/>
                  </a:cubicBezTo>
                  <a:cubicBezTo>
                    <a:pt x="133" y="0"/>
                    <a:pt x="103" y="8"/>
                    <a:pt x="77" y="25"/>
                  </a:cubicBezTo>
                  <a:cubicBezTo>
                    <a:pt x="27" y="55"/>
                    <a:pt x="0" y="108"/>
                    <a:pt x="0" y="163"/>
                  </a:cubicBezTo>
                  <a:cubicBezTo>
                    <a:pt x="0" y="192"/>
                    <a:pt x="8" y="222"/>
                    <a:pt x="24" y="248"/>
                  </a:cubicBezTo>
                  <a:cubicBezTo>
                    <a:pt x="55" y="298"/>
                    <a:pt x="108" y="325"/>
                    <a:pt x="163" y="325"/>
                  </a:cubicBezTo>
                  <a:cubicBezTo>
                    <a:pt x="192" y="325"/>
                    <a:pt x="221" y="317"/>
                    <a:pt x="248" y="300"/>
                  </a:cubicBezTo>
                  <a:cubicBezTo>
                    <a:pt x="246" y="297"/>
                    <a:pt x="246" y="297"/>
                    <a:pt x="246" y="29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7" name="Freeform 23">
              <a:extLst>
                <a:ext uri="{FF2B5EF4-FFF2-40B4-BE49-F238E27FC236}">
                  <a16:creationId xmlns:a16="http://schemas.microsoft.com/office/drawing/2014/main" id="{1FC215F0-003C-4971-9D55-71A7B6604139}"/>
                </a:ext>
              </a:extLst>
            </p:cNvPr>
            <p:cNvSpPr>
              <a:spLocks/>
            </p:cNvSpPr>
            <p:nvPr/>
          </p:nvSpPr>
          <p:spPr bwMode="auto">
            <a:xfrm>
              <a:off x="6226464" y="4524953"/>
              <a:ext cx="66675" cy="49213"/>
            </a:xfrm>
            <a:custGeom>
              <a:avLst/>
              <a:gdLst/>
              <a:ahLst/>
              <a:cxnLst>
                <a:cxn ang="0">
                  <a:pos x="6" y="0"/>
                </a:cxn>
                <a:cxn ang="0">
                  <a:pos x="0" y="15"/>
                </a:cxn>
                <a:cxn ang="0">
                  <a:pos x="21" y="23"/>
                </a:cxn>
                <a:cxn ang="0">
                  <a:pos x="21" y="22"/>
                </a:cxn>
                <a:cxn ang="0">
                  <a:pos x="30" y="26"/>
                </a:cxn>
                <a:cxn ang="0">
                  <a:pos x="35" y="11"/>
                </a:cxn>
                <a:cxn ang="0">
                  <a:pos x="21" y="5"/>
                </a:cxn>
                <a:cxn ang="0">
                  <a:pos x="14" y="3"/>
                </a:cxn>
                <a:cxn ang="0">
                  <a:pos x="14" y="3"/>
                </a:cxn>
                <a:cxn ang="0">
                  <a:pos x="6" y="0"/>
                </a:cxn>
              </a:cxnLst>
              <a:rect l="0" t="0" r="r" b="b"/>
              <a:pathLst>
                <a:path w="35" h="26">
                  <a:moveTo>
                    <a:pt x="6" y="0"/>
                  </a:moveTo>
                  <a:cubicBezTo>
                    <a:pt x="0" y="15"/>
                    <a:pt x="0" y="15"/>
                    <a:pt x="0" y="15"/>
                  </a:cubicBezTo>
                  <a:cubicBezTo>
                    <a:pt x="21" y="23"/>
                    <a:pt x="21" y="23"/>
                    <a:pt x="21" y="23"/>
                  </a:cubicBezTo>
                  <a:cubicBezTo>
                    <a:pt x="21" y="22"/>
                    <a:pt x="21" y="22"/>
                    <a:pt x="21" y="22"/>
                  </a:cubicBezTo>
                  <a:cubicBezTo>
                    <a:pt x="24" y="24"/>
                    <a:pt x="27" y="25"/>
                    <a:pt x="30" y="26"/>
                  </a:cubicBezTo>
                  <a:cubicBezTo>
                    <a:pt x="35" y="11"/>
                    <a:pt x="35" y="11"/>
                    <a:pt x="35" y="11"/>
                  </a:cubicBezTo>
                  <a:cubicBezTo>
                    <a:pt x="30" y="9"/>
                    <a:pt x="25" y="7"/>
                    <a:pt x="21" y="5"/>
                  </a:cubicBezTo>
                  <a:cubicBezTo>
                    <a:pt x="14" y="3"/>
                    <a:pt x="14" y="3"/>
                    <a:pt x="14" y="3"/>
                  </a:cubicBezTo>
                  <a:cubicBezTo>
                    <a:pt x="14" y="3"/>
                    <a:pt x="14" y="3"/>
                    <a:pt x="14" y="3"/>
                  </a:cubicBezTo>
                  <a:cubicBezTo>
                    <a:pt x="6" y="0"/>
                    <a:pt x="6" y="0"/>
                    <a:pt x="6"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8" name="Freeform 24">
              <a:extLst>
                <a:ext uri="{FF2B5EF4-FFF2-40B4-BE49-F238E27FC236}">
                  <a16:creationId xmlns:a16="http://schemas.microsoft.com/office/drawing/2014/main" id="{01CA0AFB-54C8-4707-B6DA-E8A9253E06CD}"/>
                </a:ext>
              </a:extLst>
            </p:cNvPr>
            <p:cNvSpPr>
              <a:spLocks noEditPoints="1"/>
            </p:cNvSpPr>
            <p:nvPr/>
          </p:nvSpPr>
          <p:spPr bwMode="auto">
            <a:xfrm>
              <a:off x="4154777" y="2405640"/>
              <a:ext cx="3459163" cy="2227263"/>
            </a:xfrm>
            <a:custGeom>
              <a:avLst/>
              <a:gdLst/>
              <a:ahLst/>
              <a:cxnLst>
                <a:cxn ang="0">
                  <a:pos x="1297" y="1155"/>
                </a:cxn>
                <a:cxn ang="0">
                  <a:pos x="1204" y="1134"/>
                </a:cxn>
                <a:cxn ang="0">
                  <a:pos x="1138" y="1136"/>
                </a:cxn>
                <a:cxn ang="0">
                  <a:pos x="1424" y="1135"/>
                </a:cxn>
                <a:cxn ang="0">
                  <a:pos x="1449" y="1111"/>
                </a:cxn>
                <a:cxn ang="0">
                  <a:pos x="1023" y="1078"/>
                </a:cxn>
                <a:cxn ang="0">
                  <a:pos x="1514" y="1100"/>
                </a:cxn>
                <a:cxn ang="0">
                  <a:pos x="964" y="1056"/>
                </a:cxn>
                <a:cxn ang="0">
                  <a:pos x="899" y="1048"/>
                </a:cxn>
                <a:cxn ang="0">
                  <a:pos x="875" y="1022"/>
                </a:cxn>
                <a:cxn ang="0">
                  <a:pos x="786" y="989"/>
                </a:cxn>
                <a:cxn ang="0">
                  <a:pos x="751" y="993"/>
                </a:cxn>
                <a:cxn ang="0">
                  <a:pos x="1671" y="978"/>
                </a:cxn>
                <a:cxn ang="0">
                  <a:pos x="662" y="960"/>
                </a:cxn>
                <a:cxn ang="0">
                  <a:pos x="638" y="934"/>
                </a:cxn>
                <a:cxn ang="0">
                  <a:pos x="1710" y="899"/>
                </a:cxn>
                <a:cxn ang="0">
                  <a:pos x="514" y="904"/>
                </a:cxn>
                <a:cxn ang="0">
                  <a:pos x="430" y="856"/>
                </a:cxn>
                <a:cxn ang="0">
                  <a:pos x="366" y="849"/>
                </a:cxn>
                <a:cxn ang="0">
                  <a:pos x="341" y="823"/>
                </a:cxn>
                <a:cxn ang="0">
                  <a:pos x="1761" y="785"/>
                </a:cxn>
                <a:cxn ang="0">
                  <a:pos x="1761" y="785"/>
                </a:cxn>
                <a:cxn ang="0">
                  <a:pos x="1776" y="725"/>
                </a:cxn>
                <a:cxn ang="0">
                  <a:pos x="164" y="754"/>
                </a:cxn>
                <a:cxn ang="0">
                  <a:pos x="107" y="677"/>
                </a:cxn>
                <a:cxn ang="0">
                  <a:pos x="58" y="634"/>
                </a:cxn>
                <a:cxn ang="0">
                  <a:pos x="1782" y="609"/>
                </a:cxn>
                <a:cxn ang="0">
                  <a:pos x="43" y="605"/>
                </a:cxn>
                <a:cxn ang="0">
                  <a:pos x="1779" y="570"/>
                </a:cxn>
                <a:cxn ang="0">
                  <a:pos x="26" y="511"/>
                </a:cxn>
                <a:cxn ang="0">
                  <a:pos x="1" y="450"/>
                </a:cxn>
                <a:cxn ang="0">
                  <a:pos x="1761" y="444"/>
                </a:cxn>
                <a:cxn ang="0">
                  <a:pos x="1717" y="358"/>
                </a:cxn>
                <a:cxn ang="0">
                  <a:pos x="21" y="356"/>
                </a:cxn>
                <a:cxn ang="0">
                  <a:pos x="1679" y="306"/>
                </a:cxn>
                <a:cxn ang="0">
                  <a:pos x="1624" y="271"/>
                </a:cxn>
                <a:cxn ang="0">
                  <a:pos x="1611" y="238"/>
                </a:cxn>
                <a:cxn ang="0">
                  <a:pos x="1532" y="184"/>
                </a:cxn>
                <a:cxn ang="0">
                  <a:pos x="1496" y="184"/>
                </a:cxn>
                <a:cxn ang="0">
                  <a:pos x="98" y="151"/>
                </a:cxn>
                <a:cxn ang="0">
                  <a:pos x="1348" y="140"/>
                </a:cxn>
                <a:cxn ang="0">
                  <a:pos x="1287" y="115"/>
                </a:cxn>
                <a:cxn ang="0">
                  <a:pos x="1254" y="127"/>
                </a:cxn>
                <a:cxn ang="0">
                  <a:pos x="143" y="105"/>
                </a:cxn>
                <a:cxn ang="0">
                  <a:pos x="178" y="97"/>
                </a:cxn>
                <a:cxn ang="0">
                  <a:pos x="1099" y="89"/>
                </a:cxn>
                <a:cxn ang="0">
                  <a:pos x="971" y="88"/>
                </a:cxn>
                <a:cxn ang="0">
                  <a:pos x="203" y="79"/>
                </a:cxn>
                <a:cxn ang="0">
                  <a:pos x="848" y="55"/>
                </a:cxn>
                <a:cxn ang="0">
                  <a:pos x="815" y="66"/>
                </a:cxn>
                <a:cxn ang="0">
                  <a:pos x="723" y="38"/>
                </a:cxn>
                <a:cxn ang="0">
                  <a:pos x="658" y="45"/>
                </a:cxn>
                <a:cxn ang="0">
                  <a:pos x="629" y="25"/>
                </a:cxn>
                <a:cxn ang="0">
                  <a:pos x="535" y="12"/>
                </a:cxn>
                <a:cxn ang="0">
                  <a:pos x="501" y="23"/>
                </a:cxn>
                <a:cxn ang="0">
                  <a:pos x="375" y="2"/>
                </a:cxn>
                <a:cxn ang="0">
                  <a:pos x="421" y="0"/>
                </a:cxn>
              </a:cxnLst>
              <a:rect l="0" t="0" r="r" b="b"/>
              <a:pathLst>
                <a:path w="1799" h="1156">
                  <a:moveTo>
                    <a:pt x="1297" y="1140"/>
                  </a:moveTo>
                  <a:cubicBezTo>
                    <a:pt x="1297" y="1140"/>
                    <a:pt x="1297" y="1140"/>
                    <a:pt x="1297" y="1140"/>
                  </a:cubicBezTo>
                  <a:cubicBezTo>
                    <a:pt x="1291" y="1140"/>
                    <a:pt x="1286" y="1140"/>
                    <a:pt x="1281" y="1140"/>
                  </a:cubicBezTo>
                  <a:cubicBezTo>
                    <a:pt x="1276" y="1140"/>
                    <a:pt x="1271" y="1140"/>
                    <a:pt x="1266" y="1140"/>
                  </a:cubicBezTo>
                  <a:cubicBezTo>
                    <a:pt x="1265" y="1155"/>
                    <a:pt x="1265" y="1155"/>
                    <a:pt x="1265" y="1155"/>
                  </a:cubicBezTo>
                  <a:cubicBezTo>
                    <a:pt x="1270" y="1155"/>
                    <a:pt x="1276" y="1156"/>
                    <a:pt x="1281" y="1156"/>
                  </a:cubicBezTo>
                  <a:cubicBezTo>
                    <a:pt x="1286" y="1156"/>
                    <a:pt x="1292" y="1155"/>
                    <a:pt x="1297" y="1155"/>
                  </a:cubicBezTo>
                  <a:cubicBezTo>
                    <a:pt x="1297" y="1140"/>
                    <a:pt x="1297" y="1140"/>
                    <a:pt x="1297" y="1140"/>
                  </a:cubicBezTo>
                  <a:moveTo>
                    <a:pt x="1204" y="1134"/>
                  </a:moveTo>
                  <a:cubicBezTo>
                    <a:pt x="1201" y="1149"/>
                    <a:pt x="1201" y="1149"/>
                    <a:pt x="1201" y="1149"/>
                  </a:cubicBezTo>
                  <a:cubicBezTo>
                    <a:pt x="1212" y="1151"/>
                    <a:pt x="1222" y="1152"/>
                    <a:pt x="1233" y="1153"/>
                  </a:cubicBezTo>
                  <a:cubicBezTo>
                    <a:pt x="1235" y="1138"/>
                    <a:pt x="1235" y="1138"/>
                    <a:pt x="1235" y="1138"/>
                  </a:cubicBezTo>
                  <a:cubicBezTo>
                    <a:pt x="1235" y="1138"/>
                    <a:pt x="1235" y="1138"/>
                    <a:pt x="1235" y="1138"/>
                  </a:cubicBezTo>
                  <a:cubicBezTo>
                    <a:pt x="1224" y="1137"/>
                    <a:pt x="1214" y="1135"/>
                    <a:pt x="1204" y="1134"/>
                  </a:cubicBezTo>
                  <a:moveTo>
                    <a:pt x="1359" y="1134"/>
                  </a:moveTo>
                  <a:cubicBezTo>
                    <a:pt x="1349" y="1135"/>
                    <a:pt x="1338" y="1137"/>
                    <a:pt x="1328" y="1138"/>
                  </a:cubicBezTo>
                  <a:cubicBezTo>
                    <a:pt x="1329" y="1153"/>
                    <a:pt x="1329" y="1153"/>
                    <a:pt x="1329" y="1153"/>
                  </a:cubicBezTo>
                  <a:cubicBezTo>
                    <a:pt x="1340" y="1152"/>
                    <a:pt x="1351" y="1151"/>
                    <a:pt x="1361" y="1149"/>
                  </a:cubicBezTo>
                  <a:cubicBezTo>
                    <a:pt x="1359" y="1134"/>
                    <a:pt x="1359" y="1134"/>
                    <a:pt x="1359" y="1134"/>
                  </a:cubicBezTo>
                  <a:moveTo>
                    <a:pt x="1143" y="1121"/>
                  </a:moveTo>
                  <a:cubicBezTo>
                    <a:pt x="1138" y="1136"/>
                    <a:pt x="1138" y="1136"/>
                    <a:pt x="1138" y="1136"/>
                  </a:cubicBezTo>
                  <a:cubicBezTo>
                    <a:pt x="1149" y="1139"/>
                    <a:pt x="1159" y="1141"/>
                    <a:pt x="1170" y="1144"/>
                  </a:cubicBezTo>
                  <a:cubicBezTo>
                    <a:pt x="1173" y="1128"/>
                    <a:pt x="1173" y="1128"/>
                    <a:pt x="1173" y="1128"/>
                  </a:cubicBezTo>
                  <a:cubicBezTo>
                    <a:pt x="1163" y="1126"/>
                    <a:pt x="1153" y="1123"/>
                    <a:pt x="1143" y="1121"/>
                  </a:cubicBezTo>
                  <a:moveTo>
                    <a:pt x="1420" y="1120"/>
                  </a:moveTo>
                  <a:cubicBezTo>
                    <a:pt x="1410" y="1123"/>
                    <a:pt x="1400" y="1126"/>
                    <a:pt x="1389" y="1128"/>
                  </a:cubicBezTo>
                  <a:cubicBezTo>
                    <a:pt x="1393" y="1143"/>
                    <a:pt x="1393" y="1143"/>
                    <a:pt x="1393" y="1143"/>
                  </a:cubicBezTo>
                  <a:cubicBezTo>
                    <a:pt x="1403" y="1141"/>
                    <a:pt x="1414" y="1138"/>
                    <a:pt x="1424" y="1135"/>
                  </a:cubicBezTo>
                  <a:cubicBezTo>
                    <a:pt x="1420" y="1120"/>
                    <a:pt x="1420" y="1120"/>
                    <a:pt x="1420" y="1120"/>
                  </a:cubicBezTo>
                  <a:moveTo>
                    <a:pt x="1420" y="1120"/>
                  </a:moveTo>
                  <a:cubicBezTo>
                    <a:pt x="1420" y="1120"/>
                    <a:pt x="1420" y="1120"/>
                    <a:pt x="1420" y="1120"/>
                  </a:cubicBezTo>
                  <a:cubicBezTo>
                    <a:pt x="1420" y="1120"/>
                    <a:pt x="1420" y="1120"/>
                    <a:pt x="1420" y="1120"/>
                  </a:cubicBezTo>
                  <a:cubicBezTo>
                    <a:pt x="1420" y="1120"/>
                    <a:pt x="1420" y="1120"/>
                    <a:pt x="1420" y="1120"/>
                  </a:cubicBezTo>
                  <a:moveTo>
                    <a:pt x="1478" y="1099"/>
                  </a:moveTo>
                  <a:cubicBezTo>
                    <a:pt x="1469" y="1104"/>
                    <a:pt x="1459" y="1107"/>
                    <a:pt x="1449" y="1111"/>
                  </a:cubicBezTo>
                  <a:cubicBezTo>
                    <a:pt x="1455" y="1126"/>
                    <a:pt x="1455" y="1126"/>
                    <a:pt x="1455" y="1126"/>
                  </a:cubicBezTo>
                  <a:cubicBezTo>
                    <a:pt x="1465" y="1122"/>
                    <a:pt x="1475" y="1118"/>
                    <a:pt x="1484" y="1114"/>
                  </a:cubicBezTo>
                  <a:cubicBezTo>
                    <a:pt x="1478" y="1099"/>
                    <a:pt x="1478" y="1099"/>
                    <a:pt x="1478" y="1099"/>
                  </a:cubicBezTo>
                  <a:moveTo>
                    <a:pt x="1478" y="1099"/>
                  </a:moveTo>
                  <a:cubicBezTo>
                    <a:pt x="1478" y="1099"/>
                    <a:pt x="1478" y="1099"/>
                    <a:pt x="1478" y="1099"/>
                  </a:cubicBezTo>
                  <a:cubicBezTo>
                    <a:pt x="1478" y="1099"/>
                    <a:pt x="1478" y="1099"/>
                    <a:pt x="1478" y="1099"/>
                  </a:cubicBezTo>
                  <a:moveTo>
                    <a:pt x="1023" y="1078"/>
                  </a:moveTo>
                  <a:cubicBezTo>
                    <a:pt x="1018" y="1092"/>
                    <a:pt x="1018" y="1092"/>
                    <a:pt x="1018" y="1092"/>
                  </a:cubicBezTo>
                  <a:cubicBezTo>
                    <a:pt x="1047" y="1104"/>
                    <a:pt x="1047" y="1104"/>
                    <a:pt x="1047" y="1104"/>
                  </a:cubicBezTo>
                  <a:cubicBezTo>
                    <a:pt x="1053" y="1089"/>
                    <a:pt x="1053" y="1089"/>
                    <a:pt x="1053" y="1089"/>
                  </a:cubicBezTo>
                  <a:cubicBezTo>
                    <a:pt x="1023" y="1078"/>
                    <a:pt x="1023" y="1078"/>
                    <a:pt x="1023" y="1078"/>
                  </a:cubicBezTo>
                  <a:moveTo>
                    <a:pt x="1534" y="1072"/>
                  </a:moveTo>
                  <a:cubicBezTo>
                    <a:pt x="1525" y="1077"/>
                    <a:pt x="1516" y="1082"/>
                    <a:pt x="1507" y="1086"/>
                  </a:cubicBezTo>
                  <a:cubicBezTo>
                    <a:pt x="1514" y="1100"/>
                    <a:pt x="1514" y="1100"/>
                    <a:pt x="1514" y="1100"/>
                  </a:cubicBezTo>
                  <a:cubicBezTo>
                    <a:pt x="1523" y="1096"/>
                    <a:pt x="1533" y="1091"/>
                    <a:pt x="1542" y="1085"/>
                  </a:cubicBezTo>
                  <a:cubicBezTo>
                    <a:pt x="1534" y="1072"/>
                    <a:pt x="1534" y="1072"/>
                    <a:pt x="1534" y="1072"/>
                  </a:cubicBezTo>
                  <a:moveTo>
                    <a:pt x="964" y="1056"/>
                  </a:moveTo>
                  <a:cubicBezTo>
                    <a:pt x="958" y="1070"/>
                    <a:pt x="958" y="1070"/>
                    <a:pt x="958" y="1070"/>
                  </a:cubicBezTo>
                  <a:cubicBezTo>
                    <a:pt x="988" y="1081"/>
                    <a:pt x="988" y="1081"/>
                    <a:pt x="988" y="1081"/>
                  </a:cubicBezTo>
                  <a:cubicBezTo>
                    <a:pt x="994" y="1067"/>
                    <a:pt x="994" y="1067"/>
                    <a:pt x="994" y="1067"/>
                  </a:cubicBezTo>
                  <a:cubicBezTo>
                    <a:pt x="964" y="1056"/>
                    <a:pt x="964" y="1056"/>
                    <a:pt x="964" y="1056"/>
                  </a:cubicBezTo>
                  <a:moveTo>
                    <a:pt x="1586" y="1037"/>
                  </a:moveTo>
                  <a:cubicBezTo>
                    <a:pt x="1577" y="1043"/>
                    <a:pt x="1569" y="1049"/>
                    <a:pt x="1560" y="1055"/>
                  </a:cubicBezTo>
                  <a:cubicBezTo>
                    <a:pt x="1569" y="1068"/>
                    <a:pt x="1569" y="1068"/>
                    <a:pt x="1569" y="1068"/>
                  </a:cubicBezTo>
                  <a:cubicBezTo>
                    <a:pt x="1578" y="1062"/>
                    <a:pt x="1587" y="1056"/>
                    <a:pt x="1595" y="1049"/>
                  </a:cubicBezTo>
                  <a:cubicBezTo>
                    <a:pt x="1586" y="1037"/>
                    <a:pt x="1586" y="1037"/>
                    <a:pt x="1586" y="1037"/>
                  </a:cubicBezTo>
                  <a:moveTo>
                    <a:pt x="905" y="1033"/>
                  </a:moveTo>
                  <a:cubicBezTo>
                    <a:pt x="899" y="1048"/>
                    <a:pt x="899" y="1048"/>
                    <a:pt x="899" y="1048"/>
                  </a:cubicBezTo>
                  <a:cubicBezTo>
                    <a:pt x="929" y="1059"/>
                    <a:pt x="929" y="1059"/>
                    <a:pt x="929" y="1059"/>
                  </a:cubicBezTo>
                  <a:cubicBezTo>
                    <a:pt x="934" y="1045"/>
                    <a:pt x="934" y="1045"/>
                    <a:pt x="934" y="1045"/>
                  </a:cubicBezTo>
                  <a:cubicBezTo>
                    <a:pt x="905" y="1033"/>
                    <a:pt x="905" y="1033"/>
                    <a:pt x="905" y="1033"/>
                  </a:cubicBezTo>
                  <a:moveTo>
                    <a:pt x="845" y="1011"/>
                  </a:moveTo>
                  <a:cubicBezTo>
                    <a:pt x="840" y="1026"/>
                    <a:pt x="840" y="1026"/>
                    <a:pt x="840" y="1026"/>
                  </a:cubicBezTo>
                  <a:cubicBezTo>
                    <a:pt x="870" y="1037"/>
                    <a:pt x="870" y="1037"/>
                    <a:pt x="870" y="1037"/>
                  </a:cubicBezTo>
                  <a:cubicBezTo>
                    <a:pt x="875" y="1022"/>
                    <a:pt x="875" y="1022"/>
                    <a:pt x="875" y="1022"/>
                  </a:cubicBezTo>
                  <a:cubicBezTo>
                    <a:pt x="845" y="1011"/>
                    <a:pt x="845" y="1011"/>
                    <a:pt x="845" y="1011"/>
                  </a:cubicBezTo>
                  <a:moveTo>
                    <a:pt x="1633" y="996"/>
                  </a:moveTo>
                  <a:cubicBezTo>
                    <a:pt x="1625" y="1003"/>
                    <a:pt x="1618" y="1010"/>
                    <a:pt x="1610" y="1017"/>
                  </a:cubicBezTo>
                  <a:cubicBezTo>
                    <a:pt x="1620" y="1029"/>
                    <a:pt x="1620" y="1029"/>
                    <a:pt x="1620" y="1029"/>
                  </a:cubicBezTo>
                  <a:cubicBezTo>
                    <a:pt x="1628" y="1022"/>
                    <a:pt x="1636" y="1015"/>
                    <a:pt x="1644" y="1007"/>
                  </a:cubicBezTo>
                  <a:cubicBezTo>
                    <a:pt x="1633" y="996"/>
                    <a:pt x="1633" y="996"/>
                    <a:pt x="1633" y="996"/>
                  </a:cubicBezTo>
                  <a:moveTo>
                    <a:pt x="786" y="989"/>
                  </a:moveTo>
                  <a:cubicBezTo>
                    <a:pt x="781" y="1004"/>
                    <a:pt x="781" y="1004"/>
                    <a:pt x="781" y="1004"/>
                  </a:cubicBezTo>
                  <a:cubicBezTo>
                    <a:pt x="810" y="1015"/>
                    <a:pt x="810" y="1015"/>
                    <a:pt x="810" y="1015"/>
                  </a:cubicBezTo>
                  <a:cubicBezTo>
                    <a:pt x="816" y="1000"/>
                    <a:pt x="816" y="1000"/>
                    <a:pt x="816" y="1000"/>
                  </a:cubicBezTo>
                  <a:cubicBezTo>
                    <a:pt x="786" y="989"/>
                    <a:pt x="786" y="989"/>
                    <a:pt x="786" y="989"/>
                  </a:cubicBezTo>
                  <a:moveTo>
                    <a:pt x="727" y="967"/>
                  </a:moveTo>
                  <a:cubicBezTo>
                    <a:pt x="721" y="982"/>
                    <a:pt x="721" y="982"/>
                    <a:pt x="721" y="982"/>
                  </a:cubicBezTo>
                  <a:cubicBezTo>
                    <a:pt x="751" y="993"/>
                    <a:pt x="751" y="993"/>
                    <a:pt x="751" y="993"/>
                  </a:cubicBezTo>
                  <a:cubicBezTo>
                    <a:pt x="756" y="978"/>
                    <a:pt x="756" y="978"/>
                    <a:pt x="756" y="978"/>
                  </a:cubicBezTo>
                  <a:cubicBezTo>
                    <a:pt x="727" y="967"/>
                    <a:pt x="727" y="967"/>
                    <a:pt x="727" y="967"/>
                  </a:cubicBezTo>
                  <a:moveTo>
                    <a:pt x="1674" y="950"/>
                  </a:moveTo>
                  <a:cubicBezTo>
                    <a:pt x="1669" y="956"/>
                    <a:pt x="1664" y="962"/>
                    <a:pt x="1659" y="968"/>
                  </a:cubicBezTo>
                  <a:cubicBezTo>
                    <a:pt x="1657" y="970"/>
                    <a:pt x="1656" y="972"/>
                    <a:pt x="1654" y="974"/>
                  </a:cubicBezTo>
                  <a:cubicBezTo>
                    <a:pt x="1666" y="984"/>
                    <a:pt x="1666" y="984"/>
                    <a:pt x="1666" y="984"/>
                  </a:cubicBezTo>
                  <a:cubicBezTo>
                    <a:pt x="1668" y="982"/>
                    <a:pt x="1669" y="980"/>
                    <a:pt x="1671" y="978"/>
                  </a:cubicBezTo>
                  <a:cubicBezTo>
                    <a:pt x="1676" y="972"/>
                    <a:pt x="1682" y="966"/>
                    <a:pt x="1687" y="960"/>
                  </a:cubicBezTo>
                  <a:cubicBezTo>
                    <a:pt x="1674" y="950"/>
                    <a:pt x="1674" y="950"/>
                    <a:pt x="1674" y="950"/>
                  </a:cubicBezTo>
                  <a:moveTo>
                    <a:pt x="1674" y="950"/>
                  </a:moveTo>
                  <a:cubicBezTo>
                    <a:pt x="1674" y="950"/>
                    <a:pt x="1674" y="950"/>
                    <a:pt x="1674" y="950"/>
                  </a:cubicBezTo>
                  <a:cubicBezTo>
                    <a:pt x="1674" y="950"/>
                    <a:pt x="1674" y="950"/>
                    <a:pt x="1674" y="950"/>
                  </a:cubicBezTo>
                  <a:moveTo>
                    <a:pt x="668" y="945"/>
                  </a:moveTo>
                  <a:cubicBezTo>
                    <a:pt x="662" y="960"/>
                    <a:pt x="662" y="960"/>
                    <a:pt x="662" y="960"/>
                  </a:cubicBezTo>
                  <a:cubicBezTo>
                    <a:pt x="692" y="971"/>
                    <a:pt x="692" y="971"/>
                    <a:pt x="692" y="971"/>
                  </a:cubicBezTo>
                  <a:cubicBezTo>
                    <a:pt x="697" y="956"/>
                    <a:pt x="697" y="956"/>
                    <a:pt x="697" y="956"/>
                  </a:cubicBezTo>
                  <a:cubicBezTo>
                    <a:pt x="668" y="945"/>
                    <a:pt x="668" y="945"/>
                    <a:pt x="668" y="945"/>
                  </a:cubicBezTo>
                  <a:moveTo>
                    <a:pt x="608" y="923"/>
                  </a:moveTo>
                  <a:cubicBezTo>
                    <a:pt x="603" y="938"/>
                    <a:pt x="603" y="938"/>
                    <a:pt x="603" y="938"/>
                  </a:cubicBezTo>
                  <a:cubicBezTo>
                    <a:pt x="632" y="949"/>
                    <a:pt x="632" y="949"/>
                    <a:pt x="632" y="949"/>
                  </a:cubicBezTo>
                  <a:cubicBezTo>
                    <a:pt x="638" y="934"/>
                    <a:pt x="638" y="934"/>
                    <a:pt x="638" y="934"/>
                  </a:cubicBezTo>
                  <a:cubicBezTo>
                    <a:pt x="608" y="923"/>
                    <a:pt x="608" y="923"/>
                    <a:pt x="608" y="923"/>
                  </a:cubicBezTo>
                  <a:moveTo>
                    <a:pt x="549" y="901"/>
                  </a:moveTo>
                  <a:cubicBezTo>
                    <a:pt x="543" y="915"/>
                    <a:pt x="543" y="915"/>
                    <a:pt x="543" y="915"/>
                  </a:cubicBezTo>
                  <a:cubicBezTo>
                    <a:pt x="573" y="927"/>
                    <a:pt x="573" y="927"/>
                    <a:pt x="573" y="927"/>
                  </a:cubicBezTo>
                  <a:cubicBezTo>
                    <a:pt x="579" y="912"/>
                    <a:pt x="579" y="912"/>
                    <a:pt x="579" y="912"/>
                  </a:cubicBezTo>
                  <a:cubicBezTo>
                    <a:pt x="549" y="901"/>
                    <a:pt x="549" y="901"/>
                    <a:pt x="549" y="901"/>
                  </a:cubicBezTo>
                  <a:moveTo>
                    <a:pt x="1710" y="899"/>
                  </a:moveTo>
                  <a:cubicBezTo>
                    <a:pt x="1705" y="908"/>
                    <a:pt x="1699" y="916"/>
                    <a:pt x="1693" y="925"/>
                  </a:cubicBezTo>
                  <a:cubicBezTo>
                    <a:pt x="1706" y="934"/>
                    <a:pt x="1706" y="934"/>
                    <a:pt x="1706" y="934"/>
                  </a:cubicBezTo>
                  <a:cubicBezTo>
                    <a:pt x="1712" y="925"/>
                    <a:pt x="1718" y="916"/>
                    <a:pt x="1723" y="907"/>
                  </a:cubicBezTo>
                  <a:cubicBezTo>
                    <a:pt x="1710" y="899"/>
                    <a:pt x="1710" y="899"/>
                    <a:pt x="1710" y="899"/>
                  </a:cubicBezTo>
                  <a:moveTo>
                    <a:pt x="490" y="879"/>
                  </a:moveTo>
                  <a:cubicBezTo>
                    <a:pt x="484" y="893"/>
                    <a:pt x="484" y="893"/>
                    <a:pt x="484" y="893"/>
                  </a:cubicBezTo>
                  <a:cubicBezTo>
                    <a:pt x="514" y="904"/>
                    <a:pt x="514" y="904"/>
                    <a:pt x="514" y="904"/>
                  </a:cubicBezTo>
                  <a:cubicBezTo>
                    <a:pt x="519" y="890"/>
                    <a:pt x="519" y="890"/>
                    <a:pt x="519" y="890"/>
                  </a:cubicBezTo>
                  <a:cubicBezTo>
                    <a:pt x="490" y="879"/>
                    <a:pt x="490" y="879"/>
                    <a:pt x="490" y="879"/>
                  </a:cubicBezTo>
                  <a:moveTo>
                    <a:pt x="430" y="856"/>
                  </a:moveTo>
                  <a:cubicBezTo>
                    <a:pt x="425" y="871"/>
                    <a:pt x="425" y="871"/>
                    <a:pt x="425" y="871"/>
                  </a:cubicBezTo>
                  <a:cubicBezTo>
                    <a:pt x="454" y="882"/>
                    <a:pt x="454" y="882"/>
                    <a:pt x="454" y="882"/>
                  </a:cubicBezTo>
                  <a:cubicBezTo>
                    <a:pt x="460" y="867"/>
                    <a:pt x="460" y="867"/>
                    <a:pt x="460" y="867"/>
                  </a:cubicBezTo>
                  <a:cubicBezTo>
                    <a:pt x="430" y="856"/>
                    <a:pt x="430" y="856"/>
                    <a:pt x="430" y="856"/>
                  </a:cubicBezTo>
                  <a:moveTo>
                    <a:pt x="1739" y="844"/>
                  </a:moveTo>
                  <a:cubicBezTo>
                    <a:pt x="1735" y="853"/>
                    <a:pt x="1730" y="862"/>
                    <a:pt x="1725" y="872"/>
                  </a:cubicBezTo>
                  <a:cubicBezTo>
                    <a:pt x="1739" y="879"/>
                    <a:pt x="1739" y="879"/>
                    <a:pt x="1739" y="879"/>
                  </a:cubicBezTo>
                  <a:cubicBezTo>
                    <a:pt x="1744" y="869"/>
                    <a:pt x="1749" y="860"/>
                    <a:pt x="1753" y="850"/>
                  </a:cubicBezTo>
                  <a:cubicBezTo>
                    <a:pt x="1739" y="844"/>
                    <a:pt x="1739" y="844"/>
                    <a:pt x="1739" y="844"/>
                  </a:cubicBezTo>
                  <a:moveTo>
                    <a:pt x="371" y="834"/>
                  </a:moveTo>
                  <a:cubicBezTo>
                    <a:pt x="366" y="849"/>
                    <a:pt x="366" y="849"/>
                    <a:pt x="366" y="849"/>
                  </a:cubicBezTo>
                  <a:cubicBezTo>
                    <a:pt x="395" y="860"/>
                    <a:pt x="395" y="860"/>
                    <a:pt x="395" y="860"/>
                  </a:cubicBezTo>
                  <a:cubicBezTo>
                    <a:pt x="401" y="845"/>
                    <a:pt x="401" y="845"/>
                    <a:pt x="401" y="845"/>
                  </a:cubicBezTo>
                  <a:cubicBezTo>
                    <a:pt x="371" y="834"/>
                    <a:pt x="371" y="834"/>
                    <a:pt x="371" y="834"/>
                  </a:cubicBezTo>
                  <a:moveTo>
                    <a:pt x="312" y="812"/>
                  </a:moveTo>
                  <a:cubicBezTo>
                    <a:pt x="306" y="827"/>
                    <a:pt x="306" y="827"/>
                    <a:pt x="306" y="827"/>
                  </a:cubicBezTo>
                  <a:cubicBezTo>
                    <a:pt x="336" y="838"/>
                    <a:pt x="336" y="838"/>
                    <a:pt x="336" y="838"/>
                  </a:cubicBezTo>
                  <a:cubicBezTo>
                    <a:pt x="341" y="823"/>
                    <a:pt x="341" y="823"/>
                    <a:pt x="341" y="823"/>
                  </a:cubicBezTo>
                  <a:cubicBezTo>
                    <a:pt x="312" y="812"/>
                    <a:pt x="312" y="812"/>
                    <a:pt x="312" y="812"/>
                  </a:cubicBezTo>
                  <a:moveTo>
                    <a:pt x="253" y="789"/>
                  </a:moveTo>
                  <a:cubicBezTo>
                    <a:pt x="247" y="804"/>
                    <a:pt x="247" y="804"/>
                    <a:pt x="247" y="804"/>
                  </a:cubicBezTo>
                  <a:cubicBezTo>
                    <a:pt x="257" y="808"/>
                    <a:pt x="266" y="812"/>
                    <a:pt x="277" y="816"/>
                  </a:cubicBezTo>
                  <a:cubicBezTo>
                    <a:pt x="282" y="801"/>
                    <a:pt x="282" y="801"/>
                    <a:pt x="282" y="801"/>
                  </a:cubicBezTo>
                  <a:cubicBezTo>
                    <a:pt x="272" y="798"/>
                    <a:pt x="263" y="794"/>
                    <a:pt x="253" y="789"/>
                  </a:cubicBezTo>
                  <a:moveTo>
                    <a:pt x="1761" y="785"/>
                  </a:moveTo>
                  <a:cubicBezTo>
                    <a:pt x="1758" y="795"/>
                    <a:pt x="1755" y="805"/>
                    <a:pt x="1751" y="815"/>
                  </a:cubicBezTo>
                  <a:cubicBezTo>
                    <a:pt x="1766" y="820"/>
                    <a:pt x="1766" y="820"/>
                    <a:pt x="1766" y="820"/>
                  </a:cubicBezTo>
                  <a:cubicBezTo>
                    <a:pt x="1770" y="810"/>
                    <a:pt x="1773" y="800"/>
                    <a:pt x="1776" y="790"/>
                  </a:cubicBezTo>
                  <a:cubicBezTo>
                    <a:pt x="1761" y="785"/>
                    <a:pt x="1761" y="785"/>
                    <a:pt x="1761" y="785"/>
                  </a:cubicBezTo>
                  <a:moveTo>
                    <a:pt x="1761" y="785"/>
                  </a:moveTo>
                  <a:cubicBezTo>
                    <a:pt x="1761" y="785"/>
                    <a:pt x="1761" y="785"/>
                    <a:pt x="1761" y="785"/>
                  </a:cubicBezTo>
                  <a:cubicBezTo>
                    <a:pt x="1761" y="785"/>
                    <a:pt x="1761" y="785"/>
                    <a:pt x="1761" y="785"/>
                  </a:cubicBezTo>
                  <a:cubicBezTo>
                    <a:pt x="1761" y="785"/>
                    <a:pt x="1761" y="785"/>
                    <a:pt x="1761" y="785"/>
                  </a:cubicBezTo>
                  <a:moveTo>
                    <a:pt x="199" y="759"/>
                  </a:moveTo>
                  <a:cubicBezTo>
                    <a:pt x="190" y="773"/>
                    <a:pt x="190" y="773"/>
                    <a:pt x="190" y="773"/>
                  </a:cubicBezTo>
                  <a:cubicBezTo>
                    <a:pt x="199" y="778"/>
                    <a:pt x="209" y="784"/>
                    <a:pt x="218" y="789"/>
                  </a:cubicBezTo>
                  <a:cubicBezTo>
                    <a:pt x="226" y="775"/>
                    <a:pt x="226" y="775"/>
                    <a:pt x="226" y="775"/>
                  </a:cubicBezTo>
                  <a:cubicBezTo>
                    <a:pt x="217" y="770"/>
                    <a:pt x="208" y="765"/>
                    <a:pt x="199" y="759"/>
                  </a:cubicBezTo>
                  <a:moveTo>
                    <a:pt x="1776" y="725"/>
                  </a:moveTo>
                  <a:cubicBezTo>
                    <a:pt x="1774" y="735"/>
                    <a:pt x="1772" y="745"/>
                    <a:pt x="1769" y="755"/>
                  </a:cubicBezTo>
                  <a:cubicBezTo>
                    <a:pt x="1785" y="759"/>
                    <a:pt x="1785" y="759"/>
                    <a:pt x="1785" y="759"/>
                  </a:cubicBezTo>
                  <a:cubicBezTo>
                    <a:pt x="1787" y="749"/>
                    <a:pt x="1789" y="738"/>
                    <a:pt x="1791" y="728"/>
                  </a:cubicBezTo>
                  <a:cubicBezTo>
                    <a:pt x="1776" y="725"/>
                    <a:pt x="1776" y="725"/>
                    <a:pt x="1776" y="725"/>
                  </a:cubicBezTo>
                  <a:moveTo>
                    <a:pt x="150" y="722"/>
                  </a:moveTo>
                  <a:cubicBezTo>
                    <a:pt x="139" y="733"/>
                    <a:pt x="139" y="733"/>
                    <a:pt x="139" y="733"/>
                  </a:cubicBezTo>
                  <a:cubicBezTo>
                    <a:pt x="147" y="740"/>
                    <a:pt x="156" y="747"/>
                    <a:pt x="164" y="754"/>
                  </a:cubicBezTo>
                  <a:cubicBezTo>
                    <a:pt x="174" y="741"/>
                    <a:pt x="174" y="741"/>
                    <a:pt x="174" y="741"/>
                  </a:cubicBezTo>
                  <a:cubicBezTo>
                    <a:pt x="166" y="735"/>
                    <a:pt x="158" y="728"/>
                    <a:pt x="150" y="722"/>
                  </a:cubicBezTo>
                  <a:moveTo>
                    <a:pt x="107" y="677"/>
                  </a:moveTo>
                  <a:cubicBezTo>
                    <a:pt x="95" y="687"/>
                    <a:pt x="95" y="687"/>
                    <a:pt x="95" y="687"/>
                  </a:cubicBezTo>
                  <a:cubicBezTo>
                    <a:pt x="102" y="695"/>
                    <a:pt x="109" y="703"/>
                    <a:pt x="116" y="711"/>
                  </a:cubicBezTo>
                  <a:cubicBezTo>
                    <a:pt x="128" y="700"/>
                    <a:pt x="128" y="700"/>
                    <a:pt x="128" y="700"/>
                  </a:cubicBezTo>
                  <a:cubicBezTo>
                    <a:pt x="121" y="692"/>
                    <a:pt x="114" y="685"/>
                    <a:pt x="107" y="677"/>
                  </a:cubicBezTo>
                  <a:moveTo>
                    <a:pt x="1783" y="663"/>
                  </a:moveTo>
                  <a:cubicBezTo>
                    <a:pt x="1782" y="673"/>
                    <a:pt x="1781" y="684"/>
                    <a:pt x="1780" y="694"/>
                  </a:cubicBezTo>
                  <a:cubicBezTo>
                    <a:pt x="1796" y="696"/>
                    <a:pt x="1796" y="696"/>
                    <a:pt x="1796" y="696"/>
                  </a:cubicBezTo>
                  <a:cubicBezTo>
                    <a:pt x="1797" y="685"/>
                    <a:pt x="1798" y="675"/>
                    <a:pt x="1798" y="664"/>
                  </a:cubicBezTo>
                  <a:cubicBezTo>
                    <a:pt x="1783" y="663"/>
                    <a:pt x="1783" y="663"/>
                    <a:pt x="1783" y="663"/>
                  </a:cubicBezTo>
                  <a:moveTo>
                    <a:pt x="72" y="626"/>
                  </a:moveTo>
                  <a:cubicBezTo>
                    <a:pt x="58" y="634"/>
                    <a:pt x="58" y="634"/>
                    <a:pt x="58" y="634"/>
                  </a:cubicBezTo>
                  <a:cubicBezTo>
                    <a:pt x="64" y="643"/>
                    <a:pt x="70" y="652"/>
                    <a:pt x="76" y="661"/>
                  </a:cubicBezTo>
                  <a:cubicBezTo>
                    <a:pt x="89" y="652"/>
                    <a:pt x="89" y="652"/>
                    <a:pt x="89" y="652"/>
                  </a:cubicBezTo>
                  <a:cubicBezTo>
                    <a:pt x="83" y="643"/>
                    <a:pt x="77" y="635"/>
                    <a:pt x="72" y="626"/>
                  </a:cubicBezTo>
                  <a:moveTo>
                    <a:pt x="1798" y="600"/>
                  </a:moveTo>
                  <a:cubicBezTo>
                    <a:pt x="1784" y="601"/>
                    <a:pt x="1784" y="601"/>
                    <a:pt x="1784" y="601"/>
                  </a:cubicBezTo>
                  <a:cubicBezTo>
                    <a:pt x="1787" y="607"/>
                    <a:pt x="1787" y="607"/>
                    <a:pt x="1787" y="607"/>
                  </a:cubicBezTo>
                  <a:cubicBezTo>
                    <a:pt x="1782" y="609"/>
                    <a:pt x="1782" y="609"/>
                    <a:pt x="1782" y="609"/>
                  </a:cubicBezTo>
                  <a:cubicBezTo>
                    <a:pt x="1783" y="616"/>
                    <a:pt x="1783" y="624"/>
                    <a:pt x="1783" y="632"/>
                  </a:cubicBezTo>
                  <a:cubicBezTo>
                    <a:pt x="1799" y="632"/>
                    <a:pt x="1799" y="632"/>
                    <a:pt x="1799" y="632"/>
                  </a:cubicBezTo>
                  <a:cubicBezTo>
                    <a:pt x="1799" y="621"/>
                    <a:pt x="1798" y="610"/>
                    <a:pt x="1798" y="600"/>
                  </a:cubicBezTo>
                  <a:moveTo>
                    <a:pt x="45" y="570"/>
                  </a:moveTo>
                  <a:cubicBezTo>
                    <a:pt x="30" y="576"/>
                    <a:pt x="30" y="576"/>
                    <a:pt x="30" y="576"/>
                  </a:cubicBezTo>
                  <a:cubicBezTo>
                    <a:pt x="31" y="578"/>
                    <a:pt x="32" y="580"/>
                    <a:pt x="33" y="582"/>
                  </a:cubicBezTo>
                  <a:cubicBezTo>
                    <a:pt x="36" y="590"/>
                    <a:pt x="39" y="598"/>
                    <a:pt x="43" y="605"/>
                  </a:cubicBezTo>
                  <a:cubicBezTo>
                    <a:pt x="57" y="598"/>
                    <a:pt x="57" y="598"/>
                    <a:pt x="57" y="598"/>
                  </a:cubicBezTo>
                  <a:cubicBezTo>
                    <a:pt x="54" y="591"/>
                    <a:pt x="50" y="583"/>
                    <a:pt x="47" y="576"/>
                  </a:cubicBezTo>
                  <a:cubicBezTo>
                    <a:pt x="46" y="574"/>
                    <a:pt x="46" y="572"/>
                    <a:pt x="45" y="570"/>
                  </a:cubicBezTo>
                  <a:moveTo>
                    <a:pt x="1789" y="536"/>
                  </a:moveTo>
                  <a:cubicBezTo>
                    <a:pt x="1773" y="539"/>
                    <a:pt x="1773" y="539"/>
                    <a:pt x="1773" y="539"/>
                  </a:cubicBezTo>
                  <a:cubicBezTo>
                    <a:pt x="1773" y="539"/>
                    <a:pt x="1773" y="539"/>
                    <a:pt x="1773" y="539"/>
                  </a:cubicBezTo>
                  <a:cubicBezTo>
                    <a:pt x="1776" y="549"/>
                    <a:pt x="1777" y="559"/>
                    <a:pt x="1779" y="570"/>
                  </a:cubicBezTo>
                  <a:cubicBezTo>
                    <a:pt x="1794" y="568"/>
                    <a:pt x="1794" y="568"/>
                    <a:pt x="1794" y="568"/>
                  </a:cubicBezTo>
                  <a:cubicBezTo>
                    <a:pt x="1793" y="557"/>
                    <a:pt x="1791" y="546"/>
                    <a:pt x="1789" y="536"/>
                  </a:cubicBezTo>
                  <a:moveTo>
                    <a:pt x="26" y="511"/>
                  </a:moveTo>
                  <a:cubicBezTo>
                    <a:pt x="11" y="514"/>
                    <a:pt x="11" y="514"/>
                    <a:pt x="11" y="514"/>
                  </a:cubicBezTo>
                  <a:cubicBezTo>
                    <a:pt x="13" y="525"/>
                    <a:pt x="16" y="535"/>
                    <a:pt x="19" y="545"/>
                  </a:cubicBezTo>
                  <a:cubicBezTo>
                    <a:pt x="34" y="541"/>
                    <a:pt x="34" y="541"/>
                    <a:pt x="34" y="541"/>
                  </a:cubicBezTo>
                  <a:cubicBezTo>
                    <a:pt x="31" y="531"/>
                    <a:pt x="29" y="521"/>
                    <a:pt x="26" y="511"/>
                  </a:cubicBezTo>
                  <a:moveTo>
                    <a:pt x="1773" y="474"/>
                  </a:moveTo>
                  <a:cubicBezTo>
                    <a:pt x="1758" y="479"/>
                    <a:pt x="1758" y="479"/>
                    <a:pt x="1758" y="479"/>
                  </a:cubicBezTo>
                  <a:cubicBezTo>
                    <a:pt x="1761" y="489"/>
                    <a:pt x="1764" y="499"/>
                    <a:pt x="1766" y="509"/>
                  </a:cubicBezTo>
                  <a:cubicBezTo>
                    <a:pt x="1782" y="505"/>
                    <a:pt x="1782" y="505"/>
                    <a:pt x="1782" y="505"/>
                  </a:cubicBezTo>
                  <a:cubicBezTo>
                    <a:pt x="1779" y="494"/>
                    <a:pt x="1776" y="484"/>
                    <a:pt x="1773" y="474"/>
                  </a:cubicBezTo>
                  <a:moveTo>
                    <a:pt x="17" y="449"/>
                  </a:moveTo>
                  <a:cubicBezTo>
                    <a:pt x="1" y="450"/>
                    <a:pt x="1" y="450"/>
                    <a:pt x="1" y="450"/>
                  </a:cubicBezTo>
                  <a:cubicBezTo>
                    <a:pt x="2" y="461"/>
                    <a:pt x="3" y="472"/>
                    <a:pt x="5" y="482"/>
                  </a:cubicBezTo>
                  <a:cubicBezTo>
                    <a:pt x="21" y="480"/>
                    <a:pt x="21" y="480"/>
                    <a:pt x="21" y="480"/>
                  </a:cubicBezTo>
                  <a:cubicBezTo>
                    <a:pt x="19" y="470"/>
                    <a:pt x="18" y="460"/>
                    <a:pt x="17" y="449"/>
                  </a:cubicBezTo>
                  <a:moveTo>
                    <a:pt x="1749" y="414"/>
                  </a:moveTo>
                  <a:cubicBezTo>
                    <a:pt x="1734" y="421"/>
                    <a:pt x="1734" y="421"/>
                    <a:pt x="1734" y="421"/>
                  </a:cubicBezTo>
                  <a:cubicBezTo>
                    <a:pt x="1739" y="430"/>
                    <a:pt x="1743" y="440"/>
                    <a:pt x="1747" y="450"/>
                  </a:cubicBezTo>
                  <a:cubicBezTo>
                    <a:pt x="1761" y="444"/>
                    <a:pt x="1761" y="444"/>
                    <a:pt x="1761" y="444"/>
                  </a:cubicBezTo>
                  <a:cubicBezTo>
                    <a:pt x="1757" y="434"/>
                    <a:pt x="1753" y="424"/>
                    <a:pt x="1749" y="414"/>
                  </a:cubicBezTo>
                  <a:moveTo>
                    <a:pt x="2" y="386"/>
                  </a:moveTo>
                  <a:cubicBezTo>
                    <a:pt x="1" y="397"/>
                    <a:pt x="0" y="407"/>
                    <a:pt x="0" y="418"/>
                  </a:cubicBezTo>
                  <a:cubicBezTo>
                    <a:pt x="16" y="418"/>
                    <a:pt x="16" y="418"/>
                    <a:pt x="16" y="418"/>
                  </a:cubicBezTo>
                  <a:cubicBezTo>
                    <a:pt x="16" y="408"/>
                    <a:pt x="17" y="398"/>
                    <a:pt x="18" y="387"/>
                  </a:cubicBezTo>
                  <a:cubicBezTo>
                    <a:pt x="2" y="386"/>
                    <a:pt x="2" y="386"/>
                    <a:pt x="2" y="386"/>
                  </a:cubicBezTo>
                  <a:moveTo>
                    <a:pt x="1717" y="358"/>
                  </a:moveTo>
                  <a:cubicBezTo>
                    <a:pt x="1704" y="367"/>
                    <a:pt x="1704" y="367"/>
                    <a:pt x="1704" y="367"/>
                  </a:cubicBezTo>
                  <a:cubicBezTo>
                    <a:pt x="1710" y="375"/>
                    <a:pt x="1715" y="384"/>
                    <a:pt x="1720" y="393"/>
                  </a:cubicBezTo>
                  <a:cubicBezTo>
                    <a:pt x="1734" y="386"/>
                    <a:pt x="1734" y="386"/>
                    <a:pt x="1734" y="386"/>
                  </a:cubicBezTo>
                  <a:cubicBezTo>
                    <a:pt x="1729" y="376"/>
                    <a:pt x="1723" y="367"/>
                    <a:pt x="1717" y="358"/>
                  </a:cubicBezTo>
                  <a:moveTo>
                    <a:pt x="12" y="322"/>
                  </a:moveTo>
                  <a:cubicBezTo>
                    <a:pt x="10" y="333"/>
                    <a:pt x="7" y="343"/>
                    <a:pt x="6" y="354"/>
                  </a:cubicBezTo>
                  <a:cubicBezTo>
                    <a:pt x="21" y="356"/>
                    <a:pt x="21" y="356"/>
                    <a:pt x="21" y="356"/>
                  </a:cubicBezTo>
                  <a:cubicBezTo>
                    <a:pt x="23" y="346"/>
                    <a:pt x="25" y="336"/>
                    <a:pt x="27" y="326"/>
                  </a:cubicBezTo>
                  <a:cubicBezTo>
                    <a:pt x="12" y="322"/>
                    <a:pt x="12" y="322"/>
                    <a:pt x="12" y="322"/>
                  </a:cubicBezTo>
                  <a:moveTo>
                    <a:pt x="1679" y="306"/>
                  </a:moveTo>
                  <a:cubicBezTo>
                    <a:pt x="1667" y="316"/>
                    <a:pt x="1667" y="316"/>
                    <a:pt x="1667" y="316"/>
                  </a:cubicBezTo>
                  <a:cubicBezTo>
                    <a:pt x="1674" y="324"/>
                    <a:pt x="1680" y="333"/>
                    <a:pt x="1686" y="341"/>
                  </a:cubicBezTo>
                  <a:cubicBezTo>
                    <a:pt x="1699" y="332"/>
                    <a:pt x="1699" y="332"/>
                    <a:pt x="1699" y="332"/>
                  </a:cubicBezTo>
                  <a:cubicBezTo>
                    <a:pt x="1693" y="323"/>
                    <a:pt x="1686" y="315"/>
                    <a:pt x="1679" y="306"/>
                  </a:cubicBezTo>
                  <a:moveTo>
                    <a:pt x="32" y="261"/>
                  </a:moveTo>
                  <a:cubicBezTo>
                    <a:pt x="28" y="271"/>
                    <a:pt x="24" y="281"/>
                    <a:pt x="21" y="291"/>
                  </a:cubicBezTo>
                  <a:cubicBezTo>
                    <a:pt x="36" y="296"/>
                    <a:pt x="36" y="296"/>
                    <a:pt x="36" y="296"/>
                  </a:cubicBezTo>
                  <a:cubicBezTo>
                    <a:pt x="39" y="286"/>
                    <a:pt x="43" y="277"/>
                    <a:pt x="47" y="267"/>
                  </a:cubicBezTo>
                  <a:cubicBezTo>
                    <a:pt x="32" y="261"/>
                    <a:pt x="32" y="261"/>
                    <a:pt x="32" y="261"/>
                  </a:cubicBezTo>
                  <a:moveTo>
                    <a:pt x="1635" y="260"/>
                  </a:moveTo>
                  <a:cubicBezTo>
                    <a:pt x="1624" y="271"/>
                    <a:pt x="1624" y="271"/>
                    <a:pt x="1624" y="271"/>
                  </a:cubicBezTo>
                  <a:cubicBezTo>
                    <a:pt x="1632" y="278"/>
                    <a:pt x="1639" y="286"/>
                    <a:pt x="1647" y="293"/>
                  </a:cubicBezTo>
                  <a:cubicBezTo>
                    <a:pt x="1658" y="282"/>
                    <a:pt x="1658" y="282"/>
                    <a:pt x="1658" y="282"/>
                  </a:cubicBezTo>
                  <a:cubicBezTo>
                    <a:pt x="1651" y="275"/>
                    <a:pt x="1643" y="267"/>
                    <a:pt x="1635" y="260"/>
                  </a:cubicBezTo>
                  <a:moveTo>
                    <a:pt x="1586" y="219"/>
                  </a:moveTo>
                  <a:cubicBezTo>
                    <a:pt x="1577" y="231"/>
                    <a:pt x="1577" y="231"/>
                    <a:pt x="1577" y="231"/>
                  </a:cubicBezTo>
                  <a:cubicBezTo>
                    <a:pt x="1585" y="237"/>
                    <a:pt x="1593" y="244"/>
                    <a:pt x="1601" y="250"/>
                  </a:cubicBezTo>
                  <a:cubicBezTo>
                    <a:pt x="1611" y="238"/>
                    <a:pt x="1611" y="238"/>
                    <a:pt x="1611" y="238"/>
                  </a:cubicBezTo>
                  <a:cubicBezTo>
                    <a:pt x="1603" y="231"/>
                    <a:pt x="1594" y="225"/>
                    <a:pt x="1586" y="219"/>
                  </a:cubicBezTo>
                  <a:moveTo>
                    <a:pt x="61" y="203"/>
                  </a:moveTo>
                  <a:cubicBezTo>
                    <a:pt x="55" y="213"/>
                    <a:pt x="50" y="222"/>
                    <a:pt x="45" y="232"/>
                  </a:cubicBezTo>
                  <a:cubicBezTo>
                    <a:pt x="59" y="239"/>
                    <a:pt x="59" y="239"/>
                    <a:pt x="59" y="239"/>
                  </a:cubicBezTo>
                  <a:cubicBezTo>
                    <a:pt x="64" y="230"/>
                    <a:pt x="69" y="220"/>
                    <a:pt x="74" y="212"/>
                  </a:cubicBezTo>
                  <a:cubicBezTo>
                    <a:pt x="61" y="203"/>
                    <a:pt x="61" y="203"/>
                    <a:pt x="61" y="203"/>
                  </a:cubicBezTo>
                  <a:moveTo>
                    <a:pt x="1532" y="184"/>
                  </a:moveTo>
                  <a:cubicBezTo>
                    <a:pt x="1524" y="198"/>
                    <a:pt x="1524" y="198"/>
                    <a:pt x="1524" y="198"/>
                  </a:cubicBezTo>
                  <a:cubicBezTo>
                    <a:pt x="1533" y="203"/>
                    <a:pt x="1542" y="208"/>
                    <a:pt x="1551" y="214"/>
                  </a:cubicBezTo>
                  <a:cubicBezTo>
                    <a:pt x="1559" y="201"/>
                    <a:pt x="1559" y="201"/>
                    <a:pt x="1559" y="201"/>
                  </a:cubicBezTo>
                  <a:cubicBezTo>
                    <a:pt x="1550" y="195"/>
                    <a:pt x="1541" y="189"/>
                    <a:pt x="1532" y="184"/>
                  </a:cubicBezTo>
                  <a:moveTo>
                    <a:pt x="1474" y="157"/>
                  </a:moveTo>
                  <a:cubicBezTo>
                    <a:pt x="1468" y="171"/>
                    <a:pt x="1468" y="171"/>
                    <a:pt x="1468" y="171"/>
                  </a:cubicBezTo>
                  <a:cubicBezTo>
                    <a:pt x="1477" y="175"/>
                    <a:pt x="1487" y="179"/>
                    <a:pt x="1496" y="184"/>
                  </a:cubicBezTo>
                  <a:cubicBezTo>
                    <a:pt x="1503" y="169"/>
                    <a:pt x="1503" y="169"/>
                    <a:pt x="1503" y="169"/>
                  </a:cubicBezTo>
                  <a:cubicBezTo>
                    <a:pt x="1493" y="165"/>
                    <a:pt x="1484" y="160"/>
                    <a:pt x="1474" y="157"/>
                  </a:cubicBezTo>
                  <a:moveTo>
                    <a:pt x="98" y="151"/>
                  </a:moveTo>
                  <a:cubicBezTo>
                    <a:pt x="91" y="159"/>
                    <a:pt x="85" y="168"/>
                    <a:pt x="78" y="177"/>
                  </a:cubicBezTo>
                  <a:cubicBezTo>
                    <a:pt x="91" y="186"/>
                    <a:pt x="91" y="186"/>
                    <a:pt x="91" y="186"/>
                  </a:cubicBezTo>
                  <a:cubicBezTo>
                    <a:pt x="97" y="177"/>
                    <a:pt x="104" y="169"/>
                    <a:pt x="110" y="161"/>
                  </a:cubicBezTo>
                  <a:cubicBezTo>
                    <a:pt x="98" y="151"/>
                    <a:pt x="98" y="151"/>
                    <a:pt x="98" y="151"/>
                  </a:cubicBezTo>
                  <a:moveTo>
                    <a:pt x="1413" y="136"/>
                  </a:moveTo>
                  <a:cubicBezTo>
                    <a:pt x="1409" y="152"/>
                    <a:pt x="1409" y="152"/>
                    <a:pt x="1409" y="152"/>
                  </a:cubicBezTo>
                  <a:cubicBezTo>
                    <a:pt x="1419" y="154"/>
                    <a:pt x="1429" y="157"/>
                    <a:pt x="1439" y="160"/>
                  </a:cubicBezTo>
                  <a:cubicBezTo>
                    <a:pt x="1444" y="145"/>
                    <a:pt x="1444" y="145"/>
                    <a:pt x="1444" y="145"/>
                  </a:cubicBezTo>
                  <a:cubicBezTo>
                    <a:pt x="1433" y="142"/>
                    <a:pt x="1423" y="139"/>
                    <a:pt x="1413" y="136"/>
                  </a:cubicBezTo>
                  <a:moveTo>
                    <a:pt x="1350" y="124"/>
                  </a:moveTo>
                  <a:cubicBezTo>
                    <a:pt x="1348" y="140"/>
                    <a:pt x="1348" y="140"/>
                    <a:pt x="1348" y="140"/>
                  </a:cubicBezTo>
                  <a:cubicBezTo>
                    <a:pt x="1358" y="141"/>
                    <a:pt x="1358" y="141"/>
                    <a:pt x="1358" y="141"/>
                  </a:cubicBezTo>
                  <a:cubicBezTo>
                    <a:pt x="1365" y="142"/>
                    <a:pt x="1372" y="143"/>
                    <a:pt x="1378" y="145"/>
                  </a:cubicBezTo>
                  <a:cubicBezTo>
                    <a:pt x="1381" y="129"/>
                    <a:pt x="1381" y="129"/>
                    <a:pt x="1381" y="129"/>
                  </a:cubicBezTo>
                  <a:cubicBezTo>
                    <a:pt x="1374" y="128"/>
                    <a:pt x="1367" y="127"/>
                    <a:pt x="1360" y="126"/>
                  </a:cubicBezTo>
                  <a:cubicBezTo>
                    <a:pt x="1360" y="126"/>
                    <a:pt x="1360" y="126"/>
                    <a:pt x="1360" y="126"/>
                  </a:cubicBezTo>
                  <a:cubicBezTo>
                    <a:pt x="1350" y="124"/>
                    <a:pt x="1350" y="124"/>
                    <a:pt x="1350" y="124"/>
                  </a:cubicBezTo>
                  <a:moveTo>
                    <a:pt x="1287" y="115"/>
                  </a:moveTo>
                  <a:cubicBezTo>
                    <a:pt x="1285" y="131"/>
                    <a:pt x="1285" y="131"/>
                    <a:pt x="1285" y="131"/>
                  </a:cubicBezTo>
                  <a:cubicBezTo>
                    <a:pt x="1316" y="135"/>
                    <a:pt x="1316" y="135"/>
                    <a:pt x="1316" y="135"/>
                  </a:cubicBezTo>
                  <a:cubicBezTo>
                    <a:pt x="1318" y="120"/>
                    <a:pt x="1318" y="120"/>
                    <a:pt x="1318" y="120"/>
                  </a:cubicBezTo>
                  <a:cubicBezTo>
                    <a:pt x="1287" y="115"/>
                    <a:pt x="1287" y="115"/>
                    <a:pt x="1287" y="115"/>
                  </a:cubicBezTo>
                  <a:moveTo>
                    <a:pt x="1224" y="107"/>
                  </a:moveTo>
                  <a:cubicBezTo>
                    <a:pt x="1222" y="122"/>
                    <a:pt x="1222" y="122"/>
                    <a:pt x="1222" y="122"/>
                  </a:cubicBezTo>
                  <a:cubicBezTo>
                    <a:pt x="1254" y="127"/>
                    <a:pt x="1254" y="127"/>
                    <a:pt x="1254" y="127"/>
                  </a:cubicBezTo>
                  <a:cubicBezTo>
                    <a:pt x="1256" y="111"/>
                    <a:pt x="1256" y="111"/>
                    <a:pt x="1256" y="111"/>
                  </a:cubicBezTo>
                  <a:cubicBezTo>
                    <a:pt x="1224" y="107"/>
                    <a:pt x="1224" y="107"/>
                    <a:pt x="1224" y="107"/>
                  </a:cubicBezTo>
                  <a:moveTo>
                    <a:pt x="143" y="105"/>
                  </a:moveTo>
                  <a:cubicBezTo>
                    <a:pt x="135" y="112"/>
                    <a:pt x="127" y="119"/>
                    <a:pt x="120" y="127"/>
                  </a:cubicBezTo>
                  <a:cubicBezTo>
                    <a:pt x="131" y="138"/>
                    <a:pt x="131" y="138"/>
                    <a:pt x="131" y="138"/>
                  </a:cubicBezTo>
                  <a:cubicBezTo>
                    <a:pt x="138" y="131"/>
                    <a:pt x="146" y="123"/>
                    <a:pt x="153" y="117"/>
                  </a:cubicBezTo>
                  <a:cubicBezTo>
                    <a:pt x="143" y="105"/>
                    <a:pt x="143" y="105"/>
                    <a:pt x="143" y="105"/>
                  </a:cubicBezTo>
                  <a:moveTo>
                    <a:pt x="1162" y="98"/>
                  </a:moveTo>
                  <a:cubicBezTo>
                    <a:pt x="1159" y="114"/>
                    <a:pt x="1159" y="114"/>
                    <a:pt x="1159" y="114"/>
                  </a:cubicBezTo>
                  <a:cubicBezTo>
                    <a:pt x="1191" y="118"/>
                    <a:pt x="1191" y="118"/>
                    <a:pt x="1191" y="118"/>
                  </a:cubicBezTo>
                  <a:cubicBezTo>
                    <a:pt x="1193" y="102"/>
                    <a:pt x="1193" y="102"/>
                    <a:pt x="1193" y="102"/>
                  </a:cubicBezTo>
                  <a:cubicBezTo>
                    <a:pt x="1162" y="98"/>
                    <a:pt x="1162" y="98"/>
                    <a:pt x="1162" y="98"/>
                  </a:cubicBezTo>
                  <a:moveTo>
                    <a:pt x="178" y="97"/>
                  </a:moveTo>
                  <a:cubicBezTo>
                    <a:pt x="178" y="97"/>
                    <a:pt x="178" y="97"/>
                    <a:pt x="178" y="97"/>
                  </a:cubicBezTo>
                  <a:cubicBezTo>
                    <a:pt x="178" y="97"/>
                    <a:pt x="178" y="97"/>
                    <a:pt x="178" y="97"/>
                  </a:cubicBezTo>
                  <a:cubicBezTo>
                    <a:pt x="178" y="97"/>
                    <a:pt x="178" y="97"/>
                    <a:pt x="178" y="97"/>
                  </a:cubicBezTo>
                  <a:moveTo>
                    <a:pt x="1099" y="89"/>
                  </a:moveTo>
                  <a:cubicBezTo>
                    <a:pt x="1097" y="105"/>
                    <a:pt x="1097" y="105"/>
                    <a:pt x="1097" y="105"/>
                  </a:cubicBezTo>
                  <a:cubicBezTo>
                    <a:pt x="1128" y="109"/>
                    <a:pt x="1128" y="109"/>
                    <a:pt x="1128" y="109"/>
                  </a:cubicBezTo>
                  <a:cubicBezTo>
                    <a:pt x="1130" y="94"/>
                    <a:pt x="1130" y="94"/>
                    <a:pt x="1130" y="94"/>
                  </a:cubicBezTo>
                  <a:cubicBezTo>
                    <a:pt x="1099" y="89"/>
                    <a:pt x="1099" y="89"/>
                    <a:pt x="1099" y="89"/>
                  </a:cubicBezTo>
                  <a:moveTo>
                    <a:pt x="1036" y="81"/>
                  </a:moveTo>
                  <a:cubicBezTo>
                    <a:pt x="1034" y="96"/>
                    <a:pt x="1034" y="96"/>
                    <a:pt x="1034" y="96"/>
                  </a:cubicBezTo>
                  <a:cubicBezTo>
                    <a:pt x="1065" y="101"/>
                    <a:pt x="1065" y="101"/>
                    <a:pt x="1065" y="101"/>
                  </a:cubicBezTo>
                  <a:cubicBezTo>
                    <a:pt x="1068" y="85"/>
                    <a:pt x="1068" y="85"/>
                    <a:pt x="1068" y="85"/>
                  </a:cubicBezTo>
                  <a:cubicBezTo>
                    <a:pt x="1036" y="81"/>
                    <a:pt x="1036" y="81"/>
                    <a:pt x="1036" y="81"/>
                  </a:cubicBezTo>
                  <a:moveTo>
                    <a:pt x="974" y="72"/>
                  </a:moveTo>
                  <a:cubicBezTo>
                    <a:pt x="971" y="88"/>
                    <a:pt x="971" y="88"/>
                    <a:pt x="971" y="88"/>
                  </a:cubicBezTo>
                  <a:cubicBezTo>
                    <a:pt x="1003" y="92"/>
                    <a:pt x="1003" y="92"/>
                    <a:pt x="1003" y="92"/>
                  </a:cubicBezTo>
                  <a:cubicBezTo>
                    <a:pt x="1005" y="76"/>
                    <a:pt x="1005" y="76"/>
                    <a:pt x="1005" y="76"/>
                  </a:cubicBezTo>
                  <a:cubicBezTo>
                    <a:pt x="974" y="72"/>
                    <a:pt x="974" y="72"/>
                    <a:pt x="974" y="72"/>
                  </a:cubicBezTo>
                  <a:moveTo>
                    <a:pt x="195" y="66"/>
                  </a:moveTo>
                  <a:cubicBezTo>
                    <a:pt x="185" y="72"/>
                    <a:pt x="177" y="78"/>
                    <a:pt x="168" y="84"/>
                  </a:cubicBezTo>
                  <a:cubicBezTo>
                    <a:pt x="178" y="97"/>
                    <a:pt x="178" y="97"/>
                    <a:pt x="178" y="97"/>
                  </a:cubicBezTo>
                  <a:cubicBezTo>
                    <a:pt x="186" y="91"/>
                    <a:pt x="194" y="85"/>
                    <a:pt x="203" y="79"/>
                  </a:cubicBezTo>
                  <a:cubicBezTo>
                    <a:pt x="195" y="66"/>
                    <a:pt x="195" y="66"/>
                    <a:pt x="195" y="66"/>
                  </a:cubicBezTo>
                  <a:moveTo>
                    <a:pt x="911" y="63"/>
                  </a:moveTo>
                  <a:cubicBezTo>
                    <a:pt x="909" y="79"/>
                    <a:pt x="909" y="79"/>
                    <a:pt x="909" y="79"/>
                  </a:cubicBezTo>
                  <a:cubicBezTo>
                    <a:pt x="940" y="83"/>
                    <a:pt x="940" y="83"/>
                    <a:pt x="940" y="83"/>
                  </a:cubicBezTo>
                  <a:cubicBezTo>
                    <a:pt x="942" y="68"/>
                    <a:pt x="942" y="68"/>
                    <a:pt x="942" y="68"/>
                  </a:cubicBezTo>
                  <a:cubicBezTo>
                    <a:pt x="911" y="63"/>
                    <a:pt x="911" y="63"/>
                    <a:pt x="911" y="63"/>
                  </a:cubicBezTo>
                  <a:moveTo>
                    <a:pt x="848" y="55"/>
                  </a:moveTo>
                  <a:cubicBezTo>
                    <a:pt x="846" y="70"/>
                    <a:pt x="846" y="70"/>
                    <a:pt x="846" y="70"/>
                  </a:cubicBezTo>
                  <a:cubicBezTo>
                    <a:pt x="877" y="75"/>
                    <a:pt x="877" y="75"/>
                    <a:pt x="877" y="75"/>
                  </a:cubicBezTo>
                  <a:cubicBezTo>
                    <a:pt x="880" y="59"/>
                    <a:pt x="880" y="59"/>
                    <a:pt x="880" y="59"/>
                  </a:cubicBezTo>
                  <a:cubicBezTo>
                    <a:pt x="848" y="55"/>
                    <a:pt x="848" y="55"/>
                    <a:pt x="848" y="55"/>
                  </a:cubicBezTo>
                  <a:moveTo>
                    <a:pt x="785" y="46"/>
                  </a:moveTo>
                  <a:cubicBezTo>
                    <a:pt x="783" y="62"/>
                    <a:pt x="783" y="62"/>
                    <a:pt x="783" y="62"/>
                  </a:cubicBezTo>
                  <a:cubicBezTo>
                    <a:pt x="815" y="66"/>
                    <a:pt x="815" y="66"/>
                    <a:pt x="815" y="66"/>
                  </a:cubicBezTo>
                  <a:cubicBezTo>
                    <a:pt x="817" y="51"/>
                    <a:pt x="817" y="51"/>
                    <a:pt x="817" y="51"/>
                  </a:cubicBezTo>
                  <a:cubicBezTo>
                    <a:pt x="785" y="46"/>
                    <a:pt x="785" y="46"/>
                    <a:pt x="785" y="46"/>
                  </a:cubicBezTo>
                  <a:moveTo>
                    <a:pt x="723" y="38"/>
                  </a:moveTo>
                  <a:cubicBezTo>
                    <a:pt x="721" y="53"/>
                    <a:pt x="721" y="53"/>
                    <a:pt x="721" y="53"/>
                  </a:cubicBezTo>
                  <a:cubicBezTo>
                    <a:pt x="752" y="57"/>
                    <a:pt x="752" y="57"/>
                    <a:pt x="752" y="57"/>
                  </a:cubicBezTo>
                  <a:cubicBezTo>
                    <a:pt x="754" y="42"/>
                    <a:pt x="754" y="42"/>
                    <a:pt x="754" y="42"/>
                  </a:cubicBezTo>
                  <a:cubicBezTo>
                    <a:pt x="723" y="38"/>
                    <a:pt x="723" y="38"/>
                    <a:pt x="723" y="38"/>
                  </a:cubicBezTo>
                  <a:moveTo>
                    <a:pt x="251" y="36"/>
                  </a:moveTo>
                  <a:cubicBezTo>
                    <a:pt x="241" y="40"/>
                    <a:pt x="232" y="45"/>
                    <a:pt x="222" y="50"/>
                  </a:cubicBezTo>
                  <a:cubicBezTo>
                    <a:pt x="230" y="64"/>
                    <a:pt x="230" y="64"/>
                    <a:pt x="230" y="64"/>
                  </a:cubicBezTo>
                  <a:cubicBezTo>
                    <a:pt x="239" y="59"/>
                    <a:pt x="248" y="54"/>
                    <a:pt x="258" y="50"/>
                  </a:cubicBezTo>
                  <a:cubicBezTo>
                    <a:pt x="251" y="36"/>
                    <a:pt x="251" y="36"/>
                    <a:pt x="251" y="36"/>
                  </a:cubicBezTo>
                  <a:moveTo>
                    <a:pt x="660" y="29"/>
                  </a:moveTo>
                  <a:cubicBezTo>
                    <a:pt x="658" y="45"/>
                    <a:pt x="658" y="45"/>
                    <a:pt x="658" y="45"/>
                  </a:cubicBezTo>
                  <a:cubicBezTo>
                    <a:pt x="689" y="49"/>
                    <a:pt x="689" y="49"/>
                    <a:pt x="689" y="49"/>
                  </a:cubicBezTo>
                  <a:cubicBezTo>
                    <a:pt x="691" y="33"/>
                    <a:pt x="691" y="33"/>
                    <a:pt x="691" y="33"/>
                  </a:cubicBezTo>
                  <a:cubicBezTo>
                    <a:pt x="660" y="29"/>
                    <a:pt x="660" y="29"/>
                    <a:pt x="660" y="29"/>
                  </a:cubicBezTo>
                  <a:moveTo>
                    <a:pt x="597" y="20"/>
                  </a:moveTo>
                  <a:cubicBezTo>
                    <a:pt x="595" y="36"/>
                    <a:pt x="595" y="36"/>
                    <a:pt x="595" y="36"/>
                  </a:cubicBezTo>
                  <a:cubicBezTo>
                    <a:pt x="627" y="40"/>
                    <a:pt x="627" y="40"/>
                    <a:pt x="627" y="40"/>
                  </a:cubicBezTo>
                  <a:cubicBezTo>
                    <a:pt x="629" y="25"/>
                    <a:pt x="629" y="25"/>
                    <a:pt x="629" y="25"/>
                  </a:cubicBezTo>
                  <a:cubicBezTo>
                    <a:pt x="597" y="20"/>
                    <a:pt x="597" y="20"/>
                    <a:pt x="597" y="20"/>
                  </a:cubicBezTo>
                  <a:moveTo>
                    <a:pt x="312" y="14"/>
                  </a:moveTo>
                  <a:cubicBezTo>
                    <a:pt x="302" y="17"/>
                    <a:pt x="291" y="20"/>
                    <a:pt x="281" y="24"/>
                  </a:cubicBezTo>
                  <a:cubicBezTo>
                    <a:pt x="287" y="39"/>
                    <a:pt x="287" y="39"/>
                    <a:pt x="287" y="39"/>
                  </a:cubicBezTo>
                  <a:cubicBezTo>
                    <a:pt x="296" y="35"/>
                    <a:pt x="306" y="32"/>
                    <a:pt x="316" y="29"/>
                  </a:cubicBezTo>
                  <a:cubicBezTo>
                    <a:pt x="312" y="14"/>
                    <a:pt x="312" y="14"/>
                    <a:pt x="312" y="14"/>
                  </a:cubicBezTo>
                  <a:moveTo>
                    <a:pt x="535" y="12"/>
                  </a:moveTo>
                  <a:cubicBezTo>
                    <a:pt x="533" y="27"/>
                    <a:pt x="533" y="27"/>
                    <a:pt x="533" y="27"/>
                  </a:cubicBezTo>
                  <a:cubicBezTo>
                    <a:pt x="564" y="32"/>
                    <a:pt x="564" y="32"/>
                    <a:pt x="564" y="32"/>
                  </a:cubicBezTo>
                  <a:cubicBezTo>
                    <a:pt x="566" y="16"/>
                    <a:pt x="566" y="16"/>
                    <a:pt x="566" y="16"/>
                  </a:cubicBezTo>
                  <a:cubicBezTo>
                    <a:pt x="535" y="12"/>
                    <a:pt x="535" y="12"/>
                    <a:pt x="535" y="12"/>
                  </a:cubicBezTo>
                  <a:moveTo>
                    <a:pt x="472" y="3"/>
                  </a:moveTo>
                  <a:cubicBezTo>
                    <a:pt x="470" y="19"/>
                    <a:pt x="470" y="19"/>
                    <a:pt x="470" y="19"/>
                  </a:cubicBezTo>
                  <a:cubicBezTo>
                    <a:pt x="501" y="23"/>
                    <a:pt x="501" y="23"/>
                    <a:pt x="501" y="23"/>
                  </a:cubicBezTo>
                  <a:cubicBezTo>
                    <a:pt x="503" y="7"/>
                    <a:pt x="503" y="7"/>
                    <a:pt x="503" y="7"/>
                  </a:cubicBezTo>
                  <a:cubicBezTo>
                    <a:pt x="472" y="3"/>
                    <a:pt x="472" y="3"/>
                    <a:pt x="472" y="3"/>
                  </a:cubicBezTo>
                  <a:moveTo>
                    <a:pt x="375" y="2"/>
                  </a:moveTo>
                  <a:cubicBezTo>
                    <a:pt x="365" y="3"/>
                    <a:pt x="354" y="5"/>
                    <a:pt x="343" y="7"/>
                  </a:cubicBezTo>
                  <a:cubicBezTo>
                    <a:pt x="346" y="22"/>
                    <a:pt x="346" y="22"/>
                    <a:pt x="346" y="22"/>
                  </a:cubicBezTo>
                  <a:cubicBezTo>
                    <a:pt x="357" y="20"/>
                    <a:pt x="367" y="19"/>
                    <a:pt x="377" y="18"/>
                  </a:cubicBezTo>
                  <a:cubicBezTo>
                    <a:pt x="375" y="2"/>
                    <a:pt x="375" y="2"/>
                    <a:pt x="375" y="2"/>
                  </a:cubicBezTo>
                  <a:moveTo>
                    <a:pt x="421" y="0"/>
                  </a:moveTo>
                  <a:cubicBezTo>
                    <a:pt x="417" y="0"/>
                    <a:pt x="412" y="0"/>
                    <a:pt x="408" y="0"/>
                  </a:cubicBezTo>
                  <a:cubicBezTo>
                    <a:pt x="408" y="16"/>
                    <a:pt x="408" y="16"/>
                    <a:pt x="408" y="16"/>
                  </a:cubicBezTo>
                  <a:cubicBezTo>
                    <a:pt x="412" y="15"/>
                    <a:pt x="417" y="15"/>
                    <a:pt x="421" y="15"/>
                  </a:cubicBezTo>
                  <a:cubicBezTo>
                    <a:pt x="427" y="15"/>
                    <a:pt x="433" y="15"/>
                    <a:pt x="439" y="16"/>
                  </a:cubicBezTo>
                  <a:cubicBezTo>
                    <a:pt x="440" y="0"/>
                    <a:pt x="440" y="0"/>
                    <a:pt x="440" y="0"/>
                  </a:cubicBezTo>
                  <a:cubicBezTo>
                    <a:pt x="434" y="0"/>
                    <a:pt x="428" y="0"/>
                    <a:pt x="421"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9" name="Freeform 25">
              <a:extLst>
                <a:ext uri="{FF2B5EF4-FFF2-40B4-BE49-F238E27FC236}">
                  <a16:creationId xmlns:a16="http://schemas.microsoft.com/office/drawing/2014/main" id="{CDA780AE-BAE8-4B35-947C-430B68E91731}"/>
                </a:ext>
              </a:extLst>
            </p:cNvPr>
            <p:cNvSpPr>
              <a:spLocks noEditPoints="1"/>
            </p:cNvSpPr>
            <p:nvPr/>
          </p:nvSpPr>
          <p:spPr bwMode="auto">
            <a:xfrm>
              <a:off x="6675727" y="2726315"/>
              <a:ext cx="1471613" cy="1114425"/>
            </a:xfrm>
            <a:custGeom>
              <a:avLst/>
              <a:gdLst/>
              <a:ahLst/>
              <a:cxnLst>
                <a:cxn ang="0">
                  <a:pos x="152" y="565"/>
                </a:cxn>
                <a:cxn ang="0">
                  <a:pos x="187" y="567"/>
                </a:cxn>
                <a:cxn ang="0">
                  <a:pos x="238" y="527"/>
                </a:cxn>
                <a:cxn ang="0">
                  <a:pos x="216" y="554"/>
                </a:cxn>
                <a:cxn ang="0">
                  <a:pos x="238" y="527"/>
                </a:cxn>
                <a:cxn ang="0">
                  <a:pos x="267" y="514"/>
                </a:cxn>
                <a:cxn ang="0">
                  <a:pos x="286" y="523"/>
                </a:cxn>
                <a:cxn ang="0">
                  <a:pos x="470" y="426"/>
                </a:cxn>
                <a:cxn ang="0">
                  <a:pos x="453" y="451"/>
                </a:cxn>
                <a:cxn ang="0">
                  <a:pos x="471" y="435"/>
                </a:cxn>
                <a:cxn ang="0">
                  <a:pos x="470" y="426"/>
                </a:cxn>
                <a:cxn ang="0">
                  <a:pos x="499" y="414"/>
                </a:cxn>
                <a:cxn ang="0">
                  <a:pos x="534" y="415"/>
                </a:cxn>
                <a:cxn ang="0">
                  <a:pos x="585" y="376"/>
                </a:cxn>
                <a:cxn ang="0">
                  <a:pos x="563" y="403"/>
                </a:cxn>
                <a:cxn ang="0">
                  <a:pos x="579" y="387"/>
                </a:cxn>
                <a:cxn ang="0">
                  <a:pos x="585" y="376"/>
                </a:cxn>
                <a:cxn ang="0">
                  <a:pos x="672" y="338"/>
                </a:cxn>
                <a:cxn ang="0">
                  <a:pos x="682" y="351"/>
                </a:cxn>
                <a:cxn ang="0">
                  <a:pos x="701" y="325"/>
                </a:cxn>
                <a:cxn ang="0">
                  <a:pos x="730" y="313"/>
                </a:cxn>
                <a:cxn ang="0">
                  <a:pos x="765" y="314"/>
                </a:cxn>
                <a:cxn ang="0">
                  <a:pos x="752" y="303"/>
                </a:cxn>
                <a:cxn ang="0">
                  <a:pos x="0" y="270"/>
                </a:cxn>
                <a:cxn ang="0">
                  <a:pos x="19" y="279"/>
                </a:cxn>
                <a:cxn ang="0">
                  <a:pos x="29" y="258"/>
                </a:cxn>
                <a:cxn ang="0">
                  <a:pos x="58" y="246"/>
                </a:cxn>
                <a:cxn ang="0">
                  <a:pos x="93" y="248"/>
                </a:cxn>
                <a:cxn ang="0">
                  <a:pos x="146" y="209"/>
                </a:cxn>
                <a:cxn ang="0">
                  <a:pos x="122" y="236"/>
                </a:cxn>
                <a:cxn ang="0">
                  <a:pos x="146" y="209"/>
                </a:cxn>
                <a:cxn ang="0">
                  <a:pos x="318" y="138"/>
                </a:cxn>
                <a:cxn ang="0">
                  <a:pos x="310" y="158"/>
                </a:cxn>
                <a:cxn ang="0">
                  <a:pos x="320" y="137"/>
                </a:cxn>
                <a:cxn ang="0">
                  <a:pos x="350" y="125"/>
                </a:cxn>
                <a:cxn ang="0">
                  <a:pos x="385" y="127"/>
                </a:cxn>
                <a:cxn ang="0">
                  <a:pos x="437" y="89"/>
                </a:cxn>
                <a:cxn ang="0">
                  <a:pos x="414" y="115"/>
                </a:cxn>
                <a:cxn ang="0">
                  <a:pos x="437" y="89"/>
                </a:cxn>
                <a:cxn ang="0">
                  <a:pos x="466" y="76"/>
                </a:cxn>
                <a:cxn ang="0">
                  <a:pos x="493" y="83"/>
                </a:cxn>
                <a:cxn ang="0">
                  <a:pos x="477" y="72"/>
                </a:cxn>
                <a:cxn ang="0">
                  <a:pos x="550" y="42"/>
                </a:cxn>
                <a:cxn ang="0">
                  <a:pos x="560" y="55"/>
                </a:cxn>
                <a:cxn ang="0">
                  <a:pos x="592" y="24"/>
                </a:cxn>
                <a:cxn ang="0">
                  <a:pos x="589" y="43"/>
                </a:cxn>
                <a:cxn ang="0">
                  <a:pos x="599" y="35"/>
                </a:cxn>
                <a:cxn ang="0">
                  <a:pos x="650" y="0"/>
                </a:cxn>
                <a:cxn ang="0">
                  <a:pos x="643" y="9"/>
                </a:cxn>
              </a:cxnLst>
              <a:rect l="0" t="0" r="r" b="b"/>
              <a:pathLst>
                <a:path w="765" h="579">
                  <a:moveTo>
                    <a:pt x="180" y="552"/>
                  </a:moveTo>
                  <a:cubicBezTo>
                    <a:pt x="152" y="565"/>
                    <a:pt x="152" y="565"/>
                    <a:pt x="152" y="565"/>
                  </a:cubicBezTo>
                  <a:cubicBezTo>
                    <a:pt x="158" y="579"/>
                    <a:pt x="158" y="579"/>
                    <a:pt x="158" y="579"/>
                  </a:cubicBezTo>
                  <a:cubicBezTo>
                    <a:pt x="187" y="567"/>
                    <a:pt x="187" y="567"/>
                    <a:pt x="187" y="567"/>
                  </a:cubicBezTo>
                  <a:cubicBezTo>
                    <a:pt x="180" y="552"/>
                    <a:pt x="180" y="552"/>
                    <a:pt x="180" y="552"/>
                  </a:cubicBezTo>
                  <a:moveTo>
                    <a:pt x="238" y="527"/>
                  </a:moveTo>
                  <a:cubicBezTo>
                    <a:pt x="209" y="540"/>
                    <a:pt x="209" y="540"/>
                    <a:pt x="209" y="540"/>
                  </a:cubicBezTo>
                  <a:cubicBezTo>
                    <a:pt x="216" y="554"/>
                    <a:pt x="216" y="554"/>
                    <a:pt x="216" y="554"/>
                  </a:cubicBezTo>
                  <a:cubicBezTo>
                    <a:pt x="245" y="542"/>
                    <a:pt x="245" y="542"/>
                    <a:pt x="245" y="542"/>
                  </a:cubicBezTo>
                  <a:cubicBezTo>
                    <a:pt x="238" y="527"/>
                    <a:pt x="238" y="527"/>
                    <a:pt x="238" y="527"/>
                  </a:cubicBezTo>
                  <a:moveTo>
                    <a:pt x="289" y="505"/>
                  </a:moveTo>
                  <a:cubicBezTo>
                    <a:pt x="267" y="514"/>
                    <a:pt x="267" y="514"/>
                    <a:pt x="267" y="514"/>
                  </a:cubicBezTo>
                  <a:cubicBezTo>
                    <a:pt x="274" y="529"/>
                    <a:pt x="274" y="529"/>
                    <a:pt x="274" y="529"/>
                  </a:cubicBezTo>
                  <a:cubicBezTo>
                    <a:pt x="286" y="523"/>
                    <a:pt x="286" y="523"/>
                    <a:pt x="286" y="523"/>
                  </a:cubicBezTo>
                  <a:cubicBezTo>
                    <a:pt x="287" y="517"/>
                    <a:pt x="288" y="511"/>
                    <a:pt x="289" y="505"/>
                  </a:cubicBezTo>
                  <a:moveTo>
                    <a:pt x="470" y="426"/>
                  </a:moveTo>
                  <a:cubicBezTo>
                    <a:pt x="452" y="434"/>
                    <a:pt x="452" y="434"/>
                    <a:pt x="452" y="434"/>
                  </a:cubicBezTo>
                  <a:cubicBezTo>
                    <a:pt x="453" y="451"/>
                    <a:pt x="453" y="451"/>
                    <a:pt x="453" y="451"/>
                  </a:cubicBezTo>
                  <a:cubicBezTo>
                    <a:pt x="471" y="443"/>
                    <a:pt x="471" y="443"/>
                    <a:pt x="471" y="443"/>
                  </a:cubicBezTo>
                  <a:cubicBezTo>
                    <a:pt x="471" y="440"/>
                    <a:pt x="471" y="437"/>
                    <a:pt x="471" y="435"/>
                  </a:cubicBezTo>
                  <a:cubicBezTo>
                    <a:pt x="473" y="435"/>
                    <a:pt x="473" y="435"/>
                    <a:pt x="473" y="435"/>
                  </a:cubicBezTo>
                  <a:cubicBezTo>
                    <a:pt x="470" y="426"/>
                    <a:pt x="470" y="426"/>
                    <a:pt x="470" y="426"/>
                  </a:cubicBezTo>
                  <a:moveTo>
                    <a:pt x="528" y="401"/>
                  </a:moveTo>
                  <a:cubicBezTo>
                    <a:pt x="499" y="414"/>
                    <a:pt x="499" y="414"/>
                    <a:pt x="499" y="414"/>
                  </a:cubicBezTo>
                  <a:cubicBezTo>
                    <a:pt x="505" y="428"/>
                    <a:pt x="505" y="428"/>
                    <a:pt x="505" y="428"/>
                  </a:cubicBezTo>
                  <a:cubicBezTo>
                    <a:pt x="534" y="415"/>
                    <a:pt x="534" y="415"/>
                    <a:pt x="534" y="415"/>
                  </a:cubicBezTo>
                  <a:cubicBezTo>
                    <a:pt x="528" y="401"/>
                    <a:pt x="528" y="401"/>
                    <a:pt x="528" y="401"/>
                  </a:cubicBezTo>
                  <a:moveTo>
                    <a:pt x="585" y="376"/>
                  </a:moveTo>
                  <a:cubicBezTo>
                    <a:pt x="556" y="388"/>
                    <a:pt x="556" y="388"/>
                    <a:pt x="556" y="388"/>
                  </a:cubicBezTo>
                  <a:cubicBezTo>
                    <a:pt x="563" y="403"/>
                    <a:pt x="563" y="403"/>
                    <a:pt x="563" y="403"/>
                  </a:cubicBezTo>
                  <a:cubicBezTo>
                    <a:pt x="575" y="397"/>
                    <a:pt x="575" y="397"/>
                    <a:pt x="575" y="397"/>
                  </a:cubicBezTo>
                  <a:cubicBezTo>
                    <a:pt x="576" y="394"/>
                    <a:pt x="577" y="390"/>
                    <a:pt x="579" y="387"/>
                  </a:cubicBezTo>
                  <a:cubicBezTo>
                    <a:pt x="586" y="376"/>
                    <a:pt x="586" y="376"/>
                    <a:pt x="586" y="376"/>
                  </a:cubicBezTo>
                  <a:cubicBezTo>
                    <a:pt x="585" y="376"/>
                    <a:pt x="585" y="376"/>
                    <a:pt x="585" y="376"/>
                  </a:cubicBezTo>
                  <a:moveTo>
                    <a:pt x="701" y="325"/>
                  </a:moveTo>
                  <a:cubicBezTo>
                    <a:pt x="672" y="338"/>
                    <a:pt x="672" y="338"/>
                    <a:pt x="672" y="338"/>
                  </a:cubicBezTo>
                  <a:cubicBezTo>
                    <a:pt x="677" y="348"/>
                    <a:pt x="677" y="348"/>
                    <a:pt x="677" y="348"/>
                  </a:cubicBezTo>
                  <a:cubicBezTo>
                    <a:pt x="678" y="349"/>
                    <a:pt x="680" y="350"/>
                    <a:pt x="682" y="351"/>
                  </a:cubicBezTo>
                  <a:cubicBezTo>
                    <a:pt x="707" y="340"/>
                    <a:pt x="707" y="340"/>
                    <a:pt x="707" y="340"/>
                  </a:cubicBezTo>
                  <a:cubicBezTo>
                    <a:pt x="701" y="325"/>
                    <a:pt x="701" y="325"/>
                    <a:pt x="701" y="325"/>
                  </a:cubicBezTo>
                  <a:moveTo>
                    <a:pt x="752" y="303"/>
                  </a:moveTo>
                  <a:cubicBezTo>
                    <a:pt x="730" y="313"/>
                    <a:pt x="730" y="313"/>
                    <a:pt x="730" y="313"/>
                  </a:cubicBezTo>
                  <a:cubicBezTo>
                    <a:pt x="736" y="327"/>
                    <a:pt x="736" y="327"/>
                    <a:pt x="736" y="327"/>
                  </a:cubicBezTo>
                  <a:cubicBezTo>
                    <a:pt x="765" y="314"/>
                    <a:pt x="765" y="314"/>
                    <a:pt x="765" y="314"/>
                  </a:cubicBezTo>
                  <a:cubicBezTo>
                    <a:pt x="761" y="305"/>
                    <a:pt x="761" y="305"/>
                    <a:pt x="761" y="305"/>
                  </a:cubicBezTo>
                  <a:cubicBezTo>
                    <a:pt x="758" y="304"/>
                    <a:pt x="755" y="304"/>
                    <a:pt x="752" y="303"/>
                  </a:cubicBezTo>
                  <a:moveTo>
                    <a:pt x="29" y="258"/>
                  </a:moveTo>
                  <a:cubicBezTo>
                    <a:pt x="0" y="270"/>
                    <a:pt x="0" y="270"/>
                    <a:pt x="0" y="270"/>
                  </a:cubicBezTo>
                  <a:cubicBezTo>
                    <a:pt x="2" y="276"/>
                    <a:pt x="2" y="276"/>
                    <a:pt x="2" y="276"/>
                  </a:cubicBezTo>
                  <a:cubicBezTo>
                    <a:pt x="8" y="276"/>
                    <a:pt x="13" y="278"/>
                    <a:pt x="19" y="279"/>
                  </a:cubicBezTo>
                  <a:cubicBezTo>
                    <a:pt x="35" y="272"/>
                    <a:pt x="35" y="272"/>
                    <a:pt x="35" y="272"/>
                  </a:cubicBezTo>
                  <a:cubicBezTo>
                    <a:pt x="29" y="258"/>
                    <a:pt x="29" y="258"/>
                    <a:pt x="29" y="258"/>
                  </a:cubicBezTo>
                  <a:moveTo>
                    <a:pt x="87" y="233"/>
                  </a:moveTo>
                  <a:cubicBezTo>
                    <a:pt x="58" y="246"/>
                    <a:pt x="58" y="246"/>
                    <a:pt x="58" y="246"/>
                  </a:cubicBezTo>
                  <a:cubicBezTo>
                    <a:pt x="64" y="260"/>
                    <a:pt x="64" y="260"/>
                    <a:pt x="64" y="260"/>
                  </a:cubicBezTo>
                  <a:cubicBezTo>
                    <a:pt x="93" y="248"/>
                    <a:pt x="93" y="248"/>
                    <a:pt x="93" y="248"/>
                  </a:cubicBezTo>
                  <a:cubicBezTo>
                    <a:pt x="87" y="233"/>
                    <a:pt x="87" y="233"/>
                    <a:pt x="87" y="233"/>
                  </a:cubicBezTo>
                  <a:moveTo>
                    <a:pt x="146" y="209"/>
                  </a:moveTo>
                  <a:cubicBezTo>
                    <a:pt x="116" y="221"/>
                    <a:pt x="116" y="221"/>
                    <a:pt x="116" y="221"/>
                  </a:cubicBezTo>
                  <a:cubicBezTo>
                    <a:pt x="122" y="236"/>
                    <a:pt x="122" y="236"/>
                    <a:pt x="122" y="236"/>
                  </a:cubicBezTo>
                  <a:cubicBezTo>
                    <a:pt x="152" y="224"/>
                    <a:pt x="152" y="224"/>
                    <a:pt x="152" y="224"/>
                  </a:cubicBezTo>
                  <a:cubicBezTo>
                    <a:pt x="146" y="209"/>
                    <a:pt x="146" y="209"/>
                    <a:pt x="146" y="209"/>
                  </a:cubicBezTo>
                  <a:moveTo>
                    <a:pt x="320" y="137"/>
                  </a:moveTo>
                  <a:cubicBezTo>
                    <a:pt x="318" y="138"/>
                    <a:pt x="318" y="138"/>
                    <a:pt x="318" y="138"/>
                  </a:cubicBezTo>
                  <a:cubicBezTo>
                    <a:pt x="319" y="143"/>
                    <a:pt x="318" y="148"/>
                    <a:pt x="314" y="152"/>
                  </a:cubicBezTo>
                  <a:cubicBezTo>
                    <a:pt x="310" y="158"/>
                    <a:pt x="310" y="158"/>
                    <a:pt x="310" y="158"/>
                  </a:cubicBezTo>
                  <a:cubicBezTo>
                    <a:pt x="326" y="151"/>
                    <a:pt x="326" y="151"/>
                    <a:pt x="326" y="151"/>
                  </a:cubicBezTo>
                  <a:cubicBezTo>
                    <a:pt x="320" y="137"/>
                    <a:pt x="320" y="137"/>
                    <a:pt x="320" y="137"/>
                  </a:cubicBezTo>
                  <a:moveTo>
                    <a:pt x="379" y="113"/>
                  </a:moveTo>
                  <a:cubicBezTo>
                    <a:pt x="350" y="125"/>
                    <a:pt x="350" y="125"/>
                    <a:pt x="350" y="125"/>
                  </a:cubicBezTo>
                  <a:cubicBezTo>
                    <a:pt x="356" y="139"/>
                    <a:pt x="356" y="139"/>
                    <a:pt x="356" y="139"/>
                  </a:cubicBezTo>
                  <a:cubicBezTo>
                    <a:pt x="385" y="127"/>
                    <a:pt x="385" y="127"/>
                    <a:pt x="385" y="127"/>
                  </a:cubicBezTo>
                  <a:cubicBezTo>
                    <a:pt x="379" y="113"/>
                    <a:pt x="379" y="113"/>
                    <a:pt x="379" y="113"/>
                  </a:cubicBezTo>
                  <a:moveTo>
                    <a:pt x="437" y="89"/>
                  </a:moveTo>
                  <a:cubicBezTo>
                    <a:pt x="408" y="101"/>
                    <a:pt x="408" y="101"/>
                    <a:pt x="408" y="101"/>
                  </a:cubicBezTo>
                  <a:cubicBezTo>
                    <a:pt x="414" y="115"/>
                    <a:pt x="414" y="115"/>
                    <a:pt x="414" y="115"/>
                  </a:cubicBezTo>
                  <a:cubicBezTo>
                    <a:pt x="443" y="103"/>
                    <a:pt x="443" y="103"/>
                    <a:pt x="443" y="103"/>
                  </a:cubicBezTo>
                  <a:cubicBezTo>
                    <a:pt x="437" y="89"/>
                    <a:pt x="437" y="89"/>
                    <a:pt x="437" y="89"/>
                  </a:cubicBezTo>
                  <a:moveTo>
                    <a:pt x="477" y="72"/>
                  </a:moveTo>
                  <a:cubicBezTo>
                    <a:pt x="466" y="76"/>
                    <a:pt x="466" y="76"/>
                    <a:pt x="466" y="76"/>
                  </a:cubicBezTo>
                  <a:cubicBezTo>
                    <a:pt x="472" y="91"/>
                    <a:pt x="472" y="91"/>
                    <a:pt x="472" y="91"/>
                  </a:cubicBezTo>
                  <a:cubicBezTo>
                    <a:pt x="493" y="83"/>
                    <a:pt x="493" y="83"/>
                    <a:pt x="493" y="83"/>
                  </a:cubicBezTo>
                  <a:cubicBezTo>
                    <a:pt x="493" y="81"/>
                    <a:pt x="493" y="79"/>
                    <a:pt x="493" y="77"/>
                  </a:cubicBezTo>
                  <a:cubicBezTo>
                    <a:pt x="477" y="72"/>
                    <a:pt x="477" y="72"/>
                    <a:pt x="477" y="72"/>
                  </a:cubicBezTo>
                  <a:moveTo>
                    <a:pt x="554" y="40"/>
                  </a:moveTo>
                  <a:cubicBezTo>
                    <a:pt x="550" y="42"/>
                    <a:pt x="550" y="42"/>
                    <a:pt x="550" y="42"/>
                  </a:cubicBezTo>
                  <a:cubicBezTo>
                    <a:pt x="548" y="48"/>
                    <a:pt x="546" y="55"/>
                    <a:pt x="545" y="61"/>
                  </a:cubicBezTo>
                  <a:cubicBezTo>
                    <a:pt x="560" y="55"/>
                    <a:pt x="560" y="55"/>
                    <a:pt x="560" y="55"/>
                  </a:cubicBezTo>
                  <a:cubicBezTo>
                    <a:pt x="554" y="40"/>
                    <a:pt x="554" y="40"/>
                    <a:pt x="554" y="40"/>
                  </a:cubicBezTo>
                  <a:moveTo>
                    <a:pt x="592" y="24"/>
                  </a:moveTo>
                  <a:cubicBezTo>
                    <a:pt x="583" y="28"/>
                    <a:pt x="583" y="28"/>
                    <a:pt x="583" y="28"/>
                  </a:cubicBezTo>
                  <a:cubicBezTo>
                    <a:pt x="589" y="43"/>
                    <a:pt x="589" y="43"/>
                    <a:pt x="589" y="43"/>
                  </a:cubicBezTo>
                  <a:cubicBezTo>
                    <a:pt x="603" y="37"/>
                    <a:pt x="603" y="37"/>
                    <a:pt x="603" y="37"/>
                  </a:cubicBezTo>
                  <a:cubicBezTo>
                    <a:pt x="599" y="35"/>
                    <a:pt x="599" y="35"/>
                    <a:pt x="599" y="35"/>
                  </a:cubicBezTo>
                  <a:cubicBezTo>
                    <a:pt x="595" y="32"/>
                    <a:pt x="592" y="29"/>
                    <a:pt x="592" y="24"/>
                  </a:cubicBezTo>
                  <a:moveTo>
                    <a:pt x="650" y="0"/>
                  </a:moveTo>
                  <a:cubicBezTo>
                    <a:pt x="641" y="4"/>
                    <a:pt x="641" y="4"/>
                    <a:pt x="641" y="4"/>
                  </a:cubicBezTo>
                  <a:cubicBezTo>
                    <a:pt x="643" y="9"/>
                    <a:pt x="643" y="9"/>
                    <a:pt x="643" y="9"/>
                  </a:cubicBezTo>
                  <a:cubicBezTo>
                    <a:pt x="645" y="6"/>
                    <a:pt x="648" y="3"/>
                    <a:pt x="650"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0" name="Freeform 26">
              <a:extLst>
                <a:ext uri="{FF2B5EF4-FFF2-40B4-BE49-F238E27FC236}">
                  <a16:creationId xmlns:a16="http://schemas.microsoft.com/office/drawing/2014/main" id="{7A5A6609-17F3-4493-AEDC-755F45336B17}"/>
                </a:ext>
              </a:extLst>
            </p:cNvPr>
            <p:cNvSpPr>
              <a:spLocks noEditPoints="1"/>
            </p:cNvSpPr>
            <p:nvPr/>
          </p:nvSpPr>
          <p:spPr bwMode="auto">
            <a:xfrm>
              <a:off x="6283614" y="2991428"/>
              <a:ext cx="1263650" cy="977900"/>
            </a:xfrm>
            <a:custGeom>
              <a:avLst/>
              <a:gdLst/>
              <a:ahLst/>
              <a:cxnLst>
                <a:cxn ang="0">
                  <a:pos x="147" y="506"/>
                </a:cxn>
                <a:cxn ang="0">
                  <a:pos x="180" y="504"/>
                </a:cxn>
                <a:cxn ang="0">
                  <a:pos x="148" y="502"/>
                </a:cxn>
                <a:cxn ang="0">
                  <a:pos x="174" y="496"/>
                </a:cxn>
                <a:cxn ang="0">
                  <a:pos x="174" y="492"/>
                </a:cxn>
                <a:cxn ang="0">
                  <a:pos x="212" y="499"/>
                </a:cxn>
                <a:cxn ang="0">
                  <a:pos x="235" y="497"/>
                </a:cxn>
                <a:cxn ang="0">
                  <a:pos x="242" y="489"/>
                </a:cxn>
                <a:cxn ang="0">
                  <a:pos x="115" y="498"/>
                </a:cxn>
                <a:cxn ang="0">
                  <a:pos x="238" y="478"/>
                </a:cxn>
                <a:cxn ang="0">
                  <a:pos x="210" y="492"/>
                </a:cxn>
                <a:cxn ang="0">
                  <a:pos x="272" y="473"/>
                </a:cxn>
                <a:cxn ang="0">
                  <a:pos x="275" y="479"/>
                </a:cxn>
                <a:cxn ang="0">
                  <a:pos x="91" y="473"/>
                </a:cxn>
                <a:cxn ang="0">
                  <a:pos x="93" y="470"/>
                </a:cxn>
                <a:cxn ang="0">
                  <a:pos x="242" y="481"/>
                </a:cxn>
                <a:cxn ang="0">
                  <a:pos x="327" y="440"/>
                </a:cxn>
                <a:cxn ang="0">
                  <a:pos x="333" y="454"/>
                </a:cxn>
                <a:cxn ang="0">
                  <a:pos x="36" y="440"/>
                </a:cxn>
                <a:cxn ang="0">
                  <a:pos x="39" y="438"/>
                </a:cxn>
                <a:cxn ang="0">
                  <a:pos x="66" y="455"/>
                </a:cxn>
                <a:cxn ang="0">
                  <a:pos x="10" y="380"/>
                </a:cxn>
                <a:cxn ang="0">
                  <a:pos x="18" y="412"/>
                </a:cxn>
                <a:cxn ang="0">
                  <a:pos x="22" y="377"/>
                </a:cxn>
                <a:cxn ang="0">
                  <a:pos x="32" y="405"/>
                </a:cxn>
                <a:cxn ang="0">
                  <a:pos x="493" y="367"/>
                </a:cxn>
                <a:cxn ang="0">
                  <a:pos x="500" y="364"/>
                </a:cxn>
                <a:cxn ang="0">
                  <a:pos x="539" y="364"/>
                </a:cxn>
                <a:cxn ang="0">
                  <a:pos x="12" y="317"/>
                </a:cxn>
                <a:cxn ang="0">
                  <a:pos x="16" y="347"/>
                </a:cxn>
                <a:cxn ang="0">
                  <a:pos x="12" y="317"/>
                </a:cxn>
                <a:cxn ang="0">
                  <a:pos x="0" y="333"/>
                </a:cxn>
                <a:cxn ang="0">
                  <a:pos x="4" y="333"/>
                </a:cxn>
                <a:cxn ang="0">
                  <a:pos x="616" y="313"/>
                </a:cxn>
                <a:cxn ang="0">
                  <a:pos x="622" y="328"/>
                </a:cxn>
                <a:cxn ang="0">
                  <a:pos x="645" y="301"/>
                </a:cxn>
                <a:cxn ang="0">
                  <a:pos x="656" y="296"/>
                </a:cxn>
                <a:cxn ang="0">
                  <a:pos x="22" y="288"/>
                </a:cxn>
                <a:cxn ang="0">
                  <a:pos x="19" y="253"/>
                </a:cxn>
                <a:cxn ang="0">
                  <a:pos x="23" y="255"/>
                </a:cxn>
                <a:cxn ang="0">
                  <a:pos x="52" y="227"/>
                </a:cxn>
                <a:cxn ang="0">
                  <a:pos x="55" y="229"/>
                </a:cxn>
                <a:cxn ang="0">
                  <a:pos x="60" y="201"/>
                </a:cxn>
                <a:cxn ang="0">
                  <a:pos x="41" y="228"/>
                </a:cxn>
                <a:cxn ang="0">
                  <a:pos x="60" y="201"/>
                </a:cxn>
                <a:cxn ang="0">
                  <a:pos x="95" y="196"/>
                </a:cxn>
                <a:cxn ang="0">
                  <a:pos x="107" y="189"/>
                </a:cxn>
                <a:cxn ang="0">
                  <a:pos x="116" y="168"/>
                </a:cxn>
                <a:cxn ang="0">
                  <a:pos x="87" y="182"/>
                </a:cxn>
                <a:cxn ang="0">
                  <a:pos x="116" y="168"/>
                </a:cxn>
                <a:cxn ang="0">
                  <a:pos x="149" y="165"/>
                </a:cxn>
                <a:cxn ang="0">
                  <a:pos x="175" y="144"/>
                </a:cxn>
                <a:cxn ang="0">
                  <a:pos x="223" y="141"/>
                </a:cxn>
                <a:cxn ang="0">
                  <a:pos x="379" y="59"/>
                </a:cxn>
                <a:cxn ang="0">
                  <a:pos x="387" y="56"/>
                </a:cxn>
                <a:cxn ang="0">
                  <a:pos x="411" y="55"/>
                </a:cxn>
                <a:cxn ang="0">
                  <a:pos x="437" y="35"/>
                </a:cxn>
                <a:cxn ang="0">
                  <a:pos x="466" y="23"/>
                </a:cxn>
                <a:cxn ang="0">
                  <a:pos x="501" y="26"/>
                </a:cxn>
                <a:cxn ang="0">
                  <a:pos x="522" y="0"/>
                </a:cxn>
              </a:cxnLst>
              <a:rect l="0" t="0" r="r" b="b"/>
              <a:pathLst>
                <a:path w="657" h="508">
                  <a:moveTo>
                    <a:pt x="148" y="502"/>
                  </a:moveTo>
                  <a:cubicBezTo>
                    <a:pt x="147" y="506"/>
                    <a:pt x="147" y="506"/>
                    <a:pt x="147" y="506"/>
                  </a:cubicBezTo>
                  <a:cubicBezTo>
                    <a:pt x="147" y="506"/>
                    <a:pt x="147" y="506"/>
                    <a:pt x="147" y="506"/>
                  </a:cubicBezTo>
                  <a:cubicBezTo>
                    <a:pt x="156" y="507"/>
                    <a:pt x="165" y="508"/>
                    <a:pt x="174" y="508"/>
                  </a:cubicBezTo>
                  <a:cubicBezTo>
                    <a:pt x="176" y="508"/>
                    <a:pt x="178" y="508"/>
                    <a:pt x="180" y="508"/>
                  </a:cubicBezTo>
                  <a:cubicBezTo>
                    <a:pt x="180" y="504"/>
                    <a:pt x="180" y="504"/>
                    <a:pt x="180" y="504"/>
                  </a:cubicBezTo>
                  <a:cubicBezTo>
                    <a:pt x="178" y="504"/>
                    <a:pt x="176" y="504"/>
                    <a:pt x="174" y="504"/>
                  </a:cubicBezTo>
                  <a:cubicBezTo>
                    <a:pt x="174" y="504"/>
                    <a:pt x="174" y="504"/>
                    <a:pt x="174" y="504"/>
                  </a:cubicBezTo>
                  <a:cubicBezTo>
                    <a:pt x="165" y="504"/>
                    <a:pt x="156" y="503"/>
                    <a:pt x="148" y="502"/>
                  </a:cubicBezTo>
                  <a:moveTo>
                    <a:pt x="150" y="490"/>
                  </a:moveTo>
                  <a:cubicBezTo>
                    <a:pt x="149" y="494"/>
                    <a:pt x="149" y="494"/>
                    <a:pt x="149" y="494"/>
                  </a:cubicBezTo>
                  <a:cubicBezTo>
                    <a:pt x="157" y="495"/>
                    <a:pt x="166" y="496"/>
                    <a:pt x="174" y="496"/>
                  </a:cubicBezTo>
                  <a:cubicBezTo>
                    <a:pt x="176" y="496"/>
                    <a:pt x="178" y="496"/>
                    <a:pt x="180" y="496"/>
                  </a:cubicBezTo>
                  <a:cubicBezTo>
                    <a:pt x="179" y="492"/>
                    <a:pt x="179" y="492"/>
                    <a:pt x="179" y="492"/>
                  </a:cubicBezTo>
                  <a:cubicBezTo>
                    <a:pt x="178" y="492"/>
                    <a:pt x="176" y="492"/>
                    <a:pt x="174" y="492"/>
                  </a:cubicBezTo>
                  <a:cubicBezTo>
                    <a:pt x="166" y="492"/>
                    <a:pt x="158" y="491"/>
                    <a:pt x="150" y="490"/>
                  </a:cubicBezTo>
                  <a:moveTo>
                    <a:pt x="242" y="489"/>
                  </a:moveTo>
                  <a:cubicBezTo>
                    <a:pt x="233" y="494"/>
                    <a:pt x="222" y="497"/>
                    <a:pt x="212" y="499"/>
                  </a:cubicBezTo>
                  <a:cubicBezTo>
                    <a:pt x="213" y="503"/>
                    <a:pt x="213" y="503"/>
                    <a:pt x="213" y="503"/>
                  </a:cubicBezTo>
                  <a:cubicBezTo>
                    <a:pt x="213" y="503"/>
                    <a:pt x="213" y="503"/>
                    <a:pt x="213" y="503"/>
                  </a:cubicBezTo>
                  <a:cubicBezTo>
                    <a:pt x="220" y="502"/>
                    <a:pt x="228" y="499"/>
                    <a:pt x="235" y="497"/>
                  </a:cubicBezTo>
                  <a:cubicBezTo>
                    <a:pt x="235" y="497"/>
                    <a:pt x="235" y="497"/>
                    <a:pt x="235" y="497"/>
                  </a:cubicBezTo>
                  <a:cubicBezTo>
                    <a:pt x="244" y="493"/>
                    <a:pt x="244" y="493"/>
                    <a:pt x="244" y="493"/>
                  </a:cubicBezTo>
                  <a:cubicBezTo>
                    <a:pt x="242" y="489"/>
                    <a:pt x="242" y="489"/>
                    <a:pt x="242" y="489"/>
                  </a:cubicBezTo>
                  <a:moveTo>
                    <a:pt x="87" y="480"/>
                  </a:moveTo>
                  <a:cubicBezTo>
                    <a:pt x="85" y="483"/>
                    <a:pt x="85" y="483"/>
                    <a:pt x="85" y="483"/>
                  </a:cubicBezTo>
                  <a:cubicBezTo>
                    <a:pt x="95" y="489"/>
                    <a:pt x="105" y="494"/>
                    <a:pt x="115" y="498"/>
                  </a:cubicBezTo>
                  <a:cubicBezTo>
                    <a:pt x="116" y="494"/>
                    <a:pt x="116" y="494"/>
                    <a:pt x="116" y="494"/>
                  </a:cubicBezTo>
                  <a:cubicBezTo>
                    <a:pt x="106" y="490"/>
                    <a:pt x="97" y="486"/>
                    <a:pt x="87" y="480"/>
                  </a:cubicBezTo>
                  <a:moveTo>
                    <a:pt x="238" y="478"/>
                  </a:moveTo>
                  <a:cubicBezTo>
                    <a:pt x="229" y="482"/>
                    <a:pt x="229" y="482"/>
                    <a:pt x="229" y="482"/>
                  </a:cubicBezTo>
                  <a:cubicBezTo>
                    <a:pt x="223" y="484"/>
                    <a:pt x="216" y="486"/>
                    <a:pt x="209" y="488"/>
                  </a:cubicBezTo>
                  <a:cubicBezTo>
                    <a:pt x="210" y="492"/>
                    <a:pt x="210" y="492"/>
                    <a:pt x="210" y="492"/>
                  </a:cubicBezTo>
                  <a:cubicBezTo>
                    <a:pt x="220" y="490"/>
                    <a:pt x="230" y="486"/>
                    <a:pt x="239" y="482"/>
                  </a:cubicBezTo>
                  <a:cubicBezTo>
                    <a:pt x="238" y="478"/>
                    <a:pt x="238" y="478"/>
                    <a:pt x="238" y="478"/>
                  </a:cubicBezTo>
                  <a:moveTo>
                    <a:pt x="272" y="473"/>
                  </a:moveTo>
                  <a:cubicBezTo>
                    <a:pt x="263" y="479"/>
                    <a:pt x="254" y="484"/>
                    <a:pt x="245" y="488"/>
                  </a:cubicBezTo>
                  <a:cubicBezTo>
                    <a:pt x="246" y="492"/>
                    <a:pt x="246" y="492"/>
                    <a:pt x="246" y="492"/>
                  </a:cubicBezTo>
                  <a:cubicBezTo>
                    <a:pt x="275" y="479"/>
                    <a:pt x="275" y="479"/>
                    <a:pt x="275" y="479"/>
                  </a:cubicBezTo>
                  <a:cubicBezTo>
                    <a:pt x="272" y="473"/>
                    <a:pt x="272" y="473"/>
                    <a:pt x="272" y="473"/>
                  </a:cubicBezTo>
                  <a:moveTo>
                    <a:pt x="93" y="470"/>
                  </a:moveTo>
                  <a:cubicBezTo>
                    <a:pt x="91" y="473"/>
                    <a:pt x="91" y="473"/>
                    <a:pt x="91" y="473"/>
                  </a:cubicBezTo>
                  <a:cubicBezTo>
                    <a:pt x="100" y="479"/>
                    <a:pt x="110" y="483"/>
                    <a:pt x="119" y="486"/>
                  </a:cubicBezTo>
                  <a:cubicBezTo>
                    <a:pt x="120" y="483"/>
                    <a:pt x="120" y="483"/>
                    <a:pt x="120" y="483"/>
                  </a:cubicBezTo>
                  <a:cubicBezTo>
                    <a:pt x="111" y="479"/>
                    <a:pt x="102" y="475"/>
                    <a:pt x="93" y="470"/>
                  </a:cubicBezTo>
                  <a:moveTo>
                    <a:pt x="269" y="465"/>
                  </a:moveTo>
                  <a:cubicBezTo>
                    <a:pt x="240" y="477"/>
                    <a:pt x="240" y="477"/>
                    <a:pt x="240" y="477"/>
                  </a:cubicBezTo>
                  <a:cubicBezTo>
                    <a:pt x="242" y="481"/>
                    <a:pt x="242" y="481"/>
                    <a:pt x="242" y="481"/>
                  </a:cubicBezTo>
                  <a:cubicBezTo>
                    <a:pt x="251" y="477"/>
                    <a:pt x="260" y="471"/>
                    <a:pt x="269" y="465"/>
                  </a:cubicBezTo>
                  <a:cubicBezTo>
                    <a:pt x="269" y="465"/>
                    <a:pt x="269" y="465"/>
                    <a:pt x="269" y="465"/>
                  </a:cubicBezTo>
                  <a:moveTo>
                    <a:pt x="327" y="440"/>
                  </a:moveTo>
                  <a:cubicBezTo>
                    <a:pt x="298" y="452"/>
                    <a:pt x="298" y="452"/>
                    <a:pt x="298" y="452"/>
                  </a:cubicBezTo>
                  <a:cubicBezTo>
                    <a:pt x="304" y="467"/>
                    <a:pt x="304" y="467"/>
                    <a:pt x="304" y="467"/>
                  </a:cubicBezTo>
                  <a:cubicBezTo>
                    <a:pt x="333" y="454"/>
                    <a:pt x="333" y="454"/>
                    <a:pt x="333" y="454"/>
                  </a:cubicBezTo>
                  <a:cubicBezTo>
                    <a:pt x="327" y="440"/>
                    <a:pt x="327" y="440"/>
                    <a:pt x="327" y="440"/>
                  </a:cubicBezTo>
                  <a:moveTo>
                    <a:pt x="39" y="438"/>
                  </a:moveTo>
                  <a:cubicBezTo>
                    <a:pt x="36" y="440"/>
                    <a:pt x="36" y="440"/>
                    <a:pt x="36" y="440"/>
                  </a:cubicBezTo>
                  <a:cubicBezTo>
                    <a:pt x="43" y="449"/>
                    <a:pt x="50" y="457"/>
                    <a:pt x="59" y="464"/>
                  </a:cubicBezTo>
                  <a:cubicBezTo>
                    <a:pt x="61" y="461"/>
                    <a:pt x="61" y="461"/>
                    <a:pt x="61" y="461"/>
                  </a:cubicBezTo>
                  <a:cubicBezTo>
                    <a:pt x="53" y="454"/>
                    <a:pt x="46" y="446"/>
                    <a:pt x="39" y="438"/>
                  </a:cubicBezTo>
                  <a:moveTo>
                    <a:pt x="49" y="430"/>
                  </a:moveTo>
                  <a:cubicBezTo>
                    <a:pt x="45" y="433"/>
                    <a:pt x="45" y="433"/>
                    <a:pt x="45" y="433"/>
                  </a:cubicBezTo>
                  <a:cubicBezTo>
                    <a:pt x="52" y="441"/>
                    <a:pt x="59" y="448"/>
                    <a:pt x="66" y="455"/>
                  </a:cubicBezTo>
                  <a:cubicBezTo>
                    <a:pt x="69" y="452"/>
                    <a:pt x="69" y="452"/>
                    <a:pt x="69" y="452"/>
                  </a:cubicBezTo>
                  <a:cubicBezTo>
                    <a:pt x="61" y="445"/>
                    <a:pt x="55" y="438"/>
                    <a:pt x="49" y="430"/>
                  </a:cubicBezTo>
                  <a:moveTo>
                    <a:pt x="10" y="380"/>
                  </a:moveTo>
                  <a:cubicBezTo>
                    <a:pt x="6" y="381"/>
                    <a:pt x="6" y="381"/>
                    <a:pt x="6" y="381"/>
                  </a:cubicBezTo>
                  <a:cubicBezTo>
                    <a:pt x="6" y="381"/>
                    <a:pt x="6" y="381"/>
                    <a:pt x="6" y="381"/>
                  </a:cubicBezTo>
                  <a:cubicBezTo>
                    <a:pt x="9" y="392"/>
                    <a:pt x="13" y="402"/>
                    <a:pt x="18" y="412"/>
                  </a:cubicBezTo>
                  <a:cubicBezTo>
                    <a:pt x="22" y="410"/>
                    <a:pt x="22" y="410"/>
                    <a:pt x="22" y="410"/>
                  </a:cubicBezTo>
                  <a:cubicBezTo>
                    <a:pt x="17" y="401"/>
                    <a:pt x="13" y="391"/>
                    <a:pt x="10" y="380"/>
                  </a:cubicBezTo>
                  <a:moveTo>
                    <a:pt x="22" y="377"/>
                  </a:moveTo>
                  <a:cubicBezTo>
                    <a:pt x="18" y="378"/>
                    <a:pt x="18" y="378"/>
                    <a:pt x="18" y="378"/>
                  </a:cubicBezTo>
                  <a:cubicBezTo>
                    <a:pt x="21" y="388"/>
                    <a:pt x="24" y="398"/>
                    <a:pt x="29" y="407"/>
                  </a:cubicBezTo>
                  <a:cubicBezTo>
                    <a:pt x="32" y="405"/>
                    <a:pt x="32" y="405"/>
                    <a:pt x="32" y="405"/>
                  </a:cubicBezTo>
                  <a:cubicBezTo>
                    <a:pt x="28" y="396"/>
                    <a:pt x="24" y="387"/>
                    <a:pt x="22" y="377"/>
                  </a:cubicBezTo>
                  <a:moveTo>
                    <a:pt x="500" y="364"/>
                  </a:moveTo>
                  <a:cubicBezTo>
                    <a:pt x="493" y="367"/>
                    <a:pt x="493" y="367"/>
                    <a:pt x="493" y="367"/>
                  </a:cubicBezTo>
                  <a:cubicBezTo>
                    <a:pt x="492" y="373"/>
                    <a:pt x="491" y="379"/>
                    <a:pt x="490" y="385"/>
                  </a:cubicBezTo>
                  <a:cubicBezTo>
                    <a:pt x="506" y="378"/>
                    <a:pt x="506" y="378"/>
                    <a:pt x="506" y="378"/>
                  </a:cubicBezTo>
                  <a:cubicBezTo>
                    <a:pt x="500" y="364"/>
                    <a:pt x="500" y="364"/>
                    <a:pt x="500" y="364"/>
                  </a:cubicBezTo>
                  <a:moveTo>
                    <a:pt x="558" y="339"/>
                  </a:moveTo>
                  <a:cubicBezTo>
                    <a:pt x="540" y="347"/>
                    <a:pt x="540" y="347"/>
                    <a:pt x="540" y="347"/>
                  </a:cubicBezTo>
                  <a:cubicBezTo>
                    <a:pt x="539" y="353"/>
                    <a:pt x="539" y="358"/>
                    <a:pt x="539" y="364"/>
                  </a:cubicBezTo>
                  <a:cubicBezTo>
                    <a:pt x="564" y="353"/>
                    <a:pt x="564" y="353"/>
                    <a:pt x="564" y="353"/>
                  </a:cubicBezTo>
                  <a:cubicBezTo>
                    <a:pt x="558" y="339"/>
                    <a:pt x="558" y="339"/>
                    <a:pt x="558" y="339"/>
                  </a:cubicBezTo>
                  <a:moveTo>
                    <a:pt x="12" y="317"/>
                  </a:moveTo>
                  <a:cubicBezTo>
                    <a:pt x="12" y="323"/>
                    <a:pt x="12" y="328"/>
                    <a:pt x="12" y="333"/>
                  </a:cubicBezTo>
                  <a:cubicBezTo>
                    <a:pt x="12" y="338"/>
                    <a:pt x="12" y="343"/>
                    <a:pt x="12" y="348"/>
                  </a:cubicBezTo>
                  <a:cubicBezTo>
                    <a:pt x="16" y="347"/>
                    <a:pt x="16" y="347"/>
                    <a:pt x="16" y="347"/>
                  </a:cubicBezTo>
                  <a:cubicBezTo>
                    <a:pt x="16" y="343"/>
                    <a:pt x="16" y="338"/>
                    <a:pt x="16" y="333"/>
                  </a:cubicBezTo>
                  <a:cubicBezTo>
                    <a:pt x="16" y="328"/>
                    <a:pt x="16" y="323"/>
                    <a:pt x="16" y="317"/>
                  </a:cubicBezTo>
                  <a:cubicBezTo>
                    <a:pt x="12" y="317"/>
                    <a:pt x="12" y="317"/>
                    <a:pt x="12" y="317"/>
                  </a:cubicBezTo>
                  <a:moveTo>
                    <a:pt x="1" y="316"/>
                  </a:moveTo>
                  <a:cubicBezTo>
                    <a:pt x="1" y="316"/>
                    <a:pt x="1" y="316"/>
                    <a:pt x="1" y="316"/>
                  </a:cubicBezTo>
                  <a:cubicBezTo>
                    <a:pt x="0" y="322"/>
                    <a:pt x="0" y="328"/>
                    <a:pt x="0" y="333"/>
                  </a:cubicBezTo>
                  <a:cubicBezTo>
                    <a:pt x="0" y="339"/>
                    <a:pt x="0" y="344"/>
                    <a:pt x="0" y="349"/>
                  </a:cubicBezTo>
                  <a:cubicBezTo>
                    <a:pt x="4" y="349"/>
                    <a:pt x="4" y="349"/>
                    <a:pt x="4" y="349"/>
                  </a:cubicBezTo>
                  <a:cubicBezTo>
                    <a:pt x="4" y="344"/>
                    <a:pt x="4" y="338"/>
                    <a:pt x="4" y="333"/>
                  </a:cubicBezTo>
                  <a:cubicBezTo>
                    <a:pt x="4" y="328"/>
                    <a:pt x="4" y="322"/>
                    <a:pt x="5" y="316"/>
                  </a:cubicBezTo>
                  <a:cubicBezTo>
                    <a:pt x="1" y="316"/>
                    <a:pt x="1" y="316"/>
                    <a:pt x="1" y="316"/>
                  </a:cubicBezTo>
                  <a:moveTo>
                    <a:pt x="616" y="313"/>
                  </a:moveTo>
                  <a:cubicBezTo>
                    <a:pt x="587" y="326"/>
                    <a:pt x="587" y="326"/>
                    <a:pt x="587" y="326"/>
                  </a:cubicBezTo>
                  <a:cubicBezTo>
                    <a:pt x="593" y="340"/>
                    <a:pt x="593" y="340"/>
                    <a:pt x="593" y="340"/>
                  </a:cubicBezTo>
                  <a:cubicBezTo>
                    <a:pt x="622" y="328"/>
                    <a:pt x="622" y="328"/>
                    <a:pt x="622" y="328"/>
                  </a:cubicBezTo>
                  <a:cubicBezTo>
                    <a:pt x="616" y="313"/>
                    <a:pt x="616" y="313"/>
                    <a:pt x="616" y="313"/>
                  </a:cubicBezTo>
                  <a:moveTo>
                    <a:pt x="656" y="296"/>
                  </a:moveTo>
                  <a:cubicBezTo>
                    <a:pt x="645" y="301"/>
                    <a:pt x="645" y="301"/>
                    <a:pt x="645" y="301"/>
                  </a:cubicBezTo>
                  <a:cubicBezTo>
                    <a:pt x="651" y="315"/>
                    <a:pt x="651" y="315"/>
                    <a:pt x="651" y="315"/>
                  </a:cubicBezTo>
                  <a:cubicBezTo>
                    <a:pt x="657" y="313"/>
                    <a:pt x="657" y="313"/>
                    <a:pt x="657" y="313"/>
                  </a:cubicBezTo>
                  <a:cubicBezTo>
                    <a:pt x="656" y="296"/>
                    <a:pt x="656" y="296"/>
                    <a:pt x="656" y="296"/>
                  </a:cubicBezTo>
                  <a:moveTo>
                    <a:pt x="30" y="258"/>
                  </a:moveTo>
                  <a:cubicBezTo>
                    <a:pt x="25" y="268"/>
                    <a:pt x="21" y="277"/>
                    <a:pt x="18" y="287"/>
                  </a:cubicBezTo>
                  <a:cubicBezTo>
                    <a:pt x="22" y="288"/>
                    <a:pt x="22" y="288"/>
                    <a:pt x="22" y="288"/>
                  </a:cubicBezTo>
                  <a:cubicBezTo>
                    <a:pt x="25" y="279"/>
                    <a:pt x="29" y="269"/>
                    <a:pt x="33" y="260"/>
                  </a:cubicBezTo>
                  <a:cubicBezTo>
                    <a:pt x="30" y="258"/>
                    <a:pt x="30" y="258"/>
                    <a:pt x="30" y="258"/>
                  </a:cubicBezTo>
                  <a:moveTo>
                    <a:pt x="19" y="253"/>
                  </a:moveTo>
                  <a:cubicBezTo>
                    <a:pt x="14" y="263"/>
                    <a:pt x="10" y="273"/>
                    <a:pt x="7" y="284"/>
                  </a:cubicBezTo>
                  <a:cubicBezTo>
                    <a:pt x="11" y="285"/>
                    <a:pt x="11" y="285"/>
                    <a:pt x="11" y="285"/>
                  </a:cubicBezTo>
                  <a:cubicBezTo>
                    <a:pt x="14" y="274"/>
                    <a:pt x="18" y="264"/>
                    <a:pt x="23" y="255"/>
                  </a:cubicBezTo>
                  <a:cubicBezTo>
                    <a:pt x="19" y="253"/>
                    <a:pt x="19" y="253"/>
                    <a:pt x="19" y="253"/>
                  </a:cubicBezTo>
                  <a:moveTo>
                    <a:pt x="68" y="210"/>
                  </a:moveTo>
                  <a:cubicBezTo>
                    <a:pt x="62" y="215"/>
                    <a:pt x="57" y="221"/>
                    <a:pt x="52" y="227"/>
                  </a:cubicBezTo>
                  <a:cubicBezTo>
                    <a:pt x="50" y="229"/>
                    <a:pt x="48" y="231"/>
                    <a:pt x="47" y="233"/>
                  </a:cubicBezTo>
                  <a:cubicBezTo>
                    <a:pt x="50" y="235"/>
                    <a:pt x="50" y="235"/>
                    <a:pt x="50" y="235"/>
                  </a:cubicBezTo>
                  <a:cubicBezTo>
                    <a:pt x="51" y="233"/>
                    <a:pt x="53" y="231"/>
                    <a:pt x="55" y="229"/>
                  </a:cubicBezTo>
                  <a:cubicBezTo>
                    <a:pt x="60" y="224"/>
                    <a:pt x="65" y="218"/>
                    <a:pt x="71" y="213"/>
                  </a:cubicBezTo>
                  <a:cubicBezTo>
                    <a:pt x="68" y="210"/>
                    <a:pt x="68" y="210"/>
                    <a:pt x="68" y="210"/>
                  </a:cubicBezTo>
                  <a:moveTo>
                    <a:pt x="60" y="201"/>
                  </a:moveTo>
                  <a:cubicBezTo>
                    <a:pt x="54" y="207"/>
                    <a:pt x="48" y="213"/>
                    <a:pt x="43" y="219"/>
                  </a:cubicBezTo>
                  <a:cubicBezTo>
                    <a:pt x="41" y="221"/>
                    <a:pt x="39" y="223"/>
                    <a:pt x="37" y="225"/>
                  </a:cubicBezTo>
                  <a:cubicBezTo>
                    <a:pt x="41" y="228"/>
                    <a:pt x="41" y="228"/>
                    <a:pt x="41" y="228"/>
                  </a:cubicBezTo>
                  <a:cubicBezTo>
                    <a:pt x="42" y="226"/>
                    <a:pt x="44" y="224"/>
                    <a:pt x="46" y="221"/>
                  </a:cubicBezTo>
                  <a:cubicBezTo>
                    <a:pt x="51" y="215"/>
                    <a:pt x="57" y="210"/>
                    <a:pt x="63" y="204"/>
                  </a:cubicBezTo>
                  <a:cubicBezTo>
                    <a:pt x="60" y="201"/>
                    <a:pt x="60" y="201"/>
                    <a:pt x="60" y="201"/>
                  </a:cubicBezTo>
                  <a:moveTo>
                    <a:pt x="121" y="180"/>
                  </a:moveTo>
                  <a:cubicBezTo>
                    <a:pt x="112" y="183"/>
                    <a:pt x="102" y="187"/>
                    <a:pt x="93" y="193"/>
                  </a:cubicBezTo>
                  <a:cubicBezTo>
                    <a:pt x="95" y="196"/>
                    <a:pt x="95" y="196"/>
                    <a:pt x="95" y="196"/>
                  </a:cubicBezTo>
                  <a:cubicBezTo>
                    <a:pt x="96" y="196"/>
                    <a:pt x="96" y="196"/>
                    <a:pt x="96" y="196"/>
                  </a:cubicBezTo>
                  <a:cubicBezTo>
                    <a:pt x="96" y="195"/>
                    <a:pt x="96" y="195"/>
                    <a:pt x="96" y="195"/>
                  </a:cubicBezTo>
                  <a:cubicBezTo>
                    <a:pt x="107" y="189"/>
                    <a:pt x="107" y="189"/>
                    <a:pt x="107" y="189"/>
                  </a:cubicBezTo>
                  <a:cubicBezTo>
                    <a:pt x="122" y="183"/>
                    <a:pt x="122" y="183"/>
                    <a:pt x="122" y="183"/>
                  </a:cubicBezTo>
                  <a:cubicBezTo>
                    <a:pt x="121" y="180"/>
                    <a:pt x="121" y="180"/>
                    <a:pt x="121" y="180"/>
                  </a:cubicBezTo>
                  <a:moveTo>
                    <a:pt x="116" y="168"/>
                  </a:moveTo>
                  <a:cubicBezTo>
                    <a:pt x="100" y="175"/>
                    <a:pt x="100" y="175"/>
                    <a:pt x="100" y="175"/>
                  </a:cubicBezTo>
                  <a:cubicBezTo>
                    <a:pt x="88" y="182"/>
                    <a:pt x="88" y="182"/>
                    <a:pt x="88" y="182"/>
                  </a:cubicBezTo>
                  <a:cubicBezTo>
                    <a:pt x="87" y="182"/>
                    <a:pt x="87" y="182"/>
                    <a:pt x="87" y="182"/>
                  </a:cubicBezTo>
                  <a:cubicBezTo>
                    <a:pt x="89" y="186"/>
                    <a:pt x="89" y="186"/>
                    <a:pt x="89" y="186"/>
                  </a:cubicBezTo>
                  <a:cubicBezTo>
                    <a:pt x="99" y="180"/>
                    <a:pt x="108" y="176"/>
                    <a:pt x="118" y="173"/>
                  </a:cubicBezTo>
                  <a:cubicBezTo>
                    <a:pt x="116" y="168"/>
                    <a:pt x="116" y="168"/>
                    <a:pt x="116" y="168"/>
                  </a:cubicBezTo>
                  <a:moveTo>
                    <a:pt x="175" y="144"/>
                  </a:moveTo>
                  <a:cubicBezTo>
                    <a:pt x="145" y="156"/>
                    <a:pt x="145" y="156"/>
                    <a:pt x="145" y="156"/>
                  </a:cubicBezTo>
                  <a:cubicBezTo>
                    <a:pt x="149" y="165"/>
                    <a:pt x="149" y="165"/>
                    <a:pt x="149" y="165"/>
                  </a:cubicBezTo>
                  <a:cubicBezTo>
                    <a:pt x="156" y="164"/>
                    <a:pt x="162" y="164"/>
                    <a:pt x="169" y="163"/>
                  </a:cubicBezTo>
                  <a:cubicBezTo>
                    <a:pt x="181" y="158"/>
                    <a:pt x="181" y="158"/>
                    <a:pt x="181" y="158"/>
                  </a:cubicBezTo>
                  <a:cubicBezTo>
                    <a:pt x="175" y="144"/>
                    <a:pt x="175" y="144"/>
                    <a:pt x="175" y="144"/>
                  </a:cubicBezTo>
                  <a:moveTo>
                    <a:pt x="206" y="138"/>
                  </a:moveTo>
                  <a:cubicBezTo>
                    <a:pt x="210" y="146"/>
                    <a:pt x="210" y="146"/>
                    <a:pt x="210" y="146"/>
                  </a:cubicBezTo>
                  <a:cubicBezTo>
                    <a:pt x="223" y="141"/>
                    <a:pt x="223" y="141"/>
                    <a:pt x="223" y="141"/>
                  </a:cubicBezTo>
                  <a:cubicBezTo>
                    <a:pt x="217" y="140"/>
                    <a:pt x="212" y="138"/>
                    <a:pt x="206" y="138"/>
                  </a:cubicBezTo>
                  <a:moveTo>
                    <a:pt x="387" y="56"/>
                  </a:moveTo>
                  <a:cubicBezTo>
                    <a:pt x="379" y="59"/>
                    <a:pt x="379" y="59"/>
                    <a:pt x="379" y="59"/>
                  </a:cubicBezTo>
                  <a:cubicBezTo>
                    <a:pt x="385" y="74"/>
                    <a:pt x="385" y="74"/>
                    <a:pt x="385" y="74"/>
                  </a:cubicBezTo>
                  <a:cubicBezTo>
                    <a:pt x="401" y="67"/>
                    <a:pt x="401" y="67"/>
                    <a:pt x="401" y="67"/>
                  </a:cubicBezTo>
                  <a:cubicBezTo>
                    <a:pt x="397" y="63"/>
                    <a:pt x="392" y="59"/>
                    <a:pt x="387" y="56"/>
                  </a:cubicBezTo>
                  <a:moveTo>
                    <a:pt x="408" y="47"/>
                  </a:moveTo>
                  <a:cubicBezTo>
                    <a:pt x="404" y="49"/>
                    <a:pt x="404" y="49"/>
                    <a:pt x="404" y="49"/>
                  </a:cubicBezTo>
                  <a:cubicBezTo>
                    <a:pt x="406" y="51"/>
                    <a:pt x="409" y="53"/>
                    <a:pt x="411" y="55"/>
                  </a:cubicBezTo>
                  <a:cubicBezTo>
                    <a:pt x="408" y="47"/>
                    <a:pt x="408" y="47"/>
                    <a:pt x="408" y="47"/>
                  </a:cubicBezTo>
                  <a:moveTo>
                    <a:pt x="466" y="23"/>
                  </a:moveTo>
                  <a:cubicBezTo>
                    <a:pt x="437" y="35"/>
                    <a:pt x="437" y="35"/>
                    <a:pt x="437" y="35"/>
                  </a:cubicBezTo>
                  <a:cubicBezTo>
                    <a:pt x="443" y="50"/>
                    <a:pt x="443" y="50"/>
                    <a:pt x="443" y="50"/>
                  </a:cubicBezTo>
                  <a:cubicBezTo>
                    <a:pt x="472" y="38"/>
                    <a:pt x="472" y="38"/>
                    <a:pt x="472" y="38"/>
                  </a:cubicBezTo>
                  <a:cubicBezTo>
                    <a:pt x="466" y="23"/>
                    <a:pt x="466" y="23"/>
                    <a:pt x="466" y="23"/>
                  </a:cubicBezTo>
                  <a:moveTo>
                    <a:pt x="522" y="0"/>
                  </a:moveTo>
                  <a:cubicBezTo>
                    <a:pt x="495" y="11"/>
                    <a:pt x="495" y="11"/>
                    <a:pt x="495" y="11"/>
                  </a:cubicBezTo>
                  <a:cubicBezTo>
                    <a:pt x="501" y="26"/>
                    <a:pt x="501" y="26"/>
                    <a:pt x="501" y="26"/>
                  </a:cubicBezTo>
                  <a:cubicBezTo>
                    <a:pt x="514" y="20"/>
                    <a:pt x="514" y="20"/>
                    <a:pt x="514" y="20"/>
                  </a:cubicBezTo>
                  <a:cubicBezTo>
                    <a:pt x="518" y="14"/>
                    <a:pt x="518" y="14"/>
                    <a:pt x="518" y="14"/>
                  </a:cubicBezTo>
                  <a:cubicBezTo>
                    <a:pt x="522" y="10"/>
                    <a:pt x="523" y="5"/>
                    <a:pt x="52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1" name="Freeform 27">
              <a:extLst>
                <a:ext uri="{FF2B5EF4-FFF2-40B4-BE49-F238E27FC236}">
                  <a16:creationId xmlns:a16="http://schemas.microsoft.com/office/drawing/2014/main" id="{6295B34E-C507-4325-A1ED-1AB5A3EDBC65}"/>
                </a:ext>
              </a:extLst>
            </p:cNvPr>
            <p:cNvSpPr>
              <a:spLocks noEditPoints="1"/>
            </p:cNvSpPr>
            <p:nvPr/>
          </p:nvSpPr>
          <p:spPr bwMode="auto">
            <a:xfrm>
              <a:off x="6291552" y="3305753"/>
              <a:ext cx="515938" cy="657225"/>
            </a:xfrm>
            <a:custGeom>
              <a:avLst/>
              <a:gdLst/>
              <a:ahLst/>
              <a:cxnLst>
                <a:cxn ang="0">
                  <a:pos x="145" y="331"/>
                </a:cxn>
                <a:cxn ang="0">
                  <a:pos x="144" y="339"/>
                </a:cxn>
                <a:cxn ang="0">
                  <a:pos x="170" y="341"/>
                </a:cxn>
                <a:cxn ang="0">
                  <a:pos x="170" y="341"/>
                </a:cxn>
                <a:cxn ang="0">
                  <a:pos x="176" y="341"/>
                </a:cxn>
                <a:cxn ang="0">
                  <a:pos x="176" y="333"/>
                </a:cxn>
                <a:cxn ang="0">
                  <a:pos x="170" y="333"/>
                </a:cxn>
                <a:cxn ang="0">
                  <a:pos x="145" y="331"/>
                </a:cxn>
                <a:cxn ang="0">
                  <a:pos x="235" y="319"/>
                </a:cxn>
                <a:cxn ang="0">
                  <a:pos x="206" y="329"/>
                </a:cxn>
                <a:cxn ang="0">
                  <a:pos x="208" y="336"/>
                </a:cxn>
                <a:cxn ang="0">
                  <a:pos x="238" y="326"/>
                </a:cxn>
                <a:cxn ang="0">
                  <a:pos x="235" y="319"/>
                </a:cxn>
                <a:cxn ang="0">
                  <a:pos x="87" y="310"/>
                </a:cxn>
                <a:cxn ang="0">
                  <a:pos x="83" y="317"/>
                </a:cxn>
                <a:cxn ang="0">
                  <a:pos x="112" y="331"/>
                </a:cxn>
                <a:cxn ang="0">
                  <a:pos x="115" y="323"/>
                </a:cxn>
                <a:cxn ang="0">
                  <a:pos x="87" y="310"/>
                </a:cxn>
                <a:cxn ang="0">
                  <a:pos x="265" y="302"/>
                </a:cxn>
                <a:cxn ang="0">
                  <a:pos x="238" y="318"/>
                </a:cxn>
                <a:cxn ang="0">
                  <a:pos x="241" y="325"/>
                </a:cxn>
                <a:cxn ang="0">
                  <a:pos x="268" y="310"/>
                </a:cxn>
                <a:cxn ang="0">
                  <a:pos x="265" y="302"/>
                </a:cxn>
                <a:cxn ang="0">
                  <a:pos x="41" y="270"/>
                </a:cxn>
                <a:cxn ang="0">
                  <a:pos x="35" y="275"/>
                </a:cxn>
                <a:cxn ang="0">
                  <a:pos x="57" y="298"/>
                </a:cxn>
                <a:cxn ang="0">
                  <a:pos x="62" y="292"/>
                </a:cxn>
                <a:cxn ang="0">
                  <a:pos x="41" y="270"/>
                </a:cxn>
                <a:cxn ang="0">
                  <a:pos x="14" y="215"/>
                </a:cxn>
                <a:cxn ang="0">
                  <a:pos x="6" y="217"/>
                </a:cxn>
                <a:cxn ang="0">
                  <a:pos x="18" y="247"/>
                </a:cxn>
                <a:cxn ang="0">
                  <a:pos x="25" y="244"/>
                </a:cxn>
                <a:cxn ang="0">
                  <a:pos x="14" y="215"/>
                </a:cxn>
                <a:cxn ang="0">
                  <a:pos x="1" y="153"/>
                </a:cxn>
                <a:cxn ang="0">
                  <a:pos x="0" y="170"/>
                </a:cxn>
                <a:cxn ang="0">
                  <a:pos x="0" y="186"/>
                </a:cxn>
                <a:cxn ang="0">
                  <a:pos x="8" y="185"/>
                </a:cxn>
                <a:cxn ang="0">
                  <a:pos x="8" y="170"/>
                </a:cxn>
                <a:cxn ang="0">
                  <a:pos x="8" y="154"/>
                </a:cxn>
                <a:cxn ang="0">
                  <a:pos x="1" y="153"/>
                </a:cxn>
                <a:cxn ang="0">
                  <a:pos x="19" y="92"/>
                </a:cxn>
                <a:cxn ang="0">
                  <a:pos x="7" y="122"/>
                </a:cxn>
                <a:cxn ang="0">
                  <a:pos x="14" y="124"/>
                </a:cxn>
                <a:cxn ang="0">
                  <a:pos x="26" y="95"/>
                </a:cxn>
                <a:cxn ang="0">
                  <a:pos x="19" y="92"/>
                </a:cxn>
                <a:cxn ang="0">
                  <a:pos x="59" y="41"/>
                </a:cxn>
                <a:cxn ang="0">
                  <a:pos x="42" y="58"/>
                </a:cxn>
                <a:cxn ang="0">
                  <a:pos x="37" y="65"/>
                </a:cxn>
                <a:cxn ang="0">
                  <a:pos x="43" y="70"/>
                </a:cxn>
                <a:cxn ang="0">
                  <a:pos x="48" y="64"/>
                </a:cxn>
                <a:cxn ang="0">
                  <a:pos x="64" y="47"/>
                </a:cxn>
                <a:cxn ang="0">
                  <a:pos x="59" y="41"/>
                </a:cxn>
                <a:cxn ang="0">
                  <a:pos x="114" y="10"/>
                </a:cxn>
                <a:cxn ang="0">
                  <a:pos x="85" y="23"/>
                </a:cxn>
                <a:cxn ang="0">
                  <a:pos x="89" y="30"/>
                </a:cxn>
                <a:cxn ang="0">
                  <a:pos x="117" y="17"/>
                </a:cxn>
                <a:cxn ang="0">
                  <a:pos x="114" y="10"/>
                </a:cxn>
                <a:cxn ang="0">
                  <a:pos x="165" y="0"/>
                </a:cxn>
                <a:cxn ang="0">
                  <a:pos x="145" y="2"/>
                </a:cxn>
                <a:cxn ang="0">
                  <a:pos x="148" y="7"/>
                </a:cxn>
                <a:cxn ang="0">
                  <a:pos x="165" y="0"/>
                </a:cxn>
              </a:cxnLst>
              <a:rect l="0" t="0" r="r" b="b"/>
              <a:pathLst>
                <a:path w="268" h="341">
                  <a:moveTo>
                    <a:pt x="145" y="331"/>
                  </a:moveTo>
                  <a:cubicBezTo>
                    <a:pt x="144" y="339"/>
                    <a:pt x="144" y="339"/>
                    <a:pt x="144" y="339"/>
                  </a:cubicBezTo>
                  <a:cubicBezTo>
                    <a:pt x="152" y="340"/>
                    <a:pt x="161" y="341"/>
                    <a:pt x="170" y="341"/>
                  </a:cubicBezTo>
                  <a:cubicBezTo>
                    <a:pt x="170" y="341"/>
                    <a:pt x="170" y="341"/>
                    <a:pt x="170" y="341"/>
                  </a:cubicBezTo>
                  <a:cubicBezTo>
                    <a:pt x="172" y="341"/>
                    <a:pt x="174" y="341"/>
                    <a:pt x="176" y="341"/>
                  </a:cubicBezTo>
                  <a:cubicBezTo>
                    <a:pt x="176" y="333"/>
                    <a:pt x="176" y="333"/>
                    <a:pt x="176" y="333"/>
                  </a:cubicBezTo>
                  <a:cubicBezTo>
                    <a:pt x="174" y="333"/>
                    <a:pt x="172" y="333"/>
                    <a:pt x="170" y="333"/>
                  </a:cubicBezTo>
                  <a:cubicBezTo>
                    <a:pt x="162" y="333"/>
                    <a:pt x="153" y="332"/>
                    <a:pt x="145" y="331"/>
                  </a:cubicBezTo>
                  <a:moveTo>
                    <a:pt x="235" y="319"/>
                  </a:moveTo>
                  <a:cubicBezTo>
                    <a:pt x="226" y="323"/>
                    <a:pt x="216" y="327"/>
                    <a:pt x="206" y="329"/>
                  </a:cubicBezTo>
                  <a:cubicBezTo>
                    <a:pt x="208" y="336"/>
                    <a:pt x="208" y="336"/>
                    <a:pt x="208" y="336"/>
                  </a:cubicBezTo>
                  <a:cubicBezTo>
                    <a:pt x="218" y="334"/>
                    <a:pt x="229" y="331"/>
                    <a:pt x="238" y="326"/>
                  </a:cubicBezTo>
                  <a:cubicBezTo>
                    <a:pt x="235" y="319"/>
                    <a:pt x="235" y="319"/>
                    <a:pt x="235" y="319"/>
                  </a:cubicBezTo>
                  <a:moveTo>
                    <a:pt x="87" y="310"/>
                  </a:moveTo>
                  <a:cubicBezTo>
                    <a:pt x="83" y="317"/>
                    <a:pt x="83" y="317"/>
                    <a:pt x="83" y="317"/>
                  </a:cubicBezTo>
                  <a:cubicBezTo>
                    <a:pt x="93" y="323"/>
                    <a:pt x="102" y="327"/>
                    <a:pt x="112" y="331"/>
                  </a:cubicBezTo>
                  <a:cubicBezTo>
                    <a:pt x="115" y="323"/>
                    <a:pt x="115" y="323"/>
                    <a:pt x="115" y="323"/>
                  </a:cubicBezTo>
                  <a:cubicBezTo>
                    <a:pt x="106" y="320"/>
                    <a:pt x="96" y="316"/>
                    <a:pt x="87" y="310"/>
                  </a:cubicBezTo>
                  <a:moveTo>
                    <a:pt x="265" y="302"/>
                  </a:moveTo>
                  <a:cubicBezTo>
                    <a:pt x="256" y="308"/>
                    <a:pt x="247" y="314"/>
                    <a:pt x="238" y="318"/>
                  </a:cubicBezTo>
                  <a:cubicBezTo>
                    <a:pt x="241" y="325"/>
                    <a:pt x="241" y="325"/>
                    <a:pt x="241" y="325"/>
                  </a:cubicBezTo>
                  <a:cubicBezTo>
                    <a:pt x="250" y="321"/>
                    <a:pt x="259" y="316"/>
                    <a:pt x="268" y="310"/>
                  </a:cubicBezTo>
                  <a:cubicBezTo>
                    <a:pt x="265" y="302"/>
                    <a:pt x="265" y="302"/>
                    <a:pt x="265" y="302"/>
                  </a:cubicBezTo>
                  <a:moveTo>
                    <a:pt x="41" y="270"/>
                  </a:moveTo>
                  <a:cubicBezTo>
                    <a:pt x="35" y="275"/>
                    <a:pt x="35" y="275"/>
                    <a:pt x="35" y="275"/>
                  </a:cubicBezTo>
                  <a:cubicBezTo>
                    <a:pt x="42" y="283"/>
                    <a:pt x="49" y="291"/>
                    <a:pt x="57" y="298"/>
                  </a:cubicBezTo>
                  <a:cubicBezTo>
                    <a:pt x="62" y="292"/>
                    <a:pt x="62" y="292"/>
                    <a:pt x="62" y="292"/>
                  </a:cubicBezTo>
                  <a:cubicBezTo>
                    <a:pt x="55" y="285"/>
                    <a:pt x="48" y="278"/>
                    <a:pt x="41" y="270"/>
                  </a:cubicBezTo>
                  <a:moveTo>
                    <a:pt x="14" y="215"/>
                  </a:moveTo>
                  <a:cubicBezTo>
                    <a:pt x="6" y="217"/>
                    <a:pt x="6" y="217"/>
                    <a:pt x="6" y="217"/>
                  </a:cubicBezTo>
                  <a:cubicBezTo>
                    <a:pt x="9" y="228"/>
                    <a:pt x="13" y="238"/>
                    <a:pt x="18" y="247"/>
                  </a:cubicBezTo>
                  <a:cubicBezTo>
                    <a:pt x="25" y="244"/>
                    <a:pt x="25" y="244"/>
                    <a:pt x="25" y="244"/>
                  </a:cubicBezTo>
                  <a:cubicBezTo>
                    <a:pt x="20" y="235"/>
                    <a:pt x="17" y="225"/>
                    <a:pt x="14" y="215"/>
                  </a:cubicBezTo>
                  <a:moveTo>
                    <a:pt x="1" y="153"/>
                  </a:moveTo>
                  <a:cubicBezTo>
                    <a:pt x="0" y="159"/>
                    <a:pt x="0" y="165"/>
                    <a:pt x="0" y="170"/>
                  </a:cubicBezTo>
                  <a:cubicBezTo>
                    <a:pt x="0" y="175"/>
                    <a:pt x="0" y="181"/>
                    <a:pt x="0" y="186"/>
                  </a:cubicBezTo>
                  <a:cubicBezTo>
                    <a:pt x="8" y="185"/>
                    <a:pt x="8" y="185"/>
                    <a:pt x="8" y="185"/>
                  </a:cubicBezTo>
                  <a:cubicBezTo>
                    <a:pt x="8" y="180"/>
                    <a:pt x="8" y="175"/>
                    <a:pt x="8" y="170"/>
                  </a:cubicBezTo>
                  <a:cubicBezTo>
                    <a:pt x="8" y="165"/>
                    <a:pt x="8" y="160"/>
                    <a:pt x="8" y="154"/>
                  </a:cubicBezTo>
                  <a:cubicBezTo>
                    <a:pt x="1" y="153"/>
                    <a:pt x="1" y="153"/>
                    <a:pt x="1" y="153"/>
                  </a:cubicBezTo>
                  <a:moveTo>
                    <a:pt x="19" y="92"/>
                  </a:moveTo>
                  <a:cubicBezTo>
                    <a:pt x="14" y="101"/>
                    <a:pt x="10" y="111"/>
                    <a:pt x="7" y="122"/>
                  </a:cubicBezTo>
                  <a:cubicBezTo>
                    <a:pt x="14" y="124"/>
                    <a:pt x="14" y="124"/>
                    <a:pt x="14" y="124"/>
                  </a:cubicBezTo>
                  <a:cubicBezTo>
                    <a:pt x="17" y="114"/>
                    <a:pt x="21" y="105"/>
                    <a:pt x="26" y="95"/>
                  </a:cubicBezTo>
                  <a:cubicBezTo>
                    <a:pt x="19" y="92"/>
                    <a:pt x="19" y="92"/>
                    <a:pt x="19" y="92"/>
                  </a:cubicBezTo>
                  <a:moveTo>
                    <a:pt x="59" y="41"/>
                  </a:moveTo>
                  <a:cubicBezTo>
                    <a:pt x="53" y="47"/>
                    <a:pt x="47" y="52"/>
                    <a:pt x="42" y="58"/>
                  </a:cubicBezTo>
                  <a:cubicBezTo>
                    <a:pt x="40" y="61"/>
                    <a:pt x="38" y="63"/>
                    <a:pt x="37" y="65"/>
                  </a:cubicBezTo>
                  <a:cubicBezTo>
                    <a:pt x="43" y="70"/>
                    <a:pt x="43" y="70"/>
                    <a:pt x="43" y="70"/>
                  </a:cubicBezTo>
                  <a:cubicBezTo>
                    <a:pt x="44" y="68"/>
                    <a:pt x="46" y="66"/>
                    <a:pt x="48" y="64"/>
                  </a:cubicBezTo>
                  <a:cubicBezTo>
                    <a:pt x="53" y="58"/>
                    <a:pt x="58" y="52"/>
                    <a:pt x="64" y="47"/>
                  </a:cubicBezTo>
                  <a:cubicBezTo>
                    <a:pt x="59" y="41"/>
                    <a:pt x="59" y="41"/>
                    <a:pt x="59" y="41"/>
                  </a:cubicBezTo>
                  <a:moveTo>
                    <a:pt x="114" y="10"/>
                  </a:moveTo>
                  <a:cubicBezTo>
                    <a:pt x="104" y="13"/>
                    <a:pt x="95" y="17"/>
                    <a:pt x="85" y="23"/>
                  </a:cubicBezTo>
                  <a:cubicBezTo>
                    <a:pt x="89" y="30"/>
                    <a:pt x="89" y="30"/>
                    <a:pt x="89" y="30"/>
                  </a:cubicBezTo>
                  <a:cubicBezTo>
                    <a:pt x="98" y="24"/>
                    <a:pt x="108" y="20"/>
                    <a:pt x="117" y="17"/>
                  </a:cubicBezTo>
                  <a:cubicBezTo>
                    <a:pt x="114" y="10"/>
                    <a:pt x="114" y="10"/>
                    <a:pt x="114" y="10"/>
                  </a:cubicBezTo>
                  <a:moveTo>
                    <a:pt x="165" y="0"/>
                  </a:moveTo>
                  <a:cubicBezTo>
                    <a:pt x="158" y="1"/>
                    <a:pt x="152" y="1"/>
                    <a:pt x="145" y="2"/>
                  </a:cubicBezTo>
                  <a:cubicBezTo>
                    <a:pt x="148" y="7"/>
                    <a:pt x="148" y="7"/>
                    <a:pt x="148" y="7"/>
                  </a:cubicBezTo>
                  <a:cubicBezTo>
                    <a:pt x="165" y="0"/>
                    <a:pt x="165" y="0"/>
                    <a:pt x="165"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2" name="Freeform 28">
              <a:extLst>
                <a:ext uri="{FF2B5EF4-FFF2-40B4-BE49-F238E27FC236}">
                  <a16:creationId xmlns:a16="http://schemas.microsoft.com/office/drawing/2014/main" id="{706787E1-4007-49D2-9A8C-A7F271D6DB1B}"/>
                </a:ext>
              </a:extLst>
            </p:cNvPr>
            <p:cNvSpPr>
              <a:spLocks noEditPoints="1"/>
            </p:cNvSpPr>
            <p:nvPr/>
          </p:nvSpPr>
          <p:spPr bwMode="auto">
            <a:xfrm>
              <a:off x="7028152" y="3085090"/>
              <a:ext cx="293688" cy="611188"/>
            </a:xfrm>
            <a:custGeom>
              <a:avLst/>
              <a:gdLst/>
              <a:ahLst/>
              <a:cxnLst>
                <a:cxn ang="0">
                  <a:pos x="153" y="298"/>
                </a:cxn>
                <a:cxn ang="0">
                  <a:pos x="142" y="302"/>
                </a:cxn>
                <a:cxn ang="0">
                  <a:pos x="148" y="317"/>
                </a:cxn>
                <a:cxn ang="0">
                  <a:pos x="152" y="315"/>
                </a:cxn>
                <a:cxn ang="0">
                  <a:pos x="153" y="298"/>
                </a:cxn>
                <a:cxn ang="0">
                  <a:pos x="17" y="0"/>
                </a:cxn>
                <a:cxn ang="0">
                  <a:pos x="0" y="7"/>
                </a:cxn>
                <a:cxn ang="0">
                  <a:pos x="14" y="18"/>
                </a:cxn>
                <a:cxn ang="0">
                  <a:pos x="27" y="13"/>
                </a:cxn>
                <a:cxn ang="0">
                  <a:pos x="24" y="6"/>
                </a:cxn>
                <a:cxn ang="0">
                  <a:pos x="17" y="0"/>
                </a:cxn>
              </a:cxnLst>
              <a:rect l="0" t="0" r="r" b="b"/>
              <a:pathLst>
                <a:path w="153" h="317">
                  <a:moveTo>
                    <a:pt x="153" y="298"/>
                  </a:moveTo>
                  <a:cubicBezTo>
                    <a:pt x="142" y="302"/>
                    <a:pt x="142" y="302"/>
                    <a:pt x="142" y="302"/>
                  </a:cubicBezTo>
                  <a:cubicBezTo>
                    <a:pt x="148" y="317"/>
                    <a:pt x="148" y="317"/>
                    <a:pt x="148" y="317"/>
                  </a:cubicBezTo>
                  <a:cubicBezTo>
                    <a:pt x="152" y="315"/>
                    <a:pt x="152" y="315"/>
                    <a:pt x="152" y="315"/>
                  </a:cubicBezTo>
                  <a:cubicBezTo>
                    <a:pt x="152" y="309"/>
                    <a:pt x="152" y="304"/>
                    <a:pt x="153" y="298"/>
                  </a:cubicBezTo>
                  <a:moveTo>
                    <a:pt x="17" y="0"/>
                  </a:moveTo>
                  <a:cubicBezTo>
                    <a:pt x="0" y="7"/>
                    <a:pt x="0" y="7"/>
                    <a:pt x="0" y="7"/>
                  </a:cubicBezTo>
                  <a:cubicBezTo>
                    <a:pt x="5" y="10"/>
                    <a:pt x="10" y="14"/>
                    <a:pt x="14" y="18"/>
                  </a:cubicBezTo>
                  <a:cubicBezTo>
                    <a:pt x="27" y="13"/>
                    <a:pt x="27" y="13"/>
                    <a:pt x="27" y="13"/>
                  </a:cubicBezTo>
                  <a:cubicBezTo>
                    <a:pt x="24" y="6"/>
                    <a:pt x="24" y="6"/>
                    <a:pt x="24" y="6"/>
                  </a:cubicBezTo>
                  <a:cubicBezTo>
                    <a:pt x="22" y="4"/>
                    <a:pt x="19" y="2"/>
                    <a:pt x="17"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3" name="Freeform 29">
              <a:extLst>
                <a:ext uri="{FF2B5EF4-FFF2-40B4-BE49-F238E27FC236}">
                  <a16:creationId xmlns:a16="http://schemas.microsoft.com/office/drawing/2014/main" id="{2B1B9F3E-AC96-4E41-9D09-16C0F47A4718}"/>
                </a:ext>
              </a:extLst>
            </p:cNvPr>
            <p:cNvSpPr>
              <a:spLocks noEditPoints="1"/>
            </p:cNvSpPr>
            <p:nvPr/>
          </p:nvSpPr>
          <p:spPr bwMode="auto">
            <a:xfrm>
              <a:off x="7593302" y="2637415"/>
              <a:ext cx="928688" cy="852488"/>
            </a:xfrm>
            <a:custGeom>
              <a:avLst/>
              <a:gdLst/>
              <a:ahLst/>
              <a:cxnLst>
                <a:cxn ang="0">
                  <a:pos x="98" y="443"/>
                </a:cxn>
                <a:cxn ang="0">
                  <a:pos x="166" y="396"/>
                </a:cxn>
                <a:cxn ang="0">
                  <a:pos x="173" y="411"/>
                </a:cxn>
                <a:cxn ang="0">
                  <a:pos x="201" y="398"/>
                </a:cxn>
                <a:cxn ang="0">
                  <a:pos x="282" y="346"/>
                </a:cxn>
                <a:cxn ang="0">
                  <a:pos x="282" y="346"/>
                </a:cxn>
                <a:cxn ang="0">
                  <a:pos x="311" y="333"/>
                </a:cxn>
                <a:cxn ang="0">
                  <a:pos x="342" y="327"/>
                </a:cxn>
                <a:cxn ang="0">
                  <a:pos x="375" y="323"/>
                </a:cxn>
                <a:cxn ang="0">
                  <a:pos x="402" y="304"/>
                </a:cxn>
                <a:cxn ang="0">
                  <a:pos x="384" y="319"/>
                </a:cxn>
                <a:cxn ang="0">
                  <a:pos x="404" y="308"/>
                </a:cxn>
                <a:cxn ang="0">
                  <a:pos x="377" y="305"/>
                </a:cxn>
                <a:cxn ang="0">
                  <a:pos x="398" y="298"/>
                </a:cxn>
                <a:cxn ang="0">
                  <a:pos x="398" y="298"/>
                </a:cxn>
                <a:cxn ang="0">
                  <a:pos x="428" y="285"/>
                </a:cxn>
                <a:cxn ang="0">
                  <a:pos x="449" y="260"/>
                </a:cxn>
                <a:cxn ang="0">
                  <a:pos x="422" y="279"/>
                </a:cxn>
                <a:cxn ang="0">
                  <a:pos x="475" y="202"/>
                </a:cxn>
                <a:cxn ang="0">
                  <a:pos x="479" y="203"/>
                </a:cxn>
                <a:cxn ang="0">
                  <a:pos x="454" y="228"/>
                </a:cxn>
                <a:cxn ang="0">
                  <a:pos x="463" y="199"/>
                </a:cxn>
                <a:cxn ang="0">
                  <a:pos x="467" y="166"/>
                </a:cxn>
                <a:cxn ang="0">
                  <a:pos x="471" y="166"/>
                </a:cxn>
                <a:cxn ang="0">
                  <a:pos x="476" y="138"/>
                </a:cxn>
                <a:cxn ang="0">
                  <a:pos x="483" y="170"/>
                </a:cxn>
                <a:cxn ang="0">
                  <a:pos x="18" y="110"/>
                </a:cxn>
                <a:cxn ang="0">
                  <a:pos x="16" y="129"/>
                </a:cxn>
                <a:cxn ang="0">
                  <a:pos x="73" y="88"/>
                </a:cxn>
                <a:cxn ang="0">
                  <a:pos x="68" y="107"/>
                </a:cxn>
                <a:cxn ang="0">
                  <a:pos x="442" y="84"/>
                </a:cxn>
                <a:cxn ang="0">
                  <a:pos x="460" y="109"/>
                </a:cxn>
                <a:cxn ang="0">
                  <a:pos x="456" y="76"/>
                </a:cxn>
                <a:cxn ang="0">
                  <a:pos x="467" y="106"/>
                </a:cxn>
                <a:cxn ang="0">
                  <a:pos x="456" y="76"/>
                </a:cxn>
                <a:cxn ang="0">
                  <a:pos x="122" y="81"/>
                </a:cxn>
                <a:cxn ang="0">
                  <a:pos x="135" y="62"/>
                </a:cxn>
                <a:cxn ang="0">
                  <a:pos x="424" y="61"/>
                </a:cxn>
                <a:cxn ang="0">
                  <a:pos x="193" y="38"/>
                </a:cxn>
                <a:cxn ang="0">
                  <a:pos x="170" y="65"/>
                </a:cxn>
                <a:cxn ang="0">
                  <a:pos x="409" y="29"/>
                </a:cxn>
                <a:cxn ang="0">
                  <a:pos x="435" y="50"/>
                </a:cxn>
                <a:cxn ang="0">
                  <a:pos x="256" y="24"/>
                </a:cxn>
                <a:cxn ang="0">
                  <a:pos x="228" y="40"/>
                </a:cxn>
                <a:cxn ang="0">
                  <a:pos x="346" y="15"/>
                </a:cxn>
                <a:cxn ang="0">
                  <a:pos x="376" y="24"/>
                </a:cxn>
                <a:cxn ang="0">
                  <a:pos x="222" y="26"/>
                </a:cxn>
                <a:cxn ang="0">
                  <a:pos x="253" y="17"/>
                </a:cxn>
                <a:cxn ang="0">
                  <a:pos x="285" y="15"/>
                </a:cxn>
                <a:cxn ang="0">
                  <a:pos x="316" y="12"/>
                </a:cxn>
                <a:cxn ang="0">
                  <a:pos x="379" y="17"/>
                </a:cxn>
                <a:cxn ang="0">
                  <a:pos x="349" y="3"/>
                </a:cxn>
                <a:cxn ang="0">
                  <a:pos x="284" y="8"/>
                </a:cxn>
              </a:cxnLst>
              <a:rect l="0" t="0" r="r" b="b"/>
              <a:pathLst>
                <a:path w="483" h="443">
                  <a:moveTo>
                    <a:pt x="109" y="422"/>
                  </a:moveTo>
                  <a:cubicBezTo>
                    <a:pt x="102" y="433"/>
                    <a:pt x="102" y="433"/>
                    <a:pt x="102" y="433"/>
                  </a:cubicBezTo>
                  <a:cubicBezTo>
                    <a:pt x="100" y="436"/>
                    <a:pt x="99" y="440"/>
                    <a:pt x="98" y="443"/>
                  </a:cubicBezTo>
                  <a:cubicBezTo>
                    <a:pt x="115" y="436"/>
                    <a:pt x="115" y="436"/>
                    <a:pt x="115" y="436"/>
                  </a:cubicBezTo>
                  <a:cubicBezTo>
                    <a:pt x="109" y="422"/>
                    <a:pt x="109" y="422"/>
                    <a:pt x="109" y="422"/>
                  </a:cubicBezTo>
                  <a:moveTo>
                    <a:pt x="166" y="396"/>
                  </a:moveTo>
                  <a:cubicBezTo>
                    <a:pt x="137" y="409"/>
                    <a:pt x="137" y="409"/>
                    <a:pt x="137" y="409"/>
                  </a:cubicBezTo>
                  <a:cubicBezTo>
                    <a:pt x="144" y="424"/>
                    <a:pt x="144" y="424"/>
                    <a:pt x="144" y="424"/>
                  </a:cubicBezTo>
                  <a:cubicBezTo>
                    <a:pt x="173" y="411"/>
                    <a:pt x="173" y="411"/>
                    <a:pt x="173" y="411"/>
                  </a:cubicBezTo>
                  <a:cubicBezTo>
                    <a:pt x="166" y="396"/>
                    <a:pt x="166" y="396"/>
                    <a:pt x="166" y="396"/>
                  </a:cubicBezTo>
                  <a:moveTo>
                    <a:pt x="200" y="394"/>
                  </a:moveTo>
                  <a:cubicBezTo>
                    <a:pt x="201" y="398"/>
                    <a:pt x="201" y="398"/>
                    <a:pt x="201" y="398"/>
                  </a:cubicBezTo>
                  <a:cubicBezTo>
                    <a:pt x="205" y="397"/>
                    <a:pt x="205" y="397"/>
                    <a:pt x="205" y="397"/>
                  </a:cubicBezTo>
                  <a:cubicBezTo>
                    <a:pt x="203" y="396"/>
                    <a:pt x="201" y="395"/>
                    <a:pt x="200" y="394"/>
                  </a:cubicBezTo>
                  <a:moveTo>
                    <a:pt x="282" y="346"/>
                  </a:moveTo>
                  <a:cubicBezTo>
                    <a:pt x="275" y="349"/>
                    <a:pt x="275" y="349"/>
                    <a:pt x="275" y="349"/>
                  </a:cubicBezTo>
                  <a:cubicBezTo>
                    <a:pt x="278" y="350"/>
                    <a:pt x="281" y="350"/>
                    <a:pt x="284" y="351"/>
                  </a:cubicBezTo>
                  <a:cubicBezTo>
                    <a:pt x="282" y="346"/>
                    <a:pt x="282" y="346"/>
                    <a:pt x="282" y="346"/>
                  </a:cubicBezTo>
                  <a:moveTo>
                    <a:pt x="342" y="327"/>
                  </a:moveTo>
                  <a:cubicBezTo>
                    <a:pt x="335" y="328"/>
                    <a:pt x="328" y="329"/>
                    <a:pt x="321" y="329"/>
                  </a:cubicBezTo>
                  <a:cubicBezTo>
                    <a:pt x="311" y="333"/>
                    <a:pt x="311" y="333"/>
                    <a:pt x="311" y="333"/>
                  </a:cubicBezTo>
                  <a:cubicBezTo>
                    <a:pt x="317" y="348"/>
                    <a:pt x="317" y="348"/>
                    <a:pt x="317" y="348"/>
                  </a:cubicBezTo>
                  <a:cubicBezTo>
                    <a:pt x="346" y="335"/>
                    <a:pt x="346" y="335"/>
                    <a:pt x="346" y="335"/>
                  </a:cubicBezTo>
                  <a:cubicBezTo>
                    <a:pt x="342" y="327"/>
                    <a:pt x="342" y="327"/>
                    <a:pt x="342" y="327"/>
                  </a:cubicBezTo>
                  <a:moveTo>
                    <a:pt x="375" y="323"/>
                  </a:moveTo>
                  <a:cubicBezTo>
                    <a:pt x="375" y="323"/>
                    <a:pt x="375" y="323"/>
                    <a:pt x="375" y="323"/>
                  </a:cubicBezTo>
                  <a:cubicBezTo>
                    <a:pt x="375" y="323"/>
                    <a:pt x="375" y="323"/>
                    <a:pt x="375" y="323"/>
                  </a:cubicBezTo>
                  <a:moveTo>
                    <a:pt x="402" y="304"/>
                  </a:moveTo>
                  <a:cubicBezTo>
                    <a:pt x="402" y="304"/>
                    <a:pt x="402" y="304"/>
                    <a:pt x="402" y="304"/>
                  </a:cubicBezTo>
                  <a:cubicBezTo>
                    <a:pt x="402" y="304"/>
                    <a:pt x="402" y="304"/>
                    <a:pt x="402" y="304"/>
                  </a:cubicBezTo>
                  <a:cubicBezTo>
                    <a:pt x="393" y="310"/>
                    <a:pt x="383" y="315"/>
                    <a:pt x="373" y="319"/>
                  </a:cubicBezTo>
                  <a:cubicBezTo>
                    <a:pt x="375" y="323"/>
                    <a:pt x="375" y="323"/>
                    <a:pt x="375" y="323"/>
                  </a:cubicBezTo>
                  <a:cubicBezTo>
                    <a:pt x="384" y="319"/>
                    <a:pt x="384" y="319"/>
                    <a:pt x="384" y="319"/>
                  </a:cubicBezTo>
                  <a:cubicBezTo>
                    <a:pt x="404" y="308"/>
                    <a:pt x="404" y="308"/>
                    <a:pt x="404" y="308"/>
                  </a:cubicBezTo>
                  <a:cubicBezTo>
                    <a:pt x="404" y="308"/>
                    <a:pt x="404" y="308"/>
                    <a:pt x="404" y="308"/>
                  </a:cubicBezTo>
                  <a:cubicBezTo>
                    <a:pt x="404" y="308"/>
                    <a:pt x="404" y="308"/>
                    <a:pt x="404" y="308"/>
                  </a:cubicBezTo>
                  <a:cubicBezTo>
                    <a:pt x="402" y="304"/>
                    <a:pt x="402" y="304"/>
                    <a:pt x="402" y="304"/>
                  </a:cubicBezTo>
                  <a:moveTo>
                    <a:pt x="396" y="294"/>
                  </a:moveTo>
                  <a:cubicBezTo>
                    <a:pt x="377" y="305"/>
                    <a:pt x="377" y="305"/>
                    <a:pt x="377" y="305"/>
                  </a:cubicBezTo>
                  <a:cubicBezTo>
                    <a:pt x="369" y="308"/>
                    <a:pt x="369" y="308"/>
                    <a:pt x="369" y="308"/>
                  </a:cubicBezTo>
                  <a:cubicBezTo>
                    <a:pt x="370" y="311"/>
                    <a:pt x="370" y="311"/>
                    <a:pt x="370" y="311"/>
                  </a:cubicBezTo>
                  <a:cubicBezTo>
                    <a:pt x="380" y="308"/>
                    <a:pt x="389" y="303"/>
                    <a:pt x="398" y="298"/>
                  </a:cubicBezTo>
                  <a:cubicBezTo>
                    <a:pt x="400" y="301"/>
                    <a:pt x="400" y="301"/>
                    <a:pt x="400" y="301"/>
                  </a:cubicBezTo>
                  <a:cubicBezTo>
                    <a:pt x="398" y="298"/>
                    <a:pt x="398" y="298"/>
                    <a:pt x="398" y="298"/>
                  </a:cubicBezTo>
                  <a:cubicBezTo>
                    <a:pt x="398" y="298"/>
                    <a:pt x="398" y="298"/>
                    <a:pt x="398" y="298"/>
                  </a:cubicBezTo>
                  <a:cubicBezTo>
                    <a:pt x="396" y="294"/>
                    <a:pt x="396" y="294"/>
                    <a:pt x="396" y="294"/>
                  </a:cubicBezTo>
                  <a:moveTo>
                    <a:pt x="449" y="260"/>
                  </a:moveTo>
                  <a:cubicBezTo>
                    <a:pt x="443" y="269"/>
                    <a:pt x="436" y="277"/>
                    <a:pt x="428" y="285"/>
                  </a:cubicBezTo>
                  <a:cubicBezTo>
                    <a:pt x="430" y="288"/>
                    <a:pt x="430" y="288"/>
                    <a:pt x="430" y="288"/>
                  </a:cubicBezTo>
                  <a:cubicBezTo>
                    <a:pt x="438" y="280"/>
                    <a:pt x="446" y="272"/>
                    <a:pt x="452" y="263"/>
                  </a:cubicBezTo>
                  <a:cubicBezTo>
                    <a:pt x="449" y="260"/>
                    <a:pt x="449" y="260"/>
                    <a:pt x="449" y="260"/>
                  </a:cubicBezTo>
                  <a:moveTo>
                    <a:pt x="439" y="254"/>
                  </a:moveTo>
                  <a:cubicBezTo>
                    <a:pt x="433" y="262"/>
                    <a:pt x="427" y="269"/>
                    <a:pt x="420" y="276"/>
                  </a:cubicBezTo>
                  <a:cubicBezTo>
                    <a:pt x="422" y="279"/>
                    <a:pt x="422" y="279"/>
                    <a:pt x="422" y="279"/>
                  </a:cubicBezTo>
                  <a:cubicBezTo>
                    <a:pt x="430" y="272"/>
                    <a:pt x="437" y="264"/>
                    <a:pt x="442" y="256"/>
                  </a:cubicBezTo>
                  <a:cubicBezTo>
                    <a:pt x="439" y="254"/>
                    <a:pt x="439" y="254"/>
                    <a:pt x="439" y="254"/>
                  </a:cubicBezTo>
                  <a:moveTo>
                    <a:pt x="475" y="202"/>
                  </a:moveTo>
                  <a:cubicBezTo>
                    <a:pt x="473" y="212"/>
                    <a:pt x="469" y="223"/>
                    <a:pt x="465" y="232"/>
                  </a:cubicBezTo>
                  <a:cubicBezTo>
                    <a:pt x="468" y="234"/>
                    <a:pt x="468" y="234"/>
                    <a:pt x="468" y="234"/>
                  </a:cubicBezTo>
                  <a:cubicBezTo>
                    <a:pt x="473" y="224"/>
                    <a:pt x="476" y="213"/>
                    <a:pt x="479" y="203"/>
                  </a:cubicBezTo>
                  <a:cubicBezTo>
                    <a:pt x="475" y="202"/>
                    <a:pt x="475" y="202"/>
                    <a:pt x="475" y="202"/>
                  </a:cubicBezTo>
                  <a:moveTo>
                    <a:pt x="463" y="199"/>
                  </a:moveTo>
                  <a:cubicBezTo>
                    <a:pt x="461" y="209"/>
                    <a:pt x="458" y="218"/>
                    <a:pt x="454" y="228"/>
                  </a:cubicBezTo>
                  <a:cubicBezTo>
                    <a:pt x="458" y="229"/>
                    <a:pt x="458" y="229"/>
                    <a:pt x="458" y="229"/>
                  </a:cubicBezTo>
                  <a:cubicBezTo>
                    <a:pt x="462" y="220"/>
                    <a:pt x="465" y="210"/>
                    <a:pt x="467" y="200"/>
                  </a:cubicBezTo>
                  <a:cubicBezTo>
                    <a:pt x="463" y="199"/>
                    <a:pt x="463" y="199"/>
                    <a:pt x="463" y="199"/>
                  </a:cubicBezTo>
                  <a:moveTo>
                    <a:pt x="468" y="139"/>
                  </a:moveTo>
                  <a:cubicBezTo>
                    <a:pt x="464" y="140"/>
                    <a:pt x="464" y="140"/>
                    <a:pt x="464" y="140"/>
                  </a:cubicBezTo>
                  <a:cubicBezTo>
                    <a:pt x="466" y="149"/>
                    <a:pt x="467" y="158"/>
                    <a:pt x="467" y="166"/>
                  </a:cubicBezTo>
                  <a:cubicBezTo>
                    <a:pt x="467" y="167"/>
                    <a:pt x="467" y="168"/>
                    <a:pt x="467" y="169"/>
                  </a:cubicBezTo>
                  <a:cubicBezTo>
                    <a:pt x="471" y="170"/>
                    <a:pt x="471" y="170"/>
                    <a:pt x="471" y="170"/>
                  </a:cubicBezTo>
                  <a:cubicBezTo>
                    <a:pt x="471" y="169"/>
                    <a:pt x="471" y="167"/>
                    <a:pt x="471" y="166"/>
                  </a:cubicBezTo>
                  <a:cubicBezTo>
                    <a:pt x="471" y="157"/>
                    <a:pt x="470" y="148"/>
                    <a:pt x="468" y="139"/>
                  </a:cubicBezTo>
                  <a:moveTo>
                    <a:pt x="480" y="137"/>
                  </a:moveTo>
                  <a:cubicBezTo>
                    <a:pt x="476" y="138"/>
                    <a:pt x="476" y="138"/>
                    <a:pt x="476" y="138"/>
                  </a:cubicBezTo>
                  <a:cubicBezTo>
                    <a:pt x="478" y="147"/>
                    <a:pt x="479" y="157"/>
                    <a:pt x="479" y="166"/>
                  </a:cubicBezTo>
                  <a:cubicBezTo>
                    <a:pt x="479" y="168"/>
                    <a:pt x="479" y="169"/>
                    <a:pt x="479" y="170"/>
                  </a:cubicBezTo>
                  <a:cubicBezTo>
                    <a:pt x="483" y="170"/>
                    <a:pt x="483" y="170"/>
                    <a:pt x="483" y="170"/>
                  </a:cubicBezTo>
                  <a:cubicBezTo>
                    <a:pt x="483" y="169"/>
                    <a:pt x="483" y="168"/>
                    <a:pt x="483" y="166"/>
                  </a:cubicBezTo>
                  <a:cubicBezTo>
                    <a:pt x="483" y="157"/>
                    <a:pt x="482" y="147"/>
                    <a:pt x="480" y="137"/>
                  </a:cubicBezTo>
                  <a:moveTo>
                    <a:pt x="18" y="110"/>
                  </a:moveTo>
                  <a:cubicBezTo>
                    <a:pt x="0" y="118"/>
                    <a:pt x="0" y="118"/>
                    <a:pt x="0" y="118"/>
                  </a:cubicBezTo>
                  <a:cubicBezTo>
                    <a:pt x="16" y="123"/>
                    <a:pt x="16" y="123"/>
                    <a:pt x="16" y="123"/>
                  </a:cubicBezTo>
                  <a:cubicBezTo>
                    <a:pt x="16" y="125"/>
                    <a:pt x="16" y="127"/>
                    <a:pt x="16" y="129"/>
                  </a:cubicBezTo>
                  <a:cubicBezTo>
                    <a:pt x="24" y="125"/>
                    <a:pt x="24" y="125"/>
                    <a:pt x="24" y="125"/>
                  </a:cubicBezTo>
                  <a:cubicBezTo>
                    <a:pt x="18" y="110"/>
                    <a:pt x="18" y="110"/>
                    <a:pt x="18" y="110"/>
                  </a:cubicBezTo>
                  <a:moveTo>
                    <a:pt x="73" y="88"/>
                  </a:moveTo>
                  <a:cubicBezTo>
                    <a:pt x="47" y="98"/>
                    <a:pt x="47" y="98"/>
                    <a:pt x="47" y="98"/>
                  </a:cubicBezTo>
                  <a:cubicBezTo>
                    <a:pt x="53" y="113"/>
                    <a:pt x="53" y="113"/>
                    <a:pt x="53" y="113"/>
                  </a:cubicBezTo>
                  <a:cubicBezTo>
                    <a:pt x="68" y="107"/>
                    <a:pt x="68" y="107"/>
                    <a:pt x="68" y="107"/>
                  </a:cubicBezTo>
                  <a:cubicBezTo>
                    <a:pt x="69" y="101"/>
                    <a:pt x="71" y="94"/>
                    <a:pt x="73" y="88"/>
                  </a:cubicBezTo>
                  <a:moveTo>
                    <a:pt x="446" y="82"/>
                  </a:moveTo>
                  <a:cubicBezTo>
                    <a:pt x="442" y="84"/>
                    <a:pt x="442" y="84"/>
                    <a:pt x="442" y="84"/>
                  </a:cubicBezTo>
                  <a:cubicBezTo>
                    <a:pt x="443" y="85"/>
                    <a:pt x="444" y="86"/>
                    <a:pt x="444" y="87"/>
                  </a:cubicBezTo>
                  <a:cubicBezTo>
                    <a:pt x="449" y="95"/>
                    <a:pt x="453" y="103"/>
                    <a:pt x="456" y="111"/>
                  </a:cubicBezTo>
                  <a:cubicBezTo>
                    <a:pt x="460" y="109"/>
                    <a:pt x="460" y="109"/>
                    <a:pt x="460" y="109"/>
                  </a:cubicBezTo>
                  <a:cubicBezTo>
                    <a:pt x="457" y="101"/>
                    <a:pt x="452" y="93"/>
                    <a:pt x="448" y="85"/>
                  </a:cubicBezTo>
                  <a:cubicBezTo>
                    <a:pt x="447" y="84"/>
                    <a:pt x="446" y="83"/>
                    <a:pt x="446" y="82"/>
                  </a:cubicBezTo>
                  <a:moveTo>
                    <a:pt x="456" y="76"/>
                  </a:moveTo>
                  <a:cubicBezTo>
                    <a:pt x="452" y="78"/>
                    <a:pt x="452" y="78"/>
                    <a:pt x="452" y="78"/>
                  </a:cubicBezTo>
                  <a:cubicBezTo>
                    <a:pt x="453" y="79"/>
                    <a:pt x="454" y="80"/>
                    <a:pt x="454" y="81"/>
                  </a:cubicBezTo>
                  <a:cubicBezTo>
                    <a:pt x="459" y="89"/>
                    <a:pt x="464" y="98"/>
                    <a:pt x="467" y="106"/>
                  </a:cubicBezTo>
                  <a:cubicBezTo>
                    <a:pt x="471" y="105"/>
                    <a:pt x="471" y="105"/>
                    <a:pt x="471" y="105"/>
                  </a:cubicBezTo>
                  <a:cubicBezTo>
                    <a:pt x="467" y="96"/>
                    <a:pt x="463" y="87"/>
                    <a:pt x="458" y="79"/>
                  </a:cubicBezTo>
                  <a:cubicBezTo>
                    <a:pt x="457" y="78"/>
                    <a:pt x="456" y="77"/>
                    <a:pt x="456" y="76"/>
                  </a:cubicBezTo>
                  <a:moveTo>
                    <a:pt x="135" y="62"/>
                  </a:moveTo>
                  <a:cubicBezTo>
                    <a:pt x="115" y="70"/>
                    <a:pt x="115" y="70"/>
                    <a:pt x="115" y="70"/>
                  </a:cubicBezTo>
                  <a:cubicBezTo>
                    <a:pt x="115" y="75"/>
                    <a:pt x="118" y="78"/>
                    <a:pt x="122" y="81"/>
                  </a:cubicBezTo>
                  <a:cubicBezTo>
                    <a:pt x="126" y="83"/>
                    <a:pt x="126" y="83"/>
                    <a:pt x="126" y="83"/>
                  </a:cubicBezTo>
                  <a:cubicBezTo>
                    <a:pt x="141" y="77"/>
                    <a:pt x="141" y="77"/>
                    <a:pt x="141" y="77"/>
                  </a:cubicBezTo>
                  <a:cubicBezTo>
                    <a:pt x="135" y="62"/>
                    <a:pt x="135" y="62"/>
                    <a:pt x="135" y="62"/>
                  </a:cubicBezTo>
                  <a:moveTo>
                    <a:pt x="403" y="39"/>
                  </a:moveTo>
                  <a:cubicBezTo>
                    <a:pt x="401" y="42"/>
                    <a:pt x="401" y="42"/>
                    <a:pt x="401" y="42"/>
                  </a:cubicBezTo>
                  <a:cubicBezTo>
                    <a:pt x="409" y="47"/>
                    <a:pt x="417" y="54"/>
                    <a:pt x="424" y="61"/>
                  </a:cubicBezTo>
                  <a:cubicBezTo>
                    <a:pt x="426" y="58"/>
                    <a:pt x="426" y="58"/>
                    <a:pt x="426" y="58"/>
                  </a:cubicBezTo>
                  <a:cubicBezTo>
                    <a:pt x="419" y="51"/>
                    <a:pt x="411" y="44"/>
                    <a:pt x="403" y="39"/>
                  </a:cubicBezTo>
                  <a:moveTo>
                    <a:pt x="193" y="38"/>
                  </a:moveTo>
                  <a:cubicBezTo>
                    <a:pt x="173" y="46"/>
                    <a:pt x="173" y="46"/>
                    <a:pt x="173" y="46"/>
                  </a:cubicBezTo>
                  <a:cubicBezTo>
                    <a:pt x="171" y="49"/>
                    <a:pt x="168" y="52"/>
                    <a:pt x="166" y="55"/>
                  </a:cubicBezTo>
                  <a:cubicBezTo>
                    <a:pt x="170" y="65"/>
                    <a:pt x="170" y="65"/>
                    <a:pt x="170" y="65"/>
                  </a:cubicBezTo>
                  <a:cubicBezTo>
                    <a:pt x="199" y="53"/>
                    <a:pt x="199" y="53"/>
                    <a:pt x="199" y="53"/>
                  </a:cubicBezTo>
                  <a:cubicBezTo>
                    <a:pt x="193" y="38"/>
                    <a:pt x="193" y="38"/>
                    <a:pt x="193" y="38"/>
                  </a:cubicBezTo>
                  <a:moveTo>
                    <a:pt x="409" y="29"/>
                  </a:moveTo>
                  <a:cubicBezTo>
                    <a:pt x="407" y="32"/>
                    <a:pt x="407" y="32"/>
                    <a:pt x="407" y="32"/>
                  </a:cubicBezTo>
                  <a:cubicBezTo>
                    <a:pt x="416" y="38"/>
                    <a:pt x="424" y="45"/>
                    <a:pt x="432" y="53"/>
                  </a:cubicBezTo>
                  <a:cubicBezTo>
                    <a:pt x="435" y="50"/>
                    <a:pt x="435" y="50"/>
                    <a:pt x="435" y="50"/>
                  </a:cubicBezTo>
                  <a:cubicBezTo>
                    <a:pt x="435" y="50"/>
                    <a:pt x="435" y="50"/>
                    <a:pt x="435" y="50"/>
                  </a:cubicBezTo>
                  <a:cubicBezTo>
                    <a:pt x="427" y="42"/>
                    <a:pt x="419" y="35"/>
                    <a:pt x="409" y="29"/>
                  </a:cubicBezTo>
                  <a:moveTo>
                    <a:pt x="256" y="24"/>
                  </a:moveTo>
                  <a:cubicBezTo>
                    <a:pt x="249" y="28"/>
                    <a:pt x="242" y="31"/>
                    <a:pt x="235" y="35"/>
                  </a:cubicBezTo>
                  <a:cubicBezTo>
                    <a:pt x="233" y="37"/>
                    <a:pt x="230" y="38"/>
                    <a:pt x="228" y="40"/>
                  </a:cubicBezTo>
                  <a:cubicBezTo>
                    <a:pt x="228" y="40"/>
                    <a:pt x="228" y="40"/>
                    <a:pt x="228" y="40"/>
                  </a:cubicBezTo>
                  <a:cubicBezTo>
                    <a:pt x="258" y="28"/>
                    <a:pt x="258" y="28"/>
                    <a:pt x="258" y="28"/>
                  </a:cubicBezTo>
                  <a:cubicBezTo>
                    <a:pt x="256" y="24"/>
                    <a:pt x="256" y="24"/>
                    <a:pt x="256" y="24"/>
                  </a:cubicBezTo>
                  <a:moveTo>
                    <a:pt x="346" y="15"/>
                  </a:moveTo>
                  <a:cubicBezTo>
                    <a:pt x="346" y="19"/>
                    <a:pt x="346" y="19"/>
                    <a:pt x="346" y="19"/>
                  </a:cubicBezTo>
                  <a:cubicBezTo>
                    <a:pt x="355" y="21"/>
                    <a:pt x="365" y="24"/>
                    <a:pt x="374" y="28"/>
                  </a:cubicBezTo>
                  <a:cubicBezTo>
                    <a:pt x="376" y="24"/>
                    <a:pt x="376" y="24"/>
                    <a:pt x="376" y="24"/>
                  </a:cubicBezTo>
                  <a:cubicBezTo>
                    <a:pt x="366" y="20"/>
                    <a:pt x="356" y="17"/>
                    <a:pt x="346" y="15"/>
                  </a:cubicBezTo>
                  <a:moveTo>
                    <a:pt x="252" y="14"/>
                  </a:moveTo>
                  <a:cubicBezTo>
                    <a:pt x="222" y="26"/>
                    <a:pt x="222" y="26"/>
                    <a:pt x="222" y="26"/>
                  </a:cubicBezTo>
                  <a:cubicBezTo>
                    <a:pt x="225" y="32"/>
                    <a:pt x="225" y="32"/>
                    <a:pt x="225" y="32"/>
                  </a:cubicBezTo>
                  <a:cubicBezTo>
                    <a:pt x="227" y="31"/>
                    <a:pt x="229" y="30"/>
                    <a:pt x="231" y="29"/>
                  </a:cubicBezTo>
                  <a:cubicBezTo>
                    <a:pt x="238" y="24"/>
                    <a:pt x="245" y="20"/>
                    <a:pt x="253" y="17"/>
                  </a:cubicBezTo>
                  <a:cubicBezTo>
                    <a:pt x="252" y="14"/>
                    <a:pt x="252" y="14"/>
                    <a:pt x="252" y="14"/>
                  </a:cubicBezTo>
                  <a:moveTo>
                    <a:pt x="316" y="12"/>
                  </a:moveTo>
                  <a:cubicBezTo>
                    <a:pt x="306" y="12"/>
                    <a:pt x="295" y="13"/>
                    <a:pt x="285" y="15"/>
                  </a:cubicBezTo>
                  <a:cubicBezTo>
                    <a:pt x="286" y="19"/>
                    <a:pt x="286" y="19"/>
                    <a:pt x="286" y="19"/>
                  </a:cubicBezTo>
                  <a:cubicBezTo>
                    <a:pt x="296" y="17"/>
                    <a:pt x="306" y="16"/>
                    <a:pt x="316" y="16"/>
                  </a:cubicBezTo>
                  <a:cubicBezTo>
                    <a:pt x="316" y="12"/>
                    <a:pt x="316" y="12"/>
                    <a:pt x="316" y="12"/>
                  </a:cubicBezTo>
                  <a:moveTo>
                    <a:pt x="349" y="3"/>
                  </a:moveTo>
                  <a:cubicBezTo>
                    <a:pt x="348" y="7"/>
                    <a:pt x="348" y="7"/>
                    <a:pt x="348" y="7"/>
                  </a:cubicBezTo>
                  <a:cubicBezTo>
                    <a:pt x="359" y="9"/>
                    <a:pt x="369" y="13"/>
                    <a:pt x="379" y="17"/>
                  </a:cubicBezTo>
                  <a:cubicBezTo>
                    <a:pt x="380" y="13"/>
                    <a:pt x="380" y="13"/>
                    <a:pt x="380" y="13"/>
                  </a:cubicBezTo>
                  <a:cubicBezTo>
                    <a:pt x="380" y="13"/>
                    <a:pt x="380" y="13"/>
                    <a:pt x="380" y="13"/>
                  </a:cubicBezTo>
                  <a:cubicBezTo>
                    <a:pt x="370" y="9"/>
                    <a:pt x="360" y="6"/>
                    <a:pt x="349" y="3"/>
                  </a:cubicBezTo>
                  <a:moveTo>
                    <a:pt x="316" y="0"/>
                  </a:moveTo>
                  <a:cubicBezTo>
                    <a:pt x="305" y="0"/>
                    <a:pt x="294" y="1"/>
                    <a:pt x="283" y="4"/>
                  </a:cubicBezTo>
                  <a:cubicBezTo>
                    <a:pt x="284" y="8"/>
                    <a:pt x="284" y="8"/>
                    <a:pt x="284" y="8"/>
                  </a:cubicBezTo>
                  <a:cubicBezTo>
                    <a:pt x="294" y="5"/>
                    <a:pt x="305" y="4"/>
                    <a:pt x="316" y="4"/>
                  </a:cubicBezTo>
                  <a:cubicBezTo>
                    <a:pt x="316" y="0"/>
                    <a:pt x="316" y="0"/>
                    <a:pt x="316"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4" name="Freeform 30">
              <a:extLst>
                <a:ext uri="{FF2B5EF4-FFF2-40B4-BE49-F238E27FC236}">
                  <a16:creationId xmlns:a16="http://schemas.microsoft.com/office/drawing/2014/main" id="{B737B40E-7398-46BB-8382-617DEA8E5DB1}"/>
                </a:ext>
              </a:extLst>
            </p:cNvPr>
            <p:cNvSpPr>
              <a:spLocks noEditPoints="1"/>
            </p:cNvSpPr>
            <p:nvPr/>
          </p:nvSpPr>
          <p:spPr bwMode="auto">
            <a:xfrm>
              <a:off x="8026689" y="2645353"/>
              <a:ext cx="487363" cy="625475"/>
            </a:xfrm>
            <a:custGeom>
              <a:avLst/>
              <a:gdLst/>
              <a:ahLst/>
              <a:cxnLst>
                <a:cxn ang="0">
                  <a:pos x="115" y="317"/>
                </a:cxn>
                <a:cxn ang="0">
                  <a:pos x="96" y="325"/>
                </a:cxn>
                <a:cxn ang="0">
                  <a:pos x="117" y="323"/>
                </a:cxn>
                <a:cxn ang="0">
                  <a:pos x="115" y="317"/>
                </a:cxn>
                <a:cxn ang="0">
                  <a:pos x="173" y="294"/>
                </a:cxn>
                <a:cxn ang="0">
                  <a:pos x="173" y="294"/>
                </a:cxn>
                <a:cxn ang="0">
                  <a:pos x="175" y="297"/>
                </a:cxn>
                <a:cxn ang="0">
                  <a:pos x="173" y="294"/>
                </a:cxn>
                <a:cxn ang="0">
                  <a:pos x="145" y="307"/>
                </a:cxn>
                <a:cxn ang="0">
                  <a:pos x="148" y="315"/>
                </a:cxn>
                <a:cxn ang="0">
                  <a:pos x="177" y="300"/>
                </a:cxn>
                <a:cxn ang="0">
                  <a:pos x="177" y="300"/>
                </a:cxn>
                <a:cxn ang="0">
                  <a:pos x="177" y="300"/>
                </a:cxn>
                <a:cxn ang="0">
                  <a:pos x="175" y="297"/>
                </a:cxn>
                <a:cxn ang="0">
                  <a:pos x="173" y="294"/>
                </a:cxn>
                <a:cxn ang="0">
                  <a:pos x="217" y="252"/>
                </a:cxn>
                <a:cxn ang="0">
                  <a:pos x="197" y="275"/>
                </a:cxn>
                <a:cxn ang="0">
                  <a:pos x="203" y="281"/>
                </a:cxn>
                <a:cxn ang="0">
                  <a:pos x="224" y="256"/>
                </a:cxn>
                <a:cxn ang="0">
                  <a:pos x="217" y="252"/>
                </a:cxn>
                <a:cxn ang="0">
                  <a:pos x="242" y="196"/>
                </a:cxn>
                <a:cxn ang="0">
                  <a:pos x="233" y="225"/>
                </a:cxn>
                <a:cxn ang="0">
                  <a:pos x="240" y="228"/>
                </a:cxn>
                <a:cxn ang="0">
                  <a:pos x="250" y="198"/>
                </a:cxn>
                <a:cxn ang="0">
                  <a:pos x="242" y="196"/>
                </a:cxn>
                <a:cxn ang="0">
                  <a:pos x="251" y="134"/>
                </a:cxn>
                <a:cxn ang="0">
                  <a:pos x="243" y="135"/>
                </a:cxn>
                <a:cxn ang="0">
                  <a:pos x="246" y="162"/>
                </a:cxn>
                <a:cxn ang="0">
                  <a:pos x="246" y="166"/>
                </a:cxn>
                <a:cxn ang="0">
                  <a:pos x="254" y="166"/>
                </a:cxn>
                <a:cxn ang="0">
                  <a:pos x="254" y="162"/>
                </a:cxn>
                <a:cxn ang="0">
                  <a:pos x="251" y="134"/>
                </a:cxn>
                <a:cxn ang="0">
                  <a:pos x="227" y="74"/>
                </a:cxn>
                <a:cxn ang="0">
                  <a:pos x="221" y="78"/>
                </a:cxn>
                <a:cxn ang="0">
                  <a:pos x="223" y="81"/>
                </a:cxn>
                <a:cxn ang="0">
                  <a:pos x="235" y="105"/>
                </a:cxn>
                <a:cxn ang="0">
                  <a:pos x="242" y="102"/>
                </a:cxn>
                <a:cxn ang="0">
                  <a:pos x="229" y="77"/>
                </a:cxn>
                <a:cxn ang="0">
                  <a:pos x="227" y="74"/>
                </a:cxn>
                <a:cxn ang="0">
                  <a:pos x="182" y="28"/>
                </a:cxn>
                <a:cxn ang="0">
                  <a:pos x="178" y="35"/>
                </a:cxn>
                <a:cxn ang="0">
                  <a:pos x="201" y="54"/>
                </a:cxn>
                <a:cxn ang="0">
                  <a:pos x="207" y="49"/>
                </a:cxn>
                <a:cxn ang="0">
                  <a:pos x="182" y="28"/>
                </a:cxn>
                <a:cxn ang="0">
                  <a:pos x="28" y="13"/>
                </a:cxn>
                <a:cxn ang="0">
                  <a:pos x="6" y="25"/>
                </a:cxn>
                <a:cxn ang="0">
                  <a:pos x="0" y="28"/>
                </a:cxn>
                <a:cxn ang="0">
                  <a:pos x="3" y="36"/>
                </a:cxn>
                <a:cxn ang="0">
                  <a:pos x="10" y="31"/>
                </a:cxn>
                <a:cxn ang="0">
                  <a:pos x="31" y="20"/>
                </a:cxn>
                <a:cxn ang="0">
                  <a:pos x="28" y="13"/>
                </a:cxn>
                <a:cxn ang="0">
                  <a:pos x="123" y="3"/>
                </a:cxn>
                <a:cxn ang="0">
                  <a:pos x="121" y="11"/>
                </a:cxn>
                <a:cxn ang="0">
                  <a:pos x="151" y="20"/>
                </a:cxn>
                <a:cxn ang="0">
                  <a:pos x="154" y="13"/>
                </a:cxn>
                <a:cxn ang="0">
                  <a:pos x="123" y="3"/>
                </a:cxn>
                <a:cxn ang="0">
                  <a:pos x="91" y="0"/>
                </a:cxn>
                <a:cxn ang="0">
                  <a:pos x="59" y="4"/>
                </a:cxn>
                <a:cxn ang="0">
                  <a:pos x="60" y="11"/>
                </a:cxn>
                <a:cxn ang="0">
                  <a:pos x="91" y="8"/>
                </a:cxn>
                <a:cxn ang="0">
                  <a:pos x="91" y="0"/>
                </a:cxn>
              </a:cxnLst>
              <a:rect l="0" t="0" r="r" b="b"/>
              <a:pathLst>
                <a:path w="254" h="325">
                  <a:moveTo>
                    <a:pt x="115" y="317"/>
                  </a:moveTo>
                  <a:cubicBezTo>
                    <a:pt x="96" y="325"/>
                    <a:pt x="96" y="325"/>
                    <a:pt x="96" y="325"/>
                  </a:cubicBezTo>
                  <a:cubicBezTo>
                    <a:pt x="103" y="325"/>
                    <a:pt x="110" y="324"/>
                    <a:pt x="117" y="323"/>
                  </a:cubicBezTo>
                  <a:cubicBezTo>
                    <a:pt x="115" y="317"/>
                    <a:pt x="115" y="317"/>
                    <a:pt x="115" y="317"/>
                  </a:cubicBezTo>
                  <a:moveTo>
                    <a:pt x="173" y="294"/>
                  </a:moveTo>
                  <a:cubicBezTo>
                    <a:pt x="173" y="294"/>
                    <a:pt x="173" y="294"/>
                    <a:pt x="173" y="294"/>
                  </a:cubicBezTo>
                  <a:cubicBezTo>
                    <a:pt x="175" y="297"/>
                    <a:pt x="175" y="297"/>
                    <a:pt x="175" y="297"/>
                  </a:cubicBezTo>
                  <a:cubicBezTo>
                    <a:pt x="173" y="294"/>
                    <a:pt x="173" y="294"/>
                    <a:pt x="173" y="294"/>
                  </a:cubicBezTo>
                  <a:cubicBezTo>
                    <a:pt x="164" y="299"/>
                    <a:pt x="155" y="304"/>
                    <a:pt x="145" y="307"/>
                  </a:cubicBezTo>
                  <a:cubicBezTo>
                    <a:pt x="148" y="315"/>
                    <a:pt x="148" y="315"/>
                    <a:pt x="148" y="315"/>
                  </a:cubicBezTo>
                  <a:cubicBezTo>
                    <a:pt x="158" y="311"/>
                    <a:pt x="168" y="306"/>
                    <a:pt x="177" y="300"/>
                  </a:cubicBezTo>
                  <a:cubicBezTo>
                    <a:pt x="177" y="300"/>
                    <a:pt x="177" y="300"/>
                    <a:pt x="177" y="300"/>
                  </a:cubicBezTo>
                  <a:cubicBezTo>
                    <a:pt x="177" y="300"/>
                    <a:pt x="177" y="300"/>
                    <a:pt x="177" y="300"/>
                  </a:cubicBezTo>
                  <a:cubicBezTo>
                    <a:pt x="175" y="297"/>
                    <a:pt x="175" y="297"/>
                    <a:pt x="175" y="297"/>
                  </a:cubicBezTo>
                  <a:cubicBezTo>
                    <a:pt x="173" y="294"/>
                    <a:pt x="173" y="294"/>
                    <a:pt x="173" y="294"/>
                  </a:cubicBezTo>
                  <a:moveTo>
                    <a:pt x="217" y="252"/>
                  </a:moveTo>
                  <a:cubicBezTo>
                    <a:pt x="212" y="260"/>
                    <a:pt x="205" y="268"/>
                    <a:pt x="197" y="275"/>
                  </a:cubicBezTo>
                  <a:cubicBezTo>
                    <a:pt x="203" y="281"/>
                    <a:pt x="203" y="281"/>
                    <a:pt x="203" y="281"/>
                  </a:cubicBezTo>
                  <a:cubicBezTo>
                    <a:pt x="211" y="273"/>
                    <a:pt x="218" y="265"/>
                    <a:pt x="224" y="256"/>
                  </a:cubicBezTo>
                  <a:cubicBezTo>
                    <a:pt x="217" y="252"/>
                    <a:pt x="217" y="252"/>
                    <a:pt x="217" y="252"/>
                  </a:cubicBezTo>
                  <a:moveTo>
                    <a:pt x="242" y="196"/>
                  </a:moveTo>
                  <a:cubicBezTo>
                    <a:pt x="240" y="206"/>
                    <a:pt x="237" y="216"/>
                    <a:pt x="233" y="225"/>
                  </a:cubicBezTo>
                  <a:cubicBezTo>
                    <a:pt x="240" y="228"/>
                    <a:pt x="240" y="228"/>
                    <a:pt x="240" y="228"/>
                  </a:cubicBezTo>
                  <a:cubicBezTo>
                    <a:pt x="244" y="219"/>
                    <a:pt x="248" y="208"/>
                    <a:pt x="250" y="198"/>
                  </a:cubicBezTo>
                  <a:cubicBezTo>
                    <a:pt x="242" y="196"/>
                    <a:pt x="242" y="196"/>
                    <a:pt x="242" y="196"/>
                  </a:cubicBezTo>
                  <a:moveTo>
                    <a:pt x="251" y="134"/>
                  </a:moveTo>
                  <a:cubicBezTo>
                    <a:pt x="243" y="135"/>
                    <a:pt x="243" y="135"/>
                    <a:pt x="243" y="135"/>
                  </a:cubicBezTo>
                  <a:cubicBezTo>
                    <a:pt x="245" y="144"/>
                    <a:pt x="246" y="153"/>
                    <a:pt x="246" y="162"/>
                  </a:cubicBezTo>
                  <a:cubicBezTo>
                    <a:pt x="246" y="163"/>
                    <a:pt x="246" y="165"/>
                    <a:pt x="246" y="166"/>
                  </a:cubicBezTo>
                  <a:cubicBezTo>
                    <a:pt x="254" y="166"/>
                    <a:pt x="254" y="166"/>
                    <a:pt x="254" y="166"/>
                  </a:cubicBezTo>
                  <a:cubicBezTo>
                    <a:pt x="254" y="165"/>
                    <a:pt x="254" y="164"/>
                    <a:pt x="254" y="162"/>
                  </a:cubicBezTo>
                  <a:cubicBezTo>
                    <a:pt x="254" y="153"/>
                    <a:pt x="253" y="143"/>
                    <a:pt x="251" y="134"/>
                  </a:cubicBezTo>
                  <a:moveTo>
                    <a:pt x="227" y="74"/>
                  </a:moveTo>
                  <a:cubicBezTo>
                    <a:pt x="221" y="78"/>
                    <a:pt x="221" y="78"/>
                    <a:pt x="221" y="78"/>
                  </a:cubicBezTo>
                  <a:cubicBezTo>
                    <a:pt x="221" y="79"/>
                    <a:pt x="222" y="80"/>
                    <a:pt x="223" y="81"/>
                  </a:cubicBezTo>
                  <a:cubicBezTo>
                    <a:pt x="227" y="89"/>
                    <a:pt x="232" y="97"/>
                    <a:pt x="235" y="105"/>
                  </a:cubicBezTo>
                  <a:cubicBezTo>
                    <a:pt x="242" y="102"/>
                    <a:pt x="242" y="102"/>
                    <a:pt x="242" y="102"/>
                  </a:cubicBezTo>
                  <a:cubicBezTo>
                    <a:pt x="239" y="94"/>
                    <a:pt x="234" y="85"/>
                    <a:pt x="229" y="77"/>
                  </a:cubicBezTo>
                  <a:cubicBezTo>
                    <a:pt x="229" y="76"/>
                    <a:pt x="228" y="75"/>
                    <a:pt x="227" y="74"/>
                  </a:cubicBezTo>
                  <a:moveTo>
                    <a:pt x="182" y="28"/>
                  </a:moveTo>
                  <a:cubicBezTo>
                    <a:pt x="178" y="35"/>
                    <a:pt x="178" y="35"/>
                    <a:pt x="178" y="35"/>
                  </a:cubicBezTo>
                  <a:cubicBezTo>
                    <a:pt x="186" y="40"/>
                    <a:pt x="194" y="47"/>
                    <a:pt x="201" y="54"/>
                  </a:cubicBezTo>
                  <a:cubicBezTo>
                    <a:pt x="207" y="49"/>
                    <a:pt x="207" y="49"/>
                    <a:pt x="207" y="49"/>
                  </a:cubicBezTo>
                  <a:cubicBezTo>
                    <a:pt x="199" y="41"/>
                    <a:pt x="191" y="34"/>
                    <a:pt x="182" y="28"/>
                  </a:cubicBezTo>
                  <a:moveTo>
                    <a:pt x="28" y="13"/>
                  </a:moveTo>
                  <a:cubicBezTo>
                    <a:pt x="20" y="16"/>
                    <a:pt x="13" y="20"/>
                    <a:pt x="6" y="25"/>
                  </a:cubicBezTo>
                  <a:cubicBezTo>
                    <a:pt x="4" y="26"/>
                    <a:pt x="2" y="27"/>
                    <a:pt x="0" y="28"/>
                  </a:cubicBezTo>
                  <a:cubicBezTo>
                    <a:pt x="3" y="36"/>
                    <a:pt x="3" y="36"/>
                    <a:pt x="3" y="36"/>
                  </a:cubicBezTo>
                  <a:cubicBezTo>
                    <a:pt x="5" y="34"/>
                    <a:pt x="8" y="33"/>
                    <a:pt x="10" y="31"/>
                  </a:cubicBezTo>
                  <a:cubicBezTo>
                    <a:pt x="17" y="27"/>
                    <a:pt x="24" y="24"/>
                    <a:pt x="31" y="20"/>
                  </a:cubicBezTo>
                  <a:cubicBezTo>
                    <a:pt x="28" y="13"/>
                    <a:pt x="28" y="13"/>
                    <a:pt x="28" y="13"/>
                  </a:cubicBezTo>
                  <a:moveTo>
                    <a:pt x="123" y="3"/>
                  </a:moveTo>
                  <a:cubicBezTo>
                    <a:pt x="121" y="11"/>
                    <a:pt x="121" y="11"/>
                    <a:pt x="121" y="11"/>
                  </a:cubicBezTo>
                  <a:cubicBezTo>
                    <a:pt x="131" y="13"/>
                    <a:pt x="141" y="16"/>
                    <a:pt x="151" y="20"/>
                  </a:cubicBezTo>
                  <a:cubicBezTo>
                    <a:pt x="154" y="13"/>
                    <a:pt x="154" y="13"/>
                    <a:pt x="154" y="13"/>
                  </a:cubicBezTo>
                  <a:cubicBezTo>
                    <a:pt x="144" y="9"/>
                    <a:pt x="134" y="5"/>
                    <a:pt x="123" y="3"/>
                  </a:cubicBezTo>
                  <a:moveTo>
                    <a:pt x="91" y="0"/>
                  </a:moveTo>
                  <a:cubicBezTo>
                    <a:pt x="80" y="0"/>
                    <a:pt x="69" y="1"/>
                    <a:pt x="59" y="4"/>
                  </a:cubicBezTo>
                  <a:cubicBezTo>
                    <a:pt x="60" y="11"/>
                    <a:pt x="60" y="11"/>
                    <a:pt x="60" y="11"/>
                  </a:cubicBezTo>
                  <a:cubicBezTo>
                    <a:pt x="70" y="9"/>
                    <a:pt x="81" y="8"/>
                    <a:pt x="91" y="8"/>
                  </a:cubicBezTo>
                  <a:cubicBezTo>
                    <a:pt x="91" y="0"/>
                    <a:pt x="91" y="0"/>
                    <a:pt x="91"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75" name="Freeform 31">
              <a:extLst>
                <a:ext uri="{FF2B5EF4-FFF2-40B4-BE49-F238E27FC236}">
                  <a16:creationId xmlns:a16="http://schemas.microsoft.com/office/drawing/2014/main" id="{5E8784A9-BC49-4D8B-8B09-7A797A2D6FC3}"/>
                </a:ext>
              </a:extLst>
            </p:cNvPr>
            <p:cNvSpPr>
              <a:spLocks/>
            </p:cNvSpPr>
            <p:nvPr/>
          </p:nvSpPr>
          <p:spPr bwMode="auto">
            <a:xfrm>
              <a:off x="7582189" y="3562928"/>
              <a:ext cx="9525" cy="15875"/>
            </a:xfrm>
            <a:custGeom>
              <a:avLst/>
              <a:gdLst/>
              <a:ahLst/>
              <a:cxnLst>
                <a:cxn ang="0">
                  <a:pos x="2" y="0"/>
                </a:cxn>
                <a:cxn ang="0">
                  <a:pos x="0" y="0"/>
                </a:cxn>
                <a:cxn ang="0">
                  <a:pos x="0" y="8"/>
                </a:cxn>
                <a:cxn ang="0">
                  <a:pos x="5" y="6"/>
                </a:cxn>
                <a:cxn ang="0">
                  <a:pos x="2" y="0"/>
                </a:cxn>
              </a:cxnLst>
              <a:rect l="0" t="0" r="r" b="b"/>
              <a:pathLst>
                <a:path w="5" h="8">
                  <a:moveTo>
                    <a:pt x="2" y="0"/>
                  </a:moveTo>
                  <a:cubicBezTo>
                    <a:pt x="0" y="0"/>
                    <a:pt x="0" y="0"/>
                    <a:pt x="0" y="0"/>
                  </a:cubicBezTo>
                  <a:cubicBezTo>
                    <a:pt x="0" y="2"/>
                    <a:pt x="0" y="5"/>
                    <a:pt x="0" y="8"/>
                  </a:cubicBezTo>
                  <a:cubicBezTo>
                    <a:pt x="5" y="6"/>
                    <a:pt x="5" y="6"/>
                    <a:pt x="5" y="6"/>
                  </a:cubicBezTo>
                  <a:cubicBezTo>
                    <a:pt x="2" y="0"/>
                    <a:pt x="2" y="0"/>
                    <a:pt x="2" y="0"/>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TextBox 28">
            <a:extLst>
              <a:ext uri="{FF2B5EF4-FFF2-40B4-BE49-F238E27FC236}">
                <a16:creationId xmlns:a16="http://schemas.microsoft.com/office/drawing/2014/main" id="{35597584-64A3-4EE7-B0C9-DAA60C57E8D7}"/>
              </a:ext>
            </a:extLst>
          </p:cNvPr>
          <p:cNvSpPr txBox="1">
            <a:spLocks noChangeArrowheads="1"/>
          </p:cNvSpPr>
          <p:nvPr/>
        </p:nvSpPr>
        <p:spPr bwMode="auto">
          <a:xfrm>
            <a:off x="3787991" y="2430768"/>
            <a:ext cx="2320822" cy="276999"/>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b="1">
                <a:solidFill>
                  <a:srgbClr val="000000"/>
                </a:solidFill>
              </a:rPr>
              <a:t>Pre-Processing / Cleansing</a:t>
            </a:r>
          </a:p>
        </p:txBody>
      </p:sp>
      <p:pic>
        <p:nvPicPr>
          <p:cNvPr id="87" name="Picture 4" descr="Image result for unisim honeywell unisim design">
            <a:extLst>
              <a:ext uri="{FF2B5EF4-FFF2-40B4-BE49-F238E27FC236}">
                <a16:creationId xmlns:a16="http://schemas.microsoft.com/office/drawing/2014/main" id="{F39CCEEB-4401-4E34-A15C-A9F425BF289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75219" y="3717005"/>
            <a:ext cx="1562528" cy="87501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88" name="TextBox 28">
            <a:extLst>
              <a:ext uri="{FF2B5EF4-FFF2-40B4-BE49-F238E27FC236}">
                <a16:creationId xmlns:a16="http://schemas.microsoft.com/office/drawing/2014/main" id="{6C636E15-F99E-4EAA-AF9A-728916ABDF95}"/>
              </a:ext>
            </a:extLst>
          </p:cNvPr>
          <p:cNvSpPr txBox="1">
            <a:spLocks noChangeArrowheads="1"/>
          </p:cNvSpPr>
          <p:nvPr/>
        </p:nvSpPr>
        <p:spPr bwMode="auto">
          <a:xfrm>
            <a:off x="3808093" y="4595137"/>
            <a:ext cx="2425466" cy="276999"/>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b="1" err="1">
                <a:solidFill>
                  <a:srgbClr val="000000"/>
                </a:solidFill>
              </a:rPr>
              <a:t>UniSim</a:t>
            </a:r>
            <a:r>
              <a:rPr lang="en-US" sz="1200" b="1">
                <a:solidFill>
                  <a:srgbClr val="000000"/>
                </a:solidFill>
              </a:rPr>
              <a:t>® - Estimate/ Predicted</a:t>
            </a:r>
          </a:p>
        </p:txBody>
      </p:sp>
      <p:pic>
        <p:nvPicPr>
          <p:cNvPr id="89" name="Picture 2">
            <a:extLst>
              <a:ext uri="{FF2B5EF4-FFF2-40B4-BE49-F238E27FC236}">
                <a16:creationId xmlns:a16="http://schemas.microsoft.com/office/drawing/2014/main" id="{0E88453D-4680-4A18-A174-B9DECB2F202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9451" y="4977408"/>
            <a:ext cx="874063" cy="78381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0" name="TextBox 28">
            <a:extLst>
              <a:ext uri="{FF2B5EF4-FFF2-40B4-BE49-F238E27FC236}">
                <a16:creationId xmlns:a16="http://schemas.microsoft.com/office/drawing/2014/main" id="{C9BCA2E4-6343-4EC9-90FB-BA5B67C9927A}"/>
              </a:ext>
            </a:extLst>
          </p:cNvPr>
          <p:cNvSpPr txBox="1">
            <a:spLocks noChangeArrowheads="1"/>
          </p:cNvSpPr>
          <p:nvPr/>
        </p:nvSpPr>
        <p:spPr bwMode="auto">
          <a:xfrm>
            <a:off x="3856334" y="5823461"/>
            <a:ext cx="2425466" cy="276999"/>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b="1">
                <a:solidFill>
                  <a:srgbClr val="000000"/>
                </a:solidFill>
              </a:rPr>
              <a:t>Data Driven</a:t>
            </a:r>
          </a:p>
        </p:txBody>
      </p:sp>
      <p:pic>
        <p:nvPicPr>
          <p:cNvPr id="91" name="Picture 90">
            <a:extLst>
              <a:ext uri="{FF2B5EF4-FFF2-40B4-BE49-F238E27FC236}">
                <a16:creationId xmlns:a16="http://schemas.microsoft.com/office/drawing/2014/main" id="{1E2E88B4-1F3D-4C4B-8744-2A0505C6844A}"/>
              </a:ext>
            </a:extLst>
          </p:cNvPr>
          <p:cNvPicPr>
            <a:picLocks noChangeAspect="1"/>
          </p:cNvPicPr>
          <p:nvPr/>
        </p:nvPicPr>
        <p:blipFill>
          <a:blip r:embed="rId5"/>
          <a:stretch>
            <a:fillRect/>
          </a:stretch>
        </p:blipFill>
        <p:spPr>
          <a:xfrm>
            <a:off x="6708163" y="3059247"/>
            <a:ext cx="1904945" cy="772807"/>
          </a:xfrm>
          <a:prstGeom prst="rect">
            <a:avLst/>
          </a:prstGeom>
          <a:ln>
            <a:noFill/>
          </a:ln>
          <a:effectLst>
            <a:outerShdw blurRad="292100" dist="139700" dir="2700000" algn="tl" rotWithShape="0">
              <a:srgbClr val="333333">
                <a:alpha val="65000"/>
              </a:srgbClr>
            </a:outerShdw>
          </a:effectLst>
        </p:spPr>
      </p:pic>
      <p:sp>
        <p:nvSpPr>
          <p:cNvPr id="92" name="TextBox 28">
            <a:extLst>
              <a:ext uri="{FF2B5EF4-FFF2-40B4-BE49-F238E27FC236}">
                <a16:creationId xmlns:a16="http://schemas.microsoft.com/office/drawing/2014/main" id="{62743858-81C0-4659-9348-9FAA8B71F376}"/>
              </a:ext>
            </a:extLst>
          </p:cNvPr>
          <p:cNvSpPr txBox="1">
            <a:spLocks noChangeArrowheads="1"/>
          </p:cNvSpPr>
          <p:nvPr/>
        </p:nvSpPr>
        <p:spPr bwMode="auto">
          <a:xfrm>
            <a:off x="6617285" y="5630895"/>
            <a:ext cx="2043845" cy="615553"/>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b="1">
                <a:solidFill>
                  <a:srgbClr val="000000"/>
                </a:solidFill>
              </a:rPr>
              <a:t>Fault Prioritization</a:t>
            </a:r>
          </a:p>
          <a:p>
            <a:pPr algn="ctr">
              <a:defRPr/>
            </a:pPr>
            <a:r>
              <a:rPr lang="en-US" sz="1100" b="1">
                <a:solidFill>
                  <a:srgbClr val="000000"/>
                </a:solidFill>
              </a:rPr>
              <a:t>(Fault Severity * Asset Criticality)</a:t>
            </a:r>
            <a:endParaRPr lang="en-US" sz="1200" b="1">
              <a:solidFill>
                <a:srgbClr val="000000"/>
              </a:solidFill>
            </a:endParaRPr>
          </a:p>
        </p:txBody>
      </p:sp>
      <p:pic>
        <p:nvPicPr>
          <p:cNvPr id="93" name="Picture 92">
            <a:extLst>
              <a:ext uri="{FF2B5EF4-FFF2-40B4-BE49-F238E27FC236}">
                <a16:creationId xmlns:a16="http://schemas.microsoft.com/office/drawing/2014/main" id="{5F312EC3-96D3-4775-BBB6-8707E933AEFF}"/>
              </a:ext>
            </a:extLst>
          </p:cNvPr>
          <p:cNvPicPr>
            <a:picLocks noChangeAspect="1"/>
          </p:cNvPicPr>
          <p:nvPr/>
        </p:nvPicPr>
        <p:blipFill rotWithShape="1">
          <a:blip r:embed="rId6"/>
          <a:srcRect l="3230" t="2064" r="3880" b="4011"/>
          <a:stretch/>
        </p:blipFill>
        <p:spPr>
          <a:xfrm>
            <a:off x="7351809" y="1841263"/>
            <a:ext cx="634756" cy="619179"/>
          </a:xfrm>
          <a:prstGeom prst="rect">
            <a:avLst/>
          </a:prstGeom>
          <a:ln>
            <a:noFill/>
          </a:ln>
          <a:effectLst>
            <a:outerShdw blurRad="292100" dist="139700" dir="2700000" algn="tl" rotWithShape="0">
              <a:srgbClr val="333333">
                <a:alpha val="65000"/>
              </a:srgbClr>
            </a:outerShdw>
          </a:effectLst>
        </p:spPr>
      </p:pic>
      <p:sp>
        <p:nvSpPr>
          <p:cNvPr id="94" name="Rounded Rectangle 153">
            <a:extLst>
              <a:ext uri="{FF2B5EF4-FFF2-40B4-BE49-F238E27FC236}">
                <a16:creationId xmlns:a16="http://schemas.microsoft.com/office/drawing/2014/main" id="{0FDE98F4-6CB3-4BDB-BB1A-0DC5312D3DC9}"/>
              </a:ext>
            </a:extLst>
          </p:cNvPr>
          <p:cNvSpPr/>
          <p:nvPr/>
        </p:nvSpPr>
        <p:spPr>
          <a:xfrm>
            <a:off x="441693" y="1217771"/>
            <a:ext cx="1971996" cy="5057310"/>
          </a:xfrm>
          <a:prstGeom prst="roundRect">
            <a:avLst>
              <a:gd name="adj" fmla="val 10291"/>
            </a:avLst>
          </a:prstGeom>
          <a:solidFill>
            <a:schemeClr val="bg1">
              <a:lumMod val="85000"/>
            </a:schemeClr>
          </a:solidFill>
          <a:ln w="9525" cmpd="sng">
            <a:noFill/>
          </a:ln>
          <a:effectLst/>
        </p:spPr>
        <p:style>
          <a:lnRef idx="1">
            <a:schemeClr val="accent1"/>
          </a:lnRef>
          <a:fillRef idx="3">
            <a:schemeClr val="accent1"/>
          </a:fillRef>
          <a:effectRef idx="2">
            <a:schemeClr val="accent1"/>
          </a:effectRef>
          <a:fontRef idx="minor">
            <a:schemeClr val="lt1"/>
          </a:fontRef>
        </p:style>
        <p:txBody>
          <a:bodyPr rtlCol="0" anchor="t"/>
          <a:lstStyle/>
          <a:p>
            <a:pPr algn="ctr"/>
            <a:r>
              <a:rPr lang="en-US" sz="1600" b="1">
                <a:solidFill>
                  <a:schemeClr val="tx2"/>
                </a:solidFill>
              </a:rPr>
              <a:t>Standard Connectors</a:t>
            </a:r>
            <a:endParaRPr lang="en-US" b="1">
              <a:solidFill>
                <a:schemeClr val="tx2"/>
              </a:solidFill>
            </a:endParaRPr>
          </a:p>
        </p:txBody>
      </p:sp>
      <p:pic>
        <p:nvPicPr>
          <p:cNvPr id="95" name="Picture 94">
            <a:extLst>
              <a:ext uri="{FF2B5EF4-FFF2-40B4-BE49-F238E27FC236}">
                <a16:creationId xmlns:a16="http://schemas.microsoft.com/office/drawing/2014/main" id="{36234439-EEA2-4DDF-A5A6-75CB92E58FCE}"/>
              </a:ext>
            </a:extLst>
          </p:cNvPr>
          <p:cNvPicPr>
            <a:picLocks noChangeAspect="1"/>
          </p:cNvPicPr>
          <p:nvPr/>
        </p:nvPicPr>
        <p:blipFill>
          <a:blip r:embed="rId7"/>
          <a:stretch>
            <a:fillRect/>
          </a:stretch>
        </p:blipFill>
        <p:spPr>
          <a:xfrm>
            <a:off x="548948" y="3668126"/>
            <a:ext cx="1581150" cy="638175"/>
          </a:xfrm>
          <a:prstGeom prst="rect">
            <a:avLst/>
          </a:prstGeom>
        </p:spPr>
      </p:pic>
      <p:grpSp>
        <p:nvGrpSpPr>
          <p:cNvPr id="96" name="Group 95">
            <a:extLst>
              <a:ext uri="{FF2B5EF4-FFF2-40B4-BE49-F238E27FC236}">
                <a16:creationId xmlns:a16="http://schemas.microsoft.com/office/drawing/2014/main" id="{F149E0F5-9C11-406C-B1EB-6E191AE7DACB}"/>
              </a:ext>
            </a:extLst>
          </p:cNvPr>
          <p:cNvGrpSpPr/>
          <p:nvPr/>
        </p:nvGrpSpPr>
        <p:grpSpPr>
          <a:xfrm>
            <a:off x="490501" y="1773456"/>
            <a:ext cx="1698045" cy="426857"/>
            <a:chOff x="2888054" y="1866900"/>
            <a:chExt cx="1698045" cy="426857"/>
          </a:xfrm>
        </p:grpSpPr>
        <p:pic>
          <p:nvPicPr>
            <p:cNvPr id="97" name="Picture 14" descr="http://www.iconsdb.com/icons/preview/black/temperature-2-xxl.png">
              <a:extLst>
                <a:ext uri="{FF2B5EF4-FFF2-40B4-BE49-F238E27FC236}">
                  <a16:creationId xmlns:a16="http://schemas.microsoft.com/office/drawing/2014/main" id="{73C7971E-26C3-4B7C-8EDD-B511EA94F54D}"/>
                </a:ext>
              </a:extLst>
            </p:cNvPr>
            <p:cNvPicPr>
              <a:picLocks noChangeAspect="1" noChangeArrowheads="1"/>
            </p:cNvPicPr>
            <p:nvPr/>
          </p:nvPicPr>
          <p:blipFill>
            <a:blip r:embed="rId8" cstate="screen">
              <a:duotone>
                <a:srgbClr val="FFFFFF">
                  <a:shade val="45000"/>
                  <a:satMod val="135000"/>
                </a:srgbClr>
                <a:prstClr val="white"/>
              </a:duotone>
              <a:lum bright="-39000"/>
              <a:extLst>
                <a:ext uri="{28A0092B-C50C-407E-A947-70E740481C1C}">
                  <a14:useLocalDpi xmlns:a14="http://schemas.microsoft.com/office/drawing/2010/main"/>
                </a:ext>
              </a:extLst>
            </a:blip>
            <a:srcRect/>
            <a:stretch>
              <a:fillRect/>
            </a:stretch>
          </p:blipFill>
          <p:spPr bwMode="auto">
            <a:xfrm>
              <a:off x="2888054" y="1937049"/>
              <a:ext cx="308379" cy="286556"/>
            </a:xfrm>
            <a:prstGeom prst="rect">
              <a:avLst/>
            </a:prstGeom>
            <a:noFill/>
          </p:spPr>
        </p:pic>
        <p:pic>
          <p:nvPicPr>
            <p:cNvPr id="98" name="Picture 16" descr="https://cdn2.iconfinder.com/data/icons/windows-8-metro-style/512/pressure.png">
              <a:extLst>
                <a:ext uri="{FF2B5EF4-FFF2-40B4-BE49-F238E27FC236}">
                  <a16:creationId xmlns:a16="http://schemas.microsoft.com/office/drawing/2014/main" id="{1EB9DD19-0BF4-40FB-BBB1-63682949FF35}"/>
                </a:ext>
              </a:extLst>
            </p:cNvPr>
            <p:cNvPicPr>
              <a:picLocks noChangeAspect="1" noChangeArrowheads="1"/>
            </p:cNvPicPr>
            <p:nvPr/>
          </p:nvPicPr>
          <p:blipFill>
            <a:blip r:embed="rId9" cstate="screen">
              <a:duotone>
                <a:srgbClr val="FFFFFF">
                  <a:shade val="45000"/>
                  <a:satMod val="135000"/>
                </a:srgbClr>
                <a:prstClr val="white"/>
              </a:duotone>
              <a:lum bright="-39000" contrast="-40000"/>
              <a:extLst>
                <a:ext uri="{28A0092B-C50C-407E-A947-70E740481C1C}">
                  <a14:useLocalDpi xmlns:a14="http://schemas.microsoft.com/office/drawing/2010/main"/>
                </a:ext>
              </a:extLst>
            </a:blip>
            <a:srcRect/>
            <a:stretch>
              <a:fillRect/>
            </a:stretch>
          </p:blipFill>
          <p:spPr bwMode="auto">
            <a:xfrm flipH="1">
              <a:off x="3329105" y="1951654"/>
              <a:ext cx="269191" cy="257346"/>
            </a:xfrm>
            <a:prstGeom prst="rect">
              <a:avLst/>
            </a:prstGeom>
            <a:noFill/>
          </p:spPr>
        </p:pic>
        <p:pic>
          <p:nvPicPr>
            <p:cNvPr id="99" name="Picture 98" descr="https://www.stiko.nl/_image/showimage/f0d8c8a4-7d4c-4839-8926-a22800f23c64">
              <a:extLst>
                <a:ext uri="{FF2B5EF4-FFF2-40B4-BE49-F238E27FC236}">
                  <a16:creationId xmlns:a16="http://schemas.microsoft.com/office/drawing/2014/main" id="{53493077-1986-45F8-8A83-7A3F83F43B83}"/>
                </a:ext>
              </a:extLst>
            </p:cNvPr>
            <p:cNvPicPr>
              <a:picLocks noChangeAspect="1" noChangeArrowheads="1"/>
            </p:cNvPicPr>
            <p:nvPr/>
          </p:nvPicPr>
          <p:blipFill>
            <a:blip r:embed="rId10" cstate="screen">
              <a:duotone>
                <a:srgbClr val="FFFFFF">
                  <a:shade val="45000"/>
                  <a:satMod val="135000"/>
                </a:srgbClr>
                <a:prstClr val="white"/>
              </a:duotone>
              <a:lum bright="-39000"/>
              <a:extLst>
                <a:ext uri="{28A0092B-C50C-407E-A947-70E740481C1C}">
                  <a14:useLocalDpi xmlns:a14="http://schemas.microsoft.com/office/drawing/2010/main"/>
                </a:ext>
              </a:extLst>
            </a:blip>
            <a:srcRect/>
            <a:stretch>
              <a:fillRect/>
            </a:stretch>
          </p:blipFill>
          <p:spPr bwMode="auto">
            <a:xfrm>
              <a:off x="3730968" y="1962031"/>
              <a:ext cx="295601" cy="236595"/>
            </a:xfrm>
            <a:prstGeom prst="rect">
              <a:avLst/>
            </a:prstGeom>
            <a:noFill/>
          </p:spPr>
        </p:pic>
        <p:pic>
          <p:nvPicPr>
            <p:cNvPr id="100" name="Picture 32" descr="http://cdn.mysitemyway.com/etc-mysitemyway/icons/legacy-previews/icons-256/glossy-black-icons-signs/092019-glossy-black-icon-signs-fan.png">
              <a:extLst>
                <a:ext uri="{FF2B5EF4-FFF2-40B4-BE49-F238E27FC236}">
                  <a16:creationId xmlns:a16="http://schemas.microsoft.com/office/drawing/2014/main" id="{93828716-C635-4877-9002-CF1BF0097C60}"/>
                </a:ext>
              </a:extLst>
            </p:cNvPr>
            <p:cNvPicPr>
              <a:picLocks noChangeArrowheads="1"/>
            </p:cNvPicPr>
            <p:nvPr/>
          </p:nvPicPr>
          <p:blipFill>
            <a:blip r:embed="rId11" cstate="screen">
              <a:duotone>
                <a:srgbClr val="FFFFFF">
                  <a:shade val="45000"/>
                  <a:satMod val="135000"/>
                </a:srgbClr>
                <a:prstClr val="white"/>
              </a:duotone>
              <a:lum bright="-39000"/>
              <a:extLst>
                <a:ext uri="{28A0092B-C50C-407E-A947-70E740481C1C}">
                  <a14:useLocalDpi xmlns:a14="http://schemas.microsoft.com/office/drawing/2010/main"/>
                </a:ext>
              </a:extLst>
            </a:blip>
            <a:srcRect/>
            <a:stretch>
              <a:fillRect/>
            </a:stretch>
          </p:blipFill>
          <p:spPr bwMode="auto">
            <a:xfrm>
              <a:off x="4159242" y="1866900"/>
              <a:ext cx="426857" cy="426857"/>
            </a:xfrm>
            <a:prstGeom prst="rect">
              <a:avLst/>
            </a:prstGeom>
            <a:noFill/>
          </p:spPr>
        </p:pic>
      </p:grpSp>
      <p:sp>
        <p:nvSpPr>
          <p:cNvPr id="101" name="TextBox 28">
            <a:extLst>
              <a:ext uri="{FF2B5EF4-FFF2-40B4-BE49-F238E27FC236}">
                <a16:creationId xmlns:a16="http://schemas.microsoft.com/office/drawing/2014/main" id="{48D8E27D-2F79-4162-9C2F-13E461F4FB37}"/>
              </a:ext>
            </a:extLst>
          </p:cNvPr>
          <p:cNvSpPr txBox="1">
            <a:spLocks noChangeArrowheads="1"/>
          </p:cNvSpPr>
          <p:nvPr/>
        </p:nvSpPr>
        <p:spPr bwMode="auto">
          <a:xfrm>
            <a:off x="574377" y="2156289"/>
            <a:ext cx="1530292" cy="261610"/>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050" b="1">
                <a:solidFill>
                  <a:srgbClr val="000000"/>
                </a:solidFill>
              </a:rPr>
              <a:t>Sensor (tag) Data</a:t>
            </a:r>
          </a:p>
        </p:txBody>
      </p:sp>
      <p:sp>
        <p:nvSpPr>
          <p:cNvPr id="102" name="TextBox 28">
            <a:extLst>
              <a:ext uri="{FF2B5EF4-FFF2-40B4-BE49-F238E27FC236}">
                <a16:creationId xmlns:a16="http://schemas.microsoft.com/office/drawing/2014/main" id="{A284BC99-DBB7-4BF4-A65A-DDFF81971328}"/>
              </a:ext>
            </a:extLst>
          </p:cNvPr>
          <p:cNvSpPr txBox="1">
            <a:spLocks noChangeArrowheads="1"/>
          </p:cNvSpPr>
          <p:nvPr/>
        </p:nvSpPr>
        <p:spPr bwMode="auto">
          <a:xfrm>
            <a:off x="574377" y="3298195"/>
            <a:ext cx="1530292" cy="261610"/>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050" b="1">
                <a:solidFill>
                  <a:srgbClr val="000000"/>
                </a:solidFill>
              </a:rPr>
              <a:t>Historian Data</a:t>
            </a:r>
          </a:p>
        </p:txBody>
      </p:sp>
      <p:sp>
        <p:nvSpPr>
          <p:cNvPr id="103" name="TextBox 28">
            <a:extLst>
              <a:ext uri="{FF2B5EF4-FFF2-40B4-BE49-F238E27FC236}">
                <a16:creationId xmlns:a16="http://schemas.microsoft.com/office/drawing/2014/main" id="{9C733F60-29DF-46AF-9312-658AAA887B0F}"/>
              </a:ext>
            </a:extLst>
          </p:cNvPr>
          <p:cNvSpPr txBox="1">
            <a:spLocks noChangeArrowheads="1"/>
          </p:cNvSpPr>
          <p:nvPr/>
        </p:nvSpPr>
        <p:spPr bwMode="auto">
          <a:xfrm>
            <a:off x="574377" y="4272888"/>
            <a:ext cx="1530292" cy="261610"/>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050" b="1">
                <a:solidFill>
                  <a:srgbClr val="000000"/>
                </a:solidFill>
              </a:rPr>
              <a:t>Alarms/Events</a:t>
            </a:r>
          </a:p>
        </p:txBody>
      </p:sp>
      <p:sp>
        <p:nvSpPr>
          <p:cNvPr id="104" name="TextBox 28">
            <a:extLst>
              <a:ext uri="{FF2B5EF4-FFF2-40B4-BE49-F238E27FC236}">
                <a16:creationId xmlns:a16="http://schemas.microsoft.com/office/drawing/2014/main" id="{8995D2D5-A972-4179-9C6E-BE438292CA1A}"/>
              </a:ext>
            </a:extLst>
          </p:cNvPr>
          <p:cNvSpPr txBox="1">
            <a:spLocks noChangeArrowheads="1"/>
          </p:cNvSpPr>
          <p:nvPr/>
        </p:nvSpPr>
        <p:spPr bwMode="auto">
          <a:xfrm>
            <a:off x="574377" y="5471067"/>
            <a:ext cx="1530292" cy="261610"/>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050" b="1">
                <a:solidFill>
                  <a:srgbClr val="000000"/>
                </a:solidFill>
              </a:rPr>
              <a:t>Other…</a:t>
            </a:r>
          </a:p>
        </p:txBody>
      </p:sp>
      <p:pic>
        <p:nvPicPr>
          <p:cNvPr id="105" name="Picture 12">
            <a:extLst>
              <a:ext uri="{FF2B5EF4-FFF2-40B4-BE49-F238E27FC236}">
                <a16:creationId xmlns:a16="http://schemas.microsoft.com/office/drawing/2014/main" id="{A80E5329-1DEF-40BC-8E85-1E602FC5AF4D}"/>
              </a:ext>
            </a:extLst>
          </p:cNvPr>
          <p:cNvPicPr>
            <a:picLocks noChangeAspect="1" noChangeArrowheads="1"/>
          </p:cNvPicPr>
          <p:nvPr/>
        </p:nvPicPr>
        <p:blipFill>
          <a:blip r:embed="rId12" cstate="email"/>
          <a:srcRect/>
          <a:stretch>
            <a:fillRect/>
          </a:stretch>
        </p:blipFill>
        <p:spPr bwMode="auto">
          <a:xfrm>
            <a:off x="931552" y="2518980"/>
            <a:ext cx="977883" cy="827763"/>
          </a:xfrm>
          <a:prstGeom prst="rect">
            <a:avLst/>
          </a:prstGeom>
          <a:noFill/>
          <a:ln w="9525">
            <a:noFill/>
            <a:miter lim="800000"/>
            <a:headEnd/>
            <a:tailEnd/>
          </a:ln>
          <a:effectLst/>
        </p:spPr>
      </p:pic>
      <p:pic>
        <p:nvPicPr>
          <p:cNvPr id="106" name="Picture 4" descr="Image result for SQL table">
            <a:extLst>
              <a:ext uri="{FF2B5EF4-FFF2-40B4-BE49-F238E27FC236}">
                <a16:creationId xmlns:a16="http://schemas.microsoft.com/office/drawing/2014/main" id="{582F0263-9189-4A17-A2B0-770229B4242B}"/>
              </a:ext>
            </a:extLst>
          </p:cNvPr>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a:stretch/>
        </p:blipFill>
        <p:spPr bwMode="auto">
          <a:xfrm>
            <a:off x="908603" y="4649496"/>
            <a:ext cx="861841" cy="889208"/>
          </a:xfrm>
          <a:prstGeom prst="rect">
            <a:avLst/>
          </a:prstGeom>
          <a:noFill/>
          <a:extLst>
            <a:ext uri="{909E8E84-426E-40DD-AFC4-6F175D3DCCD1}">
              <a14:hiddenFill xmlns:a14="http://schemas.microsoft.com/office/drawing/2010/main">
                <a:solidFill>
                  <a:srgbClr val="FFFFFF"/>
                </a:solidFill>
              </a14:hiddenFill>
            </a:ext>
          </a:extLst>
        </p:spPr>
      </p:pic>
      <p:sp>
        <p:nvSpPr>
          <p:cNvPr id="107" name="Rectangle 106">
            <a:extLst>
              <a:ext uri="{FF2B5EF4-FFF2-40B4-BE49-F238E27FC236}">
                <a16:creationId xmlns:a16="http://schemas.microsoft.com/office/drawing/2014/main" id="{D946EBBF-E3E8-4B60-B7AE-3D2E3D3E0B1E}"/>
              </a:ext>
            </a:extLst>
          </p:cNvPr>
          <p:cNvSpPr/>
          <p:nvPr/>
        </p:nvSpPr>
        <p:spPr>
          <a:xfrm>
            <a:off x="2566646" y="2253837"/>
            <a:ext cx="907081" cy="3961539"/>
          </a:xfrm>
          <a:prstGeom prst="rect">
            <a:avLst/>
          </a:prstGeom>
          <a:noFill/>
          <a:ln w="9525" cmpd="sng">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 name="TextBox 28">
            <a:extLst>
              <a:ext uri="{FF2B5EF4-FFF2-40B4-BE49-F238E27FC236}">
                <a16:creationId xmlns:a16="http://schemas.microsoft.com/office/drawing/2014/main" id="{06A0B6A3-E4E0-48B2-80B8-0AE51FF68023}"/>
              </a:ext>
            </a:extLst>
          </p:cNvPr>
          <p:cNvSpPr txBox="1">
            <a:spLocks noChangeArrowheads="1"/>
          </p:cNvSpPr>
          <p:nvPr/>
        </p:nvSpPr>
        <p:spPr bwMode="auto">
          <a:xfrm>
            <a:off x="6956646" y="2432685"/>
            <a:ext cx="1424849" cy="461665"/>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b="1">
                <a:solidFill>
                  <a:srgbClr val="000000"/>
                </a:solidFill>
              </a:rPr>
              <a:t>Actual vs. Expected</a:t>
            </a:r>
          </a:p>
        </p:txBody>
      </p:sp>
      <p:pic>
        <p:nvPicPr>
          <p:cNvPr id="109" name="Picture 108">
            <a:extLst>
              <a:ext uri="{FF2B5EF4-FFF2-40B4-BE49-F238E27FC236}">
                <a16:creationId xmlns:a16="http://schemas.microsoft.com/office/drawing/2014/main" id="{7043108D-8E92-47E2-A6EA-AB22298DAFC0}"/>
              </a:ext>
            </a:extLst>
          </p:cNvPr>
          <p:cNvPicPr>
            <a:picLocks noChangeAspect="1"/>
          </p:cNvPicPr>
          <p:nvPr/>
        </p:nvPicPr>
        <p:blipFill rotWithShape="1">
          <a:blip r:embed="rId14"/>
          <a:srcRect l="18811" t="12713" r="15832" b="2341"/>
          <a:stretch/>
        </p:blipFill>
        <p:spPr>
          <a:xfrm>
            <a:off x="8873440" y="1784718"/>
            <a:ext cx="2210663" cy="1001127"/>
          </a:xfrm>
          <a:prstGeom prst="rect">
            <a:avLst/>
          </a:prstGeom>
        </p:spPr>
      </p:pic>
      <p:pic>
        <p:nvPicPr>
          <p:cNvPr id="110" name="Picture 109">
            <a:extLst>
              <a:ext uri="{FF2B5EF4-FFF2-40B4-BE49-F238E27FC236}">
                <a16:creationId xmlns:a16="http://schemas.microsoft.com/office/drawing/2014/main" id="{10511FDB-DE24-4EFA-AFFB-3BEC7189F69E}"/>
              </a:ext>
            </a:extLst>
          </p:cNvPr>
          <p:cNvPicPr>
            <a:picLocks noChangeAspect="1"/>
          </p:cNvPicPr>
          <p:nvPr/>
        </p:nvPicPr>
        <p:blipFill rotWithShape="1">
          <a:blip r:embed="rId15"/>
          <a:srcRect l="26933" t="45099" r="6102" b="2492"/>
          <a:stretch/>
        </p:blipFill>
        <p:spPr>
          <a:xfrm>
            <a:off x="9000491" y="4996481"/>
            <a:ext cx="2102113" cy="1036826"/>
          </a:xfrm>
          <a:prstGeom prst="rect">
            <a:avLst/>
          </a:prstGeom>
        </p:spPr>
      </p:pic>
      <p:pic>
        <p:nvPicPr>
          <p:cNvPr id="111" name="Picture 110">
            <a:extLst>
              <a:ext uri="{FF2B5EF4-FFF2-40B4-BE49-F238E27FC236}">
                <a16:creationId xmlns:a16="http://schemas.microsoft.com/office/drawing/2014/main" id="{347F78E3-1F7D-40F1-9F2B-92CA0A8EB968}"/>
              </a:ext>
            </a:extLst>
          </p:cNvPr>
          <p:cNvPicPr>
            <a:picLocks noChangeAspect="1"/>
          </p:cNvPicPr>
          <p:nvPr/>
        </p:nvPicPr>
        <p:blipFill rotWithShape="1">
          <a:blip r:embed="rId16"/>
          <a:srcRect l="17200" t="11104" r="7919"/>
          <a:stretch/>
        </p:blipFill>
        <p:spPr>
          <a:xfrm>
            <a:off x="8889936" y="3206711"/>
            <a:ext cx="2142300" cy="1389296"/>
          </a:xfrm>
          <a:prstGeom prst="rect">
            <a:avLst/>
          </a:prstGeom>
          <a:ln>
            <a:noFill/>
          </a:ln>
          <a:effectLst>
            <a:outerShdw blurRad="292100" dist="139700" dir="2700000" algn="tl" rotWithShape="0">
              <a:srgbClr val="333333">
                <a:alpha val="65000"/>
              </a:srgbClr>
            </a:outerShdw>
          </a:effectLst>
        </p:spPr>
      </p:pic>
      <p:sp>
        <p:nvSpPr>
          <p:cNvPr id="112" name="TextBox 28">
            <a:extLst>
              <a:ext uri="{FF2B5EF4-FFF2-40B4-BE49-F238E27FC236}">
                <a16:creationId xmlns:a16="http://schemas.microsoft.com/office/drawing/2014/main" id="{864DE05F-EE3D-425B-9437-2A96AC1299F3}"/>
              </a:ext>
            </a:extLst>
          </p:cNvPr>
          <p:cNvSpPr txBox="1">
            <a:spLocks noChangeArrowheads="1"/>
          </p:cNvSpPr>
          <p:nvPr/>
        </p:nvSpPr>
        <p:spPr bwMode="auto">
          <a:xfrm>
            <a:off x="8679855" y="4595137"/>
            <a:ext cx="2562462" cy="276999"/>
          </a:xfrm>
          <a:prstGeom prst="rect">
            <a:avLst/>
          </a:prstGeom>
          <a:noFill/>
          <a:ln>
            <a:noFill/>
            <a:headEnd/>
            <a:tailEnd/>
          </a:ln>
          <a:effectLst/>
        </p:spPr>
        <p:style>
          <a:lnRef idx="1">
            <a:schemeClr val="dk1"/>
          </a:lnRef>
          <a:fillRef idx="2">
            <a:schemeClr val="dk1"/>
          </a:fillRef>
          <a:effectRef idx="1">
            <a:schemeClr val="dk1"/>
          </a:effectRef>
          <a:fontRef idx="minor">
            <a:schemeClr val="dk1"/>
          </a:fontRef>
        </p:style>
        <p:txBody>
          <a:bodyPr wrap="square">
            <a:spAutoFit/>
          </a:bodyPr>
          <a:lstStyle/>
          <a:p>
            <a:pPr algn="ctr">
              <a:defRPr/>
            </a:pPr>
            <a:r>
              <a:rPr lang="en-US" sz="1200" b="1">
                <a:solidFill>
                  <a:schemeClr val="tx1"/>
                </a:solidFill>
              </a:rPr>
              <a:t>Event Monitor &amp; Investigate</a:t>
            </a:r>
          </a:p>
        </p:txBody>
      </p:sp>
      <p:sp>
        <p:nvSpPr>
          <p:cNvPr id="114" name="Slide Number Placeholder 1">
            <a:extLst>
              <a:ext uri="{FF2B5EF4-FFF2-40B4-BE49-F238E27FC236}">
                <a16:creationId xmlns:a16="http://schemas.microsoft.com/office/drawing/2014/main" id="{00EF3876-92D5-4512-A444-92FF3E5EE400}"/>
              </a:ext>
            </a:extLst>
          </p:cNvPr>
          <p:cNvSpPr txBox="1">
            <a:spLocks/>
          </p:cNvSpPr>
          <p:nvPr/>
        </p:nvSpPr>
        <p:spPr>
          <a:xfrm>
            <a:off x="490340" y="6292149"/>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dirty="0"/>
          </a:p>
        </p:txBody>
      </p:sp>
      <p:pic>
        <p:nvPicPr>
          <p:cNvPr id="5" name="Picture 4">
            <a:extLst>
              <a:ext uri="{FF2B5EF4-FFF2-40B4-BE49-F238E27FC236}">
                <a16:creationId xmlns:a16="http://schemas.microsoft.com/office/drawing/2014/main" id="{B134C257-B1B2-4ED4-BFBA-028D965EFB2D}"/>
              </a:ext>
            </a:extLst>
          </p:cNvPr>
          <p:cNvPicPr>
            <a:picLocks noChangeAspect="1"/>
          </p:cNvPicPr>
          <p:nvPr/>
        </p:nvPicPr>
        <p:blipFill>
          <a:blip r:embed="rId17"/>
          <a:stretch>
            <a:fillRect/>
          </a:stretch>
        </p:blipFill>
        <p:spPr>
          <a:xfrm>
            <a:off x="6912922" y="4086323"/>
            <a:ext cx="1495425" cy="1571625"/>
          </a:xfrm>
          <a:prstGeom prst="rect">
            <a:avLst/>
          </a:prstGeom>
        </p:spPr>
      </p:pic>
    </p:spTree>
    <p:extLst>
      <p:ext uri="{BB962C8B-B14F-4D97-AF65-F5344CB8AC3E}">
        <p14:creationId xmlns:p14="http://schemas.microsoft.com/office/powerpoint/2010/main" val="2704724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8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1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1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p:bldP spid="11" grpId="0"/>
      <p:bldP spid="59" grpId="0"/>
      <p:bldP spid="86" grpId="0"/>
      <p:bldP spid="88" grpId="0"/>
      <p:bldP spid="90" grpId="0"/>
      <p:bldP spid="92" grpId="0"/>
      <p:bldP spid="107" grpId="0" animBg="1"/>
      <p:bldP spid="108" grpId="0"/>
      <p:bldP spid="1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65CF-5F4E-4ECE-8C80-7C1674DDA8A7}"/>
              </a:ext>
            </a:extLst>
          </p:cNvPr>
          <p:cNvSpPr>
            <a:spLocks noGrp="1"/>
          </p:cNvSpPr>
          <p:nvPr>
            <p:ph type="title"/>
          </p:nvPr>
        </p:nvSpPr>
        <p:spPr>
          <a:xfrm>
            <a:off x="495299" y="304495"/>
            <a:ext cx="11201401" cy="1077218"/>
          </a:xfrm>
        </p:spPr>
        <p:txBody>
          <a:bodyPr/>
          <a:lstStyle/>
          <a:p>
            <a:r>
              <a:rPr lang="en-US" sz="3200" dirty="0">
                <a:effectLst/>
              </a:rPr>
              <a:t>Asset Performance Management </a:t>
            </a:r>
            <a:br>
              <a:rPr lang="en-US" sz="3200" dirty="0"/>
            </a:br>
            <a:endParaRPr lang="en-US" sz="3200" dirty="0"/>
          </a:p>
        </p:txBody>
      </p:sp>
      <p:sp>
        <p:nvSpPr>
          <p:cNvPr id="3" name="Content Placeholder 2">
            <a:extLst>
              <a:ext uri="{FF2B5EF4-FFF2-40B4-BE49-F238E27FC236}">
                <a16:creationId xmlns:a16="http://schemas.microsoft.com/office/drawing/2014/main" id="{FE51E618-A493-4432-B11B-51E27A5AE576}"/>
              </a:ext>
            </a:extLst>
          </p:cNvPr>
          <p:cNvSpPr>
            <a:spLocks noGrp="1"/>
          </p:cNvSpPr>
          <p:nvPr>
            <p:ph idx="1"/>
          </p:nvPr>
        </p:nvSpPr>
        <p:spPr>
          <a:xfrm>
            <a:off x="495300" y="1200150"/>
            <a:ext cx="11201400" cy="4457700"/>
          </a:xfrm>
        </p:spPr>
        <p:txBody>
          <a:bodyPr/>
          <a:lstStyle/>
          <a:p>
            <a:pPr marL="285750" indent="-285750">
              <a:buFont typeface="Arial" panose="020B0604020202020204" pitchFamily="34" charset="0"/>
              <a:buChar char="•"/>
            </a:pPr>
            <a:r>
              <a:rPr lang="en-US" sz="1600" b="1" dirty="0"/>
              <a:t>Process Monitoring:</a:t>
            </a:r>
            <a:endParaRPr lang="en-US" sz="1600" dirty="0"/>
          </a:p>
          <a:p>
            <a:pPr marL="0" indent="0">
              <a:buNone/>
            </a:pPr>
            <a:r>
              <a:rPr lang="en-US" sz="1600" b="0" dirty="0"/>
              <a:t>Process parameters or variables that affect asset health is configured to track and generate symptoms to show relation to potential or impending failure. Example: pump/ compressor suction temperature.</a:t>
            </a:r>
          </a:p>
          <a:p>
            <a:endParaRPr lang="en-US" sz="1600" dirty="0"/>
          </a:p>
          <a:p>
            <a:pPr marL="285750" indent="-285750">
              <a:buFont typeface="Arial" panose="020B0604020202020204" pitchFamily="34" charset="0"/>
              <a:buChar char="•"/>
            </a:pPr>
            <a:r>
              <a:rPr lang="en-US" sz="1600" b="1" dirty="0"/>
              <a:t>Condition Monitoring:</a:t>
            </a:r>
            <a:endParaRPr lang="en-US" sz="1600" dirty="0"/>
          </a:p>
          <a:p>
            <a:pPr marL="0" indent="0" algn="just">
              <a:buNone/>
            </a:pPr>
            <a:r>
              <a:rPr lang="en-US" sz="1600" b="0" dirty="0"/>
              <a:t>Mechanical / Reliability engineers monitor the condition of assets which involves the condition leading to failure or after failure effects. Example: Post Lube failure, increase in vibration level etc. </a:t>
            </a:r>
          </a:p>
          <a:p>
            <a:pPr algn="just"/>
            <a:endParaRPr lang="en-US" sz="1600" dirty="0"/>
          </a:p>
          <a:p>
            <a:pPr marL="285750" indent="-285750">
              <a:buFont typeface="Arial" panose="020B0604020202020204" pitchFamily="34" charset="0"/>
              <a:buChar char="•"/>
            </a:pPr>
            <a:r>
              <a:rPr lang="en-US" sz="1600" b="1" dirty="0"/>
              <a:t>Performance Monitoring:</a:t>
            </a:r>
            <a:endParaRPr lang="en-US" sz="1600" dirty="0"/>
          </a:p>
          <a:p>
            <a:pPr marL="0" indent="0" algn="just">
              <a:buNone/>
            </a:pPr>
            <a:r>
              <a:rPr lang="en-US" sz="1600" b="0" dirty="0"/>
              <a:t>Engineers in plant wants to analyze equipment performance and identify actions to improve which improves reliability and extension of asset life. Example of the compressor performance monitoring using OEM curves.</a:t>
            </a:r>
          </a:p>
          <a:p>
            <a:pPr marL="285750" indent="-285750">
              <a:buFont typeface="Arial" panose="020B0604020202020204" pitchFamily="34" charset="0"/>
              <a:buChar char="•"/>
            </a:pPr>
            <a:r>
              <a:rPr lang="en-US" sz="1600" b="1" dirty="0"/>
              <a:t>Energy Monitoring:</a:t>
            </a:r>
            <a:endParaRPr lang="en-US" sz="1600" dirty="0"/>
          </a:p>
          <a:p>
            <a:pPr marL="0" indent="0" algn="just">
              <a:buNone/>
            </a:pPr>
            <a:r>
              <a:rPr lang="en-US" sz="1600" b="0" dirty="0"/>
              <a:t>Process or Energy engineer wants to identify bad actor assets with respect to energy consumption based on actual energy deviation from targeted which is calculated using models.</a:t>
            </a:r>
          </a:p>
          <a:p>
            <a:endParaRPr lang="en-US" sz="1600" dirty="0"/>
          </a:p>
        </p:txBody>
      </p:sp>
      <p:sp>
        <p:nvSpPr>
          <p:cNvPr id="4" name="Slide Number Placeholder 3">
            <a:extLst>
              <a:ext uri="{FF2B5EF4-FFF2-40B4-BE49-F238E27FC236}">
                <a16:creationId xmlns:a16="http://schemas.microsoft.com/office/drawing/2014/main" id="{98F6E4C7-D9AA-4736-9D65-E82C3567D8E1}"/>
              </a:ext>
            </a:extLst>
          </p:cNvPr>
          <p:cNvSpPr>
            <a:spLocks noGrp="1"/>
          </p:cNvSpPr>
          <p:nvPr>
            <p:ph type="sldNum" sz="quarter" idx="12"/>
          </p:nvPr>
        </p:nvSpPr>
        <p:spPr/>
        <p:txBody>
          <a:bodyPr/>
          <a:lstStyle/>
          <a:p>
            <a:fld id="{7B94EC18-1D2B-4535-B738-0E53AFE26620}" type="slidenum">
              <a:rPr lang="en-US" smtClean="0"/>
              <a:t>20</a:t>
            </a:fld>
            <a:endParaRPr lang="en-US"/>
          </a:p>
        </p:txBody>
      </p:sp>
    </p:spTree>
    <p:extLst>
      <p:ext uri="{BB962C8B-B14F-4D97-AF65-F5344CB8AC3E}">
        <p14:creationId xmlns:p14="http://schemas.microsoft.com/office/powerpoint/2010/main" val="2881739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17B6EEB-ED3D-460E-806E-FC2DECE86D2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808052" y="1705119"/>
            <a:ext cx="6934200" cy="4540610"/>
          </a:xfrm>
          <a:prstGeom prst="rect">
            <a:avLst/>
          </a:prstGeom>
        </p:spPr>
      </p:pic>
      <p:sp>
        <p:nvSpPr>
          <p:cNvPr id="2" name="Title 1">
            <a:extLst>
              <a:ext uri="{FF2B5EF4-FFF2-40B4-BE49-F238E27FC236}">
                <a16:creationId xmlns:a16="http://schemas.microsoft.com/office/drawing/2014/main" id="{5ADC4505-5194-42BA-B31D-4E6903AD93FE}"/>
              </a:ext>
            </a:extLst>
          </p:cNvPr>
          <p:cNvSpPr>
            <a:spLocks noGrp="1"/>
          </p:cNvSpPr>
          <p:nvPr>
            <p:ph type="title"/>
          </p:nvPr>
        </p:nvSpPr>
        <p:spPr>
          <a:xfrm>
            <a:off x="495299" y="304495"/>
            <a:ext cx="11201401" cy="984885"/>
          </a:xfrm>
        </p:spPr>
        <p:txBody>
          <a:bodyPr/>
          <a:lstStyle/>
          <a:p>
            <a:r>
              <a:rPr lang="en-US" sz="3200" b="1" dirty="0"/>
              <a:t>Equipment Performance Overview</a:t>
            </a:r>
            <a:br>
              <a:rPr lang="en-US" sz="3200" b="1" dirty="0"/>
            </a:br>
            <a:endParaRPr lang="en-US" sz="3200" dirty="0"/>
          </a:p>
        </p:txBody>
      </p:sp>
      <p:sp>
        <p:nvSpPr>
          <p:cNvPr id="3" name="Content Placeholder 2">
            <a:extLst>
              <a:ext uri="{FF2B5EF4-FFF2-40B4-BE49-F238E27FC236}">
                <a16:creationId xmlns:a16="http://schemas.microsoft.com/office/drawing/2014/main" id="{935D8489-D28E-43FC-9E17-927A958D1052}"/>
              </a:ext>
            </a:extLst>
          </p:cNvPr>
          <p:cNvSpPr>
            <a:spLocks noGrp="1"/>
          </p:cNvSpPr>
          <p:nvPr>
            <p:ph idx="1"/>
          </p:nvPr>
        </p:nvSpPr>
        <p:spPr>
          <a:xfrm>
            <a:off x="172331" y="1844246"/>
            <a:ext cx="4635721" cy="3972606"/>
          </a:xfrm>
        </p:spPr>
        <p:txBody>
          <a:bodyPr/>
          <a:lstStyle/>
          <a:p>
            <a:pPr marL="285750" lvl="0" indent="-285750" algn="just" defTabSz="457200" eaLnBrk="0" fontAlgn="base" hangingPunct="0">
              <a:spcBef>
                <a:spcPct val="20000"/>
              </a:spcBef>
              <a:spcAft>
                <a:spcPct val="0"/>
              </a:spcAft>
              <a:buClr>
                <a:srgbClr val="C00000"/>
              </a:buClr>
              <a:buFont typeface="Wingdings" panose="05000000000000000000" pitchFamily="2" charset="2"/>
              <a:buChar char="Ø"/>
            </a:pPr>
            <a:r>
              <a:rPr lang="en-US" sz="1600" dirty="0">
                <a:solidFill>
                  <a:srgbClr val="000000"/>
                </a:solidFill>
                <a:latin typeface="Arial" pitchFamily="34" charset="0"/>
                <a:cs typeface="Arial" pitchFamily="34" charset="0"/>
              </a:rPr>
              <a:t>After navigating to equipment performance 	application, user is presented with below 	fields</a:t>
            </a:r>
          </a:p>
          <a:p>
            <a:pPr marL="285750" lvl="0" indent="-285750" algn="just" defTabSz="457200" eaLnBrk="0" fontAlgn="base" hangingPunct="0">
              <a:spcBef>
                <a:spcPct val="20000"/>
              </a:spcBef>
              <a:spcAft>
                <a:spcPct val="0"/>
              </a:spcAft>
              <a:buClr>
                <a:srgbClr val="C00000"/>
              </a:buClr>
              <a:buFont typeface="Wingdings" panose="05000000000000000000" pitchFamily="2" charset="2"/>
              <a:buChar char="Ø"/>
            </a:pPr>
            <a:endParaRPr lang="en-US" sz="1600" dirty="0">
              <a:solidFill>
                <a:srgbClr val="000000"/>
              </a:solidFill>
              <a:latin typeface="Arial" pitchFamily="34" charset="0"/>
              <a:cs typeface="Arial" pitchFamily="34" charset="0"/>
            </a:endParaRPr>
          </a:p>
          <a:p>
            <a:pPr marL="800100" lvl="1" indent="-342900" algn="just" defTabSz="457200" eaLnBrk="0" fontAlgn="base" hangingPunct="0">
              <a:spcBef>
                <a:spcPct val="20000"/>
              </a:spcBef>
              <a:spcAft>
                <a:spcPct val="0"/>
              </a:spcAft>
              <a:buClr>
                <a:srgbClr val="C00000"/>
              </a:buClr>
              <a:buFont typeface="+mj-lt"/>
              <a:buAutoNum type="alphaLcParenR"/>
            </a:pPr>
            <a:r>
              <a:rPr lang="en-US" sz="1600" dirty="0">
                <a:solidFill>
                  <a:srgbClr val="000000"/>
                </a:solidFill>
                <a:latin typeface="Arial" pitchFamily="34" charset="0"/>
                <a:cs typeface="Arial" pitchFamily="34" charset="0"/>
              </a:rPr>
              <a:t>The left pane of the page contains </a:t>
            </a:r>
            <a:r>
              <a:rPr lang="en-US" sz="1600" b="1" dirty="0">
                <a:solidFill>
                  <a:srgbClr val="000000"/>
                </a:solidFill>
                <a:latin typeface="Arial" pitchFamily="34" charset="0"/>
                <a:cs typeface="Arial" pitchFamily="34" charset="0"/>
              </a:rPr>
              <a:t>Contents</a:t>
            </a:r>
            <a:r>
              <a:rPr lang="en-US" sz="1600" dirty="0">
                <a:solidFill>
                  <a:srgbClr val="000000"/>
                </a:solidFill>
                <a:latin typeface="Arial" pitchFamily="34" charset="0"/>
                <a:cs typeface="Arial" pitchFamily="34" charset="0"/>
              </a:rPr>
              <a:t> tab.</a:t>
            </a:r>
          </a:p>
          <a:p>
            <a:pPr marL="800100" lvl="1" indent="-342900" algn="just" defTabSz="457200" eaLnBrk="0" fontAlgn="base" hangingPunct="0">
              <a:spcBef>
                <a:spcPct val="20000"/>
              </a:spcBef>
              <a:spcAft>
                <a:spcPct val="0"/>
              </a:spcAft>
              <a:buClr>
                <a:srgbClr val="C00000"/>
              </a:buClr>
              <a:buFont typeface="+mj-lt"/>
              <a:buAutoNum type="alphaLcParenR"/>
            </a:pPr>
            <a:r>
              <a:rPr lang="en-US" sz="1600" dirty="0">
                <a:solidFill>
                  <a:srgbClr val="000000"/>
                </a:solidFill>
                <a:latin typeface="Arial" pitchFamily="34" charset="0"/>
                <a:cs typeface="Arial" pitchFamily="34" charset="0"/>
              </a:rPr>
              <a:t>The pane to the right of the Contents contains the </a:t>
            </a:r>
            <a:r>
              <a:rPr lang="en-US" sz="1600" b="1" dirty="0">
                <a:solidFill>
                  <a:srgbClr val="000000"/>
                </a:solidFill>
                <a:latin typeface="Arial" pitchFamily="34" charset="0"/>
                <a:cs typeface="Arial" pitchFamily="34" charset="0"/>
              </a:rPr>
              <a:t>Assets</a:t>
            </a:r>
            <a:r>
              <a:rPr lang="en-US" sz="1600" dirty="0">
                <a:solidFill>
                  <a:srgbClr val="000000"/>
                </a:solidFill>
                <a:latin typeface="Arial" pitchFamily="34" charset="0"/>
                <a:cs typeface="Arial" pitchFamily="34" charset="0"/>
              </a:rPr>
              <a:t> with selected hierarchy. This shows the list of all assets configured in the hierarchy.</a:t>
            </a:r>
          </a:p>
          <a:p>
            <a:pPr marL="800100" lvl="1" indent="-342900" algn="just" defTabSz="457200" eaLnBrk="0" fontAlgn="base" hangingPunct="0">
              <a:spcBef>
                <a:spcPct val="20000"/>
              </a:spcBef>
              <a:spcAft>
                <a:spcPct val="0"/>
              </a:spcAft>
              <a:buClr>
                <a:srgbClr val="C00000"/>
              </a:buClr>
              <a:buFont typeface="+mj-lt"/>
              <a:buAutoNum type="alphaLcParenR"/>
            </a:pPr>
            <a:r>
              <a:rPr lang="en-US" sz="1600" dirty="0">
                <a:solidFill>
                  <a:srgbClr val="000000"/>
                </a:solidFill>
                <a:latin typeface="Arial" pitchFamily="34" charset="0"/>
                <a:cs typeface="Arial" pitchFamily="34" charset="0"/>
              </a:rPr>
              <a:t>The right pane displays the details of the item selected from the Contents Tab.</a:t>
            </a:r>
          </a:p>
          <a:p>
            <a:pPr marL="800100" lvl="1" indent="-342900" algn="just" defTabSz="457200" eaLnBrk="0" fontAlgn="base" hangingPunct="0">
              <a:spcBef>
                <a:spcPct val="20000"/>
              </a:spcBef>
              <a:spcAft>
                <a:spcPct val="0"/>
              </a:spcAft>
              <a:buClr>
                <a:srgbClr val="C00000"/>
              </a:buClr>
              <a:buFont typeface="+mj-lt"/>
              <a:buAutoNum type="alphaLcParenR"/>
            </a:pPr>
            <a:r>
              <a:rPr lang="en-US" sz="1600" dirty="0">
                <a:solidFill>
                  <a:srgbClr val="000000"/>
                </a:solidFill>
                <a:latin typeface="Arial" pitchFamily="34" charset="0"/>
                <a:cs typeface="Arial" pitchFamily="34" charset="0"/>
              </a:rPr>
              <a:t>It displays the selected Content and Asset Name.</a:t>
            </a:r>
          </a:p>
          <a:p>
            <a:endParaRPr lang="en-US" sz="1600" dirty="0"/>
          </a:p>
        </p:txBody>
      </p:sp>
      <p:sp>
        <p:nvSpPr>
          <p:cNvPr id="4" name="Slide Number Placeholder 3">
            <a:extLst>
              <a:ext uri="{FF2B5EF4-FFF2-40B4-BE49-F238E27FC236}">
                <a16:creationId xmlns:a16="http://schemas.microsoft.com/office/drawing/2014/main" id="{B2258966-EC0E-4C10-A2EA-9D5F3479C274}"/>
              </a:ext>
            </a:extLst>
          </p:cNvPr>
          <p:cNvSpPr>
            <a:spLocks noGrp="1"/>
          </p:cNvSpPr>
          <p:nvPr>
            <p:ph type="sldNum" sz="quarter" idx="12"/>
          </p:nvPr>
        </p:nvSpPr>
        <p:spPr/>
        <p:txBody>
          <a:bodyPr/>
          <a:lstStyle/>
          <a:p>
            <a:fld id="{7B94EC18-1D2B-4535-B738-0E53AFE26620}" type="slidenum">
              <a:rPr lang="en-US" smtClean="0"/>
              <a:t>21</a:t>
            </a:fld>
            <a:endParaRPr lang="en-US"/>
          </a:p>
        </p:txBody>
      </p:sp>
      <p:cxnSp>
        <p:nvCxnSpPr>
          <p:cNvPr id="10" name="Straight Arrow Connector 9">
            <a:extLst>
              <a:ext uri="{FF2B5EF4-FFF2-40B4-BE49-F238E27FC236}">
                <a16:creationId xmlns:a16="http://schemas.microsoft.com/office/drawing/2014/main" id="{D98A883D-472A-44DF-804A-B7888EA2EBEF}"/>
              </a:ext>
            </a:extLst>
          </p:cNvPr>
          <p:cNvCxnSpPr>
            <a:cxnSpLocks/>
          </p:cNvCxnSpPr>
          <p:nvPr/>
        </p:nvCxnSpPr>
        <p:spPr>
          <a:xfrm flipV="1">
            <a:off x="9884283" y="1549112"/>
            <a:ext cx="415417" cy="649303"/>
          </a:xfrm>
          <a:prstGeom prst="straightConnector1">
            <a:avLst/>
          </a:prstGeom>
          <a:noFill/>
          <a:ln w="25400" cap="flat" cmpd="sng" algn="ctr">
            <a:solidFill>
              <a:srgbClr val="FF0000"/>
            </a:solidFill>
            <a:prstDash val="solid"/>
            <a:tailEnd type="triangle"/>
          </a:ln>
          <a:effectLst/>
        </p:spPr>
      </p:cxnSp>
      <p:cxnSp>
        <p:nvCxnSpPr>
          <p:cNvPr id="11" name="Straight Arrow Connector 10">
            <a:extLst>
              <a:ext uri="{FF2B5EF4-FFF2-40B4-BE49-F238E27FC236}">
                <a16:creationId xmlns:a16="http://schemas.microsoft.com/office/drawing/2014/main" id="{CC08B0FA-016E-46EC-A407-130CEEB1AA08}"/>
              </a:ext>
            </a:extLst>
          </p:cNvPr>
          <p:cNvCxnSpPr>
            <a:cxnSpLocks/>
          </p:cNvCxnSpPr>
          <p:nvPr/>
        </p:nvCxnSpPr>
        <p:spPr>
          <a:xfrm flipV="1">
            <a:off x="8459343" y="1603912"/>
            <a:ext cx="255855" cy="453923"/>
          </a:xfrm>
          <a:prstGeom prst="straightConnector1">
            <a:avLst/>
          </a:prstGeom>
          <a:noFill/>
          <a:ln w="25400" cap="flat" cmpd="sng" algn="ctr">
            <a:solidFill>
              <a:srgbClr val="FF0000"/>
            </a:solidFill>
            <a:prstDash val="solid"/>
            <a:tailEnd type="triangle"/>
          </a:ln>
          <a:effectLst/>
        </p:spPr>
      </p:cxnSp>
      <p:cxnSp>
        <p:nvCxnSpPr>
          <p:cNvPr id="13" name="Straight Arrow Connector 12">
            <a:extLst>
              <a:ext uri="{FF2B5EF4-FFF2-40B4-BE49-F238E27FC236}">
                <a16:creationId xmlns:a16="http://schemas.microsoft.com/office/drawing/2014/main" id="{38FF1ED6-EDDF-4E26-BB53-C6581548844A}"/>
              </a:ext>
            </a:extLst>
          </p:cNvPr>
          <p:cNvCxnSpPr>
            <a:cxnSpLocks/>
          </p:cNvCxnSpPr>
          <p:nvPr/>
        </p:nvCxnSpPr>
        <p:spPr>
          <a:xfrm flipV="1">
            <a:off x="5525397" y="1484722"/>
            <a:ext cx="321783" cy="440794"/>
          </a:xfrm>
          <a:prstGeom prst="straightConnector1">
            <a:avLst/>
          </a:prstGeom>
          <a:noFill/>
          <a:ln w="25400" cap="flat" cmpd="sng" algn="ctr">
            <a:solidFill>
              <a:srgbClr val="FF0000"/>
            </a:solidFill>
            <a:prstDash val="solid"/>
            <a:tailEnd type="triangle"/>
          </a:ln>
          <a:effectLst/>
        </p:spPr>
      </p:cxnSp>
      <p:sp>
        <p:nvSpPr>
          <p:cNvPr id="14" name="Rectangle 13">
            <a:extLst>
              <a:ext uri="{FF2B5EF4-FFF2-40B4-BE49-F238E27FC236}">
                <a16:creationId xmlns:a16="http://schemas.microsoft.com/office/drawing/2014/main" id="{E8350CC4-B832-4FDC-B6DE-811B307D9F2B}"/>
              </a:ext>
            </a:extLst>
          </p:cNvPr>
          <p:cNvSpPr/>
          <p:nvPr/>
        </p:nvSpPr>
        <p:spPr>
          <a:xfrm>
            <a:off x="5791315" y="1179780"/>
            <a:ext cx="198237" cy="369332"/>
          </a:xfrm>
          <a:prstGeom prst="rect">
            <a:avLst/>
          </a:prstGeom>
          <a:noFill/>
          <a:ln>
            <a:noFill/>
          </a:ln>
        </p:spPr>
        <p:txBody>
          <a:bodyPr wrap="square" lIns="91440" tIns="45720" rIns="91440" bIns="45720">
            <a:spAutoFit/>
          </a:bodyPr>
          <a:lstStyle/>
          <a:p>
            <a:pPr algn="ctr" defTabSz="457200" eaLnBrk="0" fontAlgn="base" hangingPunct="0">
              <a:spcBef>
                <a:spcPct val="0"/>
              </a:spcBef>
              <a:spcAft>
                <a:spcPct val="0"/>
              </a:spcAft>
            </a:pPr>
            <a:r>
              <a:rPr lang="en-US" b="1" dirty="0">
                <a:ln w="0"/>
                <a:solidFill>
                  <a:srgbClr val="FF0000"/>
                </a:solidFill>
                <a:effectLst>
                  <a:outerShdw blurRad="38100" dist="19050" dir="2700000" algn="tl" rotWithShape="0">
                    <a:srgbClr val="000000">
                      <a:alpha val="40000"/>
                    </a:srgbClr>
                  </a:outerShdw>
                </a:effectLst>
                <a:cs typeface="Arial" panose="020B0604020202020204" pitchFamily="34" charset="0"/>
              </a:rPr>
              <a:t>a</a:t>
            </a:r>
          </a:p>
        </p:txBody>
      </p:sp>
      <p:sp>
        <p:nvSpPr>
          <p:cNvPr id="15" name="Rectangle 14">
            <a:extLst>
              <a:ext uri="{FF2B5EF4-FFF2-40B4-BE49-F238E27FC236}">
                <a16:creationId xmlns:a16="http://schemas.microsoft.com/office/drawing/2014/main" id="{32FDD4CA-AAFA-46B2-8C85-F33A7C0D573C}"/>
              </a:ext>
            </a:extLst>
          </p:cNvPr>
          <p:cNvSpPr/>
          <p:nvPr/>
        </p:nvSpPr>
        <p:spPr>
          <a:xfrm>
            <a:off x="10194327" y="1243921"/>
            <a:ext cx="198237" cy="369332"/>
          </a:xfrm>
          <a:prstGeom prst="rect">
            <a:avLst/>
          </a:prstGeom>
          <a:noFill/>
        </p:spPr>
        <p:txBody>
          <a:bodyPr wrap="square" lIns="91440" tIns="45720" rIns="91440" bIns="45720">
            <a:spAutoFit/>
          </a:bodyPr>
          <a:lstStyle/>
          <a:p>
            <a:pPr algn="ctr" defTabSz="457200" eaLnBrk="0" fontAlgn="base" hangingPunct="0">
              <a:spcBef>
                <a:spcPct val="0"/>
              </a:spcBef>
              <a:spcAft>
                <a:spcPct val="0"/>
              </a:spcAft>
            </a:pPr>
            <a:r>
              <a:rPr lang="en-US" b="1" dirty="0">
                <a:ln w="0"/>
                <a:solidFill>
                  <a:srgbClr val="FF0000"/>
                </a:solidFill>
                <a:effectLst>
                  <a:outerShdw blurRad="38100" dist="19050" dir="2700000" algn="tl" rotWithShape="0">
                    <a:srgbClr val="000000">
                      <a:alpha val="40000"/>
                    </a:srgbClr>
                  </a:outerShdw>
                </a:effectLst>
                <a:cs typeface="Arial" panose="020B0604020202020204" pitchFamily="34" charset="0"/>
              </a:rPr>
              <a:t>c</a:t>
            </a:r>
          </a:p>
        </p:txBody>
      </p:sp>
      <p:sp>
        <p:nvSpPr>
          <p:cNvPr id="16" name="Rectangle 15">
            <a:extLst>
              <a:ext uri="{FF2B5EF4-FFF2-40B4-BE49-F238E27FC236}">
                <a16:creationId xmlns:a16="http://schemas.microsoft.com/office/drawing/2014/main" id="{A22301B7-C9C3-465D-85CB-A387F74F3C7D}"/>
              </a:ext>
            </a:extLst>
          </p:cNvPr>
          <p:cNvSpPr/>
          <p:nvPr/>
        </p:nvSpPr>
        <p:spPr>
          <a:xfrm>
            <a:off x="8644888" y="1285184"/>
            <a:ext cx="198237" cy="369332"/>
          </a:xfrm>
          <a:prstGeom prst="rect">
            <a:avLst/>
          </a:prstGeom>
          <a:noFill/>
        </p:spPr>
        <p:txBody>
          <a:bodyPr wrap="square" lIns="91440" tIns="45720" rIns="91440" bIns="45720">
            <a:spAutoFit/>
          </a:bodyPr>
          <a:lstStyle/>
          <a:p>
            <a:pPr algn="ctr" defTabSz="457200" eaLnBrk="0" fontAlgn="base" hangingPunct="0">
              <a:spcBef>
                <a:spcPct val="0"/>
              </a:spcBef>
              <a:spcAft>
                <a:spcPct val="0"/>
              </a:spcAft>
            </a:pPr>
            <a:r>
              <a:rPr lang="en-US" b="1" dirty="0">
                <a:ln w="0"/>
                <a:solidFill>
                  <a:srgbClr val="FF0000"/>
                </a:solidFill>
                <a:effectLst>
                  <a:outerShdw blurRad="38100" dist="19050" dir="2700000" algn="tl" rotWithShape="0">
                    <a:srgbClr val="000000">
                      <a:alpha val="40000"/>
                    </a:srgbClr>
                  </a:outerShdw>
                </a:effectLst>
                <a:cs typeface="Arial" panose="020B0604020202020204" pitchFamily="34" charset="0"/>
              </a:rPr>
              <a:t>d</a:t>
            </a:r>
          </a:p>
        </p:txBody>
      </p:sp>
      <p:cxnSp>
        <p:nvCxnSpPr>
          <p:cNvPr id="18" name="Straight Arrow Connector 17">
            <a:extLst>
              <a:ext uri="{FF2B5EF4-FFF2-40B4-BE49-F238E27FC236}">
                <a16:creationId xmlns:a16="http://schemas.microsoft.com/office/drawing/2014/main" id="{24118E9B-C9A6-419A-8F99-A67A3007E37A}"/>
              </a:ext>
            </a:extLst>
          </p:cNvPr>
          <p:cNvCxnSpPr>
            <a:cxnSpLocks/>
          </p:cNvCxnSpPr>
          <p:nvPr/>
        </p:nvCxnSpPr>
        <p:spPr>
          <a:xfrm flipV="1">
            <a:off x="6724564" y="1549112"/>
            <a:ext cx="321783" cy="440794"/>
          </a:xfrm>
          <a:prstGeom prst="straightConnector1">
            <a:avLst/>
          </a:prstGeom>
          <a:noFill/>
          <a:ln w="25400" cap="flat" cmpd="sng" algn="ctr">
            <a:solidFill>
              <a:srgbClr val="FF0000"/>
            </a:solidFill>
            <a:prstDash val="solid"/>
            <a:tailEnd type="triangle"/>
          </a:ln>
          <a:effectLst/>
        </p:spPr>
      </p:cxnSp>
      <p:sp>
        <p:nvSpPr>
          <p:cNvPr id="19" name="Rectangle 18">
            <a:extLst>
              <a:ext uri="{FF2B5EF4-FFF2-40B4-BE49-F238E27FC236}">
                <a16:creationId xmlns:a16="http://schemas.microsoft.com/office/drawing/2014/main" id="{A795F3CC-295D-4825-BD8E-EFD3438EA21D}"/>
              </a:ext>
            </a:extLst>
          </p:cNvPr>
          <p:cNvSpPr/>
          <p:nvPr/>
        </p:nvSpPr>
        <p:spPr>
          <a:xfrm>
            <a:off x="6996330" y="1234580"/>
            <a:ext cx="198237" cy="369332"/>
          </a:xfrm>
          <a:prstGeom prst="rect">
            <a:avLst/>
          </a:prstGeom>
          <a:noFill/>
        </p:spPr>
        <p:txBody>
          <a:bodyPr wrap="square" lIns="91440" tIns="45720" rIns="91440" bIns="45720">
            <a:spAutoFit/>
          </a:bodyPr>
          <a:lstStyle/>
          <a:p>
            <a:pPr algn="ctr" defTabSz="457200" eaLnBrk="0" fontAlgn="base" hangingPunct="0">
              <a:spcBef>
                <a:spcPct val="0"/>
              </a:spcBef>
              <a:spcAft>
                <a:spcPct val="0"/>
              </a:spcAft>
            </a:pPr>
            <a:r>
              <a:rPr lang="en-US" b="1" dirty="0">
                <a:ln w="0"/>
                <a:solidFill>
                  <a:srgbClr val="FF0000"/>
                </a:solidFill>
                <a:effectLst>
                  <a:outerShdw blurRad="38100" dist="19050" dir="2700000" algn="tl" rotWithShape="0">
                    <a:srgbClr val="000000">
                      <a:alpha val="40000"/>
                    </a:srgbClr>
                  </a:outerShdw>
                </a:effectLst>
                <a:cs typeface="Arial" panose="020B0604020202020204" pitchFamily="34" charset="0"/>
              </a:rPr>
              <a:t>b</a:t>
            </a:r>
          </a:p>
        </p:txBody>
      </p:sp>
    </p:spTree>
    <p:extLst>
      <p:ext uri="{BB962C8B-B14F-4D97-AF65-F5344CB8AC3E}">
        <p14:creationId xmlns:p14="http://schemas.microsoft.com/office/powerpoint/2010/main" val="1867010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B1530-6C93-49D3-8E74-7537D49B73B7}"/>
              </a:ext>
            </a:extLst>
          </p:cNvPr>
          <p:cNvSpPr>
            <a:spLocks noGrp="1"/>
          </p:cNvSpPr>
          <p:nvPr>
            <p:ph type="title"/>
          </p:nvPr>
        </p:nvSpPr>
        <p:spPr>
          <a:xfrm>
            <a:off x="495299" y="495299"/>
            <a:ext cx="11201401" cy="492443"/>
          </a:xfrm>
        </p:spPr>
        <p:txBody>
          <a:bodyPr/>
          <a:lstStyle/>
          <a:p>
            <a:r>
              <a:rPr lang="en-US" sz="3200" b="1" dirty="0"/>
              <a:t>Equipment Performance Overview</a:t>
            </a:r>
            <a:endParaRPr lang="en-US" sz="3200" dirty="0"/>
          </a:p>
        </p:txBody>
      </p:sp>
      <p:sp>
        <p:nvSpPr>
          <p:cNvPr id="3" name="Content Placeholder 2">
            <a:extLst>
              <a:ext uri="{FF2B5EF4-FFF2-40B4-BE49-F238E27FC236}">
                <a16:creationId xmlns:a16="http://schemas.microsoft.com/office/drawing/2014/main" id="{4339B3F1-0EF2-41C0-9C19-82768CCD55CC}"/>
              </a:ext>
            </a:extLst>
          </p:cNvPr>
          <p:cNvSpPr>
            <a:spLocks noGrp="1"/>
          </p:cNvSpPr>
          <p:nvPr>
            <p:ph idx="1"/>
          </p:nvPr>
        </p:nvSpPr>
        <p:spPr>
          <a:xfrm>
            <a:off x="495300" y="1409701"/>
            <a:ext cx="7076092" cy="4457700"/>
          </a:xfrm>
        </p:spPr>
        <p:txBody>
          <a:bodyPr/>
          <a:lstStyle/>
          <a:p>
            <a:pPr marL="169863" lvl="0" indent="-457200" algn="just" defTabSz="457200" eaLnBrk="0" fontAlgn="base" hangingPunct="0">
              <a:spcBef>
                <a:spcPct val="20000"/>
              </a:spcBef>
              <a:spcAft>
                <a:spcPct val="0"/>
              </a:spcAft>
              <a:buClr>
                <a:srgbClr val="C00000"/>
              </a:buClr>
              <a:buFont typeface="Wingdings" panose="05000000000000000000" pitchFamily="2" charset="2"/>
              <a:buChar char="Ø"/>
            </a:pPr>
            <a:r>
              <a:rPr lang="en-US" sz="1600" b="1" dirty="0">
                <a:solidFill>
                  <a:srgbClr val="000000"/>
                </a:solidFill>
                <a:latin typeface="Arial" pitchFamily="34" charset="0"/>
                <a:cs typeface="Arial" pitchFamily="34" charset="0"/>
              </a:rPr>
              <a:t>Contents Tab</a:t>
            </a:r>
          </a:p>
          <a:p>
            <a:pPr marL="800100" lvl="2" indent="-342900" algn="just" defTabSz="457200" eaLnBrk="0" fontAlgn="base" hangingPunct="0">
              <a:spcBef>
                <a:spcPct val="20000"/>
              </a:spcBef>
              <a:spcAft>
                <a:spcPct val="0"/>
              </a:spcAft>
              <a:buClr>
                <a:srgbClr val="C00000"/>
              </a:buClr>
              <a:buSzPct val="100000"/>
              <a:buFont typeface="+mj-lt"/>
              <a:buAutoNum type="arabicPeriod"/>
            </a:pPr>
            <a:r>
              <a:rPr lang="en-AU" altLang="en-US" sz="1600" dirty="0">
                <a:solidFill>
                  <a:srgbClr val="000000"/>
                </a:solidFill>
                <a:latin typeface="Arial" pitchFamily="34" charset="0"/>
                <a:cs typeface="Arial" pitchFamily="34" charset="0"/>
              </a:rPr>
              <a:t>The content tab is a list of all displays configured on the system. Selecting an item on the content tab opens the respective views. The tab consist of 5 sections:</a:t>
            </a:r>
          </a:p>
          <a:p>
            <a:pPr marL="1316037" lvl="3" indent="-342900" algn="just" defTabSz="457200" eaLnBrk="0" fontAlgn="base" hangingPunct="0">
              <a:spcBef>
                <a:spcPct val="20000"/>
              </a:spcBef>
              <a:spcAft>
                <a:spcPct val="0"/>
              </a:spcAft>
              <a:buClr>
                <a:srgbClr val="C00000"/>
              </a:buClr>
              <a:buSzPct val="100000"/>
              <a:buFont typeface="+mj-lt"/>
              <a:buAutoNum type="alphaLcPeriod"/>
            </a:pPr>
            <a:r>
              <a:rPr lang="en-AU" altLang="en-US" sz="1600" dirty="0">
                <a:solidFill>
                  <a:srgbClr val="000000"/>
                </a:solidFill>
                <a:latin typeface="Arial" pitchFamily="34" charset="0"/>
                <a:cs typeface="Arial" pitchFamily="34" charset="0"/>
              </a:rPr>
              <a:t>Dashboards</a:t>
            </a:r>
          </a:p>
          <a:p>
            <a:pPr marL="1316037" lvl="3" indent="-342900" algn="just" defTabSz="457200" eaLnBrk="0" fontAlgn="base" hangingPunct="0">
              <a:spcBef>
                <a:spcPct val="20000"/>
              </a:spcBef>
              <a:spcAft>
                <a:spcPct val="0"/>
              </a:spcAft>
              <a:buClr>
                <a:srgbClr val="C00000"/>
              </a:buClr>
              <a:buSzPct val="100000"/>
              <a:buFont typeface="+mj-lt"/>
              <a:buAutoNum type="alphaLcPeriod"/>
            </a:pPr>
            <a:r>
              <a:rPr lang="en-AU" altLang="en-US" sz="1600" dirty="0">
                <a:solidFill>
                  <a:srgbClr val="000000"/>
                </a:solidFill>
                <a:latin typeface="Arial" pitchFamily="34" charset="0"/>
                <a:cs typeface="Arial" pitchFamily="34" charset="0"/>
              </a:rPr>
              <a:t>Event Management</a:t>
            </a:r>
          </a:p>
          <a:p>
            <a:pPr marL="1316037" lvl="3" indent="-342900" algn="just" defTabSz="457200" eaLnBrk="0" fontAlgn="base" hangingPunct="0">
              <a:spcBef>
                <a:spcPct val="20000"/>
              </a:spcBef>
              <a:spcAft>
                <a:spcPct val="0"/>
              </a:spcAft>
              <a:buClr>
                <a:srgbClr val="C00000"/>
              </a:buClr>
              <a:buSzPct val="100000"/>
              <a:buFont typeface="+mj-lt"/>
              <a:buAutoNum type="alphaLcPeriod"/>
            </a:pPr>
            <a:r>
              <a:rPr lang="en-AU" altLang="en-US" sz="1600" dirty="0">
                <a:solidFill>
                  <a:srgbClr val="000000"/>
                </a:solidFill>
                <a:latin typeface="Arial" pitchFamily="34" charset="0"/>
                <a:cs typeface="Arial" pitchFamily="34" charset="0"/>
              </a:rPr>
              <a:t>Detail Views</a:t>
            </a:r>
          </a:p>
          <a:p>
            <a:pPr marL="1316037" lvl="3" indent="-342900" algn="just" defTabSz="457200" eaLnBrk="0" fontAlgn="base" hangingPunct="0">
              <a:spcBef>
                <a:spcPct val="20000"/>
              </a:spcBef>
              <a:spcAft>
                <a:spcPct val="0"/>
              </a:spcAft>
              <a:buClr>
                <a:srgbClr val="C00000"/>
              </a:buClr>
              <a:buSzPct val="100000"/>
              <a:buFont typeface="+mj-lt"/>
              <a:buAutoNum type="alphaLcPeriod"/>
            </a:pPr>
            <a:r>
              <a:rPr lang="en-AU" altLang="en-US" sz="1600" dirty="0">
                <a:solidFill>
                  <a:srgbClr val="000000"/>
                </a:solidFill>
                <a:latin typeface="Arial" pitchFamily="34" charset="0"/>
                <a:cs typeface="Arial" pitchFamily="34" charset="0"/>
              </a:rPr>
              <a:t>Configuration</a:t>
            </a:r>
          </a:p>
          <a:p>
            <a:pPr marL="1316037" lvl="3" indent="-342900" algn="just" defTabSz="457200" eaLnBrk="0" fontAlgn="base" hangingPunct="0">
              <a:spcBef>
                <a:spcPct val="20000"/>
              </a:spcBef>
              <a:spcAft>
                <a:spcPct val="0"/>
              </a:spcAft>
              <a:buClr>
                <a:srgbClr val="C00000"/>
              </a:buClr>
              <a:buSzPct val="100000"/>
              <a:buFont typeface="+mj-lt"/>
              <a:buAutoNum type="alphaLcPeriod"/>
            </a:pPr>
            <a:r>
              <a:rPr lang="en-AU" altLang="en-US" sz="1600" dirty="0">
                <a:solidFill>
                  <a:srgbClr val="000000"/>
                </a:solidFill>
                <a:latin typeface="Arial" pitchFamily="34" charset="0"/>
                <a:cs typeface="Arial" pitchFamily="34" charset="0"/>
              </a:rPr>
              <a:t>Information</a:t>
            </a:r>
          </a:p>
          <a:p>
            <a:pPr marL="800100" lvl="2" indent="-342900" algn="just" defTabSz="457200" eaLnBrk="0" fontAlgn="base" hangingPunct="0">
              <a:spcBef>
                <a:spcPct val="20000"/>
              </a:spcBef>
              <a:spcAft>
                <a:spcPct val="0"/>
              </a:spcAft>
              <a:buClr>
                <a:srgbClr val="C00000"/>
              </a:buClr>
              <a:buSzPct val="100000"/>
              <a:buFont typeface="+mj-lt"/>
              <a:buAutoNum type="arabicPeriod" startAt="2"/>
            </a:pPr>
            <a:r>
              <a:rPr lang="en-AU" altLang="en-US" sz="1600" dirty="0">
                <a:solidFill>
                  <a:srgbClr val="000000"/>
                </a:solidFill>
                <a:latin typeface="Arial" pitchFamily="34" charset="0"/>
                <a:cs typeface="Arial" pitchFamily="34" charset="0"/>
              </a:rPr>
              <a:t>The user can click on the arrow next to the asset to expand or collapse the content sub menu items.</a:t>
            </a:r>
          </a:p>
          <a:p>
            <a:pPr marL="800100" lvl="2" indent="-342900" algn="just" defTabSz="457200" eaLnBrk="0" fontAlgn="base" hangingPunct="0">
              <a:spcBef>
                <a:spcPct val="20000"/>
              </a:spcBef>
              <a:spcAft>
                <a:spcPct val="0"/>
              </a:spcAft>
              <a:buClr>
                <a:srgbClr val="C00000"/>
              </a:buClr>
              <a:buSzPct val="100000"/>
              <a:buFont typeface="+mj-lt"/>
              <a:buAutoNum type="arabicPeriod" startAt="2"/>
            </a:pPr>
            <a:r>
              <a:rPr lang="en-US" sz="1600" dirty="0">
                <a:solidFill>
                  <a:srgbClr val="000000"/>
                </a:solidFill>
                <a:latin typeface="Arial" pitchFamily="34" charset="0"/>
                <a:cs typeface="Arial" pitchFamily="34" charset="0"/>
              </a:rPr>
              <a:t>Some of the views in the contents tree can be opened either in the current tab, or in a new tab. If the option exists, the Open in New Tab icon appears when you hover the mouse over the selection in the tree.</a:t>
            </a:r>
            <a:r>
              <a:rPr lang="en-AU" altLang="en-US" sz="1600" dirty="0">
                <a:solidFill>
                  <a:srgbClr val="000000"/>
                </a:solidFill>
                <a:latin typeface="Arial" pitchFamily="34" charset="0"/>
                <a:cs typeface="Arial" pitchFamily="34" charset="0"/>
              </a:rPr>
              <a:t>Alternately assets can be searched by their names or key words.</a:t>
            </a:r>
          </a:p>
          <a:p>
            <a:pPr marL="0" indent="0">
              <a:buNone/>
            </a:pPr>
            <a:endParaRPr lang="en-US" sz="1600" dirty="0"/>
          </a:p>
        </p:txBody>
      </p:sp>
      <p:sp>
        <p:nvSpPr>
          <p:cNvPr id="4" name="Slide Number Placeholder 3">
            <a:extLst>
              <a:ext uri="{FF2B5EF4-FFF2-40B4-BE49-F238E27FC236}">
                <a16:creationId xmlns:a16="http://schemas.microsoft.com/office/drawing/2014/main" id="{BD7CFEF9-9E88-483A-97AC-CBD832C97A79}"/>
              </a:ext>
            </a:extLst>
          </p:cNvPr>
          <p:cNvSpPr>
            <a:spLocks noGrp="1"/>
          </p:cNvSpPr>
          <p:nvPr>
            <p:ph type="sldNum" sz="quarter" idx="12"/>
          </p:nvPr>
        </p:nvSpPr>
        <p:spPr/>
        <p:txBody>
          <a:bodyPr/>
          <a:lstStyle/>
          <a:p>
            <a:fld id="{7B94EC18-1D2B-4535-B738-0E53AFE26620}" type="slidenum">
              <a:rPr lang="en-US" smtClean="0"/>
              <a:t>22</a:t>
            </a:fld>
            <a:endParaRPr lang="en-US"/>
          </a:p>
        </p:txBody>
      </p:sp>
      <p:grpSp>
        <p:nvGrpSpPr>
          <p:cNvPr id="27" name="Group 26">
            <a:extLst>
              <a:ext uri="{FF2B5EF4-FFF2-40B4-BE49-F238E27FC236}">
                <a16:creationId xmlns:a16="http://schemas.microsoft.com/office/drawing/2014/main" id="{D86524B1-4B84-4B79-B7B9-18CA04FFAE67}"/>
              </a:ext>
            </a:extLst>
          </p:cNvPr>
          <p:cNvGrpSpPr/>
          <p:nvPr/>
        </p:nvGrpSpPr>
        <p:grpSpPr>
          <a:xfrm>
            <a:off x="7927414" y="987742"/>
            <a:ext cx="3468966" cy="5501272"/>
            <a:chOff x="8639634" y="671761"/>
            <a:chExt cx="3468966" cy="5501272"/>
          </a:xfrm>
        </p:grpSpPr>
        <p:pic>
          <p:nvPicPr>
            <p:cNvPr id="28" name="Picture 27">
              <a:extLst>
                <a:ext uri="{FF2B5EF4-FFF2-40B4-BE49-F238E27FC236}">
                  <a16:creationId xmlns:a16="http://schemas.microsoft.com/office/drawing/2014/main" id="{7ED504D4-0609-4160-A4BD-1F4DA6D5109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338490" y="671761"/>
              <a:ext cx="2265940" cy="5501272"/>
            </a:xfrm>
            <a:prstGeom prst="rect">
              <a:avLst/>
            </a:prstGeom>
          </p:spPr>
        </p:pic>
        <p:sp>
          <p:nvSpPr>
            <p:cNvPr id="29" name="Rectangle 28">
              <a:extLst>
                <a:ext uri="{FF2B5EF4-FFF2-40B4-BE49-F238E27FC236}">
                  <a16:creationId xmlns:a16="http://schemas.microsoft.com/office/drawing/2014/main" id="{5C115202-F44C-4C00-9BFD-C527F29A85FB}"/>
                </a:ext>
              </a:extLst>
            </p:cNvPr>
            <p:cNvSpPr/>
            <p:nvPr/>
          </p:nvSpPr>
          <p:spPr>
            <a:xfrm>
              <a:off x="9347203" y="1520021"/>
              <a:ext cx="1640114" cy="338554"/>
            </a:xfrm>
            <a:prstGeom prst="rect">
              <a:avLst/>
            </a:prstGeom>
            <a:noFill/>
            <a:ln w="25400" cap="flat" cmpd="sng" algn="ctr">
              <a:solidFill>
                <a:srgbClr val="FF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707070"/>
                </a:solidFill>
                <a:effectLst/>
                <a:uLnTx/>
                <a:uFillTx/>
                <a:latin typeface="Arial"/>
                <a:ea typeface="+mn-ea"/>
                <a:cs typeface="+mn-cs"/>
              </a:endParaRPr>
            </a:p>
          </p:txBody>
        </p:sp>
        <p:sp>
          <p:nvSpPr>
            <p:cNvPr id="30" name="Rectangle 29">
              <a:extLst>
                <a:ext uri="{FF2B5EF4-FFF2-40B4-BE49-F238E27FC236}">
                  <a16:creationId xmlns:a16="http://schemas.microsoft.com/office/drawing/2014/main" id="{945281A6-92CB-4F8F-8C7B-1D3A18D4E03E}"/>
                </a:ext>
              </a:extLst>
            </p:cNvPr>
            <p:cNvSpPr/>
            <p:nvPr/>
          </p:nvSpPr>
          <p:spPr>
            <a:xfrm>
              <a:off x="8650517" y="912513"/>
              <a:ext cx="534468" cy="338554"/>
            </a:xfrm>
            <a:prstGeom prst="rect">
              <a:avLst/>
            </a:prstGeom>
            <a:noFill/>
            <a:ln>
              <a:noFill/>
            </a:ln>
          </p:spPr>
          <p:txBody>
            <a:bodyPr wrap="square" lIns="91440" tIns="45720" rIns="91440" bIns="45720">
              <a:spAutoFit/>
            </a:bodyPr>
            <a:lstStyle/>
            <a:p>
              <a:pPr marL="0" marR="0" lvl="0" indent="0" algn="ctr" defTabSz="45720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a:ln w="0"/>
                  <a:solidFill>
                    <a:srgbClr val="FF0000"/>
                  </a:solidFill>
                  <a:effectLst>
                    <a:outerShdw blurRad="38100" dist="19050" dir="2700000" algn="tl" rotWithShape="0">
                      <a:srgbClr val="000000">
                        <a:alpha val="40000"/>
                      </a:srgbClr>
                    </a:outerShdw>
                  </a:effectLst>
                  <a:uLnTx/>
                  <a:uFillTx/>
                  <a:cs typeface="Arial" panose="020B0604020202020204" pitchFamily="34" charset="0"/>
                </a:rPr>
                <a:t>1.a</a:t>
              </a:r>
            </a:p>
          </p:txBody>
        </p:sp>
        <p:sp>
          <p:nvSpPr>
            <p:cNvPr id="31" name="Rectangle 30">
              <a:extLst>
                <a:ext uri="{FF2B5EF4-FFF2-40B4-BE49-F238E27FC236}">
                  <a16:creationId xmlns:a16="http://schemas.microsoft.com/office/drawing/2014/main" id="{62223C78-27F0-4563-8B1A-7817A9E5602F}"/>
                </a:ext>
              </a:extLst>
            </p:cNvPr>
            <p:cNvSpPr/>
            <p:nvPr/>
          </p:nvSpPr>
          <p:spPr>
            <a:xfrm>
              <a:off x="8650517" y="1542592"/>
              <a:ext cx="534468" cy="338554"/>
            </a:xfrm>
            <a:prstGeom prst="rect">
              <a:avLst/>
            </a:prstGeom>
            <a:noFill/>
            <a:ln>
              <a:noFill/>
            </a:ln>
          </p:spPr>
          <p:txBody>
            <a:bodyPr wrap="square" lIns="91440" tIns="45720" rIns="91440" bIns="45720">
              <a:spAutoFit/>
            </a:bodyPr>
            <a:lstStyle/>
            <a:p>
              <a:pPr marL="0" marR="0" lvl="0" indent="0" algn="ctr" defTabSz="45720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w="0"/>
                  <a:solidFill>
                    <a:srgbClr val="FF0000"/>
                  </a:solidFill>
                  <a:effectLst>
                    <a:outerShdw blurRad="38100" dist="19050" dir="2700000" algn="tl" rotWithShape="0">
                      <a:srgbClr val="000000">
                        <a:alpha val="40000"/>
                      </a:srgbClr>
                    </a:outerShdw>
                  </a:effectLst>
                  <a:uLnTx/>
                  <a:uFillTx/>
                  <a:cs typeface="Arial" panose="020B0604020202020204" pitchFamily="34" charset="0"/>
                </a:rPr>
                <a:t>1.b</a:t>
              </a:r>
            </a:p>
          </p:txBody>
        </p:sp>
        <p:sp>
          <p:nvSpPr>
            <p:cNvPr id="32" name="Rectangle 31">
              <a:extLst>
                <a:ext uri="{FF2B5EF4-FFF2-40B4-BE49-F238E27FC236}">
                  <a16:creationId xmlns:a16="http://schemas.microsoft.com/office/drawing/2014/main" id="{B2625DDE-2E1D-4B32-9819-48773A25DF68}"/>
                </a:ext>
              </a:extLst>
            </p:cNvPr>
            <p:cNvSpPr/>
            <p:nvPr/>
          </p:nvSpPr>
          <p:spPr>
            <a:xfrm>
              <a:off x="9347203" y="2078035"/>
              <a:ext cx="1640114" cy="338554"/>
            </a:xfrm>
            <a:prstGeom prst="rect">
              <a:avLst/>
            </a:prstGeom>
            <a:noFill/>
            <a:ln w="25400" cap="flat" cmpd="sng" algn="ctr">
              <a:solidFill>
                <a:srgbClr val="FF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707070"/>
                </a:solidFill>
                <a:effectLst/>
                <a:uLnTx/>
                <a:uFillTx/>
                <a:latin typeface="Arial"/>
                <a:ea typeface="+mn-ea"/>
                <a:cs typeface="+mn-cs"/>
              </a:endParaRPr>
            </a:p>
          </p:txBody>
        </p:sp>
        <p:sp>
          <p:nvSpPr>
            <p:cNvPr id="33" name="Rectangle 32">
              <a:extLst>
                <a:ext uri="{FF2B5EF4-FFF2-40B4-BE49-F238E27FC236}">
                  <a16:creationId xmlns:a16="http://schemas.microsoft.com/office/drawing/2014/main" id="{60267B84-AF30-4A73-BE84-DFEAE9430F6C}"/>
                </a:ext>
              </a:extLst>
            </p:cNvPr>
            <p:cNvSpPr/>
            <p:nvPr/>
          </p:nvSpPr>
          <p:spPr>
            <a:xfrm>
              <a:off x="9339947" y="926614"/>
              <a:ext cx="1640114" cy="338554"/>
            </a:xfrm>
            <a:prstGeom prst="rect">
              <a:avLst/>
            </a:prstGeom>
            <a:noFill/>
            <a:ln w="25400" cap="flat" cmpd="sng" algn="ctr">
              <a:solidFill>
                <a:srgbClr val="FF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707070"/>
                </a:solidFill>
                <a:effectLst/>
                <a:uLnTx/>
                <a:uFillTx/>
                <a:latin typeface="Arial"/>
                <a:ea typeface="+mn-ea"/>
                <a:cs typeface="+mn-cs"/>
              </a:endParaRPr>
            </a:p>
          </p:txBody>
        </p:sp>
        <p:sp>
          <p:nvSpPr>
            <p:cNvPr id="34" name="Rectangle 33">
              <a:extLst>
                <a:ext uri="{FF2B5EF4-FFF2-40B4-BE49-F238E27FC236}">
                  <a16:creationId xmlns:a16="http://schemas.microsoft.com/office/drawing/2014/main" id="{DED2CE31-098A-4F9E-8F11-895919D4F838}"/>
                </a:ext>
              </a:extLst>
            </p:cNvPr>
            <p:cNvSpPr/>
            <p:nvPr/>
          </p:nvSpPr>
          <p:spPr>
            <a:xfrm>
              <a:off x="8639634" y="2029371"/>
              <a:ext cx="534468" cy="338554"/>
            </a:xfrm>
            <a:prstGeom prst="rect">
              <a:avLst/>
            </a:prstGeom>
            <a:noFill/>
            <a:ln>
              <a:noFill/>
            </a:ln>
          </p:spPr>
          <p:txBody>
            <a:bodyPr wrap="square" lIns="91440" tIns="45720" rIns="91440" bIns="45720">
              <a:spAutoFit/>
            </a:bodyPr>
            <a:lstStyle/>
            <a:p>
              <a:pPr marL="0" marR="0" lvl="0" indent="0" algn="ctr" defTabSz="45720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w="0"/>
                  <a:solidFill>
                    <a:srgbClr val="FF0000"/>
                  </a:solidFill>
                  <a:effectLst>
                    <a:outerShdw blurRad="38100" dist="19050" dir="2700000" algn="tl" rotWithShape="0">
                      <a:srgbClr val="000000">
                        <a:alpha val="40000"/>
                      </a:srgbClr>
                    </a:outerShdw>
                  </a:effectLst>
                  <a:uLnTx/>
                  <a:uFillTx/>
                  <a:cs typeface="Arial" panose="020B0604020202020204" pitchFamily="34" charset="0"/>
                </a:rPr>
                <a:t>1.c</a:t>
              </a:r>
            </a:p>
          </p:txBody>
        </p:sp>
        <p:sp>
          <p:nvSpPr>
            <p:cNvPr id="35" name="Rectangle 34">
              <a:extLst>
                <a:ext uri="{FF2B5EF4-FFF2-40B4-BE49-F238E27FC236}">
                  <a16:creationId xmlns:a16="http://schemas.microsoft.com/office/drawing/2014/main" id="{9ECA57A6-2D2A-4EDE-B684-EC5FC91341F7}"/>
                </a:ext>
              </a:extLst>
            </p:cNvPr>
            <p:cNvSpPr/>
            <p:nvPr/>
          </p:nvSpPr>
          <p:spPr>
            <a:xfrm>
              <a:off x="9351307" y="2819194"/>
              <a:ext cx="1640114" cy="338554"/>
            </a:xfrm>
            <a:prstGeom prst="rect">
              <a:avLst/>
            </a:prstGeom>
            <a:noFill/>
            <a:ln w="25400" cap="flat" cmpd="sng" algn="ctr">
              <a:solidFill>
                <a:srgbClr val="FF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707070"/>
                </a:solidFill>
                <a:effectLst/>
                <a:uLnTx/>
                <a:uFillTx/>
                <a:latin typeface="Arial"/>
                <a:ea typeface="+mn-ea"/>
                <a:cs typeface="+mn-cs"/>
              </a:endParaRPr>
            </a:p>
          </p:txBody>
        </p:sp>
        <p:sp>
          <p:nvSpPr>
            <p:cNvPr id="36" name="Rectangle 35">
              <a:extLst>
                <a:ext uri="{FF2B5EF4-FFF2-40B4-BE49-F238E27FC236}">
                  <a16:creationId xmlns:a16="http://schemas.microsoft.com/office/drawing/2014/main" id="{510ED35E-86FA-4DB1-84B8-9F7966205824}"/>
                </a:ext>
              </a:extLst>
            </p:cNvPr>
            <p:cNvSpPr/>
            <p:nvPr/>
          </p:nvSpPr>
          <p:spPr>
            <a:xfrm>
              <a:off x="8639719" y="2801861"/>
              <a:ext cx="534468" cy="338554"/>
            </a:xfrm>
            <a:prstGeom prst="rect">
              <a:avLst/>
            </a:prstGeom>
            <a:noFill/>
            <a:ln>
              <a:noFill/>
            </a:ln>
          </p:spPr>
          <p:txBody>
            <a:bodyPr wrap="square" lIns="91440" tIns="45720" rIns="91440" bIns="45720">
              <a:spAutoFit/>
            </a:bodyPr>
            <a:lstStyle/>
            <a:p>
              <a:pPr marL="0" marR="0" lvl="0" indent="0" algn="ctr" defTabSz="45720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w="0"/>
                  <a:solidFill>
                    <a:srgbClr val="FF0000"/>
                  </a:solidFill>
                  <a:effectLst>
                    <a:outerShdw blurRad="38100" dist="19050" dir="2700000" algn="tl" rotWithShape="0">
                      <a:srgbClr val="000000">
                        <a:alpha val="40000"/>
                      </a:srgbClr>
                    </a:outerShdw>
                  </a:effectLst>
                  <a:uLnTx/>
                  <a:uFillTx/>
                  <a:cs typeface="Arial" panose="020B0604020202020204" pitchFamily="34" charset="0"/>
                </a:rPr>
                <a:t>1.d</a:t>
              </a:r>
            </a:p>
          </p:txBody>
        </p:sp>
        <p:sp>
          <p:nvSpPr>
            <p:cNvPr id="37" name="Rectangle 36">
              <a:extLst>
                <a:ext uri="{FF2B5EF4-FFF2-40B4-BE49-F238E27FC236}">
                  <a16:creationId xmlns:a16="http://schemas.microsoft.com/office/drawing/2014/main" id="{960989FC-FE53-4428-B226-84F914FDB949}"/>
                </a:ext>
              </a:extLst>
            </p:cNvPr>
            <p:cNvSpPr/>
            <p:nvPr/>
          </p:nvSpPr>
          <p:spPr>
            <a:xfrm>
              <a:off x="9357998" y="5189957"/>
              <a:ext cx="2226924" cy="338554"/>
            </a:xfrm>
            <a:prstGeom prst="rect">
              <a:avLst/>
            </a:prstGeom>
            <a:noFill/>
            <a:ln w="25400" cap="flat" cmpd="sng" algn="ctr">
              <a:solidFill>
                <a:srgbClr val="FF0000"/>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707070"/>
                </a:solidFill>
                <a:effectLst/>
                <a:uLnTx/>
                <a:uFillTx/>
                <a:latin typeface="Arial"/>
                <a:ea typeface="+mn-ea"/>
                <a:cs typeface="+mn-cs"/>
              </a:endParaRPr>
            </a:p>
          </p:txBody>
        </p:sp>
        <p:sp>
          <p:nvSpPr>
            <p:cNvPr id="38" name="Rectangle 37">
              <a:extLst>
                <a:ext uri="{FF2B5EF4-FFF2-40B4-BE49-F238E27FC236}">
                  <a16:creationId xmlns:a16="http://schemas.microsoft.com/office/drawing/2014/main" id="{0A1DE2CF-8325-4E0F-A660-131B554D0470}"/>
                </a:ext>
              </a:extLst>
            </p:cNvPr>
            <p:cNvSpPr/>
            <p:nvPr/>
          </p:nvSpPr>
          <p:spPr>
            <a:xfrm>
              <a:off x="8639634" y="5143547"/>
              <a:ext cx="534468" cy="338554"/>
            </a:xfrm>
            <a:prstGeom prst="rect">
              <a:avLst/>
            </a:prstGeom>
            <a:noFill/>
            <a:ln>
              <a:noFill/>
            </a:ln>
          </p:spPr>
          <p:txBody>
            <a:bodyPr wrap="square" lIns="91440" tIns="45720" rIns="91440" bIns="45720">
              <a:spAutoFit/>
            </a:bodyPr>
            <a:lstStyle/>
            <a:p>
              <a:pPr marL="0" marR="0" lvl="0" indent="0" algn="ctr" defTabSz="45720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w="0"/>
                  <a:solidFill>
                    <a:srgbClr val="FF0000"/>
                  </a:solidFill>
                  <a:effectLst>
                    <a:outerShdw blurRad="38100" dist="19050" dir="2700000" algn="tl" rotWithShape="0">
                      <a:srgbClr val="000000">
                        <a:alpha val="40000"/>
                      </a:srgbClr>
                    </a:outerShdw>
                  </a:effectLst>
                  <a:uLnTx/>
                  <a:uFillTx/>
                  <a:cs typeface="Arial" panose="020B0604020202020204" pitchFamily="34" charset="0"/>
                </a:rPr>
                <a:t>1.e</a:t>
              </a:r>
            </a:p>
          </p:txBody>
        </p:sp>
        <p:cxnSp>
          <p:nvCxnSpPr>
            <p:cNvPr id="39" name="Straight Arrow Connector 38">
              <a:extLst>
                <a:ext uri="{FF2B5EF4-FFF2-40B4-BE49-F238E27FC236}">
                  <a16:creationId xmlns:a16="http://schemas.microsoft.com/office/drawing/2014/main" id="{C4933154-51E8-448C-9D50-042DA87D2DF3}"/>
                </a:ext>
              </a:extLst>
            </p:cNvPr>
            <p:cNvCxnSpPr>
              <a:cxnSpLocks/>
            </p:cNvCxnSpPr>
            <p:nvPr/>
          </p:nvCxnSpPr>
          <p:spPr>
            <a:xfrm flipH="1">
              <a:off x="9084661" y="1110710"/>
              <a:ext cx="262542" cy="7135"/>
            </a:xfrm>
            <a:prstGeom prst="straightConnector1">
              <a:avLst/>
            </a:prstGeom>
            <a:noFill/>
            <a:ln w="25400" cap="flat" cmpd="sng" algn="ctr">
              <a:solidFill>
                <a:srgbClr val="FF0000"/>
              </a:solidFill>
              <a:prstDash val="solid"/>
              <a:tailEnd type="triangle"/>
            </a:ln>
            <a:effectLst/>
          </p:spPr>
        </p:cxnSp>
        <p:cxnSp>
          <p:nvCxnSpPr>
            <p:cNvPr id="40" name="Straight Arrow Connector 39">
              <a:extLst>
                <a:ext uri="{FF2B5EF4-FFF2-40B4-BE49-F238E27FC236}">
                  <a16:creationId xmlns:a16="http://schemas.microsoft.com/office/drawing/2014/main" id="{3A7E47DC-8C37-42AA-A3DD-5764C820FEEB}"/>
                </a:ext>
              </a:extLst>
            </p:cNvPr>
            <p:cNvCxnSpPr>
              <a:cxnSpLocks/>
            </p:cNvCxnSpPr>
            <p:nvPr/>
          </p:nvCxnSpPr>
          <p:spPr>
            <a:xfrm flipH="1">
              <a:off x="9105790" y="1739481"/>
              <a:ext cx="262542" cy="7135"/>
            </a:xfrm>
            <a:prstGeom prst="straightConnector1">
              <a:avLst/>
            </a:prstGeom>
            <a:noFill/>
            <a:ln w="25400" cap="flat" cmpd="sng" algn="ctr">
              <a:solidFill>
                <a:srgbClr val="FF0000"/>
              </a:solidFill>
              <a:prstDash val="solid"/>
              <a:tailEnd type="triangle"/>
            </a:ln>
            <a:effectLst/>
          </p:spPr>
        </p:cxnSp>
        <p:cxnSp>
          <p:nvCxnSpPr>
            <p:cNvPr id="41" name="Straight Arrow Connector 40">
              <a:extLst>
                <a:ext uri="{FF2B5EF4-FFF2-40B4-BE49-F238E27FC236}">
                  <a16:creationId xmlns:a16="http://schemas.microsoft.com/office/drawing/2014/main" id="{A396C931-A145-4578-9601-D53FBBC56B76}"/>
                </a:ext>
              </a:extLst>
            </p:cNvPr>
            <p:cNvCxnSpPr>
              <a:cxnSpLocks/>
            </p:cNvCxnSpPr>
            <p:nvPr/>
          </p:nvCxnSpPr>
          <p:spPr>
            <a:xfrm flipH="1">
              <a:off x="9092073" y="2227895"/>
              <a:ext cx="262542" cy="7135"/>
            </a:xfrm>
            <a:prstGeom prst="straightConnector1">
              <a:avLst/>
            </a:prstGeom>
            <a:noFill/>
            <a:ln w="25400" cap="flat" cmpd="sng" algn="ctr">
              <a:solidFill>
                <a:srgbClr val="FF0000"/>
              </a:solidFill>
              <a:prstDash val="solid"/>
              <a:tailEnd type="triangle"/>
            </a:ln>
            <a:effectLst/>
          </p:spPr>
        </p:cxnSp>
        <p:cxnSp>
          <p:nvCxnSpPr>
            <p:cNvPr id="42" name="Straight Arrow Connector 41">
              <a:extLst>
                <a:ext uri="{FF2B5EF4-FFF2-40B4-BE49-F238E27FC236}">
                  <a16:creationId xmlns:a16="http://schemas.microsoft.com/office/drawing/2014/main" id="{5E512AC2-E002-4B33-BF05-4BC5164D1C5E}"/>
                </a:ext>
              </a:extLst>
            </p:cNvPr>
            <p:cNvCxnSpPr>
              <a:cxnSpLocks/>
            </p:cNvCxnSpPr>
            <p:nvPr/>
          </p:nvCxnSpPr>
          <p:spPr>
            <a:xfrm flipH="1">
              <a:off x="9092073" y="2988471"/>
              <a:ext cx="262542" cy="7135"/>
            </a:xfrm>
            <a:prstGeom prst="straightConnector1">
              <a:avLst/>
            </a:prstGeom>
            <a:noFill/>
            <a:ln w="25400" cap="flat" cmpd="sng" algn="ctr">
              <a:solidFill>
                <a:srgbClr val="FF0000"/>
              </a:solidFill>
              <a:prstDash val="solid"/>
              <a:tailEnd type="triangle"/>
            </a:ln>
            <a:effectLst/>
          </p:spPr>
        </p:cxnSp>
        <p:cxnSp>
          <p:nvCxnSpPr>
            <p:cNvPr id="43" name="Straight Arrow Connector 42">
              <a:extLst>
                <a:ext uri="{FF2B5EF4-FFF2-40B4-BE49-F238E27FC236}">
                  <a16:creationId xmlns:a16="http://schemas.microsoft.com/office/drawing/2014/main" id="{226C59C8-2573-4076-9C7A-85FC3F41CF39}"/>
                </a:ext>
              </a:extLst>
            </p:cNvPr>
            <p:cNvCxnSpPr>
              <a:cxnSpLocks/>
            </p:cNvCxnSpPr>
            <p:nvPr/>
          </p:nvCxnSpPr>
          <p:spPr>
            <a:xfrm flipH="1">
              <a:off x="9084661" y="5323009"/>
              <a:ext cx="262542" cy="7135"/>
            </a:xfrm>
            <a:prstGeom prst="straightConnector1">
              <a:avLst/>
            </a:prstGeom>
            <a:noFill/>
            <a:ln w="25400" cap="flat" cmpd="sng" algn="ctr">
              <a:solidFill>
                <a:srgbClr val="FF0000"/>
              </a:solidFill>
              <a:prstDash val="solid"/>
              <a:tailEnd type="triangle"/>
            </a:ln>
            <a:effectLst/>
          </p:spPr>
        </p:cxnSp>
        <p:cxnSp>
          <p:nvCxnSpPr>
            <p:cNvPr id="44" name="Straight Arrow Connector 43">
              <a:extLst>
                <a:ext uri="{FF2B5EF4-FFF2-40B4-BE49-F238E27FC236}">
                  <a16:creationId xmlns:a16="http://schemas.microsoft.com/office/drawing/2014/main" id="{E162D1D3-9704-4364-8F29-91C1F2E1F814}"/>
                </a:ext>
              </a:extLst>
            </p:cNvPr>
            <p:cNvCxnSpPr>
              <a:cxnSpLocks/>
            </p:cNvCxnSpPr>
            <p:nvPr/>
          </p:nvCxnSpPr>
          <p:spPr>
            <a:xfrm flipH="1">
              <a:off x="9084661" y="5659080"/>
              <a:ext cx="454856" cy="2483"/>
            </a:xfrm>
            <a:prstGeom prst="straightConnector1">
              <a:avLst/>
            </a:prstGeom>
            <a:noFill/>
            <a:ln w="25400" cap="flat" cmpd="sng" algn="ctr">
              <a:solidFill>
                <a:srgbClr val="FF0000"/>
              </a:solidFill>
              <a:prstDash val="solid"/>
              <a:tailEnd type="triangle"/>
            </a:ln>
            <a:effectLst/>
          </p:spPr>
        </p:cxnSp>
        <p:sp>
          <p:nvSpPr>
            <p:cNvPr id="45" name="Rectangle 44">
              <a:extLst>
                <a:ext uri="{FF2B5EF4-FFF2-40B4-BE49-F238E27FC236}">
                  <a16:creationId xmlns:a16="http://schemas.microsoft.com/office/drawing/2014/main" id="{3E4F55E6-B4CD-4763-9608-BCA2B788EA2B}"/>
                </a:ext>
              </a:extLst>
            </p:cNvPr>
            <p:cNvSpPr/>
            <p:nvPr/>
          </p:nvSpPr>
          <p:spPr>
            <a:xfrm>
              <a:off x="8677108" y="5477292"/>
              <a:ext cx="534468" cy="338554"/>
            </a:xfrm>
            <a:prstGeom prst="rect">
              <a:avLst/>
            </a:prstGeom>
            <a:noFill/>
            <a:ln>
              <a:noFill/>
            </a:ln>
          </p:spPr>
          <p:txBody>
            <a:bodyPr wrap="square" lIns="91440" tIns="45720" rIns="91440" bIns="45720">
              <a:spAutoFit/>
            </a:bodyPr>
            <a:lstStyle/>
            <a:p>
              <a:pPr marL="0" marR="0" lvl="0" indent="0" algn="ctr" defTabSz="45720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w="0"/>
                  <a:solidFill>
                    <a:srgbClr val="FF0000"/>
                  </a:solidFill>
                  <a:effectLst>
                    <a:outerShdw blurRad="38100" dist="19050" dir="2700000" algn="tl" rotWithShape="0">
                      <a:srgbClr val="000000">
                        <a:alpha val="40000"/>
                      </a:srgbClr>
                    </a:outerShdw>
                  </a:effectLst>
                  <a:uLnTx/>
                  <a:uFillTx/>
                  <a:cs typeface="Arial" panose="020B0604020202020204" pitchFamily="34" charset="0"/>
                </a:rPr>
                <a:t>2</a:t>
              </a:r>
            </a:p>
          </p:txBody>
        </p:sp>
        <p:cxnSp>
          <p:nvCxnSpPr>
            <p:cNvPr id="46" name="Straight Arrow Connector 45">
              <a:extLst>
                <a:ext uri="{FF2B5EF4-FFF2-40B4-BE49-F238E27FC236}">
                  <a16:creationId xmlns:a16="http://schemas.microsoft.com/office/drawing/2014/main" id="{F7AC97E4-ED57-408C-A9DB-0778FBBE65BA}"/>
                </a:ext>
              </a:extLst>
            </p:cNvPr>
            <p:cNvCxnSpPr>
              <a:cxnSpLocks/>
            </p:cNvCxnSpPr>
            <p:nvPr/>
          </p:nvCxnSpPr>
          <p:spPr>
            <a:xfrm>
              <a:off x="10580103" y="4308538"/>
              <a:ext cx="1177832" cy="2483"/>
            </a:xfrm>
            <a:prstGeom prst="straightConnector1">
              <a:avLst/>
            </a:prstGeom>
            <a:noFill/>
            <a:ln w="25400" cap="flat" cmpd="sng" algn="ctr">
              <a:solidFill>
                <a:srgbClr val="FF0000"/>
              </a:solidFill>
              <a:prstDash val="solid"/>
              <a:tailEnd type="triangle"/>
            </a:ln>
            <a:effectLst/>
          </p:spPr>
        </p:cxnSp>
        <p:sp>
          <p:nvSpPr>
            <p:cNvPr id="47" name="Rectangle 46">
              <a:extLst>
                <a:ext uri="{FF2B5EF4-FFF2-40B4-BE49-F238E27FC236}">
                  <a16:creationId xmlns:a16="http://schemas.microsoft.com/office/drawing/2014/main" id="{980A7231-D7B4-4928-B183-C25F322EBD59}"/>
                </a:ext>
              </a:extLst>
            </p:cNvPr>
            <p:cNvSpPr/>
            <p:nvPr/>
          </p:nvSpPr>
          <p:spPr>
            <a:xfrm>
              <a:off x="11574132" y="4139261"/>
              <a:ext cx="534468" cy="338554"/>
            </a:xfrm>
            <a:prstGeom prst="rect">
              <a:avLst/>
            </a:prstGeom>
            <a:noFill/>
            <a:ln>
              <a:noFill/>
            </a:ln>
          </p:spPr>
          <p:txBody>
            <a:bodyPr wrap="square" lIns="91440" tIns="45720" rIns="91440" bIns="45720">
              <a:spAutoFit/>
            </a:bodyPr>
            <a:lstStyle/>
            <a:p>
              <a:pPr marL="0" marR="0" lvl="0" indent="0" algn="ctr" defTabSz="457200" eaLnBrk="0" fontAlgn="base" latinLnBrk="0" hangingPunct="0">
                <a:lnSpc>
                  <a:spcPct val="100000"/>
                </a:lnSpc>
                <a:spcBef>
                  <a:spcPct val="0"/>
                </a:spcBef>
                <a:spcAft>
                  <a:spcPct val="0"/>
                </a:spcAft>
                <a:buClrTx/>
                <a:buSzTx/>
                <a:buFontTx/>
                <a:buNone/>
                <a:tabLst/>
                <a:defRPr/>
              </a:pPr>
              <a:r>
                <a:rPr kumimoji="0" lang="en-US" sz="1600" b="1" i="0" u="none" strike="noStrike" kern="0" cap="none" spc="0" normalizeH="0" baseline="0" noProof="0" dirty="0">
                  <a:ln w="0"/>
                  <a:solidFill>
                    <a:srgbClr val="FF0000"/>
                  </a:solidFill>
                  <a:effectLst>
                    <a:outerShdw blurRad="38100" dist="19050" dir="2700000" algn="tl" rotWithShape="0">
                      <a:srgbClr val="000000">
                        <a:alpha val="40000"/>
                      </a:srgbClr>
                    </a:outerShdw>
                  </a:effectLst>
                  <a:uLnTx/>
                  <a:uFillTx/>
                  <a:cs typeface="Arial" panose="020B0604020202020204" pitchFamily="34" charset="0"/>
                </a:rPr>
                <a:t>3</a:t>
              </a:r>
            </a:p>
          </p:txBody>
        </p:sp>
      </p:grpSp>
    </p:spTree>
    <p:extLst>
      <p:ext uri="{BB962C8B-B14F-4D97-AF65-F5344CB8AC3E}">
        <p14:creationId xmlns:p14="http://schemas.microsoft.com/office/powerpoint/2010/main" val="24693372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BA447-5731-43D7-B73D-9A97EE8EF2A9}"/>
              </a:ext>
            </a:extLst>
          </p:cNvPr>
          <p:cNvSpPr>
            <a:spLocks noGrp="1"/>
          </p:cNvSpPr>
          <p:nvPr>
            <p:ph type="title"/>
          </p:nvPr>
        </p:nvSpPr>
        <p:spPr>
          <a:xfrm>
            <a:off x="495299" y="495299"/>
            <a:ext cx="11201401" cy="492443"/>
          </a:xfrm>
        </p:spPr>
        <p:txBody>
          <a:bodyPr/>
          <a:lstStyle/>
          <a:p>
            <a:r>
              <a:rPr lang="en-US" sz="3200" b="1" dirty="0"/>
              <a:t>Asset Class</a:t>
            </a:r>
            <a:endParaRPr lang="en-US" sz="3200" dirty="0"/>
          </a:p>
        </p:txBody>
      </p:sp>
      <p:sp>
        <p:nvSpPr>
          <p:cNvPr id="3" name="Content Placeholder 2">
            <a:extLst>
              <a:ext uri="{FF2B5EF4-FFF2-40B4-BE49-F238E27FC236}">
                <a16:creationId xmlns:a16="http://schemas.microsoft.com/office/drawing/2014/main" id="{F5500D7A-5908-4E5E-844C-932E3851DCDC}"/>
              </a:ext>
            </a:extLst>
          </p:cNvPr>
          <p:cNvSpPr>
            <a:spLocks noGrp="1"/>
          </p:cNvSpPr>
          <p:nvPr>
            <p:ph idx="1"/>
          </p:nvPr>
        </p:nvSpPr>
        <p:spPr>
          <a:xfrm>
            <a:off x="495300" y="1409701"/>
            <a:ext cx="11201400" cy="4457700"/>
          </a:xfrm>
        </p:spPr>
        <p:txBody>
          <a:bodyPr/>
          <a:lstStyle/>
          <a:p>
            <a:r>
              <a:rPr lang="en-US" sz="1600" b="0" dirty="0">
                <a:cs typeface="Times New Roman" panose="02020603050405020304" pitchFamily="18" charset="0"/>
              </a:rPr>
              <a:t>An Asset Class occupies the highest level in the template hierarchy, which is made up of similar asset types.</a:t>
            </a:r>
          </a:p>
          <a:p>
            <a:r>
              <a:rPr lang="en-US" sz="1600" dirty="0">
                <a:cs typeface="Times New Roman" panose="02020603050405020304" pitchFamily="18" charset="0"/>
              </a:rPr>
              <a:t>Two type of asset class examples defined</a:t>
            </a:r>
          </a:p>
          <a:p>
            <a:pPr marL="800100" lvl="1" indent="-342900">
              <a:buFont typeface="Wingdings" panose="05000000000000000000" pitchFamily="2" charset="2"/>
              <a:buChar char="§"/>
            </a:pPr>
            <a:r>
              <a:rPr lang="en-US" sz="1600" dirty="0">
                <a:cs typeface="Times New Roman" panose="02020603050405020304" pitchFamily="18" charset="0"/>
              </a:rPr>
              <a:t>Physical Class : An example of a physical asset class is a Pump. Centrifugal pump, Turbines, generators, rotary pump, and so on are grouped under the Pump class.</a:t>
            </a:r>
          </a:p>
          <a:p>
            <a:pPr marL="800100" lvl="1" indent="-342900">
              <a:buFont typeface="Wingdings" panose="05000000000000000000" pitchFamily="2" charset="2"/>
              <a:buChar char="§"/>
            </a:pPr>
            <a:r>
              <a:rPr lang="en-US" sz="1600" dirty="0">
                <a:cs typeface="Times New Roman" panose="02020603050405020304" pitchFamily="18" charset="0"/>
              </a:rPr>
              <a:t>Logical Class : Represents the group of asset that represents location or region.</a:t>
            </a:r>
          </a:p>
          <a:p>
            <a:pPr algn="l"/>
            <a:endParaRPr lang="en-US" sz="1600" dirty="0"/>
          </a:p>
          <a:p>
            <a:endParaRPr lang="en-US" sz="1600" dirty="0"/>
          </a:p>
        </p:txBody>
      </p:sp>
      <p:sp>
        <p:nvSpPr>
          <p:cNvPr id="4" name="Slide Number Placeholder 3">
            <a:extLst>
              <a:ext uri="{FF2B5EF4-FFF2-40B4-BE49-F238E27FC236}">
                <a16:creationId xmlns:a16="http://schemas.microsoft.com/office/drawing/2014/main" id="{E2F634A0-DF1B-440A-A65C-22D87CEE3106}"/>
              </a:ext>
            </a:extLst>
          </p:cNvPr>
          <p:cNvSpPr>
            <a:spLocks noGrp="1"/>
          </p:cNvSpPr>
          <p:nvPr>
            <p:ph type="sldNum" sz="quarter" idx="12"/>
          </p:nvPr>
        </p:nvSpPr>
        <p:spPr/>
        <p:txBody>
          <a:bodyPr/>
          <a:lstStyle/>
          <a:p>
            <a:fld id="{7B94EC18-1D2B-4535-B738-0E53AFE26620}" type="slidenum">
              <a:rPr lang="en-US" smtClean="0"/>
              <a:t>23</a:t>
            </a:fld>
            <a:endParaRPr lang="en-US"/>
          </a:p>
        </p:txBody>
      </p:sp>
      <p:pic>
        <p:nvPicPr>
          <p:cNvPr id="6" name="Picture 5">
            <a:extLst>
              <a:ext uri="{FF2B5EF4-FFF2-40B4-BE49-F238E27FC236}">
                <a16:creationId xmlns:a16="http://schemas.microsoft.com/office/drawing/2014/main" id="{F45200BE-CD42-403E-9EB6-53CA806170F3}"/>
              </a:ext>
            </a:extLst>
          </p:cNvPr>
          <p:cNvPicPr>
            <a:picLocks noChangeAspect="1"/>
          </p:cNvPicPr>
          <p:nvPr/>
        </p:nvPicPr>
        <p:blipFill>
          <a:blip r:embed="rId2"/>
          <a:stretch>
            <a:fillRect/>
          </a:stretch>
        </p:blipFill>
        <p:spPr>
          <a:xfrm>
            <a:off x="971795" y="3180532"/>
            <a:ext cx="9981678" cy="3299632"/>
          </a:xfrm>
          <a:prstGeom prst="rect">
            <a:avLst/>
          </a:prstGeom>
        </p:spPr>
      </p:pic>
    </p:spTree>
    <p:extLst>
      <p:ext uri="{BB962C8B-B14F-4D97-AF65-F5344CB8AC3E}">
        <p14:creationId xmlns:p14="http://schemas.microsoft.com/office/powerpoint/2010/main" val="15049019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4AD09-6CC7-42B8-BA96-A4D27006E21A}"/>
              </a:ext>
            </a:extLst>
          </p:cNvPr>
          <p:cNvSpPr>
            <a:spLocks noGrp="1"/>
          </p:cNvSpPr>
          <p:nvPr>
            <p:ph type="title"/>
          </p:nvPr>
        </p:nvSpPr>
        <p:spPr>
          <a:xfrm>
            <a:off x="495299" y="495299"/>
            <a:ext cx="11201401" cy="492443"/>
          </a:xfrm>
        </p:spPr>
        <p:txBody>
          <a:bodyPr/>
          <a:lstStyle/>
          <a:p>
            <a:r>
              <a:rPr lang="en-US" sz="3200" b="1" dirty="0"/>
              <a:t>Asset type</a:t>
            </a:r>
            <a:endParaRPr lang="en-US" sz="3200" dirty="0"/>
          </a:p>
        </p:txBody>
      </p:sp>
      <p:sp>
        <p:nvSpPr>
          <p:cNvPr id="3" name="Content Placeholder 2">
            <a:extLst>
              <a:ext uri="{FF2B5EF4-FFF2-40B4-BE49-F238E27FC236}">
                <a16:creationId xmlns:a16="http://schemas.microsoft.com/office/drawing/2014/main" id="{EF1846EC-C7B4-4C93-8331-17AAB5CC4D9B}"/>
              </a:ext>
            </a:extLst>
          </p:cNvPr>
          <p:cNvSpPr>
            <a:spLocks noGrp="1"/>
          </p:cNvSpPr>
          <p:nvPr>
            <p:ph idx="1"/>
          </p:nvPr>
        </p:nvSpPr>
        <p:spPr>
          <a:xfrm>
            <a:off x="495300" y="1200150"/>
            <a:ext cx="11201400" cy="4457700"/>
          </a:xfrm>
        </p:spPr>
        <p:txBody>
          <a:bodyPr/>
          <a:lstStyle/>
          <a:p>
            <a:pPr marL="285750" indent="-285750">
              <a:buFont typeface="Wingdings" panose="05000000000000000000" pitchFamily="2" charset="2"/>
              <a:buChar char="§"/>
            </a:pPr>
            <a:r>
              <a:rPr lang="en-US" sz="1600" b="0" dirty="0">
                <a:latin typeface="+mn-lt"/>
                <a:cs typeface="Calibri" panose="020F0502020204030204" pitchFamily="34" charset="0"/>
              </a:rPr>
              <a:t>Asset Type occupies the next level immediately after the asset classes in the hierarchy. </a:t>
            </a:r>
          </a:p>
          <a:p>
            <a:pPr marL="285750" indent="-285750">
              <a:buFont typeface="Wingdings" panose="05000000000000000000" pitchFamily="2" charset="2"/>
              <a:buChar char="§"/>
            </a:pPr>
            <a:r>
              <a:rPr lang="en-US" sz="1600" b="0" dirty="0">
                <a:latin typeface="+mn-lt"/>
                <a:cs typeface="Calibri" panose="020F0502020204030204" pitchFamily="34" charset="0"/>
              </a:rPr>
              <a:t>Asset Type could be created represented as small as bearing or as big as Turbine Unit.</a:t>
            </a:r>
          </a:p>
          <a:p>
            <a:pPr marL="285750" indent="-285750">
              <a:buFont typeface="Wingdings" panose="05000000000000000000" pitchFamily="2" charset="2"/>
              <a:buChar char="§"/>
            </a:pPr>
            <a:r>
              <a:rPr lang="en-US" sz="1600" b="0" dirty="0">
                <a:latin typeface="+mn-lt"/>
                <a:cs typeface="Calibri" panose="020F0502020204030204" pitchFamily="34" charset="0"/>
              </a:rPr>
              <a:t>Depending on scope of monitoring one or more asset type will be created to represent physical equipment's.</a:t>
            </a:r>
          </a:p>
          <a:p>
            <a:pPr marL="285750" indent="-285750">
              <a:buFont typeface="Wingdings" panose="05000000000000000000" pitchFamily="2" charset="2"/>
              <a:buChar char="§"/>
            </a:pPr>
            <a:r>
              <a:rPr lang="en-US" sz="1600" b="0" dirty="0">
                <a:latin typeface="+mn-lt"/>
                <a:cs typeface="Calibri" panose="020F0502020204030204" pitchFamily="34" charset="0"/>
              </a:rPr>
              <a:t>Logical Asset Type represent different level of logical group of assets such as section, unit, area, plant, site, ship, enterprise.</a:t>
            </a:r>
          </a:p>
          <a:p>
            <a:pPr algn="l"/>
            <a:endParaRPr lang="en-US" sz="1600" b="0" dirty="0">
              <a:latin typeface="+mn-lt"/>
            </a:endParaRPr>
          </a:p>
          <a:p>
            <a:endParaRPr lang="en-US" sz="1600" b="0" dirty="0">
              <a:latin typeface="+mn-lt"/>
            </a:endParaRPr>
          </a:p>
        </p:txBody>
      </p:sp>
      <p:sp>
        <p:nvSpPr>
          <p:cNvPr id="4" name="Slide Number Placeholder 3">
            <a:extLst>
              <a:ext uri="{FF2B5EF4-FFF2-40B4-BE49-F238E27FC236}">
                <a16:creationId xmlns:a16="http://schemas.microsoft.com/office/drawing/2014/main" id="{E51ED1D8-15E3-4927-8D2C-387A479F09B2}"/>
              </a:ext>
            </a:extLst>
          </p:cNvPr>
          <p:cNvSpPr>
            <a:spLocks noGrp="1"/>
          </p:cNvSpPr>
          <p:nvPr>
            <p:ph type="sldNum" sz="quarter" idx="12"/>
          </p:nvPr>
        </p:nvSpPr>
        <p:spPr/>
        <p:txBody>
          <a:bodyPr/>
          <a:lstStyle/>
          <a:p>
            <a:fld id="{7B94EC18-1D2B-4535-B738-0E53AFE26620}" type="slidenum">
              <a:rPr lang="en-US" smtClean="0"/>
              <a:t>24</a:t>
            </a:fld>
            <a:endParaRPr lang="en-US"/>
          </a:p>
        </p:txBody>
      </p:sp>
      <p:pic>
        <p:nvPicPr>
          <p:cNvPr id="6" name="Picture 5">
            <a:extLst>
              <a:ext uri="{FF2B5EF4-FFF2-40B4-BE49-F238E27FC236}">
                <a16:creationId xmlns:a16="http://schemas.microsoft.com/office/drawing/2014/main" id="{7AD3505C-D838-41A6-AA97-19D025EE9104}"/>
              </a:ext>
            </a:extLst>
          </p:cNvPr>
          <p:cNvPicPr>
            <a:picLocks noChangeAspect="1"/>
          </p:cNvPicPr>
          <p:nvPr/>
        </p:nvPicPr>
        <p:blipFill>
          <a:blip r:embed="rId2"/>
          <a:stretch>
            <a:fillRect/>
          </a:stretch>
        </p:blipFill>
        <p:spPr>
          <a:xfrm>
            <a:off x="495299" y="2818559"/>
            <a:ext cx="10932925" cy="3661605"/>
          </a:xfrm>
          <a:prstGeom prst="rect">
            <a:avLst/>
          </a:prstGeom>
        </p:spPr>
      </p:pic>
    </p:spTree>
    <p:extLst>
      <p:ext uri="{BB962C8B-B14F-4D97-AF65-F5344CB8AC3E}">
        <p14:creationId xmlns:p14="http://schemas.microsoft.com/office/powerpoint/2010/main" val="17596212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A2096-5D2C-4000-94E2-7241917C800C}"/>
              </a:ext>
            </a:extLst>
          </p:cNvPr>
          <p:cNvSpPr>
            <a:spLocks noGrp="1"/>
          </p:cNvSpPr>
          <p:nvPr>
            <p:ph type="title"/>
          </p:nvPr>
        </p:nvSpPr>
        <p:spPr>
          <a:xfrm>
            <a:off x="495299" y="495299"/>
            <a:ext cx="11201401" cy="492443"/>
          </a:xfrm>
        </p:spPr>
        <p:txBody>
          <a:bodyPr/>
          <a:lstStyle/>
          <a:p>
            <a:r>
              <a:rPr lang="en-US" sz="3200" b="1" dirty="0"/>
              <a:t>Asset</a:t>
            </a:r>
            <a:endParaRPr lang="en-US" sz="3200" dirty="0"/>
          </a:p>
        </p:txBody>
      </p:sp>
      <p:sp>
        <p:nvSpPr>
          <p:cNvPr id="3" name="Content Placeholder 2">
            <a:extLst>
              <a:ext uri="{FF2B5EF4-FFF2-40B4-BE49-F238E27FC236}">
                <a16:creationId xmlns:a16="http://schemas.microsoft.com/office/drawing/2014/main" id="{15B2F6C3-37DD-4D2C-8DD6-C1D90982A34C}"/>
              </a:ext>
            </a:extLst>
          </p:cNvPr>
          <p:cNvSpPr>
            <a:spLocks noGrp="1"/>
          </p:cNvSpPr>
          <p:nvPr>
            <p:ph idx="1"/>
          </p:nvPr>
        </p:nvSpPr>
        <p:spPr>
          <a:xfrm>
            <a:off x="495300" y="1409701"/>
            <a:ext cx="11201400" cy="4457700"/>
          </a:xfrm>
        </p:spPr>
        <p:txBody>
          <a:bodyPr/>
          <a:lstStyle/>
          <a:p>
            <a:pPr marL="285750" indent="-285750">
              <a:buFont typeface="Wingdings" panose="05000000000000000000" pitchFamily="2" charset="2"/>
              <a:buChar char="§"/>
            </a:pPr>
            <a:r>
              <a:rPr lang="en-US" sz="1600" b="0" dirty="0"/>
              <a:t>Asset is an entity at the finest level of granularity within the system, on which you want to:</a:t>
            </a:r>
          </a:p>
          <a:p>
            <a:endParaRPr lang="en-US" sz="1600" b="0" dirty="0"/>
          </a:p>
          <a:p>
            <a:pPr marL="685800" indent="-285750">
              <a:buClr>
                <a:schemeClr val="accent3"/>
              </a:buClr>
              <a:buFont typeface="Arial" panose="020B0604020202020204" pitchFamily="34" charset="0"/>
              <a:buChar char="•"/>
            </a:pPr>
            <a:r>
              <a:rPr lang="en-US" sz="1600" b="0" dirty="0"/>
              <a:t>Perform data manipulations or calculations.</a:t>
            </a:r>
          </a:p>
          <a:p>
            <a:pPr marL="685800" indent="-285750">
              <a:buClr>
                <a:schemeClr val="accent3"/>
              </a:buClr>
              <a:buFont typeface="Arial" panose="020B0604020202020204" pitchFamily="34" charset="0"/>
              <a:buChar char="•"/>
            </a:pPr>
            <a:r>
              <a:rPr lang="en-US" sz="1600" b="0" dirty="0"/>
              <a:t>Define rules (faults and symptoms) for event detection and notifications.</a:t>
            </a:r>
          </a:p>
          <a:p>
            <a:pPr marL="685800" indent="-285750">
              <a:buClr>
                <a:schemeClr val="accent3"/>
              </a:buClr>
              <a:buFont typeface="Arial" panose="020B0604020202020204" pitchFamily="34" charset="0"/>
              <a:buChar char="•"/>
            </a:pPr>
            <a:r>
              <a:rPr lang="en-US" sz="1600" b="0" dirty="0"/>
              <a:t>View the status, collect metrics, or report information.</a:t>
            </a:r>
          </a:p>
          <a:p>
            <a:pPr>
              <a:buClr>
                <a:schemeClr val="accent3"/>
              </a:buClr>
              <a:buFont typeface="Courier New" panose="02070309020205020404" pitchFamily="49" charset="0"/>
              <a:buChar char="o"/>
            </a:pPr>
            <a:endParaRPr lang="en-US" sz="1600" b="0" dirty="0"/>
          </a:p>
          <a:p>
            <a:pPr marL="285750" indent="-285750">
              <a:buFont typeface="Wingdings" panose="05000000000000000000" pitchFamily="2" charset="2"/>
              <a:buChar char="§"/>
            </a:pPr>
            <a:r>
              <a:rPr lang="en-US" sz="1600" b="0" dirty="0"/>
              <a:t>Asset is the last level in the hierarchy, where you specify a unique asset name that identifies the asset in the Ship.</a:t>
            </a:r>
          </a:p>
          <a:p>
            <a:pPr marL="285750" indent="-285750">
              <a:buFont typeface="Wingdings" panose="05000000000000000000" pitchFamily="2" charset="2"/>
              <a:buChar char="§"/>
            </a:pPr>
            <a:endParaRPr lang="en-US" sz="1600" b="0" dirty="0"/>
          </a:p>
          <a:p>
            <a:r>
              <a:rPr lang="en-US" sz="1600" b="0" dirty="0"/>
              <a:t>     Examples: </a:t>
            </a:r>
          </a:p>
          <a:p>
            <a:endParaRPr lang="en-US" sz="1600" b="0" dirty="0"/>
          </a:p>
          <a:p>
            <a:pPr marL="400050" lvl="1"/>
            <a:r>
              <a:rPr lang="en-US" sz="1600" dirty="0"/>
              <a:t>Asset Class     : Turbine</a:t>
            </a:r>
          </a:p>
          <a:p>
            <a:pPr marL="400050" lvl="1"/>
            <a:r>
              <a:rPr lang="en-US" sz="1600" dirty="0"/>
              <a:t>Asset Type	: Steam Turbine</a:t>
            </a:r>
          </a:p>
          <a:p>
            <a:pPr marL="400050" lvl="1"/>
            <a:r>
              <a:rPr lang="en-US" sz="1600" dirty="0"/>
              <a:t>Asset	        : HP Turbine</a:t>
            </a:r>
          </a:p>
          <a:p>
            <a:endParaRPr lang="en-US" sz="1600" b="0" dirty="0"/>
          </a:p>
        </p:txBody>
      </p:sp>
      <p:sp>
        <p:nvSpPr>
          <p:cNvPr id="4" name="Slide Number Placeholder 3">
            <a:extLst>
              <a:ext uri="{FF2B5EF4-FFF2-40B4-BE49-F238E27FC236}">
                <a16:creationId xmlns:a16="http://schemas.microsoft.com/office/drawing/2014/main" id="{56B4F448-1F95-4EDD-BB00-947AE71ECAED}"/>
              </a:ext>
            </a:extLst>
          </p:cNvPr>
          <p:cNvSpPr>
            <a:spLocks noGrp="1"/>
          </p:cNvSpPr>
          <p:nvPr>
            <p:ph type="sldNum" sz="quarter" idx="12"/>
          </p:nvPr>
        </p:nvSpPr>
        <p:spPr/>
        <p:txBody>
          <a:bodyPr/>
          <a:lstStyle/>
          <a:p>
            <a:fld id="{7B94EC18-1D2B-4535-B738-0E53AFE26620}" type="slidenum">
              <a:rPr lang="en-US" smtClean="0"/>
              <a:t>25</a:t>
            </a:fld>
            <a:endParaRPr lang="en-US"/>
          </a:p>
        </p:txBody>
      </p:sp>
    </p:spTree>
    <p:extLst>
      <p:ext uri="{BB962C8B-B14F-4D97-AF65-F5344CB8AC3E}">
        <p14:creationId xmlns:p14="http://schemas.microsoft.com/office/powerpoint/2010/main" val="35326270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4BF0A-16FA-4CBE-B40E-F10B66277BDF}"/>
              </a:ext>
            </a:extLst>
          </p:cNvPr>
          <p:cNvSpPr>
            <a:spLocks noGrp="1"/>
          </p:cNvSpPr>
          <p:nvPr>
            <p:ph type="title"/>
          </p:nvPr>
        </p:nvSpPr>
        <p:spPr>
          <a:xfrm>
            <a:off x="495299" y="495299"/>
            <a:ext cx="11201401" cy="492443"/>
          </a:xfrm>
        </p:spPr>
        <p:txBody>
          <a:bodyPr/>
          <a:lstStyle/>
          <a:p>
            <a:r>
              <a:rPr lang="en-US" sz="3200" b="1" dirty="0"/>
              <a:t>Dashboard – Asset Status</a:t>
            </a:r>
            <a:endParaRPr lang="en-US" sz="3200" dirty="0"/>
          </a:p>
        </p:txBody>
      </p:sp>
      <p:sp>
        <p:nvSpPr>
          <p:cNvPr id="3" name="Content Placeholder 2">
            <a:extLst>
              <a:ext uri="{FF2B5EF4-FFF2-40B4-BE49-F238E27FC236}">
                <a16:creationId xmlns:a16="http://schemas.microsoft.com/office/drawing/2014/main" id="{C79B6712-98EC-424C-B57F-F27356BDAC2E}"/>
              </a:ext>
            </a:extLst>
          </p:cNvPr>
          <p:cNvSpPr>
            <a:spLocks noGrp="1"/>
          </p:cNvSpPr>
          <p:nvPr>
            <p:ph idx="1"/>
          </p:nvPr>
        </p:nvSpPr>
        <p:spPr/>
        <p:txBody>
          <a:bodyPr/>
          <a:lstStyle/>
          <a:p>
            <a:pPr marL="169863" marR="0" lvl="0" indent="-457200" algn="just" defTabSz="457200" rtl="0" eaLnBrk="0" fontAlgn="base" latinLnBrk="0" hangingPunct="0">
              <a:lnSpc>
                <a:spcPct val="100000"/>
              </a:lnSpc>
              <a:spcBef>
                <a:spcPct val="20000"/>
              </a:spcBef>
              <a:spcAft>
                <a:spcPct val="0"/>
              </a:spcAft>
              <a:buClr>
                <a:srgbClr val="C00000"/>
              </a:buClr>
              <a:buSzTx/>
              <a:buFont typeface="Wingdings" panose="05000000000000000000" pitchFamily="2" charset="2"/>
              <a:buChar char="Ø"/>
              <a:tabLst/>
              <a:defRPr/>
            </a:pPr>
            <a:r>
              <a:rPr kumimoji="0" lang="en-US" sz="2000" b="1" i="0" u="none" strike="noStrike" kern="1200" cap="none" spc="0" normalizeH="0" baseline="0" noProof="0" dirty="0">
                <a:ln>
                  <a:noFill/>
                </a:ln>
                <a:solidFill>
                  <a:srgbClr val="000000"/>
                </a:solidFill>
                <a:effectLst/>
                <a:uLnTx/>
                <a:uFillTx/>
                <a:latin typeface="Arial" pitchFamily="34" charset="0"/>
                <a:cs typeface="Arial" pitchFamily="34" charset="0"/>
              </a:rPr>
              <a:t>Asset Status</a:t>
            </a:r>
          </a:p>
          <a:p>
            <a:pPr marL="342900" marR="0" lvl="0" indent="-342900" algn="just" defTabSz="457200" rtl="0" eaLnBrk="0" fontAlgn="base" latinLnBrk="0" hangingPunct="0">
              <a:lnSpc>
                <a:spcPct val="100000"/>
              </a:lnSpc>
              <a:spcBef>
                <a:spcPct val="20000"/>
              </a:spcBef>
              <a:spcAft>
                <a:spcPct val="0"/>
              </a:spcAft>
              <a:buClr>
                <a:srgbClr val="C00000"/>
              </a:buClr>
              <a:buSzTx/>
              <a:buFont typeface="+mj-lt"/>
              <a:buAutoNum type="arabicPeriod"/>
              <a:tabLst/>
              <a:defRPr/>
            </a:pPr>
            <a:r>
              <a:rPr kumimoji="0" lang="en-AU" altLang="en-US" sz="1600" b="0" i="0" u="none" strike="noStrike" kern="1200" cap="none" spc="0" normalizeH="0" baseline="0" noProof="0" dirty="0">
                <a:ln>
                  <a:noFill/>
                </a:ln>
                <a:solidFill>
                  <a:srgbClr val="000000"/>
                </a:solidFill>
                <a:effectLst/>
                <a:uLnTx/>
                <a:uFillTx/>
                <a:latin typeface="Arial" pitchFamily="34" charset="0"/>
                <a:cs typeface="Arial" pitchFamily="34" charset="0"/>
              </a:rPr>
              <a:t>The Asset Status displays a tree map (heat map) showing the criticality and priority values of the item currently selected on the asset tree.</a:t>
            </a:r>
          </a:p>
          <a:p>
            <a:pPr marL="342900" marR="0" lvl="0" indent="-342900" algn="just" defTabSz="457200" rtl="0" eaLnBrk="0" fontAlgn="base" latinLnBrk="0" hangingPunct="0">
              <a:lnSpc>
                <a:spcPct val="100000"/>
              </a:lnSpc>
              <a:spcBef>
                <a:spcPct val="20000"/>
              </a:spcBef>
              <a:spcAft>
                <a:spcPct val="0"/>
              </a:spcAft>
              <a:buClr>
                <a:srgbClr val="C00000"/>
              </a:buClr>
              <a:buSzTx/>
              <a:buFont typeface="+mj-lt"/>
              <a:buAutoNum type="arabicPeriod"/>
              <a:tabLst/>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Each box on tree map represents the equipment with it’s current status or priority.</a:t>
            </a:r>
          </a:p>
          <a:p>
            <a:pPr marL="342900" marR="0" lvl="0" indent="-342900" algn="just" defTabSz="457200" rtl="0" eaLnBrk="0" fontAlgn="base" latinLnBrk="0" hangingPunct="0">
              <a:lnSpc>
                <a:spcPct val="100000"/>
              </a:lnSpc>
              <a:spcBef>
                <a:spcPct val="20000"/>
              </a:spcBef>
              <a:spcAft>
                <a:spcPct val="0"/>
              </a:spcAft>
              <a:buClr>
                <a:srgbClr val="C00000"/>
              </a:buClr>
              <a:buSzTx/>
              <a:buFont typeface="+mj-lt"/>
              <a:buAutoNum type="arabicPeriod"/>
              <a:tabLst/>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User can change the </a:t>
            </a:r>
            <a:r>
              <a:rPr kumimoji="0" lang="en-US" sz="1600" b="0" i="0" u="none" strike="noStrike" kern="1200" cap="none" spc="0" normalizeH="0" baseline="0" noProof="0" dirty="0" err="1">
                <a:ln>
                  <a:noFill/>
                </a:ln>
                <a:solidFill>
                  <a:srgbClr val="000000"/>
                </a:solidFill>
                <a:effectLst/>
                <a:uLnTx/>
                <a:uFillTx/>
                <a:latin typeface="Arial" pitchFamily="34" charset="0"/>
                <a:cs typeface="Arial" pitchFamily="34" charset="0"/>
              </a:rPr>
              <a:t>equipments</a:t>
            </a: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 displayed using:</a:t>
            </a:r>
          </a:p>
          <a:p>
            <a:pPr marL="685800" marR="0" lvl="1" indent="-347472" algn="just" defTabSz="457200" rtl="0" eaLnBrk="0" fontAlgn="base" latinLnBrk="0" hangingPunct="0">
              <a:lnSpc>
                <a:spcPct val="100000"/>
              </a:lnSpc>
              <a:spcBef>
                <a:spcPct val="20000"/>
              </a:spcBef>
              <a:spcAft>
                <a:spcPct val="0"/>
              </a:spcAft>
              <a:buClr>
                <a:srgbClr val="C00000"/>
              </a:buClr>
              <a:buSzTx/>
              <a:buFont typeface="+mj-lt"/>
              <a:buAutoNum type="alphaLcPeriod"/>
              <a:tabLst/>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Group by - To change the parameter used to group the rectangles. User can display the assets based on Asset Class, Asset Category, Asset Type, Criticality, Priority, Location or No Grouping.</a:t>
            </a:r>
          </a:p>
          <a:p>
            <a:pPr marL="685800" marR="0" lvl="1" indent="-347472" algn="just" defTabSz="457200" rtl="0" eaLnBrk="0" fontAlgn="base" latinLnBrk="0" hangingPunct="0">
              <a:lnSpc>
                <a:spcPct val="100000"/>
              </a:lnSpc>
              <a:spcBef>
                <a:spcPct val="20000"/>
              </a:spcBef>
              <a:spcAft>
                <a:spcPct val="0"/>
              </a:spcAft>
              <a:buClr>
                <a:srgbClr val="C00000"/>
              </a:buClr>
              <a:buSzTx/>
              <a:buFont typeface="+mj-lt"/>
              <a:buAutoNum type="alphaLcPeriod"/>
              <a:tabLst/>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Size by- To change the parameter used  for size of the rectangle. User can select the size based on Criticality, Priority, Max Severity, Same Size.</a:t>
            </a:r>
          </a:p>
          <a:p>
            <a:pPr marL="685800" marR="0" lvl="1" indent="-347472" algn="just" defTabSz="457200" rtl="0" eaLnBrk="0" fontAlgn="base" latinLnBrk="0" hangingPunct="0">
              <a:lnSpc>
                <a:spcPct val="100000"/>
              </a:lnSpc>
              <a:spcBef>
                <a:spcPct val="20000"/>
              </a:spcBef>
              <a:spcAft>
                <a:spcPct val="0"/>
              </a:spcAft>
              <a:buClr>
                <a:srgbClr val="C00000"/>
              </a:buClr>
              <a:buSzTx/>
              <a:buFont typeface="+mj-lt"/>
              <a:buAutoNum type="alphaLcPeriod"/>
              <a:tabLst/>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Color- To change the parameter used for color of the rectangle. User can select the color based on Criticality, Priority, Max Severity, Same Size. The change in color based on the selection will be visible as shown in 3.c1</a:t>
            </a:r>
          </a:p>
          <a:p>
            <a:pPr marL="0" marR="0" lvl="0" indent="0" algn="just" defTabSz="457200" rtl="0" eaLnBrk="0" fontAlgn="base" latinLnBrk="0" hangingPunct="0">
              <a:lnSpc>
                <a:spcPct val="100000"/>
              </a:lnSpc>
              <a:spcBef>
                <a:spcPct val="20000"/>
              </a:spcBef>
              <a:spcAft>
                <a:spcPct val="0"/>
              </a:spcAft>
              <a:buClr>
                <a:srgbClr val="C00000"/>
              </a:buClr>
              <a:buSzTx/>
              <a:buFont typeface="Arial" panose="020B0604020202020204" pitchFamily="34" charset="0"/>
              <a:buNone/>
              <a:tabLst/>
              <a:defRPr/>
            </a:pPr>
            <a:endPar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endParaRPr>
          </a:p>
          <a:p>
            <a:endParaRPr lang="en-US" dirty="0"/>
          </a:p>
        </p:txBody>
      </p:sp>
      <p:sp>
        <p:nvSpPr>
          <p:cNvPr id="4" name="Slide Number Placeholder 3">
            <a:extLst>
              <a:ext uri="{FF2B5EF4-FFF2-40B4-BE49-F238E27FC236}">
                <a16:creationId xmlns:a16="http://schemas.microsoft.com/office/drawing/2014/main" id="{3BC975AD-2128-47CD-8CD5-63573EF9B963}"/>
              </a:ext>
            </a:extLst>
          </p:cNvPr>
          <p:cNvSpPr>
            <a:spLocks noGrp="1"/>
          </p:cNvSpPr>
          <p:nvPr>
            <p:ph type="sldNum" sz="quarter" idx="12"/>
          </p:nvPr>
        </p:nvSpPr>
        <p:spPr/>
        <p:txBody>
          <a:bodyPr/>
          <a:lstStyle/>
          <a:p>
            <a:fld id="{7B94EC18-1D2B-4535-B738-0E53AFE26620}" type="slidenum">
              <a:rPr lang="en-US" smtClean="0"/>
              <a:t>26</a:t>
            </a:fld>
            <a:endParaRPr lang="en-US"/>
          </a:p>
        </p:txBody>
      </p:sp>
      <p:grpSp>
        <p:nvGrpSpPr>
          <p:cNvPr id="6" name="Group 5">
            <a:extLst>
              <a:ext uri="{FF2B5EF4-FFF2-40B4-BE49-F238E27FC236}">
                <a16:creationId xmlns:a16="http://schemas.microsoft.com/office/drawing/2014/main" id="{05CC61AC-5894-451F-82DE-E46A8564A589}"/>
              </a:ext>
            </a:extLst>
          </p:cNvPr>
          <p:cNvGrpSpPr/>
          <p:nvPr/>
        </p:nvGrpSpPr>
        <p:grpSpPr>
          <a:xfrm>
            <a:off x="6138987" y="4750081"/>
            <a:ext cx="6240826" cy="1717895"/>
            <a:chOff x="5868178" y="4633630"/>
            <a:chExt cx="6494740" cy="1771344"/>
          </a:xfrm>
        </p:grpSpPr>
        <p:sp>
          <p:nvSpPr>
            <p:cNvPr id="7" name="Rectangle 6">
              <a:extLst>
                <a:ext uri="{FF2B5EF4-FFF2-40B4-BE49-F238E27FC236}">
                  <a16:creationId xmlns:a16="http://schemas.microsoft.com/office/drawing/2014/main" id="{CB2C1FC5-4D0E-4A1C-A48E-6BDCDC0EDD67}"/>
                </a:ext>
              </a:extLst>
            </p:cNvPr>
            <p:cNvSpPr/>
            <p:nvPr/>
          </p:nvSpPr>
          <p:spPr>
            <a:xfrm>
              <a:off x="12178188" y="5310830"/>
              <a:ext cx="184730" cy="338554"/>
            </a:xfrm>
            <a:prstGeom prst="rect">
              <a:avLst/>
            </a:prstGeom>
            <a:noFill/>
          </p:spPr>
          <p:txBody>
            <a:bodyPr wrap="none" lIns="91440" tIns="45720" rIns="91440" bIns="45720">
              <a:spAutoFit/>
            </a:bodyPr>
            <a:lstStyle/>
            <a:p>
              <a:pPr algn="ctr"/>
              <a:endParaRPr lang="en-US" sz="1600" b="0" cap="none" spc="0">
                <a:ln w="0"/>
                <a:solidFill>
                  <a:schemeClr val="tx1"/>
                </a:solidFill>
                <a:effectLst>
                  <a:outerShdw blurRad="38100" dist="19050" dir="2700000" algn="tl" rotWithShape="0">
                    <a:schemeClr val="dk1">
                      <a:alpha val="40000"/>
                    </a:schemeClr>
                  </a:outerShdw>
                </a:effectLst>
              </a:endParaRPr>
            </a:p>
          </p:txBody>
        </p:sp>
        <p:pic>
          <p:nvPicPr>
            <p:cNvPr id="8" name="Picture 7">
              <a:extLst>
                <a:ext uri="{FF2B5EF4-FFF2-40B4-BE49-F238E27FC236}">
                  <a16:creationId xmlns:a16="http://schemas.microsoft.com/office/drawing/2014/main" id="{F2EA9497-B11E-4B10-A1D9-0F82427A9B67}"/>
                </a:ext>
              </a:extLst>
            </p:cNvPr>
            <p:cNvPicPr/>
            <p:nvPr/>
          </p:nvPicPr>
          <p:blipFill rotWithShape="1">
            <a:blip r:embed="rId2">
              <a:extLst>
                <a:ext uri="{28A0092B-C50C-407E-A947-70E740481C1C}">
                  <a14:useLocalDpi xmlns:a14="http://schemas.microsoft.com/office/drawing/2010/main" val="0"/>
                </a:ext>
              </a:extLst>
            </a:blip>
            <a:srcRect b="69929"/>
            <a:stretch/>
          </p:blipFill>
          <p:spPr bwMode="auto">
            <a:xfrm>
              <a:off x="5868178" y="5128624"/>
              <a:ext cx="6072320" cy="1276350"/>
            </a:xfrm>
            <a:prstGeom prst="rect">
              <a:avLst/>
            </a:prstGeom>
            <a:noFill/>
            <a:ln>
              <a:solidFill>
                <a:srgbClr val="000000"/>
              </a:solidFill>
            </a:ln>
            <a:extLst>
              <a:ext uri="{53640926-AAD7-44D8-BBD7-CCE9431645EC}">
                <a14:shadowObscured xmlns:a14="http://schemas.microsoft.com/office/drawing/2010/main"/>
              </a:ext>
            </a:extLst>
          </p:spPr>
        </p:pic>
        <p:sp>
          <p:nvSpPr>
            <p:cNvPr id="9" name="Rectangle 8">
              <a:extLst>
                <a:ext uri="{FF2B5EF4-FFF2-40B4-BE49-F238E27FC236}">
                  <a16:creationId xmlns:a16="http://schemas.microsoft.com/office/drawing/2014/main" id="{5201E341-EB9B-4044-B595-63F2398EA8E5}"/>
                </a:ext>
              </a:extLst>
            </p:cNvPr>
            <p:cNvSpPr/>
            <p:nvPr/>
          </p:nvSpPr>
          <p:spPr>
            <a:xfrm>
              <a:off x="6481466" y="5262951"/>
              <a:ext cx="696576" cy="1003300"/>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10" name="Rectangle 9">
              <a:extLst>
                <a:ext uri="{FF2B5EF4-FFF2-40B4-BE49-F238E27FC236}">
                  <a16:creationId xmlns:a16="http://schemas.microsoft.com/office/drawing/2014/main" id="{A23F6B0F-C080-41C4-89BF-27F506393BDD}"/>
                </a:ext>
              </a:extLst>
            </p:cNvPr>
            <p:cNvSpPr/>
            <p:nvPr/>
          </p:nvSpPr>
          <p:spPr>
            <a:xfrm>
              <a:off x="7973046" y="5753719"/>
              <a:ext cx="628432" cy="368300"/>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11" name="Rectangle 10">
              <a:extLst>
                <a:ext uri="{FF2B5EF4-FFF2-40B4-BE49-F238E27FC236}">
                  <a16:creationId xmlns:a16="http://schemas.microsoft.com/office/drawing/2014/main" id="{C5B66DEA-6767-4FB9-B8D8-26B588F4B9F8}"/>
                </a:ext>
              </a:extLst>
            </p:cNvPr>
            <p:cNvSpPr/>
            <p:nvPr/>
          </p:nvSpPr>
          <p:spPr>
            <a:xfrm>
              <a:off x="9184482" y="5753718"/>
              <a:ext cx="628432" cy="368300"/>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12" name="Rectangle 11">
              <a:extLst>
                <a:ext uri="{FF2B5EF4-FFF2-40B4-BE49-F238E27FC236}">
                  <a16:creationId xmlns:a16="http://schemas.microsoft.com/office/drawing/2014/main" id="{3AF7E0E4-B823-4C48-A356-03DC694CA964}"/>
                </a:ext>
              </a:extLst>
            </p:cNvPr>
            <p:cNvSpPr/>
            <p:nvPr/>
          </p:nvSpPr>
          <p:spPr>
            <a:xfrm>
              <a:off x="9166163" y="4668654"/>
              <a:ext cx="627214" cy="338554"/>
            </a:xfrm>
            <a:prstGeom prst="rect">
              <a:avLst/>
            </a:prstGeom>
            <a:noFill/>
          </p:spPr>
          <p:txBody>
            <a:bodyPr wrap="square" lIns="91440" tIns="45720" rIns="91440" bIns="45720">
              <a:spAutoFit/>
            </a:bodyPr>
            <a:lstStyle/>
            <a:p>
              <a:pPr algn="ctr"/>
              <a:r>
                <a:rPr lang="en-US" sz="1600" b="1">
                  <a:ln w="0"/>
                  <a:solidFill>
                    <a:srgbClr val="FF0000"/>
                  </a:solidFill>
                  <a:effectLst>
                    <a:outerShdw blurRad="38100" dist="19050" dir="2700000" algn="tl" rotWithShape="0">
                      <a:schemeClr val="dk1">
                        <a:alpha val="40000"/>
                      </a:schemeClr>
                    </a:outerShdw>
                  </a:effectLst>
                </a:rPr>
                <a:t>3.c</a:t>
              </a:r>
              <a:endParaRPr lang="en-US" sz="1600" b="1" cap="none" spc="0">
                <a:ln w="0">
                  <a:solidFill>
                    <a:schemeClr val="bg1"/>
                  </a:solidFill>
                </a:ln>
                <a:solidFill>
                  <a:srgbClr val="FF0000"/>
                </a:solidFill>
                <a:effectLst>
                  <a:outerShdw blurRad="38100" dist="19050" dir="2700000" algn="tl" rotWithShape="0">
                    <a:schemeClr val="dk1">
                      <a:alpha val="40000"/>
                    </a:schemeClr>
                  </a:outerShdw>
                </a:effectLst>
              </a:endParaRPr>
            </a:p>
          </p:txBody>
        </p:sp>
        <p:sp>
          <p:nvSpPr>
            <p:cNvPr id="13" name="Rectangle 12">
              <a:extLst>
                <a:ext uri="{FF2B5EF4-FFF2-40B4-BE49-F238E27FC236}">
                  <a16:creationId xmlns:a16="http://schemas.microsoft.com/office/drawing/2014/main" id="{F3C0AF05-00D8-4385-88FC-EBE52EA43FAC}"/>
                </a:ext>
              </a:extLst>
            </p:cNvPr>
            <p:cNvSpPr/>
            <p:nvPr/>
          </p:nvSpPr>
          <p:spPr>
            <a:xfrm>
              <a:off x="7974926" y="4658748"/>
              <a:ext cx="627214" cy="338554"/>
            </a:xfrm>
            <a:prstGeom prst="rect">
              <a:avLst/>
            </a:prstGeom>
            <a:noFill/>
          </p:spPr>
          <p:txBody>
            <a:bodyPr wrap="square" lIns="91440" tIns="45720" rIns="91440" bIns="45720">
              <a:spAutoFit/>
            </a:bodyPr>
            <a:lstStyle/>
            <a:p>
              <a:pPr algn="ctr"/>
              <a:r>
                <a:rPr lang="en-US" sz="1600" b="1">
                  <a:ln w="0"/>
                  <a:solidFill>
                    <a:srgbClr val="FF0000"/>
                  </a:solidFill>
                  <a:effectLst>
                    <a:outerShdw blurRad="38100" dist="19050" dir="2700000" algn="tl" rotWithShape="0">
                      <a:schemeClr val="dk1">
                        <a:alpha val="40000"/>
                      </a:schemeClr>
                    </a:outerShdw>
                  </a:effectLst>
                </a:rPr>
                <a:t>3.b</a:t>
              </a:r>
              <a:endParaRPr lang="en-US" sz="1600" b="1" cap="none" spc="0">
                <a:ln w="0">
                  <a:solidFill>
                    <a:schemeClr val="bg1"/>
                  </a:solidFill>
                </a:ln>
                <a:solidFill>
                  <a:srgbClr val="FF0000"/>
                </a:solidFill>
                <a:effectLst>
                  <a:outerShdw blurRad="38100" dist="19050" dir="2700000" algn="tl" rotWithShape="0">
                    <a:schemeClr val="dk1">
                      <a:alpha val="40000"/>
                    </a:schemeClr>
                  </a:outerShdw>
                </a:effectLst>
              </a:endParaRPr>
            </a:p>
          </p:txBody>
        </p:sp>
        <p:sp>
          <p:nvSpPr>
            <p:cNvPr id="14" name="Rectangle 13">
              <a:extLst>
                <a:ext uri="{FF2B5EF4-FFF2-40B4-BE49-F238E27FC236}">
                  <a16:creationId xmlns:a16="http://schemas.microsoft.com/office/drawing/2014/main" id="{AFA02E78-8D16-445B-8D10-4B29EDF9AAB1}"/>
                </a:ext>
              </a:extLst>
            </p:cNvPr>
            <p:cNvSpPr/>
            <p:nvPr/>
          </p:nvSpPr>
          <p:spPr>
            <a:xfrm>
              <a:off x="6459022" y="4633630"/>
              <a:ext cx="627214" cy="338554"/>
            </a:xfrm>
            <a:prstGeom prst="rect">
              <a:avLst/>
            </a:prstGeom>
            <a:noFill/>
          </p:spPr>
          <p:txBody>
            <a:bodyPr wrap="square" lIns="91440" tIns="45720" rIns="91440" bIns="45720">
              <a:spAutoFit/>
            </a:bodyPr>
            <a:lstStyle/>
            <a:p>
              <a:pPr algn="ctr"/>
              <a:r>
                <a:rPr lang="en-US" sz="1600" b="1">
                  <a:ln w="0"/>
                  <a:solidFill>
                    <a:srgbClr val="FF0000"/>
                  </a:solidFill>
                  <a:effectLst>
                    <a:outerShdw blurRad="38100" dist="19050" dir="2700000" algn="tl" rotWithShape="0">
                      <a:schemeClr val="dk1">
                        <a:alpha val="40000"/>
                      </a:schemeClr>
                    </a:outerShdw>
                  </a:effectLst>
                </a:rPr>
                <a:t>3.a</a:t>
              </a:r>
              <a:endParaRPr lang="en-US" sz="1600" b="1" cap="none" spc="0">
                <a:ln w="0">
                  <a:solidFill>
                    <a:schemeClr val="bg1"/>
                  </a:solidFill>
                </a:ln>
                <a:solidFill>
                  <a:srgbClr val="FF0000"/>
                </a:solidFill>
                <a:effectLst>
                  <a:outerShdw blurRad="38100" dist="19050" dir="2700000" algn="tl" rotWithShape="0">
                    <a:schemeClr val="dk1">
                      <a:alpha val="40000"/>
                    </a:schemeClr>
                  </a:outerShdw>
                </a:effectLst>
              </a:endParaRPr>
            </a:p>
          </p:txBody>
        </p:sp>
        <p:cxnSp>
          <p:nvCxnSpPr>
            <p:cNvPr id="15" name="Straight Arrow Connector 14">
              <a:extLst>
                <a:ext uri="{FF2B5EF4-FFF2-40B4-BE49-F238E27FC236}">
                  <a16:creationId xmlns:a16="http://schemas.microsoft.com/office/drawing/2014/main" id="{C3791DC6-E5DF-4FF5-91ED-2C3A1BAAB62C}"/>
                </a:ext>
              </a:extLst>
            </p:cNvPr>
            <p:cNvCxnSpPr>
              <a:cxnSpLocks/>
            </p:cNvCxnSpPr>
            <p:nvPr/>
          </p:nvCxnSpPr>
          <p:spPr>
            <a:xfrm flipV="1">
              <a:off x="6810409" y="4932099"/>
              <a:ext cx="0" cy="330852"/>
            </a:xfrm>
            <a:prstGeom prst="straightConnector1">
              <a:avLst/>
            </a:prstGeom>
            <a:ln w="254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6024ED96-AF3E-44B4-AC80-82E57D2CC377}"/>
                </a:ext>
              </a:extLst>
            </p:cNvPr>
            <p:cNvCxnSpPr>
              <a:cxnSpLocks/>
            </p:cNvCxnSpPr>
            <p:nvPr/>
          </p:nvCxnSpPr>
          <p:spPr>
            <a:xfrm flipV="1">
              <a:off x="8287262" y="4950403"/>
              <a:ext cx="0" cy="824807"/>
            </a:xfrm>
            <a:prstGeom prst="straightConnector1">
              <a:avLst/>
            </a:prstGeom>
            <a:ln w="254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7B2E9C16-A709-4383-A3EC-64A3F8F1A30E}"/>
                </a:ext>
              </a:extLst>
            </p:cNvPr>
            <p:cNvSpPr/>
            <p:nvPr/>
          </p:nvSpPr>
          <p:spPr>
            <a:xfrm>
              <a:off x="10071600" y="5685710"/>
              <a:ext cx="1211437" cy="298424"/>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p>
          </p:txBody>
        </p:sp>
        <p:sp>
          <p:nvSpPr>
            <p:cNvPr id="18" name="Rectangle 17">
              <a:extLst>
                <a:ext uri="{FF2B5EF4-FFF2-40B4-BE49-F238E27FC236}">
                  <a16:creationId xmlns:a16="http://schemas.microsoft.com/office/drawing/2014/main" id="{50FEDABC-4294-4B4D-9C05-81666852BD9D}"/>
                </a:ext>
              </a:extLst>
            </p:cNvPr>
            <p:cNvSpPr/>
            <p:nvPr/>
          </p:nvSpPr>
          <p:spPr>
            <a:xfrm>
              <a:off x="10264026" y="4673800"/>
              <a:ext cx="783038" cy="338554"/>
            </a:xfrm>
            <a:prstGeom prst="rect">
              <a:avLst/>
            </a:prstGeom>
            <a:noFill/>
          </p:spPr>
          <p:txBody>
            <a:bodyPr wrap="square" lIns="91440" tIns="45720" rIns="91440" bIns="45720">
              <a:spAutoFit/>
            </a:bodyPr>
            <a:lstStyle/>
            <a:p>
              <a:pPr algn="ctr"/>
              <a:r>
                <a:rPr lang="en-US" sz="1600" b="1">
                  <a:ln w="0"/>
                  <a:solidFill>
                    <a:srgbClr val="FF0000"/>
                  </a:solidFill>
                  <a:effectLst>
                    <a:outerShdw blurRad="38100" dist="19050" dir="2700000" algn="tl" rotWithShape="0">
                      <a:schemeClr val="dk1">
                        <a:alpha val="40000"/>
                      </a:schemeClr>
                    </a:outerShdw>
                  </a:effectLst>
                </a:rPr>
                <a:t>3.c1</a:t>
              </a:r>
              <a:endParaRPr lang="en-US" sz="1600" b="1" cap="none" spc="0">
                <a:ln w="0">
                  <a:solidFill>
                    <a:schemeClr val="bg1"/>
                  </a:solidFill>
                </a:ln>
                <a:solidFill>
                  <a:srgbClr val="FF0000"/>
                </a:solidFill>
                <a:effectLst>
                  <a:outerShdw blurRad="38100" dist="19050" dir="2700000" algn="tl" rotWithShape="0">
                    <a:schemeClr val="dk1">
                      <a:alpha val="40000"/>
                    </a:schemeClr>
                  </a:outerShdw>
                </a:effectLst>
              </a:endParaRPr>
            </a:p>
          </p:txBody>
        </p:sp>
        <p:cxnSp>
          <p:nvCxnSpPr>
            <p:cNvPr id="19" name="Straight Arrow Connector 18">
              <a:extLst>
                <a:ext uri="{FF2B5EF4-FFF2-40B4-BE49-F238E27FC236}">
                  <a16:creationId xmlns:a16="http://schemas.microsoft.com/office/drawing/2014/main" id="{52EDAE1A-6F06-4CA1-BD7A-A9D4284F7190}"/>
                </a:ext>
              </a:extLst>
            </p:cNvPr>
            <p:cNvCxnSpPr>
              <a:cxnSpLocks/>
            </p:cNvCxnSpPr>
            <p:nvPr/>
          </p:nvCxnSpPr>
          <p:spPr>
            <a:xfrm flipV="1">
              <a:off x="9470174" y="4928635"/>
              <a:ext cx="0" cy="824807"/>
            </a:xfrm>
            <a:prstGeom prst="straightConnector1">
              <a:avLst/>
            </a:prstGeom>
            <a:ln w="254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672500AC-B6AD-46F0-B6B7-B4EBB67CAB35}"/>
                </a:ext>
              </a:extLst>
            </p:cNvPr>
            <p:cNvCxnSpPr>
              <a:cxnSpLocks/>
            </p:cNvCxnSpPr>
            <p:nvPr/>
          </p:nvCxnSpPr>
          <p:spPr>
            <a:xfrm flipV="1">
              <a:off x="10580514" y="4973386"/>
              <a:ext cx="0" cy="749825"/>
            </a:xfrm>
            <a:prstGeom prst="straightConnector1">
              <a:avLst/>
            </a:prstGeom>
            <a:ln w="254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grpSp>
      <p:pic>
        <p:nvPicPr>
          <p:cNvPr id="22" name="Picture 21">
            <a:extLst>
              <a:ext uri="{FF2B5EF4-FFF2-40B4-BE49-F238E27FC236}">
                <a16:creationId xmlns:a16="http://schemas.microsoft.com/office/drawing/2014/main" id="{ED213A92-56BF-419C-9648-AEAA9F01FF1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138987" y="1549503"/>
            <a:ext cx="5867400" cy="3272493"/>
          </a:xfrm>
          <a:prstGeom prst="rect">
            <a:avLst/>
          </a:prstGeom>
        </p:spPr>
      </p:pic>
    </p:spTree>
    <p:extLst>
      <p:ext uri="{BB962C8B-B14F-4D97-AF65-F5344CB8AC3E}">
        <p14:creationId xmlns:p14="http://schemas.microsoft.com/office/powerpoint/2010/main" val="1078753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FC73C-FF9F-486F-AD7B-FEF0D0FED625}"/>
              </a:ext>
            </a:extLst>
          </p:cNvPr>
          <p:cNvSpPr>
            <a:spLocks noGrp="1"/>
          </p:cNvSpPr>
          <p:nvPr>
            <p:ph type="title"/>
          </p:nvPr>
        </p:nvSpPr>
        <p:spPr>
          <a:xfrm>
            <a:off x="495299" y="495299"/>
            <a:ext cx="11201401" cy="492443"/>
          </a:xfrm>
        </p:spPr>
        <p:txBody>
          <a:bodyPr/>
          <a:lstStyle/>
          <a:p>
            <a:r>
              <a:rPr lang="en-US" sz="3200" b="1" dirty="0"/>
              <a:t>Dashboard – Asset Status</a:t>
            </a:r>
            <a:endParaRPr lang="en-US" sz="3200" dirty="0"/>
          </a:p>
        </p:txBody>
      </p:sp>
      <p:sp>
        <p:nvSpPr>
          <p:cNvPr id="3" name="Content Placeholder 2">
            <a:extLst>
              <a:ext uri="{FF2B5EF4-FFF2-40B4-BE49-F238E27FC236}">
                <a16:creationId xmlns:a16="http://schemas.microsoft.com/office/drawing/2014/main" id="{DB80641F-C705-47C4-B207-A829F6F9F060}"/>
              </a:ext>
            </a:extLst>
          </p:cNvPr>
          <p:cNvSpPr>
            <a:spLocks noGrp="1"/>
          </p:cNvSpPr>
          <p:nvPr>
            <p:ph idx="1"/>
          </p:nvPr>
        </p:nvSpPr>
        <p:spPr/>
        <p:txBody>
          <a:bodyPr/>
          <a:lstStyle/>
          <a:p>
            <a:pPr marL="169863" marR="0" lvl="0" indent="-457200" algn="just" defTabSz="457200" rtl="0" eaLnBrk="0" fontAlgn="base" latinLnBrk="0" hangingPunct="0">
              <a:lnSpc>
                <a:spcPct val="100000"/>
              </a:lnSpc>
              <a:spcBef>
                <a:spcPct val="20000"/>
              </a:spcBef>
              <a:spcAft>
                <a:spcPct val="0"/>
              </a:spcAft>
              <a:buClr>
                <a:srgbClr val="C00000"/>
              </a:buClr>
              <a:buSzTx/>
              <a:buFont typeface="Wingdings" panose="05000000000000000000" pitchFamily="2" charset="2"/>
              <a:buChar char="Ø"/>
              <a:tabLst/>
              <a:defRPr/>
            </a:pPr>
            <a:r>
              <a:rPr kumimoji="0" lang="en-US" sz="2000" b="1" i="0" u="none" strike="noStrike" kern="1200" cap="none" spc="0" normalizeH="0" baseline="0" noProof="0" dirty="0">
                <a:ln>
                  <a:noFill/>
                </a:ln>
                <a:solidFill>
                  <a:srgbClr val="000000"/>
                </a:solidFill>
                <a:effectLst/>
                <a:uLnTx/>
                <a:uFillTx/>
                <a:latin typeface="Arial" pitchFamily="34" charset="0"/>
                <a:cs typeface="Arial" pitchFamily="34" charset="0"/>
              </a:rPr>
              <a:t>Asset Status</a:t>
            </a:r>
          </a:p>
          <a:p>
            <a:pPr marL="342900" marR="0" lvl="0" indent="-342900" algn="just" defTabSz="457200" rtl="0" eaLnBrk="0" fontAlgn="base" latinLnBrk="0" hangingPunct="0">
              <a:lnSpc>
                <a:spcPct val="100000"/>
              </a:lnSpc>
              <a:spcBef>
                <a:spcPct val="20000"/>
              </a:spcBef>
              <a:spcAft>
                <a:spcPct val="0"/>
              </a:spcAft>
              <a:buClr>
                <a:srgbClr val="C00000"/>
              </a:buClr>
              <a:buSzTx/>
              <a:buFont typeface="+mj-lt"/>
              <a:buAutoNum type="arabicParenR" startAt="4"/>
              <a:tabLst/>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User can filter the equipment's displayed using:</a:t>
            </a:r>
          </a:p>
          <a:p>
            <a:pPr marL="685800" marR="0" lvl="1" indent="-347472" algn="just" defTabSz="457200" rtl="0" eaLnBrk="0" fontAlgn="base" latinLnBrk="0" hangingPunct="0">
              <a:lnSpc>
                <a:spcPct val="100000"/>
              </a:lnSpc>
              <a:spcBef>
                <a:spcPct val="20000"/>
              </a:spcBef>
              <a:spcAft>
                <a:spcPct val="0"/>
              </a:spcAft>
              <a:buClr>
                <a:srgbClr val="C00000"/>
              </a:buClr>
              <a:buSzTx/>
              <a:buFont typeface="+mj-lt"/>
              <a:buAutoNum type="alphaLcParenR"/>
              <a:tabLst/>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Fault Status – Active, Inactive etc.</a:t>
            </a:r>
          </a:p>
          <a:p>
            <a:pPr marL="685800" marR="0" lvl="1" indent="-347472" algn="just" defTabSz="457200" rtl="0" eaLnBrk="0" fontAlgn="base" latinLnBrk="0" hangingPunct="0">
              <a:lnSpc>
                <a:spcPct val="100000"/>
              </a:lnSpc>
              <a:spcBef>
                <a:spcPct val="20000"/>
              </a:spcBef>
              <a:spcAft>
                <a:spcPct val="0"/>
              </a:spcAft>
              <a:buClr>
                <a:srgbClr val="C00000"/>
              </a:buClr>
              <a:buSzTx/>
              <a:buFont typeface="+mj-lt"/>
              <a:buAutoNum type="alphaLcParenR"/>
              <a:tabLst/>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Fault Condition – New, No Fault</a:t>
            </a:r>
          </a:p>
          <a:p>
            <a:pPr marL="685800" marR="0" lvl="1" indent="-347472" algn="just" defTabSz="457200" rtl="0" eaLnBrk="0" fontAlgn="base" latinLnBrk="0" hangingPunct="0">
              <a:lnSpc>
                <a:spcPct val="100000"/>
              </a:lnSpc>
              <a:spcBef>
                <a:spcPct val="20000"/>
              </a:spcBef>
              <a:spcAft>
                <a:spcPct val="0"/>
              </a:spcAft>
              <a:buClr>
                <a:srgbClr val="C00000"/>
              </a:buClr>
              <a:buSzTx/>
              <a:buFont typeface="+mj-lt"/>
              <a:buAutoNum type="alphaLcParenR"/>
              <a:tabLst/>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Criticality – Asset Criticality 1 to 5</a:t>
            </a:r>
          </a:p>
          <a:p>
            <a:pPr marL="685800" marR="0" lvl="1" indent="-347472" algn="just" defTabSz="457200" rtl="0" eaLnBrk="0" fontAlgn="base" latinLnBrk="0" hangingPunct="0">
              <a:lnSpc>
                <a:spcPct val="100000"/>
              </a:lnSpc>
              <a:spcBef>
                <a:spcPct val="20000"/>
              </a:spcBef>
              <a:spcAft>
                <a:spcPct val="0"/>
              </a:spcAft>
              <a:buClr>
                <a:srgbClr val="C00000"/>
              </a:buClr>
              <a:buSzTx/>
              <a:buFont typeface="+mj-lt"/>
              <a:buAutoNum type="alphaLcParenR"/>
              <a:tabLst/>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Priority – Asset Priority 0 to 30</a:t>
            </a:r>
          </a:p>
          <a:p>
            <a:pPr marL="685800" marR="0" lvl="1" indent="-347472" algn="just" defTabSz="457200" rtl="0" eaLnBrk="0" fontAlgn="base" latinLnBrk="0" hangingPunct="0">
              <a:lnSpc>
                <a:spcPct val="100000"/>
              </a:lnSpc>
              <a:spcBef>
                <a:spcPct val="20000"/>
              </a:spcBef>
              <a:spcAft>
                <a:spcPct val="0"/>
              </a:spcAft>
              <a:buClr>
                <a:srgbClr val="C00000"/>
              </a:buClr>
              <a:buSzTx/>
              <a:buFont typeface="+mj-lt"/>
              <a:buAutoNum type="alphaLcParenR"/>
              <a:tabLst/>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Asset Class</a:t>
            </a:r>
          </a:p>
          <a:p>
            <a:pPr marL="685800" marR="0" lvl="1" indent="-347472" algn="just" defTabSz="457200" rtl="0" eaLnBrk="0" fontAlgn="base" latinLnBrk="0" hangingPunct="0">
              <a:lnSpc>
                <a:spcPct val="100000"/>
              </a:lnSpc>
              <a:spcBef>
                <a:spcPct val="20000"/>
              </a:spcBef>
              <a:spcAft>
                <a:spcPct val="0"/>
              </a:spcAft>
              <a:buClr>
                <a:srgbClr val="C00000"/>
              </a:buClr>
              <a:buSzTx/>
              <a:buFont typeface="+mj-lt"/>
              <a:buAutoNum type="alphaLcParenR"/>
              <a:tabLst/>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Asset Type</a:t>
            </a:r>
          </a:p>
          <a:p>
            <a:pPr marL="685800" marR="0" lvl="1" indent="-347472" algn="just" defTabSz="457200" rtl="0" eaLnBrk="0" fontAlgn="base" latinLnBrk="0" hangingPunct="0">
              <a:lnSpc>
                <a:spcPct val="100000"/>
              </a:lnSpc>
              <a:spcBef>
                <a:spcPct val="20000"/>
              </a:spcBef>
              <a:spcAft>
                <a:spcPct val="0"/>
              </a:spcAft>
              <a:buClr>
                <a:srgbClr val="C00000"/>
              </a:buClr>
              <a:buSzTx/>
              <a:buFont typeface="+mj-lt"/>
              <a:buAutoNum type="alphaLcParenR"/>
              <a:tabLst/>
              <a:defRPr/>
            </a:pPr>
            <a:endPar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endParaRPr>
          </a:p>
          <a:p>
            <a:pPr marL="685800" marR="0" lvl="1" indent="-347472" algn="just" defTabSz="457200" rtl="0" eaLnBrk="0" fontAlgn="base" latinLnBrk="0" hangingPunct="0">
              <a:lnSpc>
                <a:spcPct val="100000"/>
              </a:lnSpc>
              <a:spcBef>
                <a:spcPct val="20000"/>
              </a:spcBef>
              <a:spcAft>
                <a:spcPct val="0"/>
              </a:spcAft>
              <a:buClr>
                <a:srgbClr val="C00000"/>
              </a:buClr>
              <a:buSzTx/>
              <a:buFont typeface="+mj-lt"/>
              <a:buAutoNum type="alphaLcParenR"/>
              <a:tabLst/>
              <a:defRPr/>
            </a:pPr>
            <a:endPar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endParaRPr>
          </a:p>
          <a:p>
            <a:pPr marL="685800" marR="0" lvl="1" indent="-347472" algn="just" defTabSz="457200" rtl="0" eaLnBrk="0" fontAlgn="base" latinLnBrk="0" hangingPunct="0">
              <a:lnSpc>
                <a:spcPct val="100000"/>
              </a:lnSpc>
              <a:spcBef>
                <a:spcPct val="20000"/>
              </a:spcBef>
              <a:spcAft>
                <a:spcPct val="0"/>
              </a:spcAft>
              <a:buClr>
                <a:srgbClr val="C00000"/>
              </a:buClr>
              <a:buSzTx/>
              <a:buFont typeface="+mj-lt"/>
              <a:buAutoNum type="alphaLcParenR"/>
              <a:tabLst/>
              <a:defRPr/>
            </a:pPr>
            <a:endPar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endParaRPr>
          </a:p>
          <a:p>
            <a:pPr marL="0" indent="0">
              <a:buNone/>
            </a:pPr>
            <a:endParaRPr lang="en-US" dirty="0"/>
          </a:p>
        </p:txBody>
      </p:sp>
      <p:sp>
        <p:nvSpPr>
          <p:cNvPr id="4" name="Slide Number Placeholder 3">
            <a:extLst>
              <a:ext uri="{FF2B5EF4-FFF2-40B4-BE49-F238E27FC236}">
                <a16:creationId xmlns:a16="http://schemas.microsoft.com/office/drawing/2014/main" id="{F0598A12-7557-4635-A2A0-5B2E4188C5F1}"/>
              </a:ext>
            </a:extLst>
          </p:cNvPr>
          <p:cNvSpPr>
            <a:spLocks noGrp="1"/>
          </p:cNvSpPr>
          <p:nvPr>
            <p:ph type="sldNum" sz="quarter" idx="12"/>
          </p:nvPr>
        </p:nvSpPr>
        <p:spPr/>
        <p:txBody>
          <a:bodyPr/>
          <a:lstStyle/>
          <a:p>
            <a:fld id="{7B94EC18-1D2B-4535-B738-0E53AFE26620}" type="slidenum">
              <a:rPr lang="en-US" smtClean="0"/>
              <a:t>27</a:t>
            </a:fld>
            <a:endParaRPr lang="en-US"/>
          </a:p>
        </p:txBody>
      </p:sp>
      <p:grpSp>
        <p:nvGrpSpPr>
          <p:cNvPr id="6" name="Group 5">
            <a:extLst>
              <a:ext uri="{FF2B5EF4-FFF2-40B4-BE49-F238E27FC236}">
                <a16:creationId xmlns:a16="http://schemas.microsoft.com/office/drawing/2014/main" id="{3E4FD890-1DA7-45B6-8624-90A55FD5A2BE}"/>
              </a:ext>
            </a:extLst>
          </p:cNvPr>
          <p:cNvGrpSpPr/>
          <p:nvPr/>
        </p:nvGrpSpPr>
        <p:grpSpPr>
          <a:xfrm>
            <a:off x="4740741" y="1357823"/>
            <a:ext cx="6981218" cy="4883885"/>
            <a:chOff x="4760838" y="1087685"/>
            <a:chExt cx="6981218" cy="4883885"/>
          </a:xfrm>
        </p:grpSpPr>
        <p:pic>
          <p:nvPicPr>
            <p:cNvPr id="7" name="Picture 6">
              <a:extLst>
                <a:ext uri="{FF2B5EF4-FFF2-40B4-BE49-F238E27FC236}">
                  <a16:creationId xmlns:a16="http://schemas.microsoft.com/office/drawing/2014/main" id="{23E6733D-1065-43A5-8EF2-966A338F7A78}"/>
                </a:ext>
              </a:extLst>
            </p:cNvPr>
            <p:cNvPicPr>
              <a:picLocks noChangeAspect="1"/>
            </p:cNvPicPr>
            <p:nvPr/>
          </p:nvPicPr>
          <p:blipFill>
            <a:blip r:embed="rId2"/>
            <a:stretch>
              <a:fillRect/>
            </a:stretch>
          </p:blipFill>
          <p:spPr>
            <a:xfrm>
              <a:off x="9021919" y="1087685"/>
              <a:ext cx="2720137" cy="4883885"/>
            </a:xfrm>
            <a:prstGeom prst="rect">
              <a:avLst/>
            </a:prstGeom>
          </p:spPr>
        </p:pic>
        <p:pic>
          <p:nvPicPr>
            <p:cNvPr id="8" name="Picture 7">
              <a:extLst>
                <a:ext uri="{FF2B5EF4-FFF2-40B4-BE49-F238E27FC236}">
                  <a16:creationId xmlns:a16="http://schemas.microsoft.com/office/drawing/2014/main" id="{4FEF232F-33C9-4848-A14C-C4EDD18B6306}"/>
                </a:ext>
              </a:extLst>
            </p:cNvPr>
            <p:cNvPicPr>
              <a:picLocks noChangeAspect="1"/>
            </p:cNvPicPr>
            <p:nvPr/>
          </p:nvPicPr>
          <p:blipFill>
            <a:blip r:embed="rId3"/>
            <a:stretch>
              <a:fillRect/>
            </a:stretch>
          </p:blipFill>
          <p:spPr>
            <a:xfrm>
              <a:off x="5654605" y="1087686"/>
              <a:ext cx="2720137" cy="4883884"/>
            </a:xfrm>
            <a:prstGeom prst="rect">
              <a:avLst/>
            </a:prstGeom>
          </p:spPr>
        </p:pic>
        <p:grpSp>
          <p:nvGrpSpPr>
            <p:cNvPr id="9" name="Group 8">
              <a:extLst>
                <a:ext uri="{FF2B5EF4-FFF2-40B4-BE49-F238E27FC236}">
                  <a16:creationId xmlns:a16="http://schemas.microsoft.com/office/drawing/2014/main" id="{FA51A81F-9A78-444D-9A75-B061EFBD63DE}"/>
                </a:ext>
              </a:extLst>
            </p:cNvPr>
            <p:cNvGrpSpPr/>
            <p:nvPr/>
          </p:nvGrpSpPr>
          <p:grpSpPr>
            <a:xfrm>
              <a:off x="4818908" y="1716258"/>
              <a:ext cx="1140357" cy="338554"/>
              <a:chOff x="4818908" y="1716258"/>
              <a:chExt cx="1140357" cy="338554"/>
            </a:xfrm>
          </p:grpSpPr>
          <p:sp>
            <p:nvSpPr>
              <p:cNvPr id="25" name="Rectangle 24">
                <a:extLst>
                  <a:ext uri="{FF2B5EF4-FFF2-40B4-BE49-F238E27FC236}">
                    <a16:creationId xmlns:a16="http://schemas.microsoft.com/office/drawing/2014/main" id="{76D7FCC6-1AFB-4664-86AE-4EB05DC740A8}"/>
                  </a:ext>
                </a:extLst>
              </p:cNvPr>
              <p:cNvSpPr/>
              <p:nvPr/>
            </p:nvSpPr>
            <p:spPr>
              <a:xfrm>
                <a:off x="4818908" y="1716258"/>
                <a:ext cx="627214" cy="338554"/>
              </a:xfrm>
              <a:prstGeom prst="rect">
                <a:avLst/>
              </a:prstGeom>
              <a:noFill/>
            </p:spPr>
            <p:txBody>
              <a:bodyPr wrap="square" lIns="91440" tIns="45720" rIns="91440" bIns="45720">
                <a:spAutoFit/>
              </a:bodyPr>
              <a:lstStyle/>
              <a:p>
                <a:pPr algn="ctr"/>
                <a:r>
                  <a:rPr lang="en-US" sz="1600" b="1">
                    <a:ln w="0"/>
                    <a:solidFill>
                      <a:srgbClr val="FF0000"/>
                    </a:solidFill>
                    <a:effectLst>
                      <a:outerShdw blurRad="38100" dist="19050" dir="2700000" algn="tl" rotWithShape="0">
                        <a:schemeClr val="dk1">
                          <a:alpha val="40000"/>
                        </a:schemeClr>
                      </a:outerShdw>
                    </a:effectLst>
                  </a:rPr>
                  <a:t>4.a</a:t>
                </a:r>
                <a:endParaRPr lang="en-US" sz="1600" b="1" cap="none" spc="0">
                  <a:ln w="0">
                    <a:solidFill>
                      <a:schemeClr val="bg1"/>
                    </a:solidFill>
                  </a:ln>
                  <a:solidFill>
                    <a:srgbClr val="FF0000"/>
                  </a:solidFill>
                  <a:effectLst>
                    <a:outerShdw blurRad="38100" dist="19050" dir="2700000" algn="tl" rotWithShape="0">
                      <a:schemeClr val="dk1">
                        <a:alpha val="40000"/>
                      </a:schemeClr>
                    </a:outerShdw>
                  </a:effectLst>
                </a:endParaRPr>
              </a:p>
            </p:txBody>
          </p:sp>
          <p:cxnSp>
            <p:nvCxnSpPr>
              <p:cNvPr id="26" name="Straight Arrow Connector 25">
                <a:extLst>
                  <a:ext uri="{FF2B5EF4-FFF2-40B4-BE49-F238E27FC236}">
                    <a16:creationId xmlns:a16="http://schemas.microsoft.com/office/drawing/2014/main" id="{E2354A13-CBC2-4DBE-86BF-50DC87DB1D57}"/>
                  </a:ext>
                </a:extLst>
              </p:cNvPr>
              <p:cNvCxnSpPr>
                <a:cxnSpLocks/>
              </p:cNvCxnSpPr>
              <p:nvPr/>
            </p:nvCxnSpPr>
            <p:spPr>
              <a:xfrm flipH="1">
                <a:off x="5349945" y="1900924"/>
                <a:ext cx="609320" cy="0"/>
              </a:xfrm>
              <a:prstGeom prst="straightConnector1">
                <a:avLst/>
              </a:prstGeom>
              <a:ln w="254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10" name="Group 9">
              <a:extLst>
                <a:ext uri="{FF2B5EF4-FFF2-40B4-BE49-F238E27FC236}">
                  <a16:creationId xmlns:a16="http://schemas.microsoft.com/office/drawing/2014/main" id="{0923E63C-62C1-4A55-AB76-65D2AAA2B4CA}"/>
                </a:ext>
              </a:extLst>
            </p:cNvPr>
            <p:cNvGrpSpPr/>
            <p:nvPr/>
          </p:nvGrpSpPr>
          <p:grpSpPr>
            <a:xfrm>
              <a:off x="4760838" y="3059668"/>
              <a:ext cx="1140357" cy="338554"/>
              <a:chOff x="4818908" y="1716258"/>
              <a:chExt cx="1140357" cy="338554"/>
            </a:xfrm>
          </p:grpSpPr>
          <p:sp>
            <p:nvSpPr>
              <p:cNvPr id="23" name="Rectangle 22">
                <a:extLst>
                  <a:ext uri="{FF2B5EF4-FFF2-40B4-BE49-F238E27FC236}">
                    <a16:creationId xmlns:a16="http://schemas.microsoft.com/office/drawing/2014/main" id="{D66D6C37-7922-4258-A13C-30E864A27B1D}"/>
                  </a:ext>
                </a:extLst>
              </p:cNvPr>
              <p:cNvSpPr/>
              <p:nvPr/>
            </p:nvSpPr>
            <p:spPr>
              <a:xfrm>
                <a:off x="4818908" y="1716258"/>
                <a:ext cx="627214" cy="338554"/>
              </a:xfrm>
              <a:prstGeom prst="rect">
                <a:avLst/>
              </a:prstGeom>
              <a:noFill/>
            </p:spPr>
            <p:txBody>
              <a:bodyPr wrap="square" lIns="91440" tIns="45720" rIns="91440" bIns="45720">
                <a:spAutoFit/>
              </a:bodyPr>
              <a:lstStyle/>
              <a:p>
                <a:pPr algn="ctr"/>
                <a:r>
                  <a:rPr lang="en-US" sz="1600" b="1">
                    <a:ln w="0"/>
                    <a:solidFill>
                      <a:srgbClr val="FF0000"/>
                    </a:solidFill>
                    <a:effectLst>
                      <a:outerShdw blurRad="38100" dist="19050" dir="2700000" algn="tl" rotWithShape="0">
                        <a:schemeClr val="dk1">
                          <a:alpha val="40000"/>
                        </a:schemeClr>
                      </a:outerShdw>
                    </a:effectLst>
                  </a:rPr>
                  <a:t>4.b</a:t>
                </a:r>
                <a:endParaRPr lang="en-US" sz="1600" b="1" cap="none" spc="0">
                  <a:ln w="0">
                    <a:solidFill>
                      <a:schemeClr val="bg1"/>
                    </a:solidFill>
                  </a:ln>
                  <a:solidFill>
                    <a:srgbClr val="FF0000"/>
                  </a:solidFill>
                  <a:effectLst>
                    <a:outerShdw blurRad="38100" dist="19050" dir="2700000" algn="tl" rotWithShape="0">
                      <a:schemeClr val="dk1">
                        <a:alpha val="40000"/>
                      </a:schemeClr>
                    </a:outerShdw>
                  </a:effectLst>
                </a:endParaRPr>
              </a:p>
            </p:txBody>
          </p:sp>
          <p:cxnSp>
            <p:nvCxnSpPr>
              <p:cNvPr id="24" name="Straight Arrow Connector 23">
                <a:extLst>
                  <a:ext uri="{FF2B5EF4-FFF2-40B4-BE49-F238E27FC236}">
                    <a16:creationId xmlns:a16="http://schemas.microsoft.com/office/drawing/2014/main" id="{87E1473E-4C97-459D-A58A-54CBE08C0AD8}"/>
                  </a:ext>
                </a:extLst>
              </p:cNvPr>
              <p:cNvCxnSpPr>
                <a:cxnSpLocks/>
              </p:cNvCxnSpPr>
              <p:nvPr/>
            </p:nvCxnSpPr>
            <p:spPr>
              <a:xfrm flipH="1">
                <a:off x="5349945" y="1900924"/>
                <a:ext cx="609320" cy="0"/>
              </a:xfrm>
              <a:prstGeom prst="straightConnector1">
                <a:avLst/>
              </a:prstGeom>
              <a:ln w="254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11" name="Group 10">
              <a:extLst>
                <a:ext uri="{FF2B5EF4-FFF2-40B4-BE49-F238E27FC236}">
                  <a16:creationId xmlns:a16="http://schemas.microsoft.com/office/drawing/2014/main" id="{AEC794D0-83BD-4BEE-8E07-9CA55BC35147}"/>
                </a:ext>
              </a:extLst>
            </p:cNvPr>
            <p:cNvGrpSpPr/>
            <p:nvPr/>
          </p:nvGrpSpPr>
          <p:grpSpPr>
            <a:xfrm>
              <a:off x="4801737" y="4351162"/>
              <a:ext cx="1140357" cy="338554"/>
              <a:chOff x="4818908" y="1716258"/>
              <a:chExt cx="1140357" cy="338554"/>
            </a:xfrm>
          </p:grpSpPr>
          <p:sp>
            <p:nvSpPr>
              <p:cNvPr id="21" name="Rectangle 20">
                <a:extLst>
                  <a:ext uri="{FF2B5EF4-FFF2-40B4-BE49-F238E27FC236}">
                    <a16:creationId xmlns:a16="http://schemas.microsoft.com/office/drawing/2014/main" id="{9F33D907-52C2-4183-8E23-33D6E5BC4339}"/>
                  </a:ext>
                </a:extLst>
              </p:cNvPr>
              <p:cNvSpPr/>
              <p:nvPr/>
            </p:nvSpPr>
            <p:spPr>
              <a:xfrm>
                <a:off x="4818908" y="1716258"/>
                <a:ext cx="627214" cy="338554"/>
              </a:xfrm>
              <a:prstGeom prst="rect">
                <a:avLst/>
              </a:prstGeom>
              <a:noFill/>
            </p:spPr>
            <p:txBody>
              <a:bodyPr wrap="square" lIns="91440" tIns="45720" rIns="91440" bIns="45720">
                <a:spAutoFit/>
              </a:bodyPr>
              <a:lstStyle/>
              <a:p>
                <a:pPr algn="ctr"/>
                <a:r>
                  <a:rPr lang="en-US" sz="1600" b="1">
                    <a:ln w="0"/>
                    <a:solidFill>
                      <a:srgbClr val="FF0000"/>
                    </a:solidFill>
                    <a:effectLst>
                      <a:outerShdw blurRad="38100" dist="19050" dir="2700000" algn="tl" rotWithShape="0">
                        <a:schemeClr val="dk1">
                          <a:alpha val="40000"/>
                        </a:schemeClr>
                      </a:outerShdw>
                    </a:effectLst>
                  </a:rPr>
                  <a:t>4.c</a:t>
                </a:r>
                <a:endParaRPr lang="en-US" sz="1600" b="1" cap="none" spc="0">
                  <a:ln w="0">
                    <a:solidFill>
                      <a:schemeClr val="bg1"/>
                    </a:solidFill>
                  </a:ln>
                  <a:solidFill>
                    <a:srgbClr val="FF0000"/>
                  </a:solidFill>
                  <a:effectLst>
                    <a:outerShdw blurRad="38100" dist="19050" dir="2700000" algn="tl" rotWithShape="0">
                      <a:schemeClr val="dk1">
                        <a:alpha val="40000"/>
                      </a:schemeClr>
                    </a:outerShdw>
                  </a:effectLst>
                </a:endParaRPr>
              </a:p>
            </p:txBody>
          </p:sp>
          <p:cxnSp>
            <p:nvCxnSpPr>
              <p:cNvPr id="22" name="Straight Arrow Connector 21">
                <a:extLst>
                  <a:ext uri="{FF2B5EF4-FFF2-40B4-BE49-F238E27FC236}">
                    <a16:creationId xmlns:a16="http://schemas.microsoft.com/office/drawing/2014/main" id="{286DF3BE-6DC6-4101-BB20-9C5B22F41132}"/>
                  </a:ext>
                </a:extLst>
              </p:cNvPr>
              <p:cNvCxnSpPr>
                <a:cxnSpLocks/>
              </p:cNvCxnSpPr>
              <p:nvPr/>
            </p:nvCxnSpPr>
            <p:spPr>
              <a:xfrm flipH="1">
                <a:off x="5349945" y="1900924"/>
                <a:ext cx="609320" cy="0"/>
              </a:xfrm>
              <a:prstGeom prst="straightConnector1">
                <a:avLst/>
              </a:prstGeom>
              <a:ln w="254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12" name="Group 11">
              <a:extLst>
                <a:ext uri="{FF2B5EF4-FFF2-40B4-BE49-F238E27FC236}">
                  <a16:creationId xmlns:a16="http://schemas.microsoft.com/office/drawing/2014/main" id="{D3CDD0AE-E788-404C-BDAC-894863151B3B}"/>
                </a:ext>
              </a:extLst>
            </p:cNvPr>
            <p:cNvGrpSpPr/>
            <p:nvPr/>
          </p:nvGrpSpPr>
          <p:grpSpPr>
            <a:xfrm>
              <a:off x="4794479" y="5374416"/>
              <a:ext cx="1140357" cy="338554"/>
              <a:chOff x="4818908" y="1716258"/>
              <a:chExt cx="1140357" cy="338554"/>
            </a:xfrm>
          </p:grpSpPr>
          <p:sp>
            <p:nvSpPr>
              <p:cNvPr id="19" name="Rectangle 18">
                <a:extLst>
                  <a:ext uri="{FF2B5EF4-FFF2-40B4-BE49-F238E27FC236}">
                    <a16:creationId xmlns:a16="http://schemas.microsoft.com/office/drawing/2014/main" id="{97952524-BAF6-4F0D-B5D7-B4700ED0624A}"/>
                  </a:ext>
                </a:extLst>
              </p:cNvPr>
              <p:cNvSpPr/>
              <p:nvPr/>
            </p:nvSpPr>
            <p:spPr>
              <a:xfrm>
                <a:off x="4818908" y="1716258"/>
                <a:ext cx="627214" cy="338554"/>
              </a:xfrm>
              <a:prstGeom prst="rect">
                <a:avLst/>
              </a:prstGeom>
              <a:noFill/>
            </p:spPr>
            <p:txBody>
              <a:bodyPr wrap="square" lIns="91440" tIns="45720" rIns="91440" bIns="45720">
                <a:spAutoFit/>
              </a:bodyPr>
              <a:lstStyle/>
              <a:p>
                <a:pPr algn="ctr"/>
                <a:r>
                  <a:rPr lang="en-US" sz="1600" b="1">
                    <a:ln w="0"/>
                    <a:solidFill>
                      <a:srgbClr val="FF0000"/>
                    </a:solidFill>
                    <a:effectLst>
                      <a:outerShdw blurRad="38100" dist="19050" dir="2700000" algn="tl" rotWithShape="0">
                        <a:schemeClr val="dk1">
                          <a:alpha val="40000"/>
                        </a:schemeClr>
                      </a:outerShdw>
                    </a:effectLst>
                  </a:rPr>
                  <a:t>4.d</a:t>
                </a:r>
                <a:endParaRPr lang="en-US" sz="1600" b="1" cap="none" spc="0">
                  <a:ln w="0">
                    <a:solidFill>
                      <a:schemeClr val="bg1"/>
                    </a:solidFill>
                  </a:ln>
                  <a:solidFill>
                    <a:srgbClr val="FF0000"/>
                  </a:solidFill>
                  <a:effectLst>
                    <a:outerShdw blurRad="38100" dist="19050" dir="2700000" algn="tl" rotWithShape="0">
                      <a:schemeClr val="dk1">
                        <a:alpha val="40000"/>
                      </a:schemeClr>
                    </a:outerShdw>
                  </a:effectLst>
                </a:endParaRPr>
              </a:p>
            </p:txBody>
          </p:sp>
          <p:cxnSp>
            <p:nvCxnSpPr>
              <p:cNvPr id="20" name="Straight Arrow Connector 19">
                <a:extLst>
                  <a:ext uri="{FF2B5EF4-FFF2-40B4-BE49-F238E27FC236}">
                    <a16:creationId xmlns:a16="http://schemas.microsoft.com/office/drawing/2014/main" id="{FBAFA22A-C6EF-438A-BA2B-09B40DD47D48}"/>
                  </a:ext>
                </a:extLst>
              </p:cNvPr>
              <p:cNvCxnSpPr>
                <a:cxnSpLocks/>
              </p:cNvCxnSpPr>
              <p:nvPr/>
            </p:nvCxnSpPr>
            <p:spPr>
              <a:xfrm flipH="1">
                <a:off x="5349945" y="1900924"/>
                <a:ext cx="609320" cy="0"/>
              </a:xfrm>
              <a:prstGeom prst="straightConnector1">
                <a:avLst/>
              </a:prstGeom>
              <a:ln w="254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13" name="Group 12">
              <a:extLst>
                <a:ext uri="{FF2B5EF4-FFF2-40B4-BE49-F238E27FC236}">
                  <a16:creationId xmlns:a16="http://schemas.microsoft.com/office/drawing/2014/main" id="{8DCC7787-FB8D-4500-960C-661B1C7F49FA}"/>
                </a:ext>
              </a:extLst>
            </p:cNvPr>
            <p:cNvGrpSpPr/>
            <p:nvPr/>
          </p:nvGrpSpPr>
          <p:grpSpPr>
            <a:xfrm>
              <a:off x="8369479" y="2866686"/>
              <a:ext cx="905150" cy="338554"/>
              <a:chOff x="4818908" y="1716258"/>
              <a:chExt cx="905150" cy="338554"/>
            </a:xfrm>
          </p:grpSpPr>
          <p:sp>
            <p:nvSpPr>
              <p:cNvPr id="17" name="Rectangle 16">
                <a:extLst>
                  <a:ext uri="{FF2B5EF4-FFF2-40B4-BE49-F238E27FC236}">
                    <a16:creationId xmlns:a16="http://schemas.microsoft.com/office/drawing/2014/main" id="{887FD1A3-C76B-4F59-8061-21C243F11202}"/>
                  </a:ext>
                </a:extLst>
              </p:cNvPr>
              <p:cNvSpPr/>
              <p:nvPr/>
            </p:nvSpPr>
            <p:spPr>
              <a:xfrm>
                <a:off x="4818908" y="1716258"/>
                <a:ext cx="627214" cy="338554"/>
              </a:xfrm>
              <a:prstGeom prst="rect">
                <a:avLst/>
              </a:prstGeom>
              <a:noFill/>
            </p:spPr>
            <p:txBody>
              <a:bodyPr wrap="square" lIns="91440" tIns="45720" rIns="91440" bIns="45720">
                <a:spAutoFit/>
              </a:bodyPr>
              <a:lstStyle/>
              <a:p>
                <a:pPr algn="ctr"/>
                <a:r>
                  <a:rPr lang="en-US" sz="1600" b="1">
                    <a:ln w="0"/>
                    <a:solidFill>
                      <a:srgbClr val="FF0000"/>
                    </a:solidFill>
                    <a:effectLst>
                      <a:outerShdw blurRad="38100" dist="19050" dir="2700000" algn="tl" rotWithShape="0">
                        <a:schemeClr val="dk1">
                          <a:alpha val="40000"/>
                        </a:schemeClr>
                      </a:outerShdw>
                    </a:effectLst>
                  </a:rPr>
                  <a:t>4.e</a:t>
                </a:r>
                <a:endParaRPr lang="en-US" sz="1600" b="1" cap="none" spc="0">
                  <a:ln w="0">
                    <a:solidFill>
                      <a:schemeClr val="bg1"/>
                    </a:solidFill>
                  </a:ln>
                  <a:solidFill>
                    <a:srgbClr val="FF0000"/>
                  </a:solidFill>
                  <a:effectLst>
                    <a:outerShdw blurRad="38100" dist="19050" dir="2700000" algn="tl" rotWithShape="0">
                      <a:schemeClr val="dk1">
                        <a:alpha val="40000"/>
                      </a:schemeClr>
                    </a:outerShdw>
                  </a:effectLst>
                </a:endParaRPr>
              </a:p>
            </p:txBody>
          </p:sp>
          <p:cxnSp>
            <p:nvCxnSpPr>
              <p:cNvPr id="18" name="Straight Arrow Connector 17">
                <a:extLst>
                  <a:ext uri="{FF2B5EF4-FFF2-40B4-BE49-F238E27FC236}">
                    <a16:creationId xmlns:a16="http://schemas.microsoft.com/office/drawing/2014/main" id="{A19FCB99-16D3-4C63-A6BC-E20EB932DA11}"/>
                  </a:ext>
                </a:extLst>
              </p:cNvPr>
              <p:cNvCxnSpPr>
                <a:cxnSpLocks/>
              </p:cNvCxnSpPr>
              <p:nvPr/>
            </p:nvCxnSpPr>
            <p:spPr>
              <a:xfrm flipH="1" flipV="1">
                <a:off x="5349945" y="1900924"/>
                <a:ext cx="374113" cy="8316"/>
              </a:xfrm>
              <a:prstGeom prst="straightConnector1">
                <a:avLst/>
              </a:prstGeom>
              <a:ln w="254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grpSp>
        <p:grpSp>
          <p:nvGrpSpPr>
            <p:cNvPr id="14" name="Group 13">
              <a:extLst>
                <a:ext uri="{FF2B5EF4-FFF2-40B4-BE49-F238E27FC236}">
                  <a16:creationId xmlns:a16="http://schemas.microsoft.com/office/drawing/2014/main" id="{54E8549C-D46B-4DAF-BCC8-1BCE1B18DC18}"/>
                </a:ext>
              </a:extLst>
            </p:cNvPr>
            <p:cNvGrpSpPr/>
            <p:nvPr/>
          </p:nvGrpSpPr>
          <p:grpSpPr>
            <a:xfrm>
              <a:off x="8356594" y="4854608"/>
              <a:ext cx="905150" cy="338554"/>
              <a:chOff x="4818908" y="1716258"/>
              <a:chExt cx="905150" cy="338554"/>
            </a:xfrm>
          </p:grpSpPr>
          <p:sp>
            <p:nvSpPr>
              <p:cNvPr id="15" name="Rectangle 14">
                <a:extLst>
                  <a:ext uri="{FF2B5EF4-FFF2-40B4-BE49-F238E27FC236}">
                    <a16:creationId xmlns:a16="http://schemas.microsoft.com/office/drawing/2014/main" id="{10348052-B76F-4CBA-A7C0-2D11DAEF4CFC}"/>
                  </a:ext>
                </a:extLst>
              </p:cNvPr>
              <p:cNvSpPr/>
              <p:nvPr/>
            </p:nvSpPr>
            <p:spPr>
              <a:xfrm>
                <a:off x="4818908" y="1716258"/>
                <a:ext cx="627214" cy="338554"/>
              </a:xfrm>
              <a:prstGeom prst="rect">
                <a:avLst/>
              </a:prstGeom>
              <a:noFill/>
            </p:spPr>
            <p:txBody>
              <a:bodyPr wrap="square" lIns="91440" tIns="45720" rIns="91440" bIns="45720">
                <a:spAutoFit/>
              </a:bodyPr>
              <a:lstStyle/>
              <a:p>
                <a:pPr algn="ctr"/>
                <a:r>
                  <a:rPr lang="en-US" sz="1600" b="1">
                    <a:ln w="0"/>
                    <a:solidFill>
                      <a:srgbClr val="FF0000"/>
                    </a:solidFill>
                    <a:effectLst>
                      <a:outerShdw blurRad="38100" dist="19050" dir="2700000" algn="tl" rotWithShape="0">
                        <a:schemeClr val="dk1">
                          <a:alpha val="40000"/>
                        </a:schemeClr>
                      </a:outerShdw>
                    </a:effectLst>
                  </a:rPr>
                  <a:t>4.e</a:t>
                </a:r>
                <a:endParaRPr lang="en-US" sz="1600" b="1" cap="none" spc="0">
                  <a:ln w="0">
                    <a:solidFill>
                      <a:schemeClr val="bg1"/>
                    </a:solidFill>
                  </a:ln>
                  <a:solidFill>
                    <a:srgbClr val="FF0000"/>
                  </a:solidFill>
                  <a:effectLst>
                    <a:outerShdw blurRad="38100" dist="19050" dir="2700000" algn="tl" rotWithShape="0">
                      <a:schemeClr val="dk1">
                        <a:alpha val="40000"/>
                      </a:schemeClr>
                    </a:outerShdw>
                  </a:effectLst>
                </a:endParaRPr>
              </a:p>
            </p:txBody>
          </p:sp>
          <p:cxnSp>
            <p:nvCxnSpPr>
              <p:cNvPr id="16" name="Straight Arrow Connector 15">
                <a:extLst>
                  <a:ext uri="{FF2B5EF4-FFF2-40B4-BE49-F238E27FC236}">
                    <a16:creationId xmlns:a16="http://schemas.microsoft.com/office/drawing/2014/main" id="{4B5F4EDE-2CDB-4E18-B9DE-85BC7F47F5A7}"/>
                  </a:ext>
                </a:extLst>
              </p:cNvPr>
              <p:cNvCxnSpPr>
                <a:cxnSpLocks/>
              </p:cNvCxnSpPr>
              <p:nvPr/>
            </p:nvCxnSpPr>
            <p:spPr>
              <a:xfrm flipH="1" flipV="1">
                <a:off x="5349945" y="1900924"/>
                <a:ext cx="374113" cy="8316"/>
              </a:xfrm>
              <a:prstGeom prst="straightConnector1">
                <a:avLst/>
              </a:prstGeom>
              <a:ln w="254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grpSp>
      </p:grpSp>
      <p:pic>
        <p:nvPicPr>
          <p:cNvPr id="27" name="Picture 26">
            <a:extLst>
              <a:ext uri="{FF2B5EF4-FFF2-40B4-BE49-F238E27FC236}">
                <a16:creationId xmlns:a16="http://schemas.microsoft.com/office/drawing/2014/main" id="{6BAF0B33-9EE1-4654-A798-D35BB87FA54B}"/>
              </a:ext>
            </a:extLst>
          </p:cNvPr>
          <p:cNvPicPr>
            <a:picLocks noChangeAspect="1"/>
          </p:cNvPicPr>
          <p:nvPr/>
        </p:nvPicPr>
        <p:blipFill>
          <a:blip r:embed="rId4"/>
          <a:stretch>
            <a:fillRect/>
          </a:stretch>
        </p:blipFill>
        <p:spPr>
          <a:xfrm>
            <a:off x="9241647" y="1384247"/>
            <a:ext cx="2724150" cy="4867621"/>
          </a:xfrm>
          <a:prstGeom prst="rect">
            <a:avLst/>
          </a:prstGeom>
        </p:spPr>
      </p:pic>
    </p:spTree>
    <p:extLst>
      <p:ext uri="{BB962C8B-B14F-4D97-AF65-F5344CB8AC3E}">
        <p14:creationId xmlns:p14="http://schemas.microsoft.com/office/powerpoint/2010/main" val="29147618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F4C89-3D62-475A-A6BD-71316669BED7}"/>
              </a:ext>
            </a:extLst>
          </p:cNvPr>
          <p:cNvSpPr>
            <a:spLocks noGrp="1"/>
          </p:cNvSpPr>
          <p:nvPr>
            <p:ph type="title"/>
          </p:nvPr>
        </p:nvSpPr>
        <p:spPr>
          <a:xfrm>
            <a:off x="495299" y="495299"/>
            <a:ext cx="11201401" cy="492443"/>
          </a:xfrm>
        </p:spPr>
        <p:txBody>
          <a:bodyPr/>
          <a:lstStyle/>
          <a:p>
            <a:r>
              <a:rPr lang="en-US" sz="3200" b="1" dirty="0"/>
              <a:t>Dashboard – Asset Status</a:t>
            </a:r>
            <a:endParaRPr lang="en-US" sz="3200" dirty="0"/>
          </a:p>
        </p:txBody>
      </p:sp>
      <p:sp>
        <p:nvSpPr>
          <p:cNvPr id="3" name="Content Placeholder 2">
            <a:extLst>
              <a:ext uri="{FF2B5EF4-FFF2-40B4-BE49-F238E27FC236}">
                <a16:creationId xmlns:a16="http://schemas.microsoft.com/office/drawing/2014/main" id="{AD39B82A-AF30-49E5-A337-7F1EE72F391C}"/>
              </a:ext>
            </a:extLst>
          </p:cNvPr>
          <p:cNvSpPr>
            <a:spLocks noGrp="1"/>
          </p:cNvSpPr>
          <p:nvPr>
            <p:ph idx="1"/>
          </p:nvPr>
        </p:nvSpPr>
        <p:spPr>
          <a:xfrm>
            <a:off x="495300" y="1409701"/>
            <a:ext cx="11201400" cy="4457700"/>
          </a:xfrm>
        </p:spPr>
        <p:txBody>
          <a:bodyPr/>
          <a:lstStyle/>
          <a:p>
            <a:pPr marL="0" indent="0">
              <a:buNone/>
            </a:pPr>
            <a:r>
              <a:rPr lang="en-US" sz="1600" dirty="0">
                <a:latin typeface="+mn-lt"/>
              </a:rPr>
              <a:t>Asset Rating</a:t>
            </a:r>
          </a:p>
          <a:p>
            <a:pPr marL="0" indent="0">
              <a:buNone/>
            </a:pPr>
            <a:r>
              <a:rPr lang="en-US" sz="1600" b="0" dirty="0">
                <a:latin typeface="+mn-lt"/>
                <a:cs typeface="Calibri" panose="020F0502020204030204" pitchFamily="34" charset="0"/>
              </a:rPr>
              <a:t>The Uniformance Asset Sentinel application uses the following Three asset concepts to determine the relative importance of an asset and an event.</a:t>
            </a:r>
          </a:p>
          <a:p>
            <a:r>
              <a:rPr lang="en-US" sz="1600" b="0" dirty="0">
                <a:latin typeface="+mn-lt"/>
                <a:cs typeface="Calibri" panose="020F0502020204030204" pitchFamily="34" charset="0"/>
              </a:rPr>
              <a:t>1) Criticality</a:t>
            </a:r>
          </a:p>
          <a:p>
            <a:r>
              <a:rPr lang="en-US" sz="1600" b="0" dirty="0">
                <a:latin typeface="+mn-lt"/>
                <a:cs typeface="Calibri" panose="020F0502020204030204" pitchFamily="34" charset="0"/>
              </a:rPr>
              <a:t>2) Severity</a:t>
            </a:r>
          </a:p>
          <a:p>
            <a:r>
              <a:rPr lang="en-US" sz="1600" b="0" dirty="0">
                <a:latin typeface="+mn-lt"/>
                <a:cs typeface="Calibri" panose="020F0502020204030204" pitchFamily="34" charset="0"/>
              </a:rPr>
              <a:t>3) Priority</a:t>
            </a:r>
          </a:p>
          <a:p>
            <a:r>
              <a:rPr lang="en-GB" sz="1600" dirty="0">
                <a:latin typeface="+mn-lt"/>
                <a:cs typeface="Calibri" panose="020F0502020204030204" pitchFamily="34" charset="0"/>
              </a:rPr>
              <a:t>Criticality</a:t>
            </a:r>
            <a:r>
              <a:rPr lang="en-GB" sz="1600" b="0" dirty="0">
                <a:latin typeface="+mn-lt"/>
                <a:cs typeface="Calibri" panose="020F0502020204030204" pitchFamily="34" charset="0"/>
              </a:rPr>
              <a:t> is a numeric value associated to an asset. It denotes the relative importance of the asset based on financial and safety considerations. The values of criticality are based on a 5-level rating scale.</a:t>
            </a:r>
          </a:p>
          <a:p>
            <a:endParaRPr lang="en-GB" sz="1600" b="0" dirty="0">
              <a:latin typeface="+mn-lt"/>
              <a:cs typeface="Calibri" panose="020F0502020204030204" pitchFamily="34" charset="0"/>
            </a:endParaRPr>
          </a:p>
          <a:p>
            <a:pPr lvl="3"/>
            <a:r>
              <a:rPr lang="en-US" sz="1600" dirty="0">
                <a:latin typeface="+mn-lt"/>
                <a:cs typeface="Calibri" panose="020F0502020204030204" pitchFamily="34" charset="0"/>
              </a:rPr>
              <a:t>None – 1 / Negligible – 2 / Minor – 3 / Major – 4 / Safety – 5</a:t>
            </a:r>
          </a:p>
          <a:p>
            <a:pPr lvl="3"/>
            <a:endParaRPr lang="en-US" sz="1600" dirty="0">
              <a:latin typeface="+mn-lt"/>
              <a:cs typeface="Calibri" panose="020F0502020204030204" pitchFamily="34" charset="0"/>
            </a:endParaRPr>
          </a:p>
          <a:p>
            <a:r>
              <a:rPr lang="en-GB" sz="1600" b="0" dirty="0">
                <a:latin typeface="+mn-lt"/>
                <a:cs typeface="Calibri" panose="020F0502020204030204" pitchFamily="34" charset="0"/>
              </a:rPr>
              <a:t>The criticality of an asset is indicated by the size of the rectangle and the priority of the asset is indicated by the colour of the rectangle. </a:t>
            </a:r>
          </a:p>
          <a:p>
            <a:endParaRPr lang="en-GB" sz="1600" b="0" dirty="0">
              <a:latin typeface="+mn-lt"/>
              <a:cs typeface="Calibri" panose="020F0502020204030204" pitchFamily="34" charset="0"/>
            </a:endParaRPr>
          </a:p>
          <a:p>
            <a:pPr lvl="3"/>
            <a:r>
              <a:rPr lang="en-GB" sz="1600" b="1" dirty="0">
                <a:latin typeface="+mn-lt"/>
                <a:cs typeface="Calibri" panose="020F0502020204030204" pitchFamily="34" charset="0"/>
              </a:rPr>
              <a:t>Higher criticality = larger size</a:t>
            </a:r>
          </a:p>
          <a:p>
            <a:pPr algn="l"/>
            <a:endParaRPr lang="en-US" sz="1600" b="0" dirty="0">
              <a:latin typeface="+mn-lt"/>
            </a:endParaRPr>
          </a:p>
          <a:p>
            <a:pPr marL="0" indent="0">
              <a:buNone/>
            </a:pPr>
            <a:endParaRPr lang="en-US" sz="1600" b="0" dirty="0">
              <a:latin typeface="+mn-lt"/>
              <a:cs typeface="Calibri" panose="020F0502020204030204" pitchFamily="34" charset="0"/>
            </a:endParaRPr>
          </a:p>
          <a:p>
            <a:pPr algn="l"/>
            <a:endParaRPr lang="en-US" sz="1600" b="0" dirty="0">
              <a:latin typeface="+mn-lt"/>
            </a:endParaRPr>
          </a:p>
          <a:p>
            <a:pPr marL="0" indent="0">
              <a:buNone/>
            </a:pPr>
            <a:endParaRPr lang="en-US" sz="1600" b="0" dirty="0">
              <a:latin typeface="+mn-lt"/>
            </a:endParaRPr>
          </a:p>
        </p:txBody>
      </p:sp>
      <p:sp>
        <p:nvSpPr>
          <p:cNvPr id="4" name="Slide Number Placeholder 3">
            <a:extLst>
              <a:ext uri="{FF2B5EF4-FFF2-40B4-BE49-F238E27FC236}">
                <a16:creationId xmlns:a16="http://schemas.microsoft.com/office/drawing/2014/main" id="{CC45308B-4322-435C-942D-BD8A7A5DFC04}"/>
              </a:ext>
            </a:extLst>
          </p:cNvPr>
          <p:cNvSpPr>
            <a:spLocks noGrp="1"/>
          </p:cNvSpPr>
          <p:nvPr>
            <p:ph type="sldNum" sz="quarter" idx="12"/>
          </p:nvPr>
        </p:nvSpPr>
        <p:spPr/>
        <p:txBody>
          <a:bodyPr/>
          <a:lstStyle/>
          <a:p>
            <a:fld id="{7B94EC18-1D2B-4535-B738-0E53AFE26620}" type="slidenum">
              <a:rPr lang="en-US" smtClean="0"/>
              <a:t>28</a:t>
            </a:fld>
            <a:endParaRPr lang="en-US"/>
          </a:p>
        </p:txBody>
      </p:sp>
    </p:spTree>
    <p:extLst>
      <p:ext uri="{BB962C8B-B14F-4D97-AF65-F5344CB8AC3E}">
        <p14:creationId xmlns:p14="http://schemas.microsoft.com/office/powerpoint/2010/main" val="40506506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FB538-E497-4DAF-9D8C-ED12F4E713D1}"/>
              </a:ext>
            </a:extLst>
          </p:cNvPr>
          <p:cNvSpPr>
            <a:spLocks noGrp="1"/>
          </p:cNvSpPr>
          <p:nvPr>
            <p:ph type="title"/>
          </p:nvPr>
        </p:nvSpPr>
        <p:spPr>
          <a:xfrm>
            <a:off x="495299" y="495299"/>
            <a:ext cx="11201401" cy="492443"/>
          </a:xfrm>
        </p:spPr>
        <p:txBody>
          <a:bodyPr/>
          <a:lstStyle/>
          <a:p>
            <a:r>
              <a:rPr lang="en-US" sz="3200" b="1" dirty="0"/>
              <a:t>Dashboard – Asset Status</a:t>
            </a:r>
            <a:endParaRPr lang="en-US" sz="3200" dirty="0"/>
          </a:p>
        </p:txBody>
      </p:sp>
      <p:sp>
        <p:nvSpPr>
          <p:cNvPr id="3" name="Content Placeholder 2">
            <a:extLst>
              <a:ext uri="{FF2B5EF4-FFF2-40B4-BE49-F238E27FC236}">
                <a16:creationId xmlns:a16="http://schemas.microsoft.com/office/drawing/2014/main" id="{F8E53E22-25EA-4834-A8DF-B750914D92C3}"/>
              </a:ext>
            </a:extLst>
          </p:cNvPr>
          <p:cNvSpPr>
            <a:spLocks noGrp="1"/>
          </p:cNvSpPr>
          <p:nvPr>
            <p:ph idx="1"/>
          </p:nvPr>
        </p:nvSpPr>
        <p:spPr>
          <a:xfrm>
            <a:off x="495299" y="1200150"/>
            <a:ext cx="11201400" cy="4457700"/>
          </a:xfrm>
        </p:spPr>
        <p:txBody>
          <a:bodyPr/>
          <a:lstStyle/>
          <a:p>
            <a:pPr marL="0" indent="0">
              <a:buNone/>
            </a:pPr>
            <a:r>
              <a:rPr lang="en-US" sz="1600" dirty="0">
                <a:latin typeface="+mn-lt"/>
              </a:rPr>
              <a:t>Asset Rating</a:t>
            </a:r>
          </a:p>
          <a:p>
            <a:pPr marL="0" indent="0">
              <a:buNone/>
            </a:pPr>
            <a:r>
              <a:rPr lang="en-GB" sz="1600" b="0" dirty="0">
                <a:latin typeface="+mn-lt"/>
                <a:cs typeface="Calibri" panose="020F0502020204030204" pitchFamily="34" charset="0"/>
              </a:rPr>
              <a:t>Severity is a numeric value associated with each symptom and fault (event) that indicates the relative impact of the event on corresponding equipment.</a:t>
            </a:r>
          </a:p>
          <a:p>
            <a:pPr marL="800100" lvl="3" indent="0">
              <a:buNone/>
            </a:pPr>
            <a:r>
              <a:rPr lang="en-US" sz="1600" dirty="0">
                <a:latin typeface="+mn-lt"/>
                <a:cs typeface="Calibri" panose="020F0502020204030204" pitchFamily="34" charset="0"/>
              </a:rPr>
              <a:t>None – 1 / Minor – 2 / Required – 3 / Important – 4 / Serious – 5 / Critical – 6</a:t>
            </a:r>
          </a:p>
          <a:p>
            <a:pPr marL="0" indent="0">
              <a:buNone/>
            </a:pPr>
            <a:r>
              <a:rPr lang="en-GB" sz="1600" b="0" dirty="0">
                <a:latin typeface="+mn-lt"/>
                <a:cs typeface="Calibri" panose="020F0502020204030204" pitchFamily="34" charset="0"/>
              </a:rPr>
              <a:t>Priority value is calculated by multiplying the numeric values of severity of a fault and criticality of the corresponding equipment. Priority indicates the relative importance of an asset with another asset.</a:t>
            </a:r>
          </a:p>
          <a:p>
            <a:pPr marL="0" indent="0">
              <a:buNone/>
            </a:pPr>
            <a:r>
              <a:rPr lang="en-US" sz="1600" b="0" dirty="0">
                <a:latin typeface="+mn-lt"/>
                <a:cs typeface="Calibri" panose="020F0502020204030204" pitchFamily="34" charset="0"/>
              </a:rPr>
              <a:t>Asset priority is zero when there is no fault or anomaly event raised in an asset.</a:t>
            </a:r>
          </a:p>
          <a:p>
            <a:pPr marL="800100" lvl="3" indent="0">
              <a:buNone/>
            </a:pPr>
            <a:r>
              <a:rPr lang="en-US" sz="1600" dirty="0">
                <a:latin typeface="+mn-lt"/>
                <a:cs typeface="Calibri" panose="020F0502020204030204" pitchFamily="34" charset="0"/>
              </a:rPr>
              <a:t>Asset Priority = Asset Criticality x Active Event Severity</a:t>
            </a:r>
          </a:p>
          <a:p>
            <a:pPr marL="800100" lvl="3" indent="0">
              <a:buNone/>
            </a:pPr>
            <a:r>
              <a:rPr lang="en-GB" sz="1600" dirty="0">
                <a:latin typeface="+mn-lt"/>
                <a:cs typeface="Calibri" panose="020F0502020204030204" pitchFamily="34" charset="0"/>
              </a:rPr>
              <a:t>Higher priority = Red / Medium Priority = Yellow / Low or No Priority = Green</a:t>
            </a:r>
          </a:p>
          <a:p>
            <a:pPr marL="800100" lvl="3" indent="0">
              <a:buNone/>
            </a:pPr>
            <a:r>
              <a:rPr lang="en-US" sz="1600" dirty="0">
                <a:latin typeface="+mn-lt"/>
                <a:cs typeface="Calibri" panose="020F0502020204030204" pitchFamily="34" charset="0"/>
              </a:rPr>
              <a:t>Priority = Criticality x Severity</a:t>
            </a:r>
          </a:p>
          <a:p>
            <a:pPr marL="800100" lvl="3" indent="0">
              <a:buNone/>
            </a:pPr>
            <a:endParaRPr lang="en-US" sz="1600" dirty="0">
              <a:latin typeface="+mn-lt"/>
              <a:cs typeface="Calibri" panose="020F0502020204030204" pitchFamily="34" charset="0"/>
            </a:endParaRPr>
          </a:p>
          <a:p>
            <a:pPr marL="0" indent="0">
              <a:lnSpc>
                <a:spcPct val="150000"/>
              </a:lnSpc>
              <a:buNone/>
            </a:pPr>
            <a:r>
              <a:rPr lang="en-US" sz="1600" b="0" dirty="0">
                <a:latin typeface="+mn-lt"/>
                <a:cs typeface="Calibri" panose="020F0502020204030204" pitchFamily="34" charset="0"/>
              </a:rPr>
              <a:t>1 to 10 - Indicates that the health of the asset is “Normal” and is displayed in green.</a:t>
            </a:r>
          </a:p>
          <a:p>
            <a:pPr marL="0" indent="0">
              <a:lnSpc>
                <a:spcPct val="150000"/>
              </a:lnSpc>
              <a:buNone/>
            </a:pPr>
            <a:r>
              <a:rPr lang="en-US" sz="1600" b="0" dirty="0">
                <a:latin typeface="+mn-lt"/>
                <a:cs typeface="Calibri" panose="020F0502020204030204" pitchFamily="34" charset="0"/>
              </a:rPr>
              <a:t>11 to 20 - Indicates that the health of the asset is “Warning” and is displayed in yellow.</a:t>
            </a:r>
          </a:p>
          <a:p>
            <a:pPr marL="0" indent="0">
              <a:lnSpc>
                <a:spcPct val="150000"/>
              </a:lnSpc>
              <a:buNone/>
            </a:pPr>
            <a:r>
              <a:rPr lang="en-US" sz="1600" b="0" dirty="0">
                <a:latin typeface="+mn-lt"/>
                <a:cs typeface="Calibri" panose="020F0502020204030204" pitchFamily="34" charset="0"/>
              </a:rPr>
              <a:t>Above 20 - Indicates that the health of the asset is “Urgent”, and is displayed in red.</a:t>
            </a:r>
          </a:p>
          <a:p>
            <a:pPr marL="0" indent="0">
              <a:buNone/>
            </a:pPr>
            <a:endParaRPr lang="en-US" sz="1600" b="0" dirty="0">
              <a:latin typeface="+mn-lt"/>
            </a:endParaRPr>
          </a:p>
          <a:p>
            <a:pPr marL="0" indent="0">
              <a:buNone/>
            </a:pPr>
            <a:endParaRPr lang="en-US" sz="1600" b="0" dirty="0">
              <a:latin typeface="+mn-lt"/>
            </a:endParaRPr>
          </a:p>
          <a:p>
            <a:pPr marL="800100" lvl="3" indent="0">
              <a:buNone/>
            </a:pPr>
            <a:endParaRPr lang="en-GB" sz="1600" dirty="0">
              <a:latin typeface="+mn-lt"/>
              <a:cs typeface="Calibri" panose="020F0502020204030204" pitchFamily="34" charset="0"/>
            </a:endParaRPr>
          </a:p>
          <a:p>
            <a:pPr marL="800100" lvl="3" indent="0">
              <a:buNone/>
            </a:pPr>
            <a:endParaRPr lang="en-US" sz="1600" dirty="0">
              <a:latin typeface="+mn-lt"/>
              <a:cs typeface="Calibri" panose="020F0502020204030204" pitchFamily="34" charset="0"/>
            </a:endParaRPr>
          </a:p>
          <a:p>
            <a:pPr marL="0" indent="0" algn="l">
              <a:buNone/>
            </a:pPr>
            <a:endParaRPr lang="en-US" sz="1600" b="0" dirty="0">
              <a:latin typeface="+mn-lt"/>
            </a:endParaRPr>
          </a:p>
          <a:p>
            <a:pPr marL="0" indent="0">
              <a:buNone/>
            </a:pPr>
            <a:endParaRPr lang="en-US" sz="1600" b="0" dirty="0">
              <a:latin typeface="+mn-lt"/>
            </a:endParaRPr>
          </a:p>
        </p:txBody>
      </p:sp>
      <p:sp>
        <p:nvSpPr>
          <p:cNvPr id="4" name="Slide Number Placeholder 3">
            <a:extLst>
              <a:ext uri="{FF2B5EF4-FFF2-40B4-BE49-F238E27FC236}">
                <a16:creationId xmlns:a16="http://schemas.microsoft.com/office/drawing/2014/main" id="{F43A0316-A80B-4A26-8DB3-07BAEBCAE39D}"/>
              </a:ext>
            </a:extLst>
          </p:cNvPr>
          <p:cNvSpPr>
            <a:spLocks noGrp="1"/>
          </p:cNvSpPr>
          <p:nvPr>
            <p:ph type="sldNum" sz="quarter" idx="12"/>
          </p:nvPr>
        </p:nvSpPr>
        <p:spPr/>
        <p:txBody>
          <a:bodyPr/>
          <a:lstStyle/>
          <a:p>
            <a:fld id="{7B94EC18-1D2B-4535-B738-0E53AFE26620}" type="slidenum">
              <a:rPr lang="en-US" smtClean="0"/>
              <a:t>29</a:t>
            </a:fld>
            <a:endParaRPr lang="en-US"/>
          </a:p>
        </p:txBody>
      </p:sp>
    </p:spTree>
    <p:extLst>
      <p:ext uri="{BB962C8B-B14F-4D97-AF65-F5344CB8AC3E}">
        <p14:creationId xmlns:p14="http://schemas.microsoft.com/office/powerpoint/2010/main" val="33711495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23945-E6EC-49D5-B20C-464535913F7B}"/>
              </a:ext>
            </a:extLst>
          </p:cNvPr>
          <p:cNvSpPr>
            <a:spLocks noGrp="1"/>
          </p:cNvSpPr>
          <p:nvPr>
            <p:ph type="title"/>
          </p:nvPr>
        </p:nvSpPr>
        <p:spPr>
          <a:xfrm>
            <a:off x="495299" y="495299"/>
            <a:ext cx="11201401" cy="492443"/>
          </a:xfrm>
        </p:spPr>
        <p:txBody>
          <a:bodyPr/>
          <a:lstStyle/>
          <a:p>
            <a:r>
              <a:rPr lang="en-US" sz="3200" b="1" dirty="0"/>
              <a:t>Asset Type Attribute</a:t>
            </a:r>
            <a:endParaRPr lang="en-US" sz="3200" dirty="0"/>
          </a:p>
        </p:txBody>
      </p:sp>
      <p:sp>
        <p:nvSpPr>
          <p:cNvPr id="3" name="Content Placeholder 2">
            <a:extLst>
              <a:ext uri="{FF2B5EF4-FFF2-40B4-BE49-F238E27FC236}">
                <a16:creationId xmlns:a16="http://schemas.microsoft.com/office/drawing/2014/main" id="{8F7991DF-C55E-4B98-8BE9-BBE0858C99AE}"/>
              </a:ext>
            </a:extLst>
          </p:cNvPr>
          <p:cNvSpPr>
            <a:spLocks noGrp="1"/>
          </p:cNvSpPr>
          <p:nvPr>
            <p:ph idx="1"/>
          </p:nvPr>
        </p:nvSpPr>
        <p:spPr>
          <a:xfrm>
            <a:off x="495300" y="1409701"/>
            <a:ext cx="11201400" cy="4457700"/>
          </a:xfrm>
        </p:spPr>
        <p:txBody>
          <a:bodyPr/>
          <a:lstStyle/>
          <a:p>
            <a:pPr marL="285750" indent="-285750">
              <a:buFont typeface="Wingdings" panose="05000000000000000000" pitchFamily="2" charset="2"/>
              <a:buChar char="§"/>
            </a:pPr>
            <a:r>
              <a:rPr lang="en-US" sz="1600" b="0" dirty="0">
                <a:cs typeface="Calibri" panose="020F0502020204030204" pitchFamily="34" charset="0"/>
              </a:rPr>
              <a:t>Information associated with assets are represented through attributes.</a:t>
            </a:r>
          </a:p>
          <a:p>
            <a:pPr marL="285750" indent="-285750">
              <a:buFont typeface="Wingdings" panose="05000000000000000000" pitchFamily="2" charset="2"/>
              <a:buChar char="§"/>
            </a:pPr>
            <a:r>
              <a:rPr lang="en-US" sz="1600" b="0" dirty="0">
                <a:cs typeface="Calibri" panose="020F0502020204030204" pitchFamily="34" charset="0"/>
              </a:rPr>
              <a:t>Attribute types are classified as below</a:t>
            </a:r>
          </a:p>
          <a:p>
            <a:endParaRPr lang="en-US" sz="1600" dirty="0">
              <a:cs typeface="Calibri" panose="020F0502020204030204" pitchFamily="34" charset="0"/>
            </a:endParaRPr>
          </a:p>
          <a:p>
            <a:pPr marL="800100" lvl="1" indent="-342900">
              <a:buClr>
                <a:srgbClr val="EB2819"/>
              </a:buClr>
              <a:buFont typeface="Arial" panose="020B0604020202020204" pitchFamily="34" charset="0"/>
              <a:buChar char="•"/>
            </a:pPr>
            <a:r>
              <a:rPr lang="en-US" sz="1600" dirty="0">
                <a:cs typeface="Calibri" panose="020F0502020204030204" pitchFamily="34" charset="0"/>
              </a:rPr>
              <a:t>Static Attributes: Relatively constant and is typically manual user inputs. </a:t>
            </a:r>
          </a:p>
          <a:p>
            <a:pPr lvl="1">
              <a:buClr>
                <a:srgbClr val="EB2819"/>
              </a:buClr>
            </a:pPr>
            <a:r>
              <a:rPr lang="en-US" sz="1600" dirty="0">
                <a:cs typeface="Calibri" panose="020F0502020204030204" pitchFamily="34" charset="0"/>
              </a:rPr>
              <a:t>       Example-Description, connection, etc.</a:t>
            </a:r>
          </a:p>
          <a:p>
            <a:pPr lvl="1">
              <a:buClr>
                <a:srgbClr val="EB2819"/>
              </a:buClr>
              <a:buFont typeface="Arial" panose="020B0604020202020204" pitchFamily="34" charset="0"/>
              <a:buChar char="•"/>
            </a:pPr>
            <a:endParaRPr lang="en-US" sz="1600" dirty="0">
              <a:cs typeface="Calibri" panose="020F0502020204030204" pitchFamily="34" charset="0"/>
            </a:endParaRPr>
          </a:p>
          <a:p>
            <a:pPr marL="800100" lvl="1" indent="-342900">
              <a:buClr>
                <a:srgbClr val="EB2819"/>
              </a:buClr>
              <a:buFont typeface="Arial" panose="020B0604020202020204" pitchFamily="34" charset="0"/>
              <a:buChar char="•"/>
            </a:pPr>
            <a:r>
              <a:rPr lang="en-US" sz="1600" dirty="0">
                <a:cs typeface="Calibri" panose="020F0502020204030204" pitchFamily="34" charset="0"/>
              </a:rPr>
              <a:t>Dynamic Attributes: These attributes are measured , calculated , inferred or manual inputs.</a:t>
            </a:r>
          </a:p>
          <a:p>
            <a:pPr marL="800100" lvl="1" indent="-342900">
              <a:buClr>
                <a:srgbClr val="EB2819"/>
              </a:buClr>
              <a:buFont typeface="Arial" panose="020B0604020202020204" pitchFamily="34" charset="0"/>
              <a:buChar char="•"/>
            </a:pPr>
            <a:endParaRPr lang="en-US" sz="1600" dirty="0">
              <a:cs typeface="Calibri" panose="020F0502020204030204" pitchFamily="34" charset="0"/>
            </a:endParaRPr>
          </a:p>
          <a:p>
            <a:pPr marL="285750" lvl="1" indent="-285750">
              <a:buFont typeface="Wingdings" panose="05000000000000000000" pitchFamily="2" charset="2"/>
              <a:buChar char="§"/>
            </a:pPr>
            <a:r>
              <a:rPr lang="en-US" sz="1600" dirty="0">
                <a:cs typeface="Calibri" panose="020F0502020204030204" pitchFamily="34" charset="0"/>
              </a:rPr>
              <a:t>Data Types:</a:t>
            </a:r>
          </a:p>
          <a:p>
            <a:pPr marL="285750" lvl="1" indent="-285750">
              <a:buClr>
                <a:srgbClr val="EB2819"/>
              </a:buClr>
              <a:buFont typeface="Wingdings" panose="05000000000000000000" pitchFamily="2" charset="2"/>
              <a:buChar char="§"/>
            </a:pPr>
            <a:endParaRPr lang="en-US" sz="1600" dirty="0">
              <a:cs typeface="Calibri" panose="020F0502020204030204" pitchFamily="34" charset="0"/>
            </a:endParaRPr>
          </a:p>
          <a:p>
            <a:pPr marL="0" lvl="1">
              <a:buClr>
                <a:srgbClr val="EB2819"/>
              </a:buClr>
            </a:pPr>
            <a:r>
              <a:rPr lang="en-US" sz="1600" dirty="0">
                <a:cs typeface="Calibri" panose="020F0502020204030204" pitchFamily="34" charset="0"/>
              </a:rPr>
              <a:t>	Scalar – Double, String, Date Time</a:t>
            </a:r>
          </a:p>
          <a:p>
            <a:pPr lvl="2"/>
            <a:r>
              <a:rPr lang="en-US" sz="1600" dirty="0">
                <a:cs typeface="Calibri" panose="020F0502020204030204" pitchFamily="34" charset="0"/>
              </a:rPr>
              <a:t>Array –Double Array, String Array, Tabular</a:t>
            </a:r>
          </a:p>
          <a:p>
            <a:pPr lvl="2"/>
            <a:r>
              <a:rPr lang="en-US" sz="1600" dirty="0">
                <a:cs typeface="Calibri" panose="020F0502020204030204" pitchFamily="34" charset="0"/>
              </a:rPr>
              <a:t>Special  Asset Connection-</a:t>
            </a:r>
            <a:r>
              <a:rPr lang="en-US" sz="1600" dirty="0" err="1">
                <a:cs typeface="Calibri" panose="020F0502020204030204" pitchFamily="34" charset="0"/>
              </a:rPr>
              <a:t>Thermo</a:t>
            </a:r>
            <a:r>
              <a:rPr lang="en-US" sz="1600" dirty="0">
                <a:cs typeface="Calibri" panose="020F0502020204030204" pitchFamily="34" charset="0"/>
              </a:rPr>
              <a:t> stream</a:t>
            </a:r>
          </a:p>
          <a:p>
            <a:pPr lvl="2"/>
            <a:endParaRPr lang="en-US" sz="1600" dirty="0">
              <a:cs typeface="Calibri" panose="020F0502020204030204" pitchFamily="34" charset="0"/>
            </a:endParaRPr>
          </a:p>
          <a:p>
            <a:pPr marL="285750" lvl="1" indent="-285750">
              <a:buFont typeface="Wingdings" panose="05000000000000000000" pitchFamily="2" charset="2"/>
              <a:buChar char="§"/>
            </a:pPr>
            <a:r>
              <a:rPr lang="en-US" sz="1600" dirty="0">
                <a:cs typeface="Calibri" panose="020F0502020204030204" pitchFamily="34" charset="0"/>
              </a:rPr>
              <a:t>Filter Category: To tag the attributes for filtering a category is defined.</a:t>
            </a:r>
          </a:p>
          <a:p>
            <a:pPr algn="l"/>
            <a:endParaRPr lang="en-US" sz="1600" dirty="0"/>
          </a:p>
          <a:p>
            <a:pPr marL="0" indent="0">
              <a:buNone/>
            </a:pPr>
            <a:endParaRPr lang="en-US" sz="1600" dirty="0"/>
          </a:p>
        </p:txBody>
      </p:sp>
      <p:sp>
        <p:nvSpPr>
          <p:cNvPr id="4" name="Slide Number Placeholder 3">
            <a:extLst>
              <a:ext uri="{FF2B5EF4-FFF2-40B4-BE49-F238E27FC236}">
                <a16:creationId xmlns:a16="http://schemas.microsoft.com/office/drawing/2014/main" id="{455F98B2-6803-4D24-813F-5C4CD5DA94E0}"/>
              </a:ext>
            </a:extLst>
          </p:cNvPr>
          <p:cNvSpPr>
            <a:spLocks noGrp="1"/>
          </p:cNvSpPr>
          <p:nvPr>
            <p:ph type="sldNum" sz="quarter" idx="12"/>
          </p:nvPr>
        </p:nvSpPr>
        <p:spPr/>
        <p:txBody>
          <a:bodyPr/>
          <a:lstStyle/>
          <a:p>
            <a:fld id="{7B94EC18-1D2B-4535-B738-0E53AFE26620}" type="slidenum">
              <a:rPr lang="en-US" smtClean="0"/>
              <a:t>30</a:t>
            </a:fld>
            <a:endParaRPr lang="en-US"/>
          </a:p>
        </p:txBody>
      </p:sp>
    </p:spTree>
    <p:extLst>
      <p:ext uri="{BB962C8B-B14F-4D97-AF65-F5344CB8AC3E}">
        <p14:creationId xmlns:p14="http://schemas.microsoft.com/office/powerpoint/2010/main" val="4538185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06DDF-F324-4866-8EEE-72B16A1A1BB9}"/>
              </a:ext>
            </a:extLst>
          </p:cNvPr>
          <p:cNvSpPr>
            <a:spLocks noGrp="1"/>
          </p:cNvSpPr>
          <p:nvPr>
            <p:ph type="title"/>
          </p:nvPr>
        </p:nvSpPr>
        <p:spPr>
          <a:xfrm>
            <a:off x="352657" y="153583"/>
            <a:ext cx="11201401" cy="1077218"/>
          </a:xfrm>
        </p:spPr>
        <p:txBody>
          <a:bodyPr/>
          <a:lstStyle/>
          <a:p>
            <a:r>
              <a:rPr lang="en-US" sz="3200" b="1" dirty="0"/>
              <a:t>Dashboards – Attribute Overview</a:t>
            </a:r>
            <a:br>
              <a:rPr lang="en-US" sz="3200" b="1" dirty="0"/>
            </a:br>
            <a:endParaRPr lang="en-US" sz="3200" dirty="0"/>
          </a:p>
        </p:txBody>
      </p:sp>
      <p:sp>
        <p:nvSpPr>
          <p:cNvPr id="3" name="Content Placeholder 2">
            <a:extLst>
              <a:ext uri="{FF2B5EF4-FFF2-40B4-BE49-F238E27FC236}">
                <a16:creationId xmlns:a16="http://schemas.microsoft.com/office/drawing/2014/main" id="{853865CD-89FF-481B-BED1-24644B0653B5}"/>
              </a:ext>
            </a:extLst>
          </p:cNvPr>
          <p:cNvSpPr>
            <a:spLocks noGrp="1"/>
          </p:cNvSpPr>
          <p:nvPr>
            <p:ph idx="1"/>
          </p:nvPr>
        </p:nvSpPr>
        <p:spPr>
          <a:xfrm>
            <a:off x="495300" y="1409701"/>
            <a:ext cx="5156125" cy="4457700"/>
          </a:xfrm>
        </p:spPr>
        <p:txBody>
          <a:bodyPr/>
          <a:lstStyle/>
          <a:p>
            <a:pPr marL="169863" marR="0" lvl="0" indent="-457200" algn="just" defTabSz="457200" rtl="0" eaLnBrk="0" fontAlgn="base" latinLnBrk="0" hangingPunct="0">
              <a:lnSpc>
                <a:spcPct val="100000"/>
              </a:lnSpc>
              <a:spcBef>
                <a:spcPct val="20000"/>
              </a:spcBef>
              <a:spcAft>
                <a:spcPct val="0"/>
              </a:spcAft>
              <a:buClr>
                <a:srgbClr val="C00000"/>
              </a:buClr>
              <a:buSzTx/>
              <a:buFont typeface="Wingdings" panose="05000000000000000000" pitchFamily="2" charset="2"/>
              <a:buChar char="Ø"/>
              <a:tabLst/>
              <a:defRPr/>
            </a:pPr>
            <a:r>
              <a:rPr kumimoji="0" lang="en-US" sz="1600" b="1" i="0" u="none" strike="noStrike" kern="1200" cap="none" spc="0" normalizeH="0" baseline="0" noProof="0" dirty="0">
                <a:ln>
                  <a:noFill/>
                </a:ln>
                <a:solidFill>
                  <a:srgbClr val="000000"/>
                </a:solidFill>
                <a:effectLst/>
                <a:uLnTx/>
                <a:uFillTx/>
                <a:latin typeface="Arial" pitchFamily="34" charset="0"/>
                <a:cs typeface="Arial" pitchFamily="34" charset="0"/>
              </a:rPr>
              <a:t>Attribute Overview</a:t>
            </a:r>
          </a:p>
          <a:p>
            <a:pPr marL="342900" marR="0" lvl="0" indent="-342900" algn="just" defTabSz="457200" rtl="0" eaLnBrk="0" fontAlgn="base" latinLnBrk="0" hangingPunct="0">
              <a:lnSpc>
                <a:spcPct val="100000"/>
              </a:lnSpc>
              <a:spcBef>
                <a:spcPct val="20000"/>
              </a:spcBef>
              <a:spcAft>
                <a:spcPct val="0"/>
              </a:spcAft>
              <a:buClr>
                <a:srgbClr val="C00000"/>
              </a:buClr>
              <a:buSzTx/>
              <a:buFont typeface="+mj-lt"/>
              <a:buAutoNum type="arabicParenR"/>
              <a:tabLst/>
              <a:defRPr/>
            </a:pPr>
            <a:r>
              <a:rPr kumimoji="0" lang="en-AU" altLang="en-US" sz="1600" b="0" i="0" u="none" strike="noStrike" kern="1200" cap="none" spc="0" normalizeH="0" baseline="0" noProof="0" dirty="0">
                <a:ln>
                  <a:noFill/>
                </a:ln>
                <a:solidFill>
                  <a:srgbClr val="000000"/>
                </a:solidFill>
                <a:effectLst/>
                <a:uLnTx/>
                <a:uFillTx/>
                <a:latin typeface="Arial" pitchFamily="34" charset="0"/>
                <a:cs typeface="Arial" pitchFamily="34" charset="0"/>
              </a:rPr>
              <a:t>Attribute overview lists all the attributes applicable to selected Asset with its current value, UoM and Quick trend, Min/Max/Avg for last two hours.</a:t>
            </a:r>
          </a:p>
          <a:p>
            <a:pPr marL="342900" marR="0" lvl="0" indent="-342900" algn="just" defTabSz="457200" rtl="0" eaLnBrk="0" fontAlgn="base" latinLnBrk="0" hangingPunct="0">
              <a:lnSpc>
                <a:spcPct val="100000"/>
              </a:lnSpc>
              <a:spcBef>
                <a:spcPct val="20000"/>
              </a:spcBef>
              <a:spcAft>
                <a:spcPct val="0"/>
              </a:spcAft>
              <a:buClr>
                <a:srgbClr val="C00000"/>
              </a:buClr>
              <a:buSzTx/>
              <a:buFont typeface="+mj-lt"/>
              <a:buAutoNum type="arabicParenR"/>
              <a:tabLst/>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Following options are available for user to</a:t>
            </a:r>
          </a:p>
          <a:p>
            <a:pPr marL="800100" marR="0" lvl="1" indent="-342900" algn="just" defTabSz="457200" rtl="0" eaLnBrk="0" fontAlgn="base" latinLnBrk="0" hangingPunct="0">
              <a:lnSpc>
                <a:spcPct val="100000"/>
              </a:lnSpc>
              <a:spcBef>
                <a:spcPct val="20000"/>
              </a:spcBef>
              <a:spcAft>
                <a:spcPct val="0"/>
              </a:spcAft>
              <a:buClr>
                <a:srgbClr val="C00000"/>
              </a:buClr>
              <a:buSzTx/>
              <a:buFont typeface="+mj-lt"/>
              <a:buAutoNum type="alphaLcParenR"/>
              <a:tabLst/>
              <a:defRPr/>
            </a:pPr>
            <a:r>
              <a:rPr lang="en-US" sz="1600" dirty="0">
                <a:solidFill>
                  <a:srgbClr val="000000"/>
                </a:solidFill>
              </a:rPr>
              <a:t>Show values in Asset Type UOM</a:t>
            </a:r>
            <a:endPar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endParaRPr>
          </a:p>
          <a:p>
            <a:pPr marL="800100" lvl="1" indent="-342900" algn="just" eaLnBrk="0" hangingPunct="0">
              <a:buClr>
                <a:srgbClr val="C00000"/>
              </a:buClr>
              <a:buFont typeface="+mj-lt"/>
              <a:buAutoNum type="alphaLcParenR"/>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Include child Assets attributes in current view</a:t>
            </a:r>
            <a:endParaRPr lang="en-US" sz="1600" dirty="0">
              <a:solidFill>
                <a:srgbClr val="000000"/>
              </a:solidFill>
            </a:endParaRPr>
          </a:p>
          <a:p>
            <a:pPr marL="800100" marR="0" lvl="1" indent="-342900" algn="just" defTabSz="457200" rtl="0" eaLnBrk="0" fontAlgn="base" latinLnBrk="0" hangingPunct="0">
              <a:lnSpc>
                <a:spcPct val="100000"/>
              </a:lnSpc>
              <a:spcBef>
                <a:spcPct val="20000"/>
              </a:spcBef>
              <a:spcAft>
                <a:spcPct val="0"/>
              </a:spcAft>
              <a:buClr>
                <a:srgbClr val="C00000"/>
              </a:buClr>
              <a:buSzTx/>
              <a:buFont typeface="+mj-lt"/>
              <a:buAutoNum type="alphaLcParenR"/>
              <a:tabLst/>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Export selected or all attribute data in excel</a:t>
            </a:r>
          </a:p>
          <a:p>
            <a:pPr marL="800100" lvl="1" indent="-342900" algn="just" eaLnBrk="0" hangingPunct="0">
              <a:buClr>
                <a:srgbClr val="C00000"/>
              </a:buClr>
              <a:buFont typeface="+mj-lt"/>
              <a:buAutoNum type="alphaLcParenR"/>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Save changes (if any value updated manually)</a:t>
            </a:r>
          </a:p>
          <a:p>
            <a:pPr marL="800100" lvl="1" indent="-342900" algn="just" eaLnBrk="0" hangingPunct="0">
              <a:buClr>
                <a:srgbClr val="C00000"/>
              </a:buClr>
              <a:buFont typeface="+mj-lt"/>
              <a:buAutoNum type="alphaLcParenR"/>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Refresh </a:t>
            </a:r>
            <a:r>
              <a:rPr lang="en-US" sz="1600" dirty="0">
                <a:solidFill>
                  <a:srgbClr val="000000"/>
                </a:solidFill>
              </a:rPr>
              <a:t>Attribute</a:t>
            </a: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 overview</a:t>
            </a:r>
          </a:p>
          <a:p>
            <a:pPr marL="800100" marR="0" lvl="1" indent="-342900" defTabSz="457200" rtl="0" eaLnBrk="0" fontAlgn="base" latinLnBrk="0" hangingPunct="0">
              <a:lnSpc>
                <a:spcPct val="100000"/>
              </a:lnSpc>
              <a:spcBef>
                <a:spcPct val="20000"/>
              </a:spcBef>
              <a:spcAft>
                <a:spcPct val="0"/>
              </a:spcAft>
              <a:buClr>
                <a:srgbClr val="C00000"/>
              </a:buClr>
              <a:buSzTx/>
              <a:buFont typeface="+mj-lt"/>
              <a:buAutoNum type="alphaLcParenR"/>
              <a:tabLst/>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Display the Property for selected attribute</a:t>
            </a:r>
          </a:p>
          <a:p>
            <a:pPr marL="800100" lvl="1" indent="-342900" algn="just" eaLnBrk="0" hangingPunct="0">
              <a:buClr>
                <a:srgbClr val="C00000"/>
              </a:buClr>
              <a:buFont typeface="+mj-lt"/>
              <a:buAutoNum type="alphaLcParenR"/>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Filters the attributes based on asset or attribute.</a:t>
            </a:r>
          </a:p>
          <a:p>
            <a:pPr marL="342900" marR="0" lvl="0" indent="-342900" algn="just" defTabSz="457200" rtl="0" eaLnBrk="0" fontAlgn="base" latinLnBrk="0" hangingPunct="0">
              <a:lnSpc>
                <a:spcPct val="100000"/>
              </a:lnSpc>
              <a:spcBef>
                <a:spcPct val="20000"/>
              </a:spcBef>
              <a:spcAft>
                <a:spcPct val="0"/>
              </a:spcAft>
              <a:buClr>
                <a:srgbClr val="C00000"/>
              </a:buClr>
              <a:buSzTx/>
              <a:buFont typeface="+mj-lt"/>
              <a:buAutoNum type="arabicParenR"/>
              <a:tabLst/>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Clicking on historical (quick trend) opens trend in another tab with more trend options </a:t>
            </a:r>
          </a:p>
          <a:p>
            <a:pPr marL="800100" marR="0" lvl="1" indent="-342900" algn="just" defTabSz="457200" rtl="0" eaLnBrk="0" fontAlgn="base" latinLnBrk="0" hangingPunct="0">
              <a:lnSpc>
                <a:spcPct val="100000"/>
              </a:lnSpc>
              <a:spcBef>
                <a:spcPct val="20000"/>
              </a:spcBef>
              <a:spcAft>
                <a:spcPct val="0"/>
              </a:spcAft>
              <a:buClr>
                <a:srgbClr val="C00000"/>
              </a:buClr>
              <a:buSzTx/>
              <a:buFont typeface="+mj-lt"/>
              <a:buAutoNum type="alphaLcParenR"/>
              <a:tabLst/>
              <a:defRPr/>
            </a:pPr>
            <a:endPar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endParaRPr>
          </a:p>
          <a:p>
            <a:pPr marR="0" lvl="1" algn="just" defTabSz="457200" rtl="0" eaLnBrk="0" fontAlgn="base" latinLnBrk="0" hangingPunct="0">
              <a:lnSpc>
                <a:spcPct val="100000"/>
              </a:lnSpc>
              <a:spcBef>
                <a:spcPct val="20000"/>
              </a:spcBef>
              <a:spcAft>
                <a:spcPct val="0"/>
              </a:spcAft>
              <a:buClr>
                <a:srgbClr val="C00000"/>
              </a:buClr>
              <a:buSzTx/>
              <a:buNone/>
              <a:tabLst/>
              <a:defRPr/>
            </a:pPr>
            <a:endPar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endParaRPr>
          </a:p>
          <a:p>
            <a:pPr marL="0" indent="0">
              <a:buNone/>
            </a:pPr>
            <a:endParaRPr lang="en-US" sz="1600" dirty="0"/>
          </a:p>
        </p:txBody>
      </p:sp>
      <p:sp>
        <p:nvSpPr>
          <p:cNvPr id="4" name="Slide Number Placeholder 3">
            <a:extLst>
              <a:ext uri="{FF2B5EF4-FFF2-40B4-BE49-F238E27FC236}">
                <a16:creationId xmlns:a16="http://schemas.microsoft.com/office/drawing/2014/main" id="{83F5485B-65C1-4CAA-9199-E3719F65331C}"/>
              </a:ext>
            </a:extLst>
          </p:cNvPr>
          <p:cNvSpPr>
            <a:spLocks noGrp="1"/>
          </p:cNvSpPr>
          <p:nvPr>
            <p:ph type="sldNum" sz="quarter" idx="12"/>
          </p:nvPr>
        </p:nvSpPr>
        <p:spPr/>
        <p:txBody>
          <a:bodyPr/>
          <a:lstStyle/>
          <a:p>
            <a:fld id="{7B94EC18-1D2B-4535-B738-0E53AFE26620}" type="slidenum">
              <a:rPr lang="en-US" smtClean="0"/>
              <a:t>31</a:t>
            </a:fld>
            <a:endParaRPr lang="en-US"/>
          </a:p>
        </p:txBody>
      </p:sp>
      <p:cxnSp>
        <p:nvCxnSpPr>
          <p:cNvPr id="6" name="Straight Arrow Connector 5">
            <a:extLst>
              <a:ext uri="{FF2B5EF4-FFF2-40B4-BE49-F238E27FC236}">
                <a16:creationId xmlns:a16="http://schemas.microsoft.com/office/drawing/2014/main" id="{A0296D4C-C9B3-4485-9BE3-8ACA1B298080}"/>
              </a:ext>
            </a:extLst>
          </p:cNvPr>
          <p:cNvCxnSpPr>
            <a:cxnSpLocks/>
          </p:cNvCxnSpPr>
          <p:nvPr/>
        </p:nvCxnSpPr>
        <p:spPr>
          <a:xfrm>
            <a:off x="6461358" y="6125258"/>
            <a:ext cx="0" cy="325120"/>
          </a:xfrm>
          <a:prstGeom prst="straightConnector1">
            <a:avLst/>
          </a:prstGeom>
          <a:noFill/>
          <a:ln w="25400" cap="flat" cmpd="sng" algn="ctr">
            <a:solidFill>
              <a:srgbClr val="FF0000"/>
            </a:solidFill>
            <a:prstDash val="solid"/>
            <a:tailEnd type="triangle"/>
          </a:ln>
          <a:effectLst/>
        </p:spPr>
      </p:cxnSp>
      <p:pic>
        <p:nvPicPr>
          <p:cNvPr id="7" name="Picture 6">
            <a:extLst>
              <a:ext uri="{FF2B5EF4-FFF2-40B4-BE49-F238E27FC236}">
                <a16:creationId xmlns:a16="http://schemas.microsoft.com/office/drawing/2014/main" id="{B3C64B9F-37B4-4267-8017-B29B6BB846A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879860" y="1397335"/>
            <a:ext cx="6218040" cy="4811596"/>
          </a:xfrm>
          <a:prstGeom prst="rect">
            <a:avLst/>
          </a:prstGeom>
          <a:ln>
            <a:solidFill>
              <a:schemeClr val="accent1"/>
            </a:solidFill>
          </a:ln>
        </p:spPr>
      </p:pic>
      <p:cxnSp>
        <p:nvCxnSpPr>
          <p:cNvPr id="8" name="Straight Arrow Connector 7">
            <a:extLst>
              <a:ext uri="{FF2B5EF4-FFF2-40B4-BE49-F238E27FC236}">
                <a16:creationId xmlns:a16="http://schemas.microsoft.com/office/drawing/2014/main" id="{F9FE1CFD-AD5D-4BF8-8161-F9C07F6A0FF0}"/>
              </a:ext>
            </a:extLst>
          </p:cNvPr>
          <p:cNvCxnSpPr>
            <a:cxnSpLocks/>
          </p:cNvCxnSpPr>
          <p:nvPr/>
        </p:nvCxnSpPr>
        <p:spPr>
          <a:xfrm flipV="1">
            <a:off x="6461358" y="916901"/>
            <a:ext cx="0" cy="914312"/>
          </a:xfrm>
          <a:prstGeom prst="straightConnector1">
            <a:avLst/>
          </a:prstGeom>
          <a:noFill/>
          <a:ln w="25400" cap="flat" cmpd="sng" algn="ctr">
            <a:solidFill>
              <a:srgbClr val="FF0000"/>
            </a:solidFill>
            <a:prstDash val="solid"/>
            <a:tailEnd type="triangle"/>
          </a:ln>
          <a:effectLst/>
        </p:spPr>
      </p:cxnSp>
      <p:sp>
        <p:nvSpPr>
          <p:cNvPr id="9" name="Rectangle 8">
            <a:extLst>
              <a:ext uri="{FF2B5EF4-FFF2-40B4-BE49-F238E27FC236}">
                <a16:creationId xmlns:a16="http://schemas.microsoft.com/office/drawing/2014/main" id="{D0C5142C-6638-4E72-9056-F2D6995DDD3A}"/>
              </a:ext>
            </a:extLst>
          </p:cNvPr>
          <p:cNvSpPr/>
          <p:nvPr/>
        </p:nvSpPr>
        <p:spPr>
          <a:xfrm>
            <a:off x="5820825" y="592015"/>
            <a:ext cx="521064" cy="307777"/>
          </a:xfrm>
          <a:prstGeom prst="rect">
            <a:avLst/>
          </a:prstGeom>
          <a:noFill/>
          <a:ln>
            <a:noFill/>
          </a:ln>
        </p:spPr>
        <p:txBody>
          <a:bodyPr wrap="square" lIns="91440" tIns="45720" rIns="91440" bIns="45720">
            <a:spAutoFit/>
          </a:bodyPr>
          <a:lstStyle/>
          <a:p>
            <a:pPr algn="ctr" defTabSz="457200" eaLnBrk="0" fontAlgn="base" hangingPunct="0">
              <a:spcBef>
                <a:spcPct val="0"/>
              </a:spcBef>
              <a:spcAft>
                <a:spcPct val="0"/>
              </a:spcAft>
            </a:pPr>
            <a:r>
              <a:rPr lang="en-US" sz="1400" b="1" dirty="0">
                <a:ln w="0"/>
                <a:solidFill>
                  <a:srgbClr val="FF0000"/>
                </a:solidFill>
                <a:effectLst>
                  <a:outerShdw blurRad="38100" dist="19050" dir="2700000" algn="tl" rotWithShape="0">
                    <a:srgbClr val="000000">
                      <a:alpha val="40000"/>
                    </a:srgbClr>
                  </a:outerShdw>
                </a:effectLst>
                <a:cs typeface="Arial" panose="020B0604020202020204" pitchFamily="34" charset="0"/>
              </a:rPr>
              <a:t>2.a</a:t>
            </a:r>
          </a:p>
        </p:txBody>
      </p:sp>
      <p:cxnSp>
        <p:nvCxnSpPr>
          <p:cNvPr id="10" name="Straight Arrow Connector 9">
            <a:extLst>
              <a:ext uri="{FF2B5EF4-FFF2-40B4-BE49-F238E27FC236}">
                <a16:creationId xmlns:a16="http://schemas.microsoft.com/office/drawing/2014/main" id="{B4007755-07DF-4396-A468-7109D87B8C07}"/>
              </a:ext>
            </a:extLst>
          </p:cNvPr>
          <p:cNvCxnSpPr>
            <a:cxnSpLocks/>
          </p:cNvCxnSpPr>
          <p:nvPr/>
        </p:nvCxnSpPr>
        <p:spPr>
          <a:xfrm flipV="1">
            <a:off x="6833721" y="867610"/>
            <a:ext cx="0" cy="914312"/>
          </a:xfrm>
          <a:prstGeom prst="straightConnector1">
            <a:avLst/>
          </a:prstGeom>
          <a:noFill/>
          <a:ln w="25400" cap="flat" cmpd="sng" algn="ctr">
            <a:solidFill>
              <a:srgbClr val="FF0000"/>
            </a:solidFill>
            <a:prstDash val="solid"/>
            <a:tailEnd type="triangle"/>
          </a:ln>
          <a:effectLst/>
        </p:spPr>
      </p:cxnSp>
      <p:sp>
        <p:nvSpPr>
          <p:cNvPr id="11" name="Rectangle 10">
            <a:extLst>
              <a:ext uri="{FF2B5EF4-FFF2-40B4-BE49-F238E27FC236}">
                <a16:creationId xmlns:a16="http://schemas.microsoft.com/office/drawing/2014/main" id="{576EE6A8-5D3B-49C2-987F-8381BE120BAF}"/>
              </a:ext>
            </a:extLst>
          </p:cNvPr>
          <p:cNvSpPr/>
          <p:nvPr/>
        </p:nvSpPr>
        <p:spPr>
          <a:xfrm>
            <a:off x="6373469" y="964861"/>
            <a:ext cx="521064" cy="307777"/>
          </a:xfrm>
          <a:prstGeom prst="rect">
            <a:avLst/>
          </a:prstGeom>
          <a:noFill/>
          <a:ln>
            <a:noFill/>
          </a:ln>
        </p:spPr>
        <p:txBody>
          <a:bodyPr wrap="square" lIns="91440" tIns="45720" rIns="91440" bIns="45720">
            <a:spAutoFit/>
          </a:bodyPr>
          <a:lstStyle/>
          <a:p>
            <a:pPr algn="ctr" defTabSz="457200" eaLnBrk="0" fontAlgn="base" hangingPunct="0">
              <a:spcBef>
                <a:spcPct val="0"/>
              </a:spcBef>
              <a:spcAft>
                <a:spcPct val="0"/>
              </a:spcAft>
            </a:pPr>
            <a:r>
              <a:rPr lang="en-US" sz="1400" b="1" dirty="0">
                <a:ln w="0"/>
                <a:solidFill>
                  <a:srgbClr val="FF0000"/>
                </a:solidFill>
                <a:effectLst>
                  <a:outerShdw blurRad="38100" dist="19050" dir="2700000" algn="tl" rotWithShape="0">
                    <a:srgbClr val="000000">
                      <a:alpha val="40000"/>
                    </a:srgbClr>
                  </a:outerShdw>
                </a:effectLst>
                <a:cs typeface="Arial" panose="020B0604020202020204" pitchFamily="34" charset="0"/>
              </a:rPr>
              <a:t>2.d</a:t>
            </a:r>
          </a:p>
        </p:txBody>
      </p:sp>
      <p:cxnSp>
        <p:nvCxnSpPr>
          <p:cNvPr id="12" name="Straight Arrow Connector 11">
            <a:extLst>
              <a:ext uri="{FF2B5EF4-FFF2-40B4-BE49-F238E27FC236}">
                <a16:creationId xmlns:a16="http://schemas.microsoft.com/office/drawing/2014/main" id="{ED873F92-6E9D-4795-9438-9E06D0CA3AF4}"/>
              </a:ext>
            </a:extLst>
          </p:cNvPr>
          <p:cNvCxnSpPr>
            <a:cxnSpLocks/>
          </p:cNvCxnSpPr>
          <p:nvPr/>
        </p:nvCxnSpPr>
        <p:spPr>
          <a:xfrm flipV="1">
            <a:off x="6650770" y="1208764"/>
            <a:ext cx="0" cy="574104"/>
          </a:xfrm>
          <a:prstGeom prst="straightConnector1">
            <a:avLst/>
          </a:prstGeom>
          <a:noFill/>
          <a:ln w="25400" cap="flat" cmpd="sng" algn="ctr">
            <a:solidFill>
              <a:srgbClr val="FF0000"/>
            </a:solidFill>
            <a:prstDash val="solid"/>
            <a:tailEnd type="triangle"/>
          </a:ln>
          <a:effectLst/>
        </p:spPr>
      </p:cxnSp>
      <p:sp>
        <p:nvSpPr>
          <p:cNvPr id="13" name="Rectangle 12">
            <a:extLst>
              <a:ext uri="{FF2B5EF4-FFF2-40B4-BE49-F238E27FC236}">
                <a16:creationId xmlns:a16="http://schemas.microsoft.com/office/drawing/2014/main" id="{A35A10AE-6475-4206-8E74-4F891D61F4F0}"/>
              </a:ext>
            </a:extLst>
          </p:cNvPr>
          <p:cNvSpPr/>
          <p:nvPr/>
        </p:nvSpPr>
        <p:spPr>
          <a:xfrm>
            <a:off x="6238643" y="605377"/>
            <a:ext cx="521064" cy="307777"/>
          </a:xfrm>
          <a:prstGeom prst="rect">
            <a:avLst/>
          </a:prstGeom>
          <a:noFill/>
          <a:ln>
            <a:noFill/>
          </a:ln>
        </p:spPr>
        <p:txBody>
          <a:bodyPr wrap="square" lIns="91440" tIns="45720" rIns="91440" bIns="45720">
            <a:spAutoFit/>
          </a:bodyPr>
          <a:lstStyle/>
          <a:p>
            <a:pPr algn="ctr" defTabSz="457200" eaLnBrk="0" fontAlgn="base" hangingPunct="0">
              <a:spcBef>
                <a:spcPct val="0"/>
              </a:spcBef>
              <a:spcAft>
                <a:spcPct val="0"/>
              </a:spcAft>
            </a:pPr>
            <a:r>
              <a:rPr lang="en-US" sz="1400" b="1" dirty="0">
                <a:ln w="0"/>
                <a:solidFill>
                  <a:srgbClr val="FF0000"/>
                </a:solidFill>
                <a:effectLst>
                  <a:outerShdw blurRad="38100" dist="19050" dir="2700000" algn="tl" rotWithShape="0">
                    <a:srgbClr val="000000">
                      <a:alpha val="40000"/>
                    </a:srgbClr>
                  </a:outerShdw>
                </a:effectLst>
                <a:cs typeface="Arial" panose="020B0604020202020204" pitchFamily="34" charset="0"/>
              </a:rPr>
              <a:t>2.c</a:t>
            </a:r>
          </a:p>
        </p:txBody>
      </p:sp>
      <p:cxnSp>
        <p:nvCxnSpPr>
          <p:cNvPr id="14" name="Straight Arrow Connector 13">
            <a:extLst>
              <a:ext uri="{FF2B5EF4-FFF2-40B4-BE49-F238E27FC236}">
                <a16:creationId xmlns:a16="http://schemas.microsoft.com/office/drawing/2014/main" id="{5C4E1E37-439D-4EFD-90D8-F643C69A96A6}"/>
              </a:ext>
            </a:extLst>
          </p:cNvPr>
          <p:cNvCxnSpPr>
            <a:cxnSpLocks/>
          </p:cNvCxnSpPr>
          <p:nvPr/>
        </p:nvCxnSpPr>
        <p:spPr>
          <a:xfrm flipV="1">
            <a:off x="7040951" y="1229084"/>
            <a:ext cx="0" cy="574104"/>
          </a:xfrm>
          <a:prstGeom prst="straightConnector1">
            <a:avLst/>
          </a:prstGeom>
          <a:noFill/>
          <a:ln w="25400" cap="flat" cmpd="sng" algn="ctr">
            <a:solidFill>
              <a:srgbClr val="FF0000"/>
            </a:solidFill>
            <a:prstDash val="solid"/>
            <a:tailEnd type="triangle"/>
          </a:ln>
          <a:effectLst/>
        </p:spPr>
      </p:cxnSp>
      <p:sp>
        <p:nvSpPr>
          <p:cNvPr id="15" name="Rectangle 14">
            <a:extLst>
              <a:ext uri="{FF2B5EF4-FFF2-40B4-BE49-F238E27FC236}">
                <a16:creationId xmlns:a16="http://schemas.microsoft.com/office/drawing/2014/main" id="{4FB29A77-F521-4F8F-BA93-14C54E09D30A}"/>
              </a:ext>
            </a:extLst>
          </p:cNvPr>
          <p:cNvSpPr/>
          <p:nvPr/>
        </p:nvSpPr>
        <p:spPr>
          <a:xfrm>
            <a:off x="5998085" y="971603"/>
            <a:ext cx="521064" cy="307777"/>
          </a:xfrm>
          <a:prstGeom prst="rect">
            <a:avLst/>
          </a:prstGeom>
          <a:noFill/>
          <a:ln>
            <a:noFill/>
          </a:ln>
        </p:spPr>
        <p:txBody>
          <a:bodyPr wrap="square" lIns="91440" tIns="45720" rIns="91440" bIns="45720">
            <a:spAutoFit/>
          </a:bodyPr>
          <a:lstStyle/>
          <a:p>
            <a:pPr algn="ctr" defTabSz="457200" eaLnBrk="0" fontAlgn="base" hangingPunct="0">
              <a:spcBef>
                <a:spcPct val="0"/>
              </a:spcBef>
              <a:spcAft>
                <a:spcPct val="0"/>
              </a:spcAft>
            </a:pPr>
            <a:r>
              <a:rPr lang="en-US" sz="1400" b="1" dirty="0">
                <a:ln w="0"/>
                <a:solidFill>
                  <a:srgbClr val="FF0000"/>
                </a:solidFill>
                <a:effectLst>
                  <a:outerShdw blurRad="38100" dist="19050" dir="2700000" algn="tl" rotWithShape="0">
                    <a:srgbClr val="000000">
                      <a:alpha val="40000"/>
                    </a:srgbClr>
                  </a:outerShdw>
                </a:effectLst>
                <a:cs typeface="Arial" panose="020B0604020202020204" pitchFamily="34" charset="0"/>
              </a:rPr>
              <a:t>2.b</a:t>
            </a:r>
          </a:p>
        </p:txBody>
      </p:sp>
      <p:sp>
        <p:nvSpPr>
          <p:cNvPr id="16" name="Rectangle 15">
            <a:extLst>
              <a:ext uri="{FF2B5EF4-FFF2-40B4-BE49-F238E27FC236}">
                <a16:creationId xmlns:a16="http://schemas.microsoft.com/office/drawing/2014/main" id="{A74FBCD1-B9E7-4F36-9305-8B73D1697CB8}"/>
              </a:ext>
            </a:extLst>
          </p:cNvPr>
          <p:cNvSpPr/>
          <p:nvPr/>
        </p:nvSpPr>
        <p:spPr>
          <a:xfrm>
            <a:off x="6759707" y="963997"/>
            <a:ext cx="521064" cy="307777"/>
          </a:xfrm>
          <a:prstGeom prst="rect">
            <a:avLst/>
          </a:prstGeom>
          <a:noFill/>
          <a:ln>
            <a:noFill/>
          </a:ln>
        </p:spPr>
        <p:txBody>
          <a:bodyPr wrap="square" lIns="91440" tIns="45720" rIns="91440" bIns="45720">
            <a:spAutoFit/>
          </a:bodyPr>
          <a:lstStyle/>
          <a:p>
            <a:pPr algn="ctr" defTabSz="457200" eaLnBrk="0" fontAlgn="base" hangingPunct="0">
              <a:spcBef>
                <a:spcPct val="0"/>
              </a:spcBef>
              <a:spcAft>
                <a:spcPct val="0"/>
              </a:spcAft>
            </a:pPr>
            <a:r>
              <a:rPr lang="en-US" sz="1400" b="1" dirty="0">
                <a:ln w="0"/>
                <a:solidFill>
                  <a:srgbClr val="FF0000"/>
                </a:solidFill>
                <a:effectLst>
                  <a:outerShdw blurRad="38100" dist="19050" dir="2700000" algn="tl" rotWithShape="0">
                    <a:srgbClr val="000000">
                      <a:alpha val="40000"/>
                    </a:srgbClr>
                  </a:outerShdw>
                </a:effectLst>
                <a:cs typeface="Arial" panose="020B0604020202020204" pitchFamily="34" charset="0"/>
              </a:rPr>
              <a:t>2.f</a:t>
            </a:r>
          </a:p>
        </p:txBody>
      </p:sp>
      <p:cxnSp>
        <p:nvCxnSpPr>
          <p:cNvPr id="18" name="Straight Arrow Connector 17">
            <a:extLst>
              <a:ext uri="{FF2B5EF4-FFF2-40B4-BE49-F238E27FC236}">
                <a16:creationId xmlns:a16="http://schemas.microsoft.com/office/drawing/2014/main" id="{897743EF-276A-4435-B428-3AB97F51A7B4}"/>
              </a:ext>
            </a:extLst>
          </p:cNvPr>
          <p:cNvCxnSpPr>
            <a:cxnSpLocks/>
          </p:cNvCxnSpPr>
          <p:nvPr/>
        </p:nvCxnSpPr>
        <p:spPr>
          <a:xfrm flipV="1">
            <a:off x="8254243" y="1228138"/>
            <a:ext cx="0" cy="574104"/>
          </a:xfrm>
          <a:prstGeom prst="straightConnector1">
            <a:avLst/>
          </a:prstGeom>
          <a:noFill/>
          <a:ln w="25400" cap="flat" cmpd="sng" algn="ctr">
            <a:solidFill>
              <a:srgbClr val="FF0000"/>
            </a:solidFill>
            <a:prstDash val="solid"/>
            <a:tailEnd type="triangle"/>
          </a:ln>
          <a:effectLst/>
        </p:spPr>
      </p:cxnSp>
      <p:sp>
        <p:nvSpPr>
          <p:cNvPr id="19" name="Rectangle 18">
            <a:extLst>
              <a:ext uri="{FF2B5EF4-FFF2-40B4-BE49-F238E27FC236}">
                <a16:creationId xmlns:a16="http://schemas.microsoft.com/office/drawing/2014/main" id="{B87FE606-7EC8-49EF-A099-DAE7EFB1FE9E}"/>
              </a:ext>
            </a:extLst>
          </p:cNvPr>
          <p:cNvSpPr/>
          <p:nvPr/>
        </p:nvSpPr>
        <p:spPr>
          <a:xfrm>
            <a:off x="6579247" y="608260"/>
            <a:ext cx="521064" cy="307777"/>
          </a:xfrm>
          <a:prstGeom prst="rect">
            <a:avLst/>
          </a:prstGeom>
          <a:noFill/>
          <a:ln>
            <a:noFill/>
          </a:ln>
        </p:spPr>
        <p:txBody>
          <a:bodyPr wrap="square" lIns="91440" tIns="45720" rIns="91440" bIns="45720">
            <a:spAutoFit/>
          </a:bodyPr>
          <a:lstStyle/>
          <a:p>
            <a:pPr algn="ctr" defTabSz="457200" eaLnBrk="0" fontAlgn="base" hangingPunct="0">
              <a:spcBef>
                <a:spcPct val="0"/>
              </a:spcBef>
              <a:spcAft>
                <a:spcPct val="0"/>
              </a:spcAft>
            </a:pPr>
            <a:r>
              <a:rPr lang="en-US" sz="1400" b="1" dirty="0">
                <a:ln w="0"/>
                <a:solidFill>
                  <a:srgbClr val="FF0000"/>
                </a:solidFill>
                <a:effectLst>
                  <a:outerShdw blurRad="38100" dist="19050" dir="2700000" algn="tl" rotWithShape="0">
                    <a:srgbClr val="000000">
                      <a:alpha val="40000"/>
                    </a:srgbClr>
                  </a:outerShdw>
                </a:effectLst>
                <a:cs typeface="Arial" panose="020B0604020202020204" pitchFamily="34" charset="0"/>
              </a:rPr>
              <a:t>2.e</a:t>
            </a:r>
          </a:p>
        </p:txBody>
      </p:sp>
      <p:sp>
        <p:nvSpPr>
          <p:cNvPr id="20" name="Rectangle 19">
            <a:extLst>
              <a:ext uri="{FF2B5EF4-FFF2-40B4-BE49-F238E27FC236}">
                <a16:creationId xmlns:a16="http://schemas.microsoft.com/office/drawing/2014/main" id="{96CCA218-BA48-439D-8BC8-062A2975FB14}"/>
              </a:ext>
            </a:extLst>
          </p:cNvPr>
          <p:cNvSpPr/>
          <p:nvPr/>
        </p:nvSpPr>
        <p:spPr>
          <a:xfrm>
            <a:off x="5872440" y="2188294"/>
            <a:ext cx="6218031" cy="402063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1" name="Rectangle 20">
            <a:extLst>
              <a:ext uri="{FF2B5EF4-FFF2-40B4-BE49-F238E27FC236}">
                <a16:creationId xmlns:a16="http://schemas.microsoft.com/office/drawing/2014/main" id="{08A4C04B-B79F-45FB-BA6C-0D8324C4EFCC}"/>
              </a:ext>
            </a:extLst>
          </p:cNvPr>
          <p:cNvSpPr/>
          <p:nvPr/>
        </p:nvSpPr>
        <p:spPr>
          <a:xfrm>
            <a:off x="6390238" y="6208931"/>
            <a:ext cx="521064" cy="307777"/>
          </a:xfrm>
          <a:prstGeom prst="rect">
            <a:avLst/>
          </a:prstGeom>
          <a:noFill/>
          <a:ln>
            <a:noFill/>
          </a:ln>
        </p:spPr>
        <p:txBody>
          <a:bodyPr wrap="square" lIns="91440" tIns="45720" rIns="91440" bIns="45720">
            <a:spAutoFit/>
          </a:bodyPr>
          <a:lstStyle/>
          <a:p>
            <a:pPr algn="ctr" defTabSz="457200" eaLnBrk="0" fontAlgn="base" hangingPunct="0">
              <a:spcBef>
                <a:spcPct val="0"/>
              </a:spcBef>
              <a:spcAft>
                <a:spcPct val="0"/>
              </a:spcAft>
            </a:pPr>
            <a:r>
              <a:rPr lang="en-US" sz="1400" b="1">
                <a:ln w="0"/>
                <a:solidFill>
                  <a:srgbClr val="FF0000"/>
                </a:solidFill>
                <a:effectLst>
                  <a:outerShdw blurRad="38100" dist="19050" dir="2700000" algn="tl" rotWithShape="0">
                    <a:srgbClr val="000000">
                      <a:alpha val="40000"/>
                    </a:srgbClr>
                  </a:outerShdw>
                </a:effectLst>
                <a:cs typeface="Arial" panose="020B0604020202020204" pitchFamily="34" charset="0"/>
              </a:rPr>
              <a:t>1</a:t>
            </a:r>
          </a:p>
        </p:txBody>
      </p:sp>
      <p:cxnSp>
        <p:nvCxnSpPr>
          <p:cNvPr id="22" name="Straight Arrow Connector 21">
            <a:extLst>
              <a:ext uri="{FF2B5EF4-FFF2-40B4-BE49-F238E27FC236}">
                <a16:creationId xmlns:a16="http://schemas.microsoft.com/office/drawing/2014/main" id="{2185634D-2761-4196-B755-F50C39213210}"/>
              </a:ext>
            </a:extLst>
          </p:cNvPr>
          <p:cNvCxnSpPr>
            <a:cxnSpLocks/>
          </p:cNvCxnSpPr>
          <p:nvPr/>
        </p:nvCxnSpPr>
        <p:spPr>
          <a:xfrm flipV="1">
            <a:off x="9339709" y="916520"/>
            <a:ext cx="0" cy="1788447"/>
          </a:xfrm>
          <a:prstGeom prst="straightConnector1">
            <a:avLst/>
          </a:prstGeom>
          <a:noFill/>
          <a:ln w="25400" cap="flat" cmpd="sng" algn="ctr">
            <a:solidFill>
              <a:srgbClr val="FF0000"/>
            </a:solidFill>
            <a:prstDash val="solid"/>
            <a:tailEnd type="triangle"/>
          </a:ln>
          <a:effectLst/>
        </p:spPr>
      </p:cxnSp>
      <p:sp>
        <p:nvSpPr>
          <p:cNvPr id="23" name="Rectangle 22">
            <a:extLst>
              <a:ext uri="{FF2B5EF4-FFF2-40B4-BE49-F238E27FC236}">
                <a16:creationId xmlns:a16="http://schemas.microsoft.com/office/drawing/2014/main" id="{C2BBDC86-DC6C-41DD-A789-D8B68ACDAF55}"/>
              </a:ext>
            </a:extLst>
          </p:cNvPr>
          <p:cNvSpPr/>
          <p:nvPr/>
        </p:nvSpPr>
        <p:spPr>
          <a:xfrm>
            <a:off x="9079177" y="605357"/>
            <a:ext cx="521064" cy="307777"/>
          </a:xfrm>
          <a:prstGeom prst="rect">
            <a:avLst/>
          </a:prstGeom>
          <a:noFill/>
          <a:ln>
            <a:noFill/>
          </a:ln>
        </p:spPr>
        <p:txBody>
          <a:bodyPr wrap="square" lIns="91440" tIns="45720" rIns="91440" bIns="45720">
            <a:spAutoFit/>
          </a:bodyPr>
          <a:lstStyle/>
          <a:p>
            <a:pPr algn="ctr" defTabSz="457200" eaLnBrk="0" fontAlgn="base" hangingPunct="0">
              <a:spcBef>
                <a:spcPct val="0"/>
              </a:spcBef>
              <a:spcAft>
                <a:spcPct val="0"/>
              </a:spcAft>
            </a:pPr>
            <a:r>
              <a:rPr lang="en-US" sz="1400" b="1" dirty="0">
                <a:ln w="0"/>
                <a:solidFill>
                  <a:srgbClr val="FF0000"/>
                </a:solidFill>
                <a:effectLst>
                  <a:outerShdw blurRad="38100" dist="19050" dir="2700000" algn="tl" rotWithShape="0">
                    <a:srgbClr val="000000">
                      <a:alpha val="40000"/>
                    </a:srgbClr>
                  </a:outerShdw>
                </a:effectLst>
                <a:cs typeface="Arial" panose="020B0604020202020204" pitchFamily="34" charset="0"/>
              </a:rPr>
              <a:t>3</a:t>
            </a:r>
          </a:p>
        </p:txBody>
      </p:sp>
      <p:cxnSp>
        <p:nvCxnSpPr>
          <p:cNvPr id="24" name="Straight Arrow Connector 23">
            <a:extLst>
              <a:ext uri="{FF2B5EF4-FFF2-40B4-BE49-F238E27FC236}">
                <a16:creationId xmlns:a16="http://schemas.microsoft.com/office/drawing/2014/main" id="{DB76BACB-8DCC-B5A0-15D4-C0E55A86096C}"/>
              </a:ext>
            </a:extLst>
          </p:cNvPr>
          <p:cNvCxnSpPr>
            <a:cxnSpLocks/>
          </p:cNvCxnSpPr>
          <p:nvPr/>
        </p:nvCxnSpPr>
        <p:spPr>
          <a:xfrm flipV="1">
            <a:off x="6096000" y="887930"/>
            <a:ext cx="0" cy="914312"/>
          </a:xfrm>
          <a:prstGeom prst="straightConnector1">
            <a:avLst/>
          </a:prstGeom>
          <a:noFill/>
          <a:ln w="25400" cap="flat" cmpd="sng" algn="ctr">
            <a:solidFill>
              <a:srgbClr val="FF0000"/>
            </a:solidFill>
            <a:prstDash val="solid"/>
            <a:tailEnd type="triangle"/>
          </a:ln>
          <a:effectLst/>
        </p:spPr>
      </p:cxnSp>
      <p:cxnSp>
        <p:nvCxnSpPr>
          <p:cNvPr id="25" name="Straight Arrow Connector 24">
            <a:extLst>
              <a:ext uri="{FF2B5EF4-FFF2-40B4-BE49-F238E27FC236}">
                <a16:creationId xmlns:a16="http://schemas.microsoft.com/office/drawing/2014/main" id="{99E2E9DC-B81B-2373-0A8D-5B8307B4259A}"/>
              </a:ext>
            </a:extLst>
          </p:cNvPr>
          <p:cNvCxnSpPr>
            <a:cxnSpLocks/>
          </p:cNvCxnSpPr>
          <p:nvPr/>
        </p:nvCxnSpPr>
        <p:spPr>
          <a:xfrm flipV="1">
            <a:off x="6265387" y="1236639"/>
            <a:ext cx="0" cy="574104"/>
          </a:xfrm>
          <a:prstGeom prst="straightConnector1">
            <a:avLst/>
          </a:prstGeom>
          <a:noFill/>
          <a:ln w="25400" cap="flat" cmpd="sng" algn="ctr">
            <a:solidFill>
              <a:srgbClr val="FF0000"/>
            </a:solidFill>
            <a:prstDash val="solid"/>
            <a:tailEnd type="triangle"/>
          </a:ln>
          <a:effectLst/>
        </p:spPr>
      </p:cxnSp>
      <p:sp>
        <p:nvSpPr>
          <p:cNvPr id="30" name="TextBox 29">
            <a:extLst>
              <a:ext uri="{FF2B5EF4-FFF2-40B4-BE49-F238E27FC236}">
                <a16:creationId xmlns:a16="http://schemas.microsoft.com/office/drawing/2014/main" id="{531B6DCF-6005-3610-236B-8FF011867E49}"/>
              </a:ext>
            </a:extLst>
          </p:cNvPr>
          <p:cNvSpPr txBox="1"/>
          <p:nvPr/>
        </p:nvSpPr>
        <p:spPr>
          <a:xfrm>
            <a:off x="8027843" y="901118"/>
            <a:ext cx="440104" cy="307777"/>
          </a:xfrm>
          <a:prstGeom prst="rect">
            <a:avLst/>
          </a:prstGeom>
          <a:noFill/>
        </p:spPr>
        <p:txBody>
          <a:bodyPr wrap="square" rtlCol="0">
            <a:spAutoFit/>
          </a:bodyPr>
          <a:lstStyle/>
          <a:p>
            <a:r>
              <a:rPr lang="en-US" sz="1400" b="1" dirty="0">
                <a:solidFill>
                  <a:schemeClr val="tx2"/>
                </a:solidFill>
                <a:effectLst>
                  <a:outerShdw blurRad="38100" dist="38100" dir="2700000" algn="tl">
                    <a:srgbClr val="000000">
                      <a:alpha val="43137"/>
                    </a:srgbClr>
                  </a:outerShdw>
                </a:effectLst>
              </a:rPr>
              <a:t>2.g</a:t>
            </a:r>
          </a:p>
        </p:txBody>
      </p:sp>
    </p:spTree>
    <p:extLst>
      <p:ext uri="{BB962C8B-B14F-4D97-AF65-F5344CB8AC3E}">
        <p14:creationId xmlns:p14="http://schemas.microsoft.com/office/powerpoint/2010/main" val="7055618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EF66BA-2424-406B-820D-5B2448EA1A7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288660" y="1425891"/>
            <a:ext cx="7686675" cy="5127614"/>
          </a:xfrm>
          <a:prstGeom prst="rect">
            <a:avLst/>
          </a:prstGeom>
        </p:spPr>
      </p:pic>
      <p:sp>
        <p:nvSpPr>
          <p:cNvPr id="2" name="Title 1">
            <a:extLst>
              <a:ext uri="{FF2B5EF4-FFF2-40B4-BE49-F238E27FC236}">
                <a16:creationId xmlns:a16="http://schemas.microsoft.com/office/drawing/2014/main" id="{61A20F03-18CB-4850-B30E-B037D6145569}"/>
              </a:ext>
            </a:extLst>
          </p:cNvPr>
          <p:cNvSpPr>
            <a:spLocks noGrp="1"/>
          </p:cNvSpPr>
          <p:nvPr>
            <p:ph type="title"/>
          </p:nvPr>
        </p:nvSpPr>
        <p:spPr>
          <a:xfrm>
            <a:off x="495299" y="304495"/>
            <a:ext cx="11201401" cy="1077218"/>
          </a:xfrm>
        </p:spPr>
        <p:txBody>
          <a:bodyPr/>
          <a:lstStyle/>
          <a:p>
            <a:r>
              <a:rPr lang="en-US" sz="3200" b="1" dirty="0"/>
              <a:t>Dashboards – Attribute Overview</a:t>
            </a:r>
            <a:br>
              <a:rPr lang="en-US" sz="3200" b="1" dirty="0"/>
            </a:br>
            <a:endParaRPr lang="en-US" sz="3200" dirty="0"/>
          </a:p>
        </p:txBody>
      </p:sp>
      <p:sp>
        <p:nvSpPr>
          <p:cNvPr id="3" name="Content Placeholder 2">
            <a:extLst>
              <a:ext uri="{FF2B5EF4-FFF2-40B4-BE49-F238E27FC236}">
                <a16:creationId xmlns:a16="http://schemas.microsoft.com/office/drawing/2014/main" id="{503395D5-E255-45AF-A296-B313DF7F9103}"/>
              </a:ext>
            </a:extLst>
          </p:cNvPr>
          <p:cNvSpPr>
            <a:spLocks noGrp="1"/>
          </p:cNvSpPr>
          <p:nvPr>
            <p:ph idx="1"/>
          </p:nvPr>
        </p:nvSpPr>
        <p:spPr>
          <a:xfrm>
            <a:off x="495301" y="1409701"/>
            <a:ext cx="3502860" cy="4457700"/>
          </a:xfrm>
        </p:spPr>
        <p:txBody>
          <a:bodyPr/>
          <a:lstStyle/>
          <a:p>
            <a:pPr marL="169863" marR="0" lvl="0" indent="-457200" algn="just" defTabSz="457200" rtl="0" eaLnBrk="0" fontAlgn="base" latinLnBrk="0" hangingPunct="0">
              <a:lnSpc>
                <a:spcPct val="100000"/>
              </a:lnSpc>
              <a:spcBef>
                <a:spcPct val="20000"/>
              </a:spcBef>
              <a:spcAft>
                <a:spcPct val="0"/>
              </a:spcAft>
              <a:buClr>
                <a:srgbClr val="C00000"/>
              </a:buClr>
              <a:buSzTx/>
              <a:buFont typeface="Wingdings" panose="05000000000000000000" pitchFamily="2" charset="2"/>
              <a:buChar char="Ø"/>
              <a:tabLst/>
              <a:defRPr/>
            </a:pPr>
            <a:r>
              <a:rPr kumimoji="0" lang="en-US" sz="1600" b="1" i="0" u="none" strike="noStrike" kern="1200" cap="none" spc="0" normalizeH="0" baseline="0" noProof="0" dirty="0">
                <a:ln>
                  <a:noFill/>
                </a:ln>
                <a:solidFill>
                  <a:srgbClr val="000000"/>
                </a:solidFill>
                <a:effectLst/>
                <a:uLnTx/>
                <a:uFillTx/>
                <a:latin typeface="Arial" pitchFamily="34" charset="0"/>
                <a:cs typeface="Arial" pitchFamily="34" charset="0"/>
              </a:rPr>
              <a:t>Attribute Overview</a:t>
            </a:r>
          </a:p>
          <a:p>
            <a:pPr marL="342900" marR="0" lvl="0" indent="-342900" algn="just" defTabSz="457200" rtl="0" eaLnBrk="0" fontAlgn="base" latinLnBrk="0" hangingPunct="0">
              <a:lnSpc>
                <a:spcPct val="100000"/>
              </a:lnSpc>
              <a:spcBef>
                <a:spcPct val="20000"/>
              </a:spcBef>
              <a:spcAft>
                <a:spcPct val="0"/>
              </a:spcAft>
              <a:buClr>
                <a:srgbClr val="C00000"/>
              </a:buClr>
              <a:buSzTx/>
              <a:buFont typeface="+mj-lt"/>
              <a:buAutoNum type="arabicParenR" startAt="4"/>
              <a:tabLst/>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Additional filter criteria can be selected. Click to hide or unhide filter option</a:t>
            </a:r>
          </a:p>
          <a:p>
            <a:pPr marL="342900" marR="0" lvl="0" indent="-342900" algn="just" defTabSz="457200" rtl="0" eaLnBrk="0" fontAlgn="base" latinLnBrk="0" hangingPunct="0">
              <a:lnSpc>
                <a:spcPct val="100000"/>
              </a:lnSpc>
              <a:spcBef>
                <a:spcPct val="20000"/>
              </a:spcBef>
              <a:spcAft>
                <a:spcPct val="0"/>
              </a:spcAft>
              <a:buClr>
                <a:srgbClr val="C00000"/>
              </a:buClr>
              <a:buSzTx/>
              <a:buFont typeface="+mj-lt"/>
              <a:buAutoNum type="arabicParenR" startAt="4"/>
              <a:tabLst/>
              <a:defRPr/>
            </a:pPr>
            <a:r>
              <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rPr>
              <a:t>Attributes can be further filtered based on “category” or “filter labels” to load attributes having the selected filter label or category.</a:t>
            </a:r>
          </a:p>
          <a:p>
            <a:pPr marL="800100" marR="0" lvl="1" indent="-342900" algn="just" defTabSz="457200" rtl="0" eaLnBrk="0" fontAlgn="base" latinLnBrk="0" hangingPunct="0">
              <a:lnSpc>
                <a:spcPct val="100000"/>
              </a:lnSpc>
              <a:spcBef>
                <a:spcPct val="20000"/>
              </a:spcBef>
              <a:spcAft>
                <a:spcPct val="0"/>
              </a:spcAft>
              <a:buClr>
                <a:srgbClr val="C00000"/>
              </a:buClr>
              <a:buSzTx/>
              <a:buFont typeface="+mj-lt"/>
              <a:buAutoNum type="alphaLcParenR"/>
              <a:tabLst/>
              <a:defRPr/>
            </a:pPr>
            <a:endPar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endParaRPr>
          </a:p>
          <a:p>
            <a:pPr marL="800100" marR="0" lvl="1" indent="-342900" algn="just" defTabSz="457200" rtl="0" eaLnBrk="0" fontAlgn="base" latinLnBrk="0" hangingPunct="0">
              <a:lnSpc>
                <a:spcPct val="100000"/>
              </a:lnSpc>
              <a:spcBef>
                <a:spcPct val="20000"/>
              </a:spcBef>
              <a:spcAft>
                <a:spcPct val="0"/>
              </a:spcAft>
              <a:buClr>
                <a:srgbClr val="C00000"/>
              </a:buClr>
              <a:buSzTx/>
              <a:buFont typeface="+mj-lt"/>
              <a:buAutoNum type="alphaLcParenR"/>
              <a:tabLst/>
              <a:defRPr/>
            </a:pPr>
            <a:endParaRPr kumimoji="0" lang="en-US" sz="1600" b="0" i="0" u="none" strike="noStrike" kern="1200" cap="none" spc="0" normalizeH="0" baseline="0" noProof="0" dirty="0">
              <a:ln>
                <a:noFill/>
              </a:ln>
              <a:solidFill>
                <a:srgbClr val="000000"/>
              </a:solidFill>
              <a:effectLst/>
              <a:uLnTx/>
              <a:uFillTx/>
              <a:latin typeface="Arial" pitchFamily="34" charset="0"/>
              <a:cs typeface="Arial" pitchFamily="34" charset="0"/>
            </a:endParaRPr>
          </a:p>
          <a:p>
            <a:pPr marL="0" indent="0">
              <a:buNone/>
            </a:pPr>
            <a:endParaRPr lang="en-US" sz="1600" dirty="0"/>
          </a:p>
        </p:txBody>
      </p:sp>
      <p:sp>
        <p:nvSpPr>
          <p:cNvPr id="4" name="Slide Number Placeholder 3">
            <a:extLst>
              <a:ext uri="{FF2B5EF4-FFF2-40B4-BE49-F238E27FC236}">
                <a16:creationId xmlns:a16="http://schemas.microsoft.com/office/drawing/2014/main" id="{B06BE9FB-1AC1-4EAA-ADB3-47B4728D2D43}"/>
              </a:ext>
            </a:extLst>
          </p:cNvPr>
          <p:cNvSpPr>
            <a:spLocks noGrp="1"/>
          </p:cNvSpPr>
          <p:nvPr>
            <p:ph type="sldNum" sz="quarter" idx="12"/>
          </p:nvPr>
        </p:nvSpPr>
        <p:spPr/>
        <p:txBody>
          <a:bodyPr/>
          <a:lstStyle/>
          <a:p>
            <a:fld id="{7B94EC18-1D2B-4535-B738-0E53AFE26620}" type="slidenum">
              <a:rPr lang="en-US" smtClean="0"/>
              <a:t>32</a:t>
            </a:fld>
            <a:endParaRPr lang="en-US"/>
          </a:p>
        </p:txBody>
      </p:sp>
      <p:sp>
        <p:nvSpPr>
          <p:cNvPr id="7" name="Rectangle 6">
            <a:extLst>
              <a:ext uri="{FF2B5EF4-FFF2-40B4-BE49-F238E27FC236}">
                <a16:creationId xmlns:a16="http://schemas.microsoft.com/office/drawing/2014/main" id="{CD24FEE4-59F4-422E-91A3-B96CD1F7E8C5}"/>
              </a:ext>
            </a:extLst>
          </p:cNvPr>
          <p:cNvSpPr/>
          <p:nvPr/>
        </p:nvSpPr>
        <p:spPr>
          <a:xfrm>
            <a:off x="10873648" y="1927952"/>
            <a:ext cx="1101687" cy="397520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cxnSp>
        <p:nvCxnSpPr>
          <p:cNvPr id="8" name="Straight Arrow Connector 7">
            <a:extLst>
              <a:ext uri="{FF2B5EF4-FFF2-40B4-BE49-F238E27FC236}">
                <a16:creationId xmlns:a16="http://schemas.microsoft.com/office/drawing/2014/main" id="{3978774D-6D39-49B9-99F2-C72AA03DBA6A}"/>
              </a:ext>
            </a:extLst>
          </p:cNvPr>
          <p:cNvCxnSpPr>
            <a:cxnSpLocks/>
          </p:cNvCxnSpPr>
          <p:nvPr/>
        </p:nvCxnSpPr>
        <p:spPr>
          <a:xfrm flipV="1">
            <a:off x="11810256" y="1030077"/>
            <a:ext cx="0" cy="897875"/>
          </a:xfrm>
          <a:prstGeom prst="straightConnector1">
            <a:avLst/>
          </a:prstGeom>
          <a:ln w="254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9" name="Rectangle 8">
            <a:extLst>
              <a:ext uri="{FF2B5EF4-FFF2-40B4-BE49-F238E27FC236}">
                <a16:creationId xmlns:a16="http://schemas.microsoft.com/office/drawing/2014/main" id="{21C926B9-73F0-4ADC-9E14-EFAF0DF3A878}"/>
              </a:ext>
            </a:extLst>
          </p:cNvPr>
          <p:cNvSpPr/>
          <p:nvPr/>
        </p:nvSpPr>
        <p:spPr>
          <a:xfrm>
            <a:off x="11509821" y="695916"/>
            <a:ext cx="612625" cy="338554"/>
          </a:xfrm>
          <a:prstGeom prst="rect">
            <a:avLst/>
          </a:prstGeom>
          <a:noFill/>
        </p:spPr>
        <p:txBody>
          <a:bodyPr wrap="square" lIns="91440" tIns="45720" rIns="91440" bIns="45720">
            <a:spAutoFit/>
          </a:bodyPr>
          <a:lstStyle/>
          <a:p>
            <a:pPr algn="ctr"/>
            <a:r>
              <a:rPr lang="en-US" sz="1600" b="1" cap="none" spc="0">
                <a:ln w="0"/>
                <a:solidFill>
                  <a:srgbClr val="FF0000"/>
                </a:solidFill>
                <a:effectLst>
                  <a:outerShdw blurRad="38100" dist="19050" dir="2700000" algn="tl" rotWithShape="0">
                    <a:schemeClr val="dk1">
                      <a:alpha val="40000"/>
                    </a:schemeClr>
                  </a:outerShdw>
                </a:effectLst>
              </a:rPr>
              <a:t>4</a:t>
            </a:r>
            <a:endParaRPr lang="en-US" sz="1600" b="1" cap="none" spc="0">
              <a:ln w="0">
                <a:solidFill>
                  <a:schemeClr val="bg1"/>
                </a:solidFill>
              </a:ln>
              <a:solidFill>
                <a:srgbClr val="FF0000"/>
              </a:solidFill>
              <a:effectLst>
                <a:outerShdw blurRad="38100" dist="19050" dir="2700000" algn="tl" rotWithShape="0">
                  <a:schemeClr val="dk1">
                    <a:alpha val="40000"/>
                  </a:schemeClr>
                </a:outerShdw>
              </a:effectLst>
            </a:endParaRPr>
          </a:p>
        </p:txBody>
      </p:sp>
      <p:cxnSp>
        <p:nvCxnSpPr>
          <p:cNvPr id="10" name="Straight Arrow Connector 9">
            <a:extLst>
              <a:ext uri="{FF2B5EF4-FFF2-40B4-BE49-F238E27FC236}">
                <a16:creationId xmlns:a16="http://schemas.microsoft.com/office/drawing/2014/main" id="{3575286B-BA73-4A9A-82F7-E0CB175ADBE1}"/>
              </a:ext>
            </a:extLst>
          </p:cNvPr>
          <p:cNvCxnSpPr>
            <a:cxnSpLocks/>
          </p:cNvCxnSpPr>
          <p:nvPr/>
        </p:nvCxnSpPr>
        <p:spPr>
          <a:xfrm>
            <a:off x="11655714" y="5903154"/>
            <a:ext cx="0" cy="270184"/>
          </a:xfrm>
          <a:prstGeom prst="straightConnector1">
            <a:avLst/>
          </a:prstGeom>
          <a:ln w="254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C642199A-2F35-4D94-A2E4-1BAB3F043651}"/>
              </a:ext>
            </a:extLst>
          </p:cNvPr>
          <p:cNvSpPr/>
          <p:nvPr/>
        </p:nvSpPr>
        <p:spPr>
          <a:xfrm>
            <a:off x="11528570" y="5903154"/>
            <a:ext cx="612625" cy="338554"/>
          </a:xfrm>
          <a:prstGeom prst="rect">
            <a:avLst/>
          </a:prstGeom>
          <a:noFill/>
        </p:spPr>
        <p:txBody>
          <a:bodyPr wrap="square" lIns="91440" tIns="45720" rIns="91440" bIns="45720">
            <a:spAutoFit/>
          </a:bodyPr>
          <a:lstStyle/>
          <a:p>
            <a:pPr algn="ctr"/>
            <a:r>
              <a:rPr lang="en-US" sz="1600" b="1" cap="none" spc="0" dirty="0">
                <a:ln w="0"/>
                <a:solidFill>
                  <a:srgbClr val="FF0000"/>
                </a:solidFill>
                <a:effectLst>
                  <a:outerShdw blurRad="38100" dist="19050" dir="2700000" algn="tl" rotWithShape="0">
                    <a:schemeClr val="dk1">
                      <a:alpha val="40000"/>
                    </a:schemeClr>
                  </a:outerShdw>
                </a:effectLst>
              </a:rPr>
              <a:t>5</a:t>
            </a:r>
            <a:endParaRPr lang="en-US" sz="1600" b="1" cap="none" spc="0" dirty="0">
              <a:ln w="0">
                <a:solidFill>
                  <a:schemeClr val="bg1"/>
                </a:solidFill>
              </a:ln>
              <a:solidFill>
                <a:srgbClr val="FF00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6539095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34E8B-5E38-49F1-8CD6-F4189B4D4CB8}"/>
              </a:ext>
            </a:extLst>
          </p:cNvPr>
          <p:cNvSpPr>
            <a:spLocks noGrp="1"/>
          </p:cNvSpPr>
          <p:nvPr>
            <p:ph type="title"/>
          </p:nvPr>
        </p:nvSpPr>
        <p:spPr>
          <a:xfrm>
            <a:off x="495299" y="230895"/>
            <a:ext cx="11201401" cy="984885"/>
          </a:xfrm>
        </p:spPr>
        <p:txBody>
          <a:bodyPr/>
          <a:lstStyle/>
          <a:p>
            <a:r>
              <a:rPr lang="en-US" sz="3200" b="1" dirty="0"/>
              <a:t>Asset Hierarchy</a:t>
            </a:r>
            <a:br>
              <a:rPr lang="en-US" sz="3200" b="1" dirty="0"/>
            </a:br>
            <a:endParaRPr lang="en-US" sz="3200" dirty="0"/>
          </a:p>
        </p:txBody>
      </p:sp>
      <p:sp>
        <p:nvSpPr>
          <p:cNvPr id="3" name="Content Placeholder 2">
            <a:extLst>
              <a:ext uri="{FF2B5EF4-FFF2-40B4-BE49-F238E27FC236}">
                <a16:creationId xmlns:a16="http://schemas.microsoft.com/office/drawing/2014/main" id="{15F734DF-F1B4-416D-882D-DB2A2CAE2F42}"/>
              </a:ext>
            </a:extLst>
          </p:cNvPr>
          <p:cNvSpPr>
            <a:spLocks noGrp="1"/>
          </p:cNvSpPr>
          <p:nvPr>
            <p:ph idx="1"/>
          </p:nvPr>
        </p:nvSpPr>
        <p:spPr>
          <a:xfrm>
            <a:off x="407165" y="902925"/>
            <a:ext cx="7712266" cy="4457700"/>
          </a:xfrm>
        </p:spPr>
        <p:txBody>
          <a:bodyPr/>
          <a:lstStyle/>
          <a:p>
            <a:pPr algn="l"/>
            <a:r>
              <a:rPr lang="en-US" sz="1600" b="0" dirty="0">
                <a:solidFill>
                  <a:schemeClr val="tx1"/>
                </a:solidFill>
              </a:rPr>
              <a:t>An asset hierarchy is created to classify an asset into several segments and represent the segments in the tree view. </a:t>
            </a:r>
          </a:p>
          <a:p>
            <a:pPr algn="l"/>
            <a:endParaRPr lang="en-US" sz="1600" b="0" dirty="0">
              <a:solidFill>
                <a:schemeClr val="tx1"/>
              </a:solidFill>
            </a:endParaRPr>
          </a:p>
          <a:p>
            <a:pPr marL="342900" indent="-342900" algn="l">
              <a:buFont typeface="+mj-lt"/>
              <a:buAutoNum type="arabicPeriod"/>
            </a:pPr>
            <a:r>
              <a:rPr lang="en-US" sz="1600" b="0" dirty="0">
                <a:solidFill>
                  <a:schemeClr val="tx1"/>
                </a:solidFill>
              </a:rPr>
              <a:t>Each segment in the hierarchy consists of an asset class, asset type, and an asset. The hierarchy enable you to view the whole structure of the plant in a graphical tree.</a:t>
            </a:r>
          </a:p>
          <a:p>
            <a:pPr algn="l"/>
            <a:r>
              <a:rPr lang="en-US" sz="1600" b="0" dirty="0">
                <a:solidFill>
                  <a:schemeClr val="tx1"/>
                </a:solidFill>
              </a:rPr>
              <a:t>      A four-level hierarchy is shown as a sample below.</a:t>
            </a:r>
          </a:p>
          <a:p>
            <a:pPr marL="914400" lvl="1" indent="-457200">
              <a:buFont typeface="Arial" panose="020B0604020202020204" pitchFamily="34" charset="0"/>
              <a:buChar char="•"/>
            </a:pPr>
            <a:r>
              <a:rPr lang="en-US" sz="1600" dirty="0">
                <a:solidFill>
                  <a:schemeClr val="tx1"/>
                </a:solidFill>
              </a:rPr>
              <a:t>Enterprise</a:t>
            </a:r>
          </a:p>
          <a:p>
            <a:pPr marL="914400" lvl="1" indent="-457200">
              <a:buFont typeface="Arial" panose="020B0604020202020204" pitchFamily="34" charset="0"/>
              <a:buChar char="•"/>
            </a:pPr>
            <a:r>
              <a:rPr lang="en-US" sz="1600" dirty="0">
                <a:solidFill>
                  <a:schemeClr val="tx1"/>
                </a:solidFill>
              </a:rPr>
              <a:t>Fleet</a:t>
            </a:r>
          </a:p>
          <a:p>
            <a:pPr marL="914400" lvl="1" indent="-457200">
              <a:buFont typeface="Arial" panose="020B0604020202020204" pitchFamily="34" charset="0"/>
              <a:buChar char="•"/>
            </a:pPr>
            <a:r>
              <a:rPr lang="en-US" sz="1600" dirty="0">
                <a:solidFill>
                  <a:schemeClr val="tx1"/>
                </a:solidFill>
              </a:rPr>
              <a:t>Ship</a:t>
            </a:r>
          </a:p>
          <a:p>
            <a:pPr marL="914400" lvl="1" indent="-457200">
              <a:buFont typeface="Arial" panose="020B0604020202020204" pitchFamily="34" charset="0"/>
              <a:buChar char="•"/>
            </a:pPr>
            <a:r>
              <a:rPr lang="en-US" sz="1600" dirty="0">
                <a:solidFill>
                  <a:schemeClr val="tx1"/>
                </a:solidFill>
              </a:rPr>
              <a:t>Main Asset/Equipment</a:t>
            </a:r>
          </a:p>
          <a:p>
            <a:pPr marL="914400" lvl="1" indent="-457200">
              <a:buFont typeface="Arial" panose="020B0604020202020204" pitchFamily="34" charset="0"/>
              <a:buChar char="•"/>
            </a:pPr>
            <a:r>
              <a:rPr lang="en-US" sz="1600" dirty="0">
                <a:solidFill>
                  <a:schemeClr val="tx1"/>
                </a:solidFill>
              </a:rPr>
              <a:t>Sub Asset/Equipment</a:t>
            </a:r>
          </a:p>
          <a:p>
            <a:pPr marL="914400" lvl="1" indent="-457200">
              <a:buFont typeface="Arial" panose="020B0604020202020204" pitchFamily="34" charset="0"/>
              <a:buChar char="•"/>
            </a:pPr>
            <a:endParaRPr lang="en-US" sz="1600" dirty="0">
              <a:solidFill>
                <a:schemeClr val="tx1"/>
              </a:solidFill>
            </a:endParaRPr>
          </a:p>
          <a:p>
            <a:pPr marL="342900" lvl="1" indent="-342900">
              <a:buFont typeface="+mj-lt"/>
              <a:buAutoNum type="arabicPeriod" startAt="2"/>
            </a:pPr>
            <a:r>
              <a:rPr lang="en-AU" altLang="en-US" sz="1600" dirty="0"/>
              <a:t>The user can click on the arrow next to the asset to expand the hierarchy.</a:t>
            </a:r>
          </a:p>
          <a:p>
            <a:pPr marL="342900" lvl="1" indent="-342900">
              <a:buFont typeface="+mj-lt"/>
              <a:buAutoNum type="arabicPeriod" startAt="2"/>
            </a:pPr>
            <a:r>
              <a:rPr lang="en-AU" altLang="en-US" sz="1600" dirty="0"/>
              <a:t>Alternately assets can be searched by their names in search box.</a:t>
            </a:r>
          </a:p>
          <a:p>
            <a:pPr marL="342900" lvl="1" indent="-342900">
              <a:buFont typeface="+mj-lt"/>
              <a:buAutoNum type="arabicPeriod" startAt="2"/>
            </a:pPr>
            <a:r>
              <a:rPr lang="en-AU" altLang="en-US" sz="1600" dirty="0"/>
              <a:t>Selecting an asset will display all the content details associated with the asset.</a:t>
            </a:r>
          </a:p>
          <a:p>
            <a:pPr marL="342900" lvl="1" indent="-342900">
              <a:buFont typeface="+mj-lt"/>
              <a:buAutoNum type="arabicPeriod" startAt="2"/>
            </a:pPr>
            <a:r>
              <a:rPr lang="en-US" altLang="en-US" sz="1600" dirty="0"/>
              <a:t>The Asset status icon indicates the status of the equipment. If a branch is collapsed, the icon indicates the highest status on any asset in the collapsed branch</a:t>
            </a:r>
            <a:endParaRPr lang="en-AU" altLang="en-US" sz="1600" dirty="0"/>
          </a:p>
          <a:p>
            <a:pPr marL="342900" indent="-342900" algn="l">
              <a:buFont typeface="Arial" panose="020B0604020202020204" pitchFamily="34" charset="0"/>
              <a:buChar char="•"/>
            </a:pPr>
            <a:endParaRPr lang="en-US" sz="1600" dirty="0">
              <a:solidFill>
                <a:schemeClr val="tx1"/>
              </a:solidFill>
            </a:endParaRPr>
          </a:p>
          <a:p>
            <a:pPr marL="0" indent="0">
              <a:buNone/>
            </a:pPr>
            <a:endParaRPr lang="en-US" sz="1600" dirty="0"/>
          </a:p>
        </p:txBody>
      </p:sp>
      <p:sp>
        <p:nvSpPr>
          <p:cNvPr id="4" name="Slide Number Placeholder 3">
            <a:extLst>
              <a:ext uri="{FF2B5EF4-FFF2-40B4-BE49-F238E27FC236}">
                <a16:creationId xmlns:a16="http://schemas.microsoft.com/office/drawing/2014/main" id="{1745AE24-67EC-45CE-BE7F-8D95A682E4CE}"/>
              </a:ext>
            </a:extLst>
          </p:cNvPr>
          <p:cNvSpPr>
            <a:spLocks noGrp="1"/>
          </p:cNvSpPr>
          <p:nvPr>
            <p:ph type="sldNum" sz="quarter" idx="12"/>
          </p:nvPr>
        </p:nvSpPr>
        <p:spPr/>
        <p:txBody>
          <a:bodyPr/>
          <a:lstStyle/>
          <a:p>
            <a:fld id="{7B94EC18-1D2B-4535-B738-0E53AFE26620}" type="slidenum">
              <a:rPr lang="en-US" smtClean="0"/>
              <a:t>33</a:t>
            </a:fld>
            <a:endParaRPr lang="en-US"/>
          </a:p>
        </p:txBody>
      </p:sp>
      <p:pic>
        <p:nvPicPr>
          <p:cNvPr id="7" name="Picture 6">
            <a:extLst>
              <a:ext uri="{FF2B5EF4-FFF2-40B4-BE49-F238E27FC236}">
                <a16:creationId xmlns:a16="http://schemas.microsoft.com/office/drawing/2014/main" id="{C9908B82-BB8E-4C5A-871D-E190E710E57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119431" y="1295399"/>
            <a:ext cx="3246774" cy="4457699"/>
          </a:xfrm>
          <a:prstGeom prst="rect">
            <a:avLst/>
          </a:prstGeom>
        </p:spPr>
      </p:pic>
    </p:spTree>
    <p:extLst>
      <p:ext uri="{BB962C8B-B14F-4D97-AF65-F5344CB8AC3E}">
        <p14:creationId xmlns:p14="http://schemas.microsoft.com/office/powerpoint/2010/main" val="3779629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5484D52-42EA-4567-B7AC-2613EF022E23}"/>
              </a:ext>
            </a:extLst>
          </p:cNvPr>
          <p:cNvPicPr>
            <a:picLocks noChangeAspect="1"/>
          </p:cNvPicPr>
          <p:nvPr/>
        </p:nvPicPr>
        <p:blipFill>
          <a:blip r:embed="rId2"/>
          <a:stretch>
            <a:fillRect/>
          </a:stretch>
        </p:blipFill>
        <p:spPr>
          <a:xfrm>
            <a:off x="8322809" y="1200838"/>
            <a:ext cx="3076575" cy="5334000"/>
          </a:xfrm>
          <a:prstGeom prst="rect">
            <a:avLst/>
          </a:prstGeom>
        </p:spPr>
      </p:pic>
      <p:sp>
        <p:nvSpPr>
          <p:cNvPr id="2" name="Title 1">
            <a:extLst>
              <a:ext uri="{FF2B5EF4-FFF2-40B4-BE49-F238E27FC236}">
                <a16:creationId xmlns:a16="http://schemas.microsoft.com/office/drawing/2014/main" id="{E7D1F7AF-B7FF-4DF0-9509-156AD71152BC}"/>
              </a:ext>
            </a:extLst>
          </p:cNvPr>
          <p:cNvSpPr>
            <a:spLocks noGrp="1"/>
          </p:cNvSpPr>
          <p:nvPr>
            <p:ph type="title"/>
          </p:nvPr>
        </p:nvSpPr>
        <p:spPr>
          <a:xfrm>
            <a:off x="495299" y="215953"/>
            <a:ext cx="11201401" cy="984885"/>
          </a:xfrm>
        </p:spPr>
        <p:txBody>
          <a:bodyPr/>
          <a:lstStyle/>
          <a:p>
            <a:r>
              <a:rPr lang="en-US" sz="3200" b="1" dirty="0"/>
              <a:t>Asset Hierarchy</a:t>
            </a:r>
            <a:br>
              <a:rPr lang="en-US" sz="3200" b="1" dirty="0"/>
            </a:br>
            <a:endParaRPr lang="en-US" sz="3200" dirty="0"/>
          </a:p>
        </p:txBody>
      </p:sp>
      <p:sp>
        <p:nvSpPr>
          <p:cNvPr id="4" name="Slide Number Placeholder 3">
            <a:extLst>
              <a:ext uri="{FF2B5EF4-FFF2-40B4-BE49-F238E27FC236}">
                <a16:creationId xmlns:a16="http://schemas.microsoft.com/office/drawing/2014/main" id="{13B4A3A5-3767-4AAE-93E8-66E41120F125}"/>
              </a:ext>
            </a:extLst>
          </p:cNvPr>
          <p:cNvSpPr>
            <a:spLocks noGrp="1"/>
          </p:cNvSpPr>
          <p:nvPr>
            <p:ph type="sldNum" sz="quarter" idx="12"/>
          </p:nvPr>
        </p:nvSpPr>
        <p:spPr/>
        <p:txBody>
          <a:bodyPr/>
          <a:lstStyle/>
          <a:p>
            <a:fld id="{7B94EC18-1D2B-4535-B738-0E53AFE26620}" type="slidenum">
              <a:rPr lang="en-US" smtClean="0"/>
              <a:t>34</a:t>
            </a:fld>
            <a:endParaRPr lang="en-US"/>
          </a:p>
        </p:txBody>
      </p:sp>
      <p:sp>
        <p:nvSpPr>
          <p:cNvPr id="6" name="Content Placeholder 7">
            <a:extLst>
              <a:ext uri="{FF2B5EF4-FFF2-40B4-BE49-F238E27FC236}">
                <a16:creationId xmlns:a16="http://schemas.microsoft.com/office/drawing/2014/main" id="{62DBA497-4E90-4BA1-8032-8CA489181E89}"/>
              </a:ext>
            </a:extLst>
          </p:cNvPr>
          <p:cNvSpPr txBox="1">
            <a:spLocks/>
          </p:cNvSpPr>
          <p:nvPr/>
        </p:nvSpPr>
        <p:spPr>
          <a:xfrm>
            <a:off x="381744" y="884157"/>
            <a:ext cx="10507947" cy="5053316"/>
          </a:xfrm>
          <a:prstGeom prst="rect">
            <a:avLst/>
          </a:prstGeom>
        </p:spPr>
        <p:txBody>
          <a:bodyPr vert="horz" lIns="0" tIns="0" rIns="0" bIns="0" rtlCol="0" anchor="t" anchorCtr="0">
            <a:noAutofit/>
          </a:bodyP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endParaRPr lang="en-US" sz="2000">
              <a:solidFill>
                <a:schemeClr val="tx1"/>
              </a:solidFill>
            </a:endParaRPr>
          </a:p>
        </p:txBody>
      </p:sp>
      <p:sp>
        <p:nvSpPr>
          <p:cNvPr id="7" name="Rectangle 6">
            <a:extLst>
              <a:ext uri="{FF2B5EF4-FFF2-40B4-BE49-F238E27FC236}">
                <a16:creationId xmlns:a16="http://schemas.microsoft.com/office/drawing/2014/main" id="{5CDD7421-B1BF-4D5E-AB8D-89BB4DA08EBB}"/>
              </a:ext>
            </a:extLst>
          </p:cNvPr>
          <p:cNvSpPr/>
          <p:nvPr/>
        </p:nvSpPr>
        <p:spPr>
          <a:xfrm>
            <a:off x="482321" y="884157"/>
            <a:ext cx="8350180" cy="830997"/>
          </a:xfrm>
          <a:prstGeom prst="rect">
            <a:avLst/>
          </a:prstGeom>
        </p:spPr>
        <p:txBody>
          <a:bodyPr wrap="square">
            <a:spAutoFit/>
          </a:bodyPr>
          <a:lstStyle/>
          <a:p>
            <a:pPr marL="342900" lvl="1" indent="-342900">
              <a:buFont typeface="+mj-lt"/>
              <a:buAutoNum type="arabicPeriod" startAt="6"/>
            </a:pPr>
            <a:r>
              <a:rPr lang="en-US" sz="1600" dirty="0"/>
              <a:t>There is an ‘!’ mark adjacent to the Asset if there is an Active Fault for an Asset.</a:t>
            </a:r>
          </a:p>
          <a:p>
            <a:pPr marL="342900" lvl="1" indent="-342900">
              <a:buFont typeface="+mj-lt"/>
              <a:buAutoNum type="arabicPeriod" startAt="6"/>
            </a:pPr>
            <a:r>
              <a:rPr lang="en-US" sz="1600" dirty="0"/>
              <a:t>There is a ‘X’ mark adjacent to the Asset if the Asset is out of service.</a:t>
            </a:r>
          </a:p>
          <a:p>
            <a:pPr marL="342900" lvl="1" indent="-342900">
              <a:buFont typeface="+mj-lt"/>
              <a:buAutoNum type="arabicPeriod" startAt="6"/>
            </a:pPr>
            <a:r>
              <a:rPr lang="en-US" sz="1600" dirty="0"/>
              <a:t>Below is the list of all the status icons available</a:t>
            </a:r>
          </a:p>
        </p:txBody>
      </p:sp>
      <p:pic>
        <p:nvPicPr>
          <p:cNvPr id="8" name="Picture 7" descr="A screenshot of a cell phone&#10;&#10;Description automatically generated">
            <a:extLst>
              <a:ext uri="{FF2B5EF4-FFF2-40B4-BE49-F238E27FC236}">
                <a16:creationId xmlns:a16="http://schemas.microsoft.com/office/drawing/2014/main" id="{B3719975-2FE2-42D0-8460-8CB54FBB83AB}"/>
              </a:ext>
            </a:extLst>
          </p:cNvPr>
          <p:cNvPicPr>
            <a:picLocks noChangeAspect="1"/>
          </p:cNvPicPr>
          <p:nvPr/>
        </p:nvPicPr>
        <p:blipFill>
          <a:blip r:embed="rId3"/>
          <a:stretch>
            <a:fillRect/>
          </a:stretch>
        </p:blipFill>
        <p:spPr>
          <a:xfrm>
            <a:off x="1995995" y="2251556"/>
            <a:ext cx="2758985" cy="3685917"/>
          </a:xfrm>
          <a:prstGeom prst="rect">
            <a:avLst/>
          </a:prstGeom>
        </p:spPr>
      </p:pic>
      <p:cxnSp>
        <p:nvCxnSpPr>
          <p:cNvPr id="10" name="Straight Arrow Connector 9">
            <a:extLst>
              <a:ext uri="{FF2B5EF4-FFF2-40B4-BE49-F238E27FC236}">
                <a16:creationId xmlns:a16="http://schemas.microsoft.com/office/drawing/2014/main" id="{B3CF71BD-52DB-4F72-871D-761FDAFA5B02}"/>
              </a:ext>
            </a:extLst>
          </p:cNvPr>
          <p:cNvCxnSpPr>
            <a:cxnSpLocks/>
          </p:cNvCxnSpPr>
          <p:nvPr/>
        </p:nvCxnSpPr>
        <p:spPr>
          <a:xfrm flipH="1">
            <a:off x="7359268" y="4235041"/>
            <a:ext cx="1615255" cy="0"/>
          </a:xfrm>
          <a:prstGeom prst="straightConnector1">
            <a:avLst/>
          </a:prstGeom>
          <a:ln w="254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1" name="Rectangle 10">
            <a:extLst>
              <a:ext uri="{FF2B5EF4-FFF2-40B4-BE49-F238E27FC236}">
                <a16:creationId xmlns:a16="http://schemas.microsoft.com/office/drawing/2014/main" id="{9D625699-116C-4DCE-AD95-BF034429ED68}"/>
              </a:ext>
            </a:extLst>
          </p:cNvPr>
          <p:cNvSpPr/>
          <p:nvPr/>
        </p:nvSpPr>
        <p:spPr>
          <a:xfrm>
            <a:off x="6824397" y="4065764"/>
            <a:ext cx="612625" cy="338554"/>
          </a:xfrm>
          <a:prstGeom prst="rect">
            <a:avLst/>
          </a:prstGeom>
          <a:noFill/>
        </p:spPr>
        <p:txBody>
          <a:bodyPr wrap="square" lIns="91440" tIns="45720" rIns="91440" bIns="45720">
            <a:spAutoFit/>
          </a:bodyPr>
          <a:lstStyle/>
          <a:p>
            <a:pPr algn="ctr"/>
            <a:r>
              <a:rPr lang="en-US" sz="1600" b="1" cap="none" spc="0">
                <a:ln w="0"/>
                <a:solidFill>
                  <a:srgbClr val="FF0000"/>
                </a:solidFill>
                <a:effectLst>
                  <a:outerShdw blurRad="38100" dist="19050" dir="2700000" algn="tl" rotWithShape="0">
                    <a:schemeClr val="dk1">
                      <a:alpha val="40000"/>
                    </a:schemeClr>
                  </a:outerShdw>
                </a:effectLst>
              </a:rPr>
              <a:t>7</a:t>
            </a:r>
            <a:endParaRPr lang="en-US" sz="1600" b="1" cap="none" spc="0">
              <a:ln w="0">
                <a:solidFill>
                  <a:schemeClr val="bg1"/>
                </a:solidFill>
              </a:ln>
              <a:solidFill>
                <a:srgbClr val="FF0000"/>
              </a:solidFill>
              <a:effectLst>
                <a:outerShdw blurRad="38100" dist="19050" dir="2700000" algn="tl" rotWithShape="0">
                  <a:schemeClr val="dk1">
                    <a:alpha val="40000"/>
                  </a:schemeClr>
                </a:outerShdw>
              </a:effectLst>
            </a:endParaRPr>
          </a:p>
        </p:txBody>
      </p:sp>
      <p:cxnSp>
        <p:nvCxnSpPr>
          <p:cNvPr id="12" name="Straight Arrow Connector 11">
            <a:extLst>
              <a:ext uri="{FF2B5EF4-FFF2-40B4-BE49-F238E27FC236}">
                <a16:creationId xmlns:a16="http://schemas.microsoft.com/office/drawing/2014/main" id="{A0EB9B84-7CD1-4488-B12E-BE5B6A6300D7}"/>
              </a:ext>
            </a:extLst>
          </p:cNvPr>
          <p:cNvCxnSpPr>
            <a:cxnSpLocks/>
          </p:cNvCxnSpPr>
          <p:nvPr/>
        </p:nvCxnSpPr>
        <p:spPr>
          <a:xfrm flipH="1">
            <a:off x="7379467" y="3803548"/>
            <a:ext cx="1615255" cy="0"/>
          </a:xfrm>
          <a:prstGeom prst="straightConnector1">
            <a:avLst/>
          </a:prstGeom>
          <a:ln w="254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C53AD82E-89C8-4F5A-917D-09BDEA490118}"/>
              </a:ext>
            </a:extLst>
          </p:cNvPr>
          <p:cNvSpPr/>
          <p:nvPr/>
        </p:nvSpPr>
        <p:spPr>
          <a:xfrm>
            <a:off x="6844596" y="3634271"/>
            <a:ext cx="612625" cy="338554"/>
          </a:xfrm>
          <a:prstGeom prst="rect">
            <a:avLst/>
          </a:prstGeom>
          <a:noFill/>
        </p:spPr>
        <p:txBody>
          <a:bodyPr wrap="square" lIns="91440" tIns="45720" rIns="91440" bIns="45720">
            <a:spAutoFit/>
          </a:bodyPr>
          <a:lstStyle/>
          <a:p>
            <a:pPr algn="ctr"/>
            <a:r>
              <a:rPr lang="en-US" sz="1600" b="1" cap="none" spc="0">
                <a:ln w="0"/>
                <a:solidFill>
                  <a:srgbClr val="FF0000"/>
                </a:solidFill>
                <a:effectLst>
                  <a:outerShdw blurRad="38100" dist="19050" dir="2700000" algn="tl" rotWithShape="0">
                    <a:schemeClr val="dk1">
                      <a:alpha val="40000"/>
                    </a:schemeClr>
                  </a:outerShdw>
                </a:effectLst>
              </a:rPr>
              <a:t>6</a:t>
            </a:r>
            <a:endParaRPr lang="en-US" sz="1600" b="1" cap="none" spc="0">
              <a:ln w="0">
                <a:solidFill>
                  <a:schemeClr val="bg1"/>
                </a:solidFill>
              </a:ln>
              <a:solidFill>
                <a:srgbClr val="FF000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304363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A8FFF-2992-483A-B769-A87075AD6C61}"/>
              </a:ext>
            </a:extLst>
          </p:cNvPr>
          <p:cNvSpPr>
            <a:spLocks noGrp="1"/>
          </p:cNvSpPr>
          <p:nvPr>
            <p:ph type="title"/>
          </p:nvPr>
        </p:nvSpPr>
        <p:spPr>
          <a:xfrm>
            <a:off x="495299" y="495299"/>
            <a:ext cx="11201401" cy="1077218"/>
          </a:xfrm>
        </p:spPr>
        <p:txBody>
          <a:bodyPr/>
          <a:lstStyle/>
          <a:p>
            <a:r>
              <a:rPr lang="en-US" sz="3200" b="1" dirty="0"/>
              <a:t>Attribute overview</a:t>
            </a:r>
            <a:br>
              <a:rPr lang="en-US" sz="3200" b="1" dirty="0"/>
            </a:br>
            <a:endParaRPr lang="en-US" sz="3200" dirty="0"/>
          </a:p>
        </p:txBody>
      </p:sp>
      <p:sp>
        <p:nvSpPr>
          <p:cNvPr id="3" name="Content Placeholder 2">
            <a:extLst>
              <a:ext uri="{FF2B5EF4-FFF2-40B4-BE49-F238E27FC236}">
                <a16:creationId xmlns:a16="http://schemas.microsoft.com/office/drawing/2014/main" id="{0CD66818-5D58-4589-B34F-ACD355EDC914}"/>
              </a:ext>
            </a:extLst>
          </p:cNvPr>
          <p:cNvSpPr>
            <a:spLocks noGrp="1"/>
          </p:cNvSpPr>
          <p:nvPr>
            <p:ph idx="1"/>
          </p:nvPr>
        </p:nvSpPr>
        <p:spPr>
          <a:xfrm>
            <a:off x="396149" y="1200150"/>
            <a:ext cx="11201400" cy="4457700"/>
          </a:xfrm>
        </p:spPr>
        <p:txBody>
          <a:bodyPr/>
          <a:lstStyle/>
          <a:p>
            <a:pPr marL="0" indent="0">
              <a:buNone/>
            </a:pPr>
            <a:r>
              <a:rPr lang="en-US" sz="1600" b="0" dirty="0">
                <a:cs typeface="Calibri" panose="020F0502020204030204" pitchFamily="34" charset="0"/>
              </a:rPr>
              <a:t>The Performance Overview dashboard provides a list of the asset attributes and their details, including the current value. User can use this list to review and update asset attribute information, as well as to open an Asset Trend to view more details. </a:t>
            </a:r>
          </a:p>
          <a:p>
            <a:pPr marL="0" indent="0">
              <a:buNone/>
            </a:pPr>
            <a:endParaRPr lang="en-US" sz="1600" b="0" dirty="0"/>
          </a:p>
        </p:txBody>
      </p:sp>
      <p:sp>
        <p:nvSpPr>
          <p:cNvPr id="4" name="Slide Number Placeholder 3">
            <a:extLst>
              <a:ext uri="{FF2B5EF4-FFF2-40B4-BE49-F238E27FC236}">
                <a16:creationId xmlns:a16="http://schemas.microsoft.com/office/drawing/2014/main" id="{1077E1B8-100C-4863-A9C1-DE1FF730D2CC}"/>
              </a:ext>
            </a:extLst>
          </p:cNvPr>
          <p:cNvSpPr>
            <a:spLocks noGrp="1"/>
          </p:cNvSpPr>
          <p:nvPr>
            <p:ph type="sldNum" sz="quarter" idx="12"/>
          </p:nvPr>
        </p:nvSpPr>
        <p:spPr/>
        <p:txBody>
          <a:bodyPr/>
          <a:lstStyle/>
          <a:p>
            <a:fld id="{7B94EC18-1D2B-4535-B738-0E53AFE26620}" type="slidenum">
              <a:rPr lang="en-US" smtClean="0"/>
              <a:t>35</a:t>
            </a:fld>
            <a:endParaRPr lang="en-US"/>
          </a:p>
        </p:txBody>
      </p:sp>
      <p:pic>
        <p:nvPicPr>
          <p:cNvPr id="6" name="Picture 5">
            <a:extLst>
              <a:ext uri="{FF2B5EF4-FFF2-40B4-BE49-F238E27FC236}">
                <a16:creationId xmlns:a16="http://schemas.microsoft.com/office/drawing/2014/main" id="{46B791D6-F774-4737-A9D7-3F9B43D44A7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3762" y="2209418"/>
            <a:ext cx="10648696" cy="4221811"/>
          </a:xfrm>
          <a:prstGeom prst="rect">
            <a:avLst/>
          </a:prstGeom>
        </p:spPr>
      </p:pic>
    </p:spTree>
    <p:extLst>
      <p:ext uri="{BB962C8B-B14F-4D97-AF65-F5344CB8AC3E}">
        <p14:creationId xmlns:p14="http://schemas.microsoft.com/office/powerpoint/2010/main" val="33153793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19DAE-2F21-4FFE-A3D9-B4A4EA863540}"/>
              </a:ext>
            </a:extLst>
          </p:cNvPr>
          <p:cNvSpPr>
            <a:spLocks noGrp="1"/>
          </p:cNvSpPr>
          <p:nvPr>
            <p:ph type="title"/>
          </p:nvPr>
        </p:nvSpPr>
        <p:spPr>
          <a:xfrm>
            <a:off x="495299" y="304495"/>
            <a:ext cx="11201401" cy="1077218"/>
          </a:xfrm>
        </p:spPr>
        <p:txBody>
          <a:bodyPr/>
          <a:lstStyle/>
          <a:p>
            <a:r>
              <a:rPr lang="en-US" sz="3200" b="1" dirty="0"/>
              <a:t>Attribute overview</a:t>
            </a:r>
            <a:br>
              <a:rPr lang="en-US" sz="3200" b="1" dirty="0"/>
            </a:br>
            <a:endParaRPr lang="en-US" sz="3200" dirty="0"/>
          </a:p>
        </p:txBody>
      </p:sp>
      <p:sp>
        <p:nvSpPr>
          <p:cNvPr id="3" name="Content Placeholder 2">
            <a:extLst>
              <a:ext uri="{FF2B5EF4-FFF2-40B4-BE49-F238E27FC236}">
                <a16:creationId xmlns:a16="http://schemas.microsoft.com/office/drawing/2014/main" id="{C9FE7EB3-7719-4BBA-BB84-D9758C64227B}"/>
              </a:ext>
            </a:extLst>
          </p:cNvPr>
          <p:cNvSpPr>
            <a:spLocks noGrp="1"/>
          </p:cNvSpPr>
          <p:nvPr>
            <p:ph idx="1"/>
          </p:nvPr>
        </p:nvSpPr>
        <p:spPr>
          <a:xfrm>
            <a:off x="495299" y="796937"/>
            <a:ext cx="11201400" cy="4457700"/>
          </a:xfrm>
        </p:spPr>
        <p:txBody>
          <a:bodyPr/>
          <a:lstStyle/>
          <a:p>
            <a:endParaRPr lang="en-US" sz="1600" dirty="0">
              <a:latin typeface="Calibri" panose="020F0502020204030204" pitchFamily="34" charset="0"/>
              <a:cs typeface="Calibri" panose="020F0502020204030204" pitchFamily="34" charset="0"/>
            </a:endParaRPr>
          </a:p>
          <a:p>
            <a:r>
              <a:rPr lang="en-US" sz="1600" b="1" dirty="0">
                <a:cs typeface="Calibri" panose="020F0502020204030204" pitchFamily="34" charset="0"/>
              </a:rPr>
              <a:t>To open the Attribute Overview </a:t>
            </a:r>
            <a:endParaRPr lang="en-US" sz="1600" dirty="0">
              <a:cs typeface="Calibri" panose="020F0502020204030204" pitchFamily="34" charset="0"/>
            </a:endParaRPr>
          </a:p>
          <a:p>
            <a:r>
              <a:rPr lang="en-US" sz="1600" dirty="0">
                <a:cs typeface="Calibri" panose="020F0502020204030204" pitchFamily="34" charset="0"/>
              </a:rPr>
              <a:t>1. On the asset tree, select an asset to set the context. </a:t>
            </a:r>
          </a:p>
          <a:p>
            <a:r>
              <a:rPr lang="en-US" sz="1600" dirty="0">
                <a:cs typeface="Calibri" panose="020F0502020204030204" pitchFamily="34" charset="0"/>
              </a:rPr>
              <a:t>2. On the Contents tree, under </a:t>
            </a:r>
            <a:r>
              <a:rPr lang="en-US" sz="1600" b="1" dirty="0">
                <a:cs typeface="Calibri" panose="020F0502020204030204" pitchFamily="34" charset="0"/>
              </a:rPr>
              <a:t>Dashboards</a:t>
            </a:r>
            <a:r>
              <a:rPr lang="en-US" sz="1600" dirty="0">
                <a:cs typeface="Calibri" panose="020F0502020204030204" pitchFamily="34" charset="0"/>
              </a:rPr>
              <a:t>, select </a:t>
            </a:r>
            <a:r>
              <a:rPr lang="en-US" sz="1600" b="1" dirty="0">
                <a:cs typeface="Calibri" panose="020F0502020204030204" pitchFamily="34" charset="0"/>
              </a:rPr>
              <a:t>Attribute Overview</a:t>
            </a:r>
            <a:r>
              <a:rPr lang="en-US" sz="1600" dirty="0">
                <a:cs typeface="Calibri" panose="020F0502020204030204" pitchFamily="34" charset="0"/>
              </a:rPr>
              <a:t>. </a:t>
            </a:r>
          </a:p>
          <a:p>
            <a:r>
              <a:rPr lang="en-US" sz="1600" dirty="0">
                <a:cs typeface="Calibri" panose="020F0502020204030204" pitchFamily="34" charset="0"/>
              </a:rPr>
              <a:t>The event view opens to the Attribute Viewer displaying the Attribute Overview. </a:t>
            </a:r>
          </a:p>
          <a:p>
            <a:pPr algn="l"/>
            <a:endParaRPr lang="en-US" sz="1600" dirty="0"/>
          </a:p>
          <a:p>
            <a:pPr marL="0" indent="0">
              <a:buNone/>
            </a:pPr>
            <a:endParaRPr lang="en-US" sz="1600" dirty="0"/>
          </a:p>
        </p:txBody>
      </p:sp>
      <p:sp>
        <p:nvSpPr>
          <p:cNvPr id="4" name="Slide Number Placeholder 3">
            <a:extLst>
              <a:ext uri="{FF2B5EF4-FFF2-40B4-BE49-F238E27FC236}">
                <a16:creationId xmlns:a16="http://schemas.microsoft.com/office/drawing/2014/main" id="{92CC1746-0288-490C-B762-642A34F8C595}"/>
              </a:ext>
            </a:extLst>
          </p:cNvPr>
          <p:cNvSpPr>
            <a:spLocks noGrp="1"/>
          </p:cNvSpPr>
          <p:nvPr>
            <p:ph type="sldNum" sz="quarter" idx="12"/>
          </p:nvPr>
        </p:nvSpPr>
        <p:spPr/>
        <p:txBody>
          <a:bodyPr/>
          <a:lstStyle/>
          <a:p>
            <a:fld id="{7B94EC18-1D2B-4535-B738-0E53AFE26620}" type="slidenum">
              <a:rPr lang="en-US" smtClean="0"/>
              <a:t>36</a:t>
            </a:fld>
            <a:endParaRPr lang="en-US"/>
          </a:p>
        </p:txBody>
      </p:sp>
      <p:pic>
        <p:nvPicPr>
          <p:cNvPr id="6" name="Picture 5">
            <a:extLst>
              <a:ext uri="{FF2B5EF4-FFF2-40B4-BE49-F238E27FC236}">
                <a16:creationId xmlns:a16="http://schemas.microsoft.com/office/drawing/2014/main" id="{4D2E4C36-06F6-41F8-B209-1992560F945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573619" y="2594344"/>
            <a:ext cx="8431618" cy="3756880"/>
          </a:xfrm>
          <a:prstGeom prst="rect">
            <a:avLst/>
          </a:prstGeom>
        </p:spPr>
      </p:pic>
    </p:spTree>
    <p:extLst>
      <p:ext uri="{BB962C8B-B14F-4D97-AF65-F5344CB8AC3E}">
        <p14:creationId xmlns:p14="http://schemas.microsoft.com/office/powerpoint/2010/main" val="42433717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308D9-D87F-C4D3-0719-15B82BB5D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04914E-664B-6F32-4F97-EAE958B54C68}"/>
              </a:ext>
            </a:extLst>
          </p:cNvPr>
          <p:cNvSpPr>
            <a:spLocks noGrp="1"/>
          </p:cNvSpPr>
          <p:nvPr>
            <p:ph type="title"/>
          </p:nvPr>
        </p:nvSpPr>
        <p:spPr>
          <a:xfrm>
            <a:off x="495299" y="304495"/>
            <a:ext cx="11201401" cy="1077218"/>
          </a:xfrm>
        </p:spPr>
        <p:txBody>
          <a:bodyPr/>
          <a:lstStyle/>
          <a:p>
            <a:r>
              <a:rPr lang="en-US" sz="3200" b="1" dirty="0"/>
              <a:t>Attribute overview</a:t>
            </a:r>
            <a:br>
              <a:rPr lang="en-US" sz="3200" b="1" dirty="0"/>
            </a:br>
            <a:endParaRPr lang="en-US" sz="3200" dirty="0"/>
          </a:p>
        </p:txBody>
      </p:sp>
      <p:sp>
        <p:nvSpPr>
          <p:cNvPr id="4" name="Slide Number Placeholder 3">
            <a:extLst>
              <a:ext uri="{FF2B5EF4-FFF2-40B4-BE49-F238E27FC236}">
                <a16:creationId xmlns:a16="http://schemas.microsoft.com/office/drawing/2014/main" id="{88F162D4-7962-BA6F-0B87-46E4E21B60D9}"/>
              </a:ext>
            </a:extLst>
          </p:cNvPr>
          <p:cNvSpPr>
            <a:spLocks noGrp="1"/>
          </p:cNvSpPr>
          <p:nvPr>
            <p:ph type="sldNum" sz="quarter" idx="12"/>
          </p:nvPr>
        </p:nvSpPr>
        <p:spPr/>
        <p:txBody>
          <a:bodyPr/>
          <a:lstStyle/>
          <a:p>
            <a:fld id="{7B94EC18-1D2B-4535-B738-0E53AFE26620}" type="slidenum">
              <a:rPr lang="en-US" smtClean="0"/>
              <a:t>37</a:t>
            </a:fld>
            <a:endParaRPr lang="en-US"/>
          </a:p>
        </p:txBody>
      </p:sp>
      <p:pic>
        <p:nvPicPr>
          <p:cNvPr id="9" name="Picture 8">
            <a:extLst>
              <a:ext uri="{FF2B5EF4-FFF2-40B4-BE49-F238E27FC236}">
                <a16:creationId xmlns:a16="http://schemas.microsoft.com/office/drawing/2014/main" id="{6B8CB307-DFE6-045D-DD46-598064C27716}"/>
              </a:ext>
            </a:extLst>
          </p:cNvPr>
          <p:cNvPicPr>
            <a:picLocks noChangeAspect="1"/>
          </p:cNvPicPr>
          <p:nvPr/>
        </p:nvPicPr>
        <p:blipFill>
          <a:blip r:embed="rId2"/>
          <a:stretch>
            <a:fillRect/>
          </a:stretch>
        </p:blipFill>
        <p:spPr>
          <a:xfrm>
            <a:off x="1041990" y="950147"/>
            <a:ext cx="8910083" cy="4727639"/>
          </a:xfrm>
          <a:prstGeom prst="rect">
            <a:avLst/>
          </a:prstGeom>
        </p:spPr>
      </p:pic>
      <p:pic>
        <p:nvPicPr>
          <p:cNvPr id="11" name="Picture 10">
            <a:extLst>
              <a:ext uri="{FF2B5EF4-FFF2-40B4-BE49-F238E27FC236}">
                <a16:creationId xmlns:a16="http://schemas.microsoft.com/office/drawing/2014/main" id="{22388F31-12A3-02A8-35C4-0E98ABCF42CC}"/>
              </a:ext>
            </a:extLst>
          </p:cNvPr>
          <p:cNvPicPr>
            <a:picLocks noChangeAspect="1"/>
          </p:cNvPicPr>
          <p:nvPr/>
        </p:nvPicPr>
        <p:blipFill>
          <a:blip r:embed="rId3"/>
          <a:stretch>
            <a:fillRect/>
          </a:stretch>
        </p:blipFill>
        <p:spPr>
          <a:xfrm>
            <a:off x="985285" y="5677786"/>
            <a:ext cx="8966788" cy="676275"/>
          </a:xfrm>
          <a:prstGeom prst="rect">
            <a:avLst/>
          </a:prstGeom>
        </p:spPr>
      </p:pic>
    </p:spTree>
    <p:extLst>
      <p:ext uri="{BB962C8B-B14F-4D97-AF65-F5344CB8AC3E}">
        <p14:creationId xmlns:p14="http://schemas.microsoft.com/office/powerpoint/2010/main" val="21443044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4EA86-939A-4EC1-866A-120EA85BD1C7}"/>
              </a:ext>
            </a:extLst>
          </p:cNvPr>
          <p:cNvSpPr>
            <a:spLocks noGrp="1"/>
          </p:cNvSpPr>
          <p:nvPr>
            <p:ph type="title"/>
          </p:nvPr>
        </p:nvSpPr>
        <p:spPr>
          <a:xfrm>
            <a:off x="495299" y="495299"/>
            <a:ext cx="11201401" cy="492443"/>
          </a:xfrm>
        </p:spPr>
        <p:txBody>
          <a:bodyPr/>
          <a:lstStyle/>
          <a:p>
            <a:r>
              <a:rPr lang="en-US" sz="3200" b="1" dirty="0"/>
              <a:t>Fault status</a:t>
            </a:r>
            <a:endParaRPr lang="en-US" sz="3200" dirty="0"/>
          </a:p>
        </p:txBody>
      </p:sp>
      <p:sp>
        <p:nvSpPr>
          <p:cNvPr id="3" name="Content Placeholder 2">
            <a:extLst>
              <a:ext uri="{FF2B5EF4-FFF2-40B4-BE49-F238E27FC236}">
                <a16:creationId xmlns:a16="http://schemas.microsoft.com/office/drawing/2014/main" id="{E589A70A-7FEF-42C3-9030-A21DC9A7E6EF}"/>
              </a:ext>
            </a:extLst>
          </p:cNvPr>
          <p:cNvSpPr>
            <a:spLocks noGrp="1"/>
          </p:cNvSpPr>
          <p:nvPr>
            <p:ph idx="1"/>
          </p:nvPr>
        </p:nvSpPr>
        <p:spPr>
          <a:xfrm>
            <a:off x="495299" y="1409701"/>
            <a:ext cx="10841057" cy="4457700"/>
          </a:xfrm>
        </p:spPr>
        <p:txBody>
          <a:bodyPr/>
          <a:lstStyle/>
          <a:p>
            <a:pPr marL="0" indent="0">
              <a:buNone/>
            </a:pPr>
            <a:r>
              <a:rPr lang="en-US" sz="1600" b="0" dirty="0">
                <a:cs typeface="Calibri" panose="020F0502020204030204" pitchFamily="34" charset="0"/>
              </a:rPr>
              <a:t>Fault Status Indicates the status of the rules defined in fault and symptom.</a:t>
            </a:r>
          </a:p>
          <a:p>
            <a:pPr marL="0" indent="0">
              <a:buNone/>
            </a:pPr>
            <a:endParaRPr lang="en-US" sz="1600" b="0" dirty="0">
              <a:cs typeface="Calibri" panose="020F0502020204030204" pitchFamily="34" charset="0"/>
            </a:endParaRPr>
          </a:p>
          <a:p>
            <a:pPr marL="0" indent="0">
              <a:buNone/>
            </a:pPr>
            <a:r>
              <a:rPr lang="en-US" sz="1600" dirty="0">
                <a:cs typeface="Calibri" panose="020F0502020204030204" pitchFamily="34" charset="0"/>
              </a:rPr>
              <a:t>Fault Status : Active</a:t>
            </a:r>
          </a:p>
          <a:p>
            <a:pPr marL="0" indent="0">
              <a:buNone/>
            </a:pPr>
            <a:r>
              <a:rPr lang="en-US" sz="1600" b="0" dirty="0">
                <a:cs typeface="Calibri" panose="020F0502020204030204" pitchFamily="34" charset="0"/>
              </a:rPr>
              <a:t>Fault condition is satisfied, and a new fault record should be created for tracking.</a:t>
            </a:r>
          </a:p>
          <a:p>
            <a:pPr marL="0" indent="0">
              <a:buNone/>
            </a:pPr>
            <a:endParaRPr lang="en-US" sz="1600" b="0" dirty="0">
              <a:cs typeface="Calibri" panose="020F0502020204030204" pitchFamily="34" charset="0"/>
            </a:endParaRPr>
          </a:p>
          <a:p>
            <a:pPr marL="0" indent="0">
              <a:buNone/>
            </a:pPr>
            <a:r>
              <a:rPr lang="en-US" sz="1600" dirty="0">
                <a:cs typeface="Calibri" panose="020F0502020204030204" pitchFamily="34" charset="0"/>
              </a:rPr>
              <a:t>Fault Status : Potential</a:t>
            </a:r>
          </a:p>
          <a:p>
            <a:pPr marL="0" indent="0">
              <a:buNone/>
            </a:pPr>
            <a:r>
              <a:rPr lang="en-US" sz="1600" b="0" dirty="0">
                <a:cs typeface="Calibri" panose="020F0502020204030204" pitchFamily="34" charset="0"/>
              </a:rPr>
              <a:t>Fault condition is not satisfied but one or more symptom status is active and so a new fault record created for tracking.</a:t>
            </a:r>
          </a:p>
          <a:p>
            <a:pPr marL="0" indent="0">
              <a:buNone/>
            </a:pPr>
            <a:endParaRPr lang="en-US" sz="1600" b="0" dirty="0">
              <a:cs typeface="Calibri" panose="020F0502020204030204" pitchFamily="34" charset="0"/>
            </a:endParaRPr>
          </a:p>
          <a:p>
            <a:pPr marL="0" indent="0">
              <a:buNone/>
            </a:pPr>
            <a:r>
              <a:rPr lang="en-US" sz="1600" dirty="0">
                <a:cs typeface="Calibri" panose="020F0502020204030204" pitchFamily="34" charset="0"/>
              </a:rPr>
              <a:t>Fault Status : Inactive</a:t>
            </a:r>
          </a:p>
          <a:p>
            <a:pPr marL="0" indent="0">
              <a:buNone/>
            </a:pPr>
            <a:r>
              <a:rPr lang="en-US" sz="1600" b="0" dirty="0">
                <a:cs typeface="Calibri" panose="020F0502020204030204" pitchFamily="34" charset="0"/>
              </a:rPr>
              <a:t>Fault condition is not satisfied, and all symptoms are also inactive. </a:t>
            </a:r>
          </a:p>
          <a:p>
            <a:pPr marL="0" indent="0" algn="l">
              <a:buNone/>
            </a:pPr>
            <a:endParaRPr lang="en-US" sz="1600" b="0" dirty="0"/>
          </a:p>
          <a:p>
            <a:pPr marL="0" indent="0">
              <a:buNone/>
            </a:pPr>
            <a:endParaRPr lang="en-US" sz="1600" b="0" dirty="0"/>
          </a:p>
        </p:txBody>
      </p:sp>
      <p:sp>
        <p:nvSpPr>
          <p:cNvPr id="4" name="Slide Number Placeholder 3">
            <a:extLst>
              <a:ext uri="{FF2B5EF4-FFF2-40B4-BE49-F238E27FC236}">
                <a16:creationId xmlns:a16="http://schemas.microsoft.com/office/drawing/2014/main" id="{1CB24DAD-6201-4B07-9662-F22BD95644DC}"/>
              </a:ext>
            </a:extLst>
          </p:cNvPr>
          <p:cNvSpPr>
            <a:spLocks noGrp="1"/>
          </p:cNvSpPr>
          <p:nvPr>
            <p:ph type="sldNum" sz="quarter" idx="12"/>
          </p:nvPr>
        </p:nvSpPr>
        <p:spPr/>
        <p:txBody>
          <a:bodyPr/>
          <a:lstStyle/>
          <a:p>
            <a:fld id="{7B94EC18-1D2B-4535-B738-0E53AFE26620}" type="slidenum">
              <a:rPr lang="en-US" smtClean="0"/>
              <a:t>38</a:t>
            </a:fld>
            <a:endParaRPr lang="en-US"/>
          </a:p>
        </p:txBody>
      </p:sp>
    </p:spTree>
    <p:extLst>
      <p:ext uri="{BB962C8B-B14F-4D97-AF65-F5344CB8AC3E}">
        <p14:creationId xmlns:p14="http://schemas.microsoft.com/office/powerpoint/2010/main" val="3724800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8034A-68E2-4653-BAF5-677C7AF2D49A}"/>
              </a:ext>
            </a:extLst>
          </p:cNvPr>
          <p:cNvSpPr>
            <a:spLocks noGrp="1"/>
          </p:cNvSpPr>
          <p:nvPr>
            <p:ph type="title"/>
          </p:nvPr>
        </p:nvSpPr>
        <p:spPr>
          <a:xfrm>
            <a:off x="495299" y="495299"/>
            <a:ext cx="11201401" cy="492443"/>
          </a:xfrm>
        </p:spPr>
        <p:txBody>
          <a:bodyPr/>
          <a:lstStyle/>
          <a:p>
            <a:r>
              <a:rPr lang="en-US" sz="3200" b="1" dirty="0"/>
              <a:t>Fault or symptom state</a:t>
            </a:r>
            <a:endParaRPr lang="en-US" sz="3200" dirty="0"/>
          </a:p>
        </p:txBody>
      </p:sp>
      <p:sp>
        <p:nvSpPr>
          <p:cNvPr id="3" name="Content Placeholder 2">
            <a:extLst>
              <a:ext uri="{FF2B5EF4-FFF2-40B4-BE49-F238E27FC236}">
                <a16:creationId xmlns:a16="http://schemas.microsoft.com/office/drawing/2014/main" id="{2CE3B8B7-BF3A-4D6C-94C4-20CC1BC3A70F}"/>
              </a:ext>
            </a:extLst>
          </p:cNvPr>
          <p:cNvSpPr>
            <a:spLocks noGrp="1"/>
          </p:cNvSpPr>
          <p:nvPr>
            <p:ph idx="1"/>
          </p:nvPr>
        </p:nvSpPr>
        <p:spPr>
          <a:xfrm>
            <a:off x="495300" y="1409701"/>
            <a:ext cx="11201400" cy="4457700"/>
          </a:xfrm>
        </p:spPr>
        <p:txBody>
          <a:bodyPr/>
          <a:lstStyle/>
          <a:p>
            <a:pPr marL="0" indent="0">
              <a:buNone/>
            </a:pPr>
            <a:r>
              <a:rPr lang="en-US" sz="1600" b="0" dirty="0">
                <a:cs typeface="Calibri" panose="020F0502020204030204" pitchFamily="34" charset="0"/>
              </a:rPr>
              <a:t>Fault or Symptom State-Indicates the state or mode of a fault and typically requires user actions.</a:t>
            </a:r>
          </a:p>
          <a:p>
            <a:pPr marL="0" indent="0">
              <a:buNone/>
            </a:pPr>
            <a:endParaRPr lang="en-US" sz="1600" b="0" dirty="0">
              <a:cs typeface="Calibri" panose="020F0502020204030204" pitchFamily="34" charset="0"/>
            </a:endParaRPr>
          </a:p>
          <a:p>
            <a:pPr marL="0" indent="0">
              <a:buNone/>
            </a:pPr>
            <a:r>
              <a:rPr lang="en-US" sz="1600" dirty="0">
                <a:cs typeface="Calibri" panose="020F0502020204030204" pitchFamily="34" charset="0"/>
              </a:rPr>
              <a:t>Fault State : Eliminated</a:t>
            </a:r>
          </a:p>
          <a:p>
            <a:pPr marL="0" indent="0">
              <a:buNone/>
            </a:pPr>
            <a:r>
              <a:rPr lang="en-US" sz="1600" b="0" dirty="0">
                <a:cs typeface="Calibri" panose="020F0502020204030204" pitchFamily="34" charset="0"/>
              </a:rPr>
              <a:t>User rejected fault as it confirmed the detected fault is false. This is a feedback to engineer who manages the fault definition. </a:t>
            </a:r>
          </a:p>
          <a:p>
            <a:pPr marL="0" indent="0">
              <a:buNone/>
            </a:pPr>
            <a:endParaRPr lang="en-US" sz="1600" b="0" dirty="0">
              <a:cs typeface="Calibri" panose="020F0502020204030204" pitchFamily="34" charset="0"/>
            </a:endParaRPr>
          </a:p>
          <a:p>
            <a:pPr marL="0" indent="0">
              <a:buNone/>
            </a:pPr>
            <a:r>
              <a:rPr lang="en-US" sz="1600" dirty="0">
                <a:cs typeface="Calibri" panose="020F0502020204030204" pitchFamily="34" charset="0"/>
              </a:rPr>
              <a:t>Fault State : Closeout</a:t>
            </a:r>
          </a:p>
          <a:p>
            <a:pPr marL="0" indent="0">
              <a:buNone/>
            </a:pPr>
            <a:r>
              <a:rPr lang="en-US" sz="1600" b="0" dirty="0">
                <a:cs typeface="Calibri" panose="020F0502020204030204" pitchFamily="34" charset="0"/>
              </a:rPr>
              <a:t>User closed fault as it is confirmed required action taken and fault condition is not satisfied.</a:t>
            </a:r>
          </a:p>
          <a:p>
            <a:pPr marL="0" indent="0">
              <a:buNone/>
            </a:pPr>
            <a:endParaRPr lang="en-US" sz="1600" b="0" dirty="0">
              <a:cs typeface="Calibri" panose="020F0502020204030204" pitchFamily="34" charset="0"/>
            </a:endParaRPr>
          </a:p>
          <a:p>
            <a:pPr marL="0" indent="0">
              <a:buNone/>
            </a:pPr>
            <a:r>
              <a:rPr lang="en-US" sz="1600" dirty="0">
                <a:cs typeface="Calibri" panose="020F0502020204030204" pitchFamily="34" charset="0"/>
              </a:rPr>
              <a:t>Fault State : Standing</a:t>
            </a:r>
          </a:p>
          <a:p>
            <a:pPr marL="0" indent="0">
              <a:buNone/>
            </a:pPr>
            <a:r>
              <a:rPr lang="en-US" sz="1600" b="0" dirty="0">
                <a:cs typeface="Calibri" panose="020F0502020204030204" pitchFamily="34" charset="0"/>
              </a:rPr>
              <a:t>System or user has latched the fault. In this mode no new fault is added and this is typically used for chattering faults or high value fault which require manual intervention.</a:t>
            </a:r>
          </a:p>
          <a:p>
            <a:pPr marL="0" indent="0" algn="l">
              <a:buNone/>
            </a:pPr>
            <a:endParaRPr lang="en-US" sz="1600" b="0" dirty="0">
              <a:latin typeface="+mj-lt"/>
            </a:endParaRPr>
          </a:p>
          <a:p>
            <a:pPr marL="0" indent="0">
              <a:buNone/>
            </a:pPr>
            <a:endParaRPr lang="en-US" sz="1600" b="0" dirty="0"/>
          </a:p>
        </p:txBody>
      </p:sp>
      <p:sp>
        <p:nvSpPr>
          <p:cNvPr id="4" name="Slide Number Placeholder 3">
            <a:extLst>
              <a:ext uri="{FF2B5EF4-FFF2-40B4-BE49-F238E27FC236}">
                <a16:creationId xmlns:a16="http://schemas.microsoft.com/office/drawing/2014/main" id="{FE7C7F53-13F5-446E-8B7E-D50370119AE4}"/>
              </a:ext>
            </a:extLst>
          </p:cNvPr>
          <p:cNvSpPr>
            <a:spLocks noGrp="1"/>
          </p:cNvSpPr>
          <p:nvPr>
            <p:ph type="sldNum" sz="quarter" idx="12"/>
          </p:nvPr>
        </p:nvSpPr>
        <p:spPr/>
        <p:txBody>
          <a:bodyPr/>
          <a:lstStyle/>
          <a:p>
            <a:fld id="{7B94EC18-1D2B-4535-B738-0E53AFE26620}" type="slidenum">
              <a:rPr lang="en-US" smtClean="0"/>
              <a:t>39</a:t>
            </a:fld>
            <a:endParaRPr lang="en-US"/>
          </a:p>
        </p:txBody>
      </p:sp>
    </p:spTree>
    <p:extLst>
      <p:ext uri="{BB962C8B-B14F-4D97-AF65-F5344CB8AC3E}">
        <p14:creationId xmlns:p14="http://schemas.microsoft.com/office/powerpoint/2010/main" val="40003769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DAE7F-B2CE-475E-8CC1-F43840C0ADCB}"/>
              </a:ext>
            </a:extLst>
          </p:cNvPr>
          <p:cNvSpPr>
            <a:spLocks noGrp="1"/>
          </p:cNvSpPr>
          <p:nvPr>
            <p:ph type="title"/>
          </p:nvPr>
        </p:nvSpPr>
        <p:spPr>
          <a:xfrm>
            <a:off x="495299" y="495299"/>
            <a:ext cx="11201401" cy="492443"/>
          </a:xfrm>
        </p:spPr>
        <p:txBody>
          <a:bodyPr/>
          <a:lstStyle/>
          <a:p>
            <a:r>
              <a:rPr lang="en-US" sz="3200" b="1" dirty="0"/>
              <a:t>Fault tree</a:t>
            </a:r>
            <a:endParaRPr lang="en-US" sz="3200" dirty="0"/>
          </a:p>
        </p:txBody>
      </p:sp>
      <p:sp>
        <p:nvSpPr>
          <p:cNvPr id="3" name="Content Placeholder 2">
            <a:extLst>
              <a:ext uri="{FF2B5EF4-FFF2-40B4-BE49-F238E27FC236}">
                <a16:creationId xmlns:a16="http://schemas.microsoft.com/office/drawing/2014/main" id="{639EFEF4-90D3-4726-8638-A8A2A8F50913}"/>
              </a:ext>
            </a:extLst>
          </p:cNvPr>
          <p:cNvSpPr>
            <a:spLocks noGrp="1"/>
          </p:cNvSpPr>
          <p:nvPr>
            <p:ph idx="1"/>
          </p:nvPr>
        </p:nvSpPr>
        <p:spPr>
          <a:xfrm>
            <a:off x="495300" y="1409701"/>
            <a:ext cx="11201400" cy="4457700"/>
          </a:xfrm>
        </p:spPr>
        <p:txBody>
          <a:bodyPr/>
          <a:lstStyle/>
          <a:p>
            <a:pPr marL="0" indent="0">
              <a:buNone/>
            </a:pPr>
            <a:r>
              <a:rPr lang="en-US" sz="1600" b="0" dirty="0"/>
              <a:t>Graphical representation in the form of tree for all the possible events (active or inactive) of one asset or of one group of assets or unit or entire site</a:t>
            </a:r>
          </a:p>
          <a:p>
            <a:pPr marL="0" indent="0">
              <a:buNone/>
            </a:pPr>
            <a:r>
              <a:rPr lang="en-US" sz="1600" b="0" dirty="0"/>
              <a:t>The red color represent the active events. The greens are inactive</a:t>
            </a:r>
          </a:p>
          <a:p>
            <a:pPr marL="0" indent="0">
              <a:buNone/>
            </a:pPr>
            <a:r>
              <a:rPr lang="en-US" sz="1600" b="0" dirty="0"/>
              <a:t>The date represents:</a:t>
            </a:r>
          </a:p>
          <a:p>
            <a:pPr marL="0" indent="0">
              <a:buNone/>
            </a:pPr>
            <a:r>
              <a:rPr lang="en-US" sz="1600" b="0" dirty="0"/>
              <a:t>For red colors: the activation time</a:t>
            </a:r>
          </a:p>
          <a:p>
            <a:pPr marL="0" indent="0">
              <a:buNone/>
            </a:pPr>
            <a:r>
              <a:rPr lang="en-US" sz="1600" b="0" dirty="0"/>
              <a:t>For green colors: the last closing time</a:t>
            </a:r>
          </a:p>
          <a:p>
            <a:pPr marL="0" indent="0">
              <a:buNone/>
            </a:pPr>
            <a:endParaRPr lang="en-US" sz="1600" b="0" dirty="0"/>
          </a:p>
          <a:p>
            <a:pPr marL="0" indent="0" algn="just">
              <a:buNone/>
            </a:pPr>
            <a:r>
              <a:rPr lang="en-US" sz="1600" b="0" dirty="0"/>
              <a:t>As the color is propagating in the asset hierarchy this fault tree is </a:t>
            </a:r>
          </a:p>
          <a:p>
            <a:pPr marL="0" indent="0" algn="just">
              <a:buNone/>
            </a:pPr>
            <a:r>
              <a:rPr lang="en-US" sz="1600" b="0" dirty="0"/>
              <a:t>important to understand what is the root cause of the problems </a:t>
            </a:r>
          </a:p>
          <a:p>
            <a:pPr marL="0" indent="0" algn="just">
              <a:buNone/>
            </a:pPr>
            <a:r>
              <a:rPr lang="en-US" sz="1600" b="0" dirty="0"/>
              <a:t>at the unit level, for example..</a:t>
            </a:r>
          </a:p>
          <a:p>
            <a:pPr marL="0" indent="0" algn="l">
              <a:buNone/>
            </a:pPr>
            <a:endParaRPr lang="en-US" sz="1600" b="0" dirty="0"/>
          </a:p>
          <a:p>
            <a:pPr marL="0" indent="0">
              <a:buNone/>
            </a:pPr>
            <a:endParaRPr lang="en-US" sz="1600" b="0" dirty="0"/>
          </a:p>
        </p:txBody>
      </p:sp>
      <p:sp>
        <p:nvSpPr>
          <p:cNvPr id="4" name="Slide Number Placeholder 3">
            <a:extLst>
              <a:ext uri="{FF2B5EF4-FFF2-40B4-BE49-F238E27FC236}">
                <a16:creationId xmlns:a16="http://schemas.microsoft.com/office/drawing/2014/main" id="{E1B17367-5A4E-45FB-9FAD-0259BF4AF548}"/>
              </a:ext>
            </a:extLst>
          </p:cNvPr>
          <p:cNvSpPr>
            <a:spLocks noGrp="1"/>
          </p:cNvSpPr>
          <p:nvPr>
            <p:ph type="sldNum" sz="quarter" idx="12"/>
          </p:nvPr>
        </p:nvSpPr>
        <p:spPr/>
        <p:txBody>
          <a:bodyPr/>
          <a:lstStyle/>
          <a:p>
            <a:fld id="{7B94EC18-1D2B-4535-B738-0E53AFE26620}" type="slidenum">
              <a:rPr lang="en-US" smtClean="0"/>
              <a:t>40</a:t>
            </a:fld>
            <a:endParaRPr lang="en-US"/>
          </a:p>
        </p:txBody>
      </p:sp>
    </p:spTree>
    <p:extLst>
      <p:ext uri="{BB962C8B-B14F-4D97-AF65-F5344CB8AC3E}">
        <p14:creationId xmlns:p14="http://schemas.microsoft.com/office/powerpoint/2010/main" val="13616693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BF736-E1AB-4A7F-80E9-E35BDA57512B}"/>
              </a:ext>
            </a:extLst>
          </p:cNvPr>
          <p:cNvSpPr>
            <a:spLocks noGrp="1"/>
          </p:cNvSpPr>
          <p:nvPr>
            <p:ph type="title"/>
          </p:nvPr>
        </p:nvSpPr>
        <p:spPr>
          <a:xfrm>
            <a:off x="495299" y="495299"/>
            <a:ext cx="11201401" cy="492443"/>
          </a:xfrm>
        </p:spPr>
        <p:txBody>
          <a:bodyPr/>
          <a:lstStyle/>
          <a:p>
            <a:r>
              <a:rPr lang="en-US" sz="3200" b="1" dirty="0"/>
              <a:t>Event Monitoring</a:t>
            </a:r>
            <a:endParaRPr lang="en-US" sz="3200" dirty="0"/>
          </a:p>
        </p:txBody>
      </p:sp>
      <p:sp>
        <p:nvSpPr>
          <p:cNvPr id="3" name="Content Placeholder 2">
            <a:extLst>
              <a:ext uri="{FF2B5EF4-FFF2-40B4-BE49-F238E27FC236}">
                <a16:creationId xmlns:a16="http://schemas.microsoft.com/office/drawing/2014/main" id="{3477C944-7842-46BD-B045-9FB05B7C593A}"/>
              </a:ext>
            </a:extLst>
          </p:cNvPr>
          <p:cNvSpPr>
            <a:spLocks noGrp="1"/>
          </p:cNvSpPr>
          <p:nvPr>
            <p:ph idx="1"/>
          </p:nvPr>
        </p:nvSpPr>
        <p:spPr>
          <a:xfrm>
            <a:off x="495300" y="1200150"/>
            <a:ext cx="11201400" cy="4457700"/>
          </a:xfrm>
        </p:spPr>
        <p:txBody>
          <a:bodyPr/>
          <a:lstStyle/>
          <a:p>
            <a:pPr marL="342900" indent="-342900">
              <a:buFont typeface="Arial" panose="020B0604020202020204" pitchFamily="34" charset="0"/>
              <a:buChar char="•"/>
            </a:pPr>
            <a:r>
              <a:rPr lang="en-US" sz="1600" b="0" dirty="0"/>
              <a:t>The Event Monitor lists all the events that are Active, Potential or Inactive and provides access to the event triage facilities as well as the event detail display showing the factors that have contributed to the triggering.</a:t>
            </a:r>
          </a:p>
          <a:p>
            <a:pPr algn="l"/>
            <a:endParaRPr lang="en-US" sz="1600" b="0" dirty="0"/>
          </a:p>
          <a:p>
            <a:pPr marL="0" indent="0">
              <a:buNone/>
            </a:pPr>
            <a:endParaRPr lang="en-US" sz="1600" b="0" dirty="0"/>
          </a:p>
        </p:txBody>
      </p:sp>
      <p:sp>
        <p:nvSpPr>
          <p:cNvPr id="4" name="Slide Number Placeholder 3">
            <a:extLst>
              <a:ext uri="{FF2B5EF4-FFF2-40B4-BE49-F238E27FC236}">
                <a16:creationId xmlns:a16="http://schemas.microsoft.com/office/drawing/2014/main" id="{7EBAF2C9-61E2-4546-AAB5-3D8D83C8C33A}"/>
              </a:ext>
            </a:extLst>
          </p:cNvPr>
          <p:cNvSpPr>
            <a:spLocks noGrp="1"/>
          </p:cNvSpPr>
          <p:nvPr>
            <p:ph type="sldNum" sz="quarter" idx="12"/>
          </p:nvPr>
        </p:nvSpPr>
        <p:spPr/>
        <p:txBody>
          <a:bodyPr/>
          <a:lstStyle/>
          <a:p>
            <a:fld id="{7B94EC18-1D2B-4535-B738-0E53AFE26620}" type="slidenum">
              <a:rPr lang="en-US" smtClean="0"/>
              <a:t>41</a:t>
            </a:fld>
            <a:endParaRPr lang="en-US"/>
          </a:p>
        </p:txBody>
      </p:sp>
      <p:pic>
        <p:nvPicPr>
          <p:cNvPr id="6" name="Picture 5">
            <a:extLst>
              <a:ext uri="{FF2B5EF4-FFF2-40B4-BE49-F238E27FC236}">
                <a16:creationId xmlns:a16="http://schemas.microsoft.com/office/drawing/2014/main" id="{9D3014C4-9294-480C-834B-6CB276313147}"/>
              </a:ext>
            </a:extLst>
          </p:cNvPr>
          <p:cNvPicPr/>
          <p:nvPr/>
        </p:nvPicPr>
        <p:blipFill>
          <a:blip r:embed="rId2">
            <a:extLst>
              <a:ext uri="{28A0092B-C50C-407E-A947-70E740481C1C}">
                <a14:useLocalDpi xmlns:a14="http://schemas.microsoft.com/office/drawing/2010/main" val="0"/>
              </a:ext>
            </a:extLst>
          </a:blip>
          <a:srcRect/>
          <a:stretch/>
        </p:blipFill>
        <p:spPr>
          <a:xfrm>
            <a:off x="967563" y="2020436"/>
            <a:ext cx="10100930" cy="4522798"/>
          </a:xfrm>
          <a:prstGeom prst="rect">
            <a:avLst/>
          </a:prstGeom>
        </p:spPr>
      </p:pic>
    </p:spTree>
    <p:extLst>
      <p:ext uri="{BB962C8B-B14F-4D97-AF65-F5344CB8AC3E}">
        <p14:creationId xmlns:p14="http://schemas.microsoft.com/office/powerpoint/2010/main" val="241561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24B36F63-0EC5-4266-8915-51E9B06FE86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80067" y="2716923"/>
            <a:ext cx="9952189" cy="3933825"/>
          </a:xfrm>
          <a:prstGeom prst="rect">
            <a:avLst/>
          </a:prstGeom>
        </p:spPr>
      </p:pic>
      <p:sp>
        <p:nvSpPr>
          <p:cNvPr id="2" name="Title 1">
            <a:extLst>
              <a:ext uri="{FF2B5EF4-FFF2-40B4-BE49-F238E27FC236}">
                <a16:creationId xmlns:a16="http://schemas.microsoft.com/office/drawing/2014/main" id="{F41D117A-E69A-4937-AE1B-ECA01D6A5E44}"/>
              </a:ext>
            </a:extLst>
          </p:cNvPr>
          <p:cNvSpPr>
            <a:spLocks noGrp="1"/>
          </p:cNvSpPr>
          <p:nvPr>
            <p:ph type="title"/>
          </p:nvPr>
        </p:nvSpPr>
        <p:spPr>
          <a:xfrm>
            <a:off x="495299" y="495299"/>
            <a:ext cx="11201401" cy="492443"/>
          </a:xfrm>
        </p:spPr>
        <p:txBody>
          <a:bodyPr/>
          <a:lstStyle/>
          <a:p>
            <a:r>
              <a:rPr lang="en-AU" sz="3200" b="1" dirty="0">
                <a:latin typeface="+mn-lt"/>
              </a:rPr>
              <a:t>Equipment Performance - Event Management</a:t>
            </a:r>
            <a:endParaRPr lang="en-US" sz="3200" dirty="0"/>
          </a:p>
        </p:txBody>
      </p:sp>
      <p:sp>
        <p:nvSpPr>
          <p:cNvPr id="3" name="Content Placeholder 2">
            <a:extLst>
              <a:ext uri="{FF2B5EF4-FFF2-40B4-BE49-F238E27FC236}">
                <a16:creationId xmlns:a16="http://schemas.microsoft.com/office/drawing/2014/main" id="{6B11863E-FE8E-4F98-B4C6-BDBCE55310F0}"/>
              </a:ext>
            </a:extLst>
          </p:cNvPr>
          <p:cNvSpPr>
            <a:spLocks noGrp="1"/>
          </p:cNvSpPr>
          <p:nvPr>
            <p:ph idx="1"/>
          </p:nvPr>
        </p:nvSpPr>
        <p:spPr>
          <a:xfrm>
            <a:off x="649536" y="1188199"/>
            <a:ext cx="11325799" cy="4457700"/>
          </a:xfrm>
        </p:spPr>
        <p:txBody>
          <a:bodyPr/>
          <a:lstStyle/>
          <a:p>
            <a:pPr marL="800100" lvl="1" indent="-342900" fontAlgn="base">
              <a:spcAft>
                <a:spcPct val="0"/>
              </a:spcAft>
              <a:buFont typeface="+mj-lt"/>
              <a:buAutoNum type="arabicParenR"/>
            </a:pPr>
            <a:r>
              <a:rPr lang="en-AU" altLang="en-US" sz="1600" dirty="0">
                <a:cs typeface="Arial"/>
              </a:rPr>
              <a:t>The Event Management view consists of three sections-</a:t>
            </a:r>
          </a:p>
          <a:p>
            <a:pPr marL="1257300" lvl="2" indent="-342900" fontAlgn="base">
              <a:spcAft>
                <a:spcPct val="0"/>
              </a:spcAft>
              <a:buFont typeface="+mj-lt"/>
              <a:buAutoNum type="alphaLcPeriod"/>
            </a:pPr>
            <a:r>
              <a:rPr lang="en-AU" altLang="en-US" sz="1600" dirty="0">
                <a:cs typeface="Arial"/>
              </a:rPr>
              <a:t>Monitor</a:t>
            </a:r>
          </a:p>
          <a:p>
            <a:pPr marL="1257300" lvl="2" indent="-342900" fontAlgn="base">
              <a:spcAft>
                <a:spcPct val="0"/>
              </a:spcAft>
              <a:buFont typeface="+mj-lt"/>
              <a:buAutoNum type="alphaLcPeriod"/>
            </a:pPr>
            <a:r>
              <a:rPr lang="en-AU" altLang="en-US" sz="1600" dirty="0">
                <a:cs typeface="Arial"/>
              </a:rPr>
              <a:t>Investigate</a:t>
            </a:r>
          </a:p>
          <a:p>
            <a:pPr marL="1257300" lvl="2" indent="-342900" fontAlgn="base">
              <a:spcAft>
                <a:spcPct val="0"/>
              </a:spcAft>
              <a:buFont typeface="+mj-lt"/>
              <a:buAutoNum type="alphaLcPeriod"/>
            </a:pPr>
            <a:r>
              <a:rPr lang="en-AU" altLang="en-US" sz="1600" dirty="0">
                <a:cs typeface="Arial"/>
              </a:rPr>
              <a:t>History</a:t>
            </a:r>
          </a:p>
          <a:p>
            <a:pPr lvl="1" fontAlgn="base">
              <a:spcAft>
                <a:spcPct val="0"/>
              </a:spcAft>
            </a:pPr>
            <a:r>
              <a:rPr lang="en-AU" altLang="en-US" sz="1600" dirty="0">
                <a:cs typeface="Arial"/>
              </a:rPr>
              <a:t>2)   Based on the selection the related section is displayed for the selected Asset.	</a:t>
            </a:r>
          </a:p>
          <a:p>
            <a:pPr marL="0" indent="0">
              <a:buNone/>
            </a:pPr>
            <a:endParaRPr lang="en-US" sz="1600" dirty="0"/>
          </a:p>
        </p:txBody>
      </p:sp>
      <p:sp>
        <p:nvSpPr>
          <p:cNvPr id="4" name="Slide Number Placeholder 3">
            <a:extLst>
              <a:ext uri="{FF2B5EF4-FFF2-40B4-BE49-F238E27FC236}">
                <a16:creationId xmlns:a16="http://schemas.microsoft.com/office/drawing/2014/main" id="{104DA357-C2B0-44A0-8D53-9ED0F1C95D46}"/>
              </a:ext>
            </a:extLst>
          </p:cNvPr>
          <p:cNvSpPr>
            <a:spLocks noGrp="1"/>
          </p:cNvSpPr>
          <p:nvPr>
            <p:ph type="sldNum" sz="quarter" idx="12"/>
          </p:nvPr>
        </p:nvSpPr>
        <p:spPr/>
        <p:txBody>
          <a:bodyPr/>
          <a:lstStyle/>
          <a:p>
            <a:fld id="{7B94EC18-1D2B-4535-B738-0E53AFE26620}" type="slidenum">
              <a:rPr lang="en-US" smtClean="0"/>
              <a:t>42</a:t>
            </a:fld>
            <a:endParaRPr lang="en-US"/>
          </a:p>
        </p:txBody>
      </p:sp>
      <p:sp>
        <p:nvSpPr>
          <p:cNvPr id="6" name="Rectangle 16">
            <a:extLst>
              <a:ext uri="{FF2B5EF4-FFF2-40B4-BE49-F238E27FC236}">
                <a16:creationId xmlns:a16="http://schemas.microsoft.com/office/drawing/2014/main" id="{7B423561-4AFE-47FB-A372-F6086CC2650B}"/>
              </a:ext>
            </a:extLst>
          </p:cNvPr>
          <p:cNvSpPr>
            <a:spLocks noChangeArrowheads="1"/>
          </p:cNvSpPr>
          <p:nvPr/>
        </p:nvSpPr>
        <p:spPr bwMode="auto">
          <a:xfrm>
            <a:off x="371294" y="449917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rgbClr val="EE7623"/>
              </a:solidFill>
              <a:effectLst/>
              <a:latin typeface="Arial" panose="020B0604020202020204" pitchFamily="34" charset="0"/>
            </a:endParaRPr>
          </a:p>
        </p:txBody>
      </p:sp>
      <p:sp>
        <p:nvSpPr>
          <p:cNvPr id="7" name="Rectangle 6">
            <a:extLst>
              <a:ext uri="{FF2B5EF4-FFF2-40B4-BE49-F238E27FC236}">
                <a16:creationId xmlns:a16="http://schemas.microsoft.com/office/drawing/2014/main" id="{7D364F44-8E4B-40FD-8342-376FCD76CC75}"/>
              </a:ext>
            </a:extLst>
          </p:cNvPr>
          <p:cNvSpPr/>
          <p:nvPr/>
        </p:nvSpPr>
        <p:spPr>
          <a:xfrm>
            <a:off x="5871431" y="3176658"/>
            <a:ext cx="184731" cy="369332"/>
          </a:xfrm>
          <a:prstGeom prst="rect">
            <a:avLst/>
          </a:prstGeom>
          <a:noFill/>
        </p:spPr>
        <p:txBody>
          <a:bodyPr wrap="none" lIns="91440" tIns="45720" rIns="91440" bIns="45720">
            <a:spAutoFit/>
          </a:bodyPr>
          <a:lstStyle/>
          <a:p>
            <a:pPr algn="ctr"/>
            <a:endParaRPr lang="en-US" b="0" cap="none" spc="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B37D070D-E3D9-414F-8684-6776B6FBB1CB}"/>
              </a:ext>
            </a:extLst>
          </p:cNvPr>
          <p:cNvSpPr/>
          <p:nvPr/>
        </p:nvSpPr>
        <p:spPr>
          <a:xfrm>
            <a:off x="1242568" y="4460267"/>
            <a:ext cx="1000125" cy="120908"/>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EE7623"/>
              </a:solidFill>
            </a:endParaRPr>
          </a:p>
        </p:txBody>
      </p:sp>
      <p:sp>
        <p:nvSpPr>
          <p:cNvPr id="10" name="Rectangle 9">
            <a:extLst>
              <a:ext uri="{FF2B5EF4-FFF2-40B4-BE49-F238E27FC236}">
                <a16:creationId xmlns:a16="http://schemas.microsoft.com/office/drawing/2014/main" id="{36B26FEA-98D8-48E8-A145-2429E00BC0A0}"/>
              </a:ext>
            </a:extLst>
          </p:cNvPr>
          <p:cNvSpPr/>
          <p:nvPr/>
        </p:nvSpPr>
        <p:spPr>
          <a:xfrm>
            <a:off x="1242568" y="4610271"/>
            <a:ext cx="1000125" cy="8515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EE7623"/>
              </a:solidFill>
            </a:endParaRPr>
          </a:p>
        </p:txBody>
      </p:sp>
      <p:sp>
        <p:nvSpPr>
          <p:cNvPr id="11" name="Rectangle 10">
            <a:extLst>
              <a:ext uri="{FF2B5EF4-FFF2-40B4-BE49-F238E27FC236}">
                <a16:creationId xmlns:a16="http://schemas.microsoft.com/office/drawing/2014/main" id="{4B4165B3-B53C-46CF-952E-C58A5ED94ED4}"/>
              </a:ext>
            </a:extLst>
          </p:cNvPr>
          <p:cNvSpPr/>
          <p:nvPr/>
        </p:nvSpPr>
        <p:spPr>
          <a:xfrm>
            <a:off x="1242569" y="4740618"/>
            <a:ext cx="1000125" cy="120908"/>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EE7623"/>
              </a:solidFill>
            </a:endParaRPr>
          </a:p>
        </p:txBody>
      </p:sp>
      <p:sp>
        <p:nvSpPr>
          <p:cNvPr id="12" name="Rectangle 11">
            <a:extLst>
              <a:ext uri="{FF2B5EF4-FFF2-40B4-BE49-F238E27FC236}">
                <a16:creationId xmlns:a16="http://schemas.microsoft.com/office/drawing/2014/main" id="{16362D2B-306B-4D25-BED9-54C6595E6D44}"/>
              </a:ext>
            </a:extLst>
          </p:cNvPr>
          <p:cNvSpPr/>
          <p:nvPr/>
        </p:nvSpPr>
        <p:spPr>
          <a:xfrm>
            <a:off x="1242570" y="4887982"/>
            <a:ext cx="1000125" cy="120908"/>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EE7623"/>
              </a:solidFill>
            </a:endParaRPr>
          </a:p>
        </p:txBody>
      </p:sp>
      <p:cxnSp>
        <p:nvCxnSpPr>
          <p:cNvPr id="13" name="Straight Arrow Connector 12">
            <a:extLst>
              <a:ext uri="{FF2B5EF4-FFF2-40B4-BE49-F238E27FC236}">
                <a16:creationId xmlns:a16="http://schemas.microsoft.com/office/drawing/2014/main" id="{8C4DAEA0-8EB7-4177-B128-5610D1B774D4}"/>
              </a:ext>
            </a:extLst>
          </p:cNvPr>
          <p:cNvCxnSpPr>
            <a:stCxn id="9" idx="3"/>
          </p:cNvCxnSpPr>
          <p:nvPr/>
        </p:nvCxnSpPr>
        <p:spPr>
          <a:xfrm>
            <a:off x="2242693" y="4520721"/>
            <a:ext cx="209550" cy="6479"/>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460961EF-A8D0-443E-B35F-CF82C2903793}"/>
              </a:ext>
            </a:extLst>
          </p:cNvPr>
          <p:cNvCxnSpPr/>
          <p:nvPr/>
        </p:nvCxnSpPr>
        <p:spPr>
          <a:xfrm>
            <a:off x="2242693" y="4801072"/>
            <a:ext cx="209550" cy="6479"/>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0F873643-324C-4CF2-AD03-52B43933C112}"/>
              </a:ext>
            </a:extLst>
          </p:cNvPr>
          <p:cNvCxnSpPr>
            <a:cxnSpLocks/>
          </p:cNvCxnSpPr>
          <p:nvPr/>
        </p:nvCxnSpPr>
        <p:spPr>
          <a:xfrm flipH="1">
            <a:off x="1068400" y="4648098"/>
            <a:ext cx="168855"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4CD4BE9D-50EE-457F-8FEB-12169301791A}"/>
              </a:ext>
            </a:extLst>
          </p:cNvPr>
          <p:cNvCxnSpPr>
            <a:cxnSpLocks/>
          </p:cNvCxnSpPr>
          <p:nvPr/>
        </p:nvCxnSpPr>
        <p:spPr>
          <a:xfrm flipH="1">
            <a:off x="1068401" y="4946950"/>
            <a:ext cx="168854"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7" name="Rectangle 16">
            <a:extLst>
              <a:ext uri="{FF2B5EF4-FFF2-40B4-BE49-F238E27FC236}">
                <a16:creationId xmlns:a16="http://schemas.microsoft.com/office/drawing/2014/main" id="{FC155108-82CE-4004-A27B-7A0422D0711C}"/>
              </a:ext>
            </a:extLst>
          </p:cNvPr>
          <p:cNvSpPr/>
          <p:nvPr/>
        </p:nvSpPr>
        <p:spPr>
          <a:xfrm>
            <a:off x="2478101" y="3847821"/>
            <a:ext cx="184731" cy="369332"/>
          </a:xfrm>
          <a:prstGeom prst="rect">
            <a:avLst/>
          </a:prstGeom>
          <a:noFill/>
        </p:spPr>
        <p:txBody>
          <a:bodyPr wrap="none" lIns="91440" tIns="45720" rIns="91440" bIns="45720">
            <a:spAutoFit/>
          </a:bodyPr>
          <a:lstStyle/>
          <a:p>
            <a:pPr algn="ctr"/>
            <a:endParaRPr lang="en-US" b="0" cap="none" spc="0">
              <a:ln w="0"/>
              <a:solidFill>
                <a:srgbClr val="EE7623"/>
              </a:solidFill>
              <a:effectLst>
                <a:outerShdw blurRad="38100" dist="19050" dir="2700000" algn="tl" rotWithShape="0">
                  <a:schemeClr val="dk1">
                    <a:alpha val="40000"/>
                  </a:schemeClr>
                </a:outerShdw>
              </a:effectLst>
            </a:endParaRPr>
          </a:p>
        </p:txBody>
      </p:sp>
      <p:sp>
        <p:nvSpPr>
          <p:cNvPr id="18" name="Rectangle 17">
            <a:extLst>
              <a:ext uri="{FF2B5EF4-FFF2-40B4-BE49-F238E27FC236}">
                <a16:creationId xmlns:a16="http://schemas.microsoft.com/office/drawing/2014/main" id="{21287FEF-1577-4A4F-88A9-6E3CBDBE8F5D}"/>
              </a:ext>
            </a:extLst>
          </p:cNvPr>
          <p:cNvSpPr/>
          <p:nvPr/>
        </p:nvSpPr>
        <p:spPr>
          <a:xfrm>
            <a:off x="2357944" y="4277607"/>
            <a:ext cx="312907" cy="369332"/>
          </a:xfrm>
          <a:prstGeom prst="rect">
            <a:avLst/>
          </a:prstGeom>
          <a:noFill/>
        </p:spPr>
        <p:txBody>
          <a:bodyPr wrap="none" lIns="91440" tIns="45720" rIns="91440" bIns="45720">
            <a:spAutoFit/>
          </a:bodyPr>
          <a:lstStyle/>
          <a:p>
            <a:pPr algn="ctr"/>
            <a:r>
              <a:rPr lang="en-US" b="0" cap="none" spc="0" dirty="0">
                <a:ln w="0"/>
                <a:solidFill>
                  <a:srgbClr val="EE7623"/>
                </a:solidFill>
                <a:effectLst>
                  <a:outerShdw blurRad="38100" dist="19050" dir="2700000" algn="tl" rotWithShape="0">
                    <a:schemeClr val="dk1">
                      <a:alpha val="40000"/>
                    </a:schemeClr>
                  </a:outerShdw>
                </a:effectLst>
              </a:rPr>
              <a:t>1</a:t>
            </a:r>
          </a:p>
        </p:txBody>
      </p:sp>
      <p:sp>
        <p:nvSpPr>
          <p:cNvPr id="19" name="Rectangle 18">
            <a:extLst>
              <a:ext uri="{FF2B5EF4-FFF2-40B4-BE49-F238E27FC236}">
                <a16:creationId xmlns:a16="http://schemas.microsoft.com/office/drawing/2014/main" id="{BF246F23-F381-4CE3-9183-5FFA82387756}"/>
              </a:ext>
            </a:extLst>
          </p:cNvPr>
          <p:cNvSpPr/>
          <p:nvPr/>
        </p:nvSpPr>
        <p:spPr>
          <a:xfrm>
            <a:off x="655560" y="4423923"/>
            <a:ext cx="513282" cy="369332"/>
          </a:xfrm>
          <a:prstGeom prst="rect">
            <a:avLst/>
          </a:prstGeom>
          <a:noFill/>
        </p:spPr>
        <p:txBody>
          <a:bodyPr wrap="none" lIns="91440" tIns="45720" rIns="91440" bIns="45720">
            <a:spAutoFit/>
          </a:bodyPr>
          <a:lstStyle/>
          <a:p>
            <a:pPr algn="ctr"/>
            <a:r>
              <a:rPr lang="en-US" b="0" cap="none" spc="0" dirty="0">
                <a:ln w="0"/>
                <a:solidFill>
                  <a:srgbClr val="EE7623"/>
                </a:solidFill>
                <a:effectLst>
                  <a:outerShdw blurRad="38100" dist="19050" dir="2700000" algn="tl" rotWithShape="0">
                    <a:schemeClr val="dk1">
                      <a:alpha val="40000"/>
                    </a:schemeClr>
                  </a:outerShdw>
                </a:effectLst>
              </a:rPr>
              <a:t>1.a</a:t>
            </a:r>
          </a:p>
        </p:txBody>
      </p:sp>
      <p:sp>
        <p:nvSpPr>
          <p:cNvPr id="20" name="Rectangle 19">
            <a:extLst>
              <a:ext uri="{FF2B5EF4-FFF2-40B4-BE49-F238E27FC236}">
                <a16:creationId xmlns:a16="http://schemas.microsoft.com/office/drawing/2014/main" id="{9650E79D-BBF8-4B5A-A12D-DA6CD1B14908}"/>
              </a:ext>
            </a:extLst>
          </p:cNvPr>
          <p:cNvSpPr/>
          <p:nvPr/>
        </p:nvSpPr>
        <p:spPr>
          <a:xfrm>
            <a:off x="651909" y="4762284"/>
            <a:ext cx="505267" cy="369332"/>
          </a:xfrm>
          <a:prstGeom prst="rect">
            <a:avLst/>
          </a:prstGeom>
          <a:noFill/>
        </p:spPr>
        <p:txBody>
          <a:bodyPr wrap="none" lIns="91440" tIns="45720" rIns="91440" bIns="45720">
            <a:spAutoFit/>
          </a:bodyPr>
          <a:lstStyle/>
          <a:p>
            <a:pPr algn="ctr"/>
            <a:r>
              <a:rPr lang="en-US" b="0" cap="none" spc="0" dirty="0">
                <a:ln w="0"/>
                <a:solidFill>
                  <a:srgbClr val="EE7623"/>
                </a:solidFill>
                <a:effectLst>
                  <a:outerShdw blurRad="38100" dist="19050" dir="2700000" algn="tl" rotWithShape="0">
                    <a:schemeClr val="dk1">
                      <a:alpha val="40000"/>
                    </a:schemeClr>
                  </a:outerShdw>
                </a:effectLst>
              </a:rPr>
              <a:t>1.c</a:t>
            </a:r>
          </a:p>
        </p:txBody>
      </p:sp>
      <p:sp>
        <p:nvSpPr>
          <p:cNvPr id="21" name="Rectangle 20">
            <a:extLst>
              <a:ext uri="{FF2B5EF4-FFF2-40B4-BE49-F238E27FC236}">
                <a16:creationId xmlns:a16="http://schemas.microsoft.com/office/drawing/2014/main" id="{C583250F-BE92-471B-9607-BF6BDD65C1DA}"/>
              </a:ext>
            </a:extLst>
          </p:cNvPr>
          <p:cNvSpPr/>
          <p:nvPr/>
        </p:nvSpPr>
        <p:spPr>
          <a:xfrm>
            <a:off x="2344265" y="4581175"/>
            <a:ext cx="519694" cy="369332"/>
          </a:xfrm>
          <a:prstGeom prst="rect">
            <a:avLst/>
          </a:prstGeom>
          <a:noFill/>
        </p:spPr>
        <p:txBody>
          <a:bodyPr wrap="none" lIns="91440" tIns="45720" rIns="91440" bIns="45720">
            <a:spAutoFit/>
          </a:bodyPr>
          <a:lstStyle/>
          <a:p>
            <a:pPr algn="ctr"/>
            <a:r>
              <a:rPr lang="en-US" b="0" cap="none" spc="0" dirty="0">
                <a:ln w="0"/>
                <a:solidFill>
                  <a:srgbClr val="EE7623"/>
                </a:solidFill>
                <a:effectLst>
                  <a:outerShdw blurRad="38100" dist="19050" dir="2700000" algn="tl" rotWithShape="0">
                    <a:schemeClr val="dk1">
                      <a:alpha val="40000"/>
                    </a:schemeClr>
                  </a:outerShdw>
                </a:effectLst>
              </a:rPr>
              <a:t>1.b</a:t>
            </a:r>
          </a:p>
        </p:txBody>
      </p:sp>
    </p:spTree>
    <p:extLst>
      <p:ext uri="{BB962C8B-B14F-4D97-AF65-F5344CB8AC3E}">
        <p14:creationId xmlns:p14="http://schemas.microsoft.com/office/powerpoint/2010/main" val="38354144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5C11B-7179-4C84-9C77-648FF49CB3C7}"/>
              </a:ext>
            </a:extLst>
          </p:cNvPr>
          <p:cNvSpPr>
            <a:spLocks noGrp="1"/>
          </p:cNvSpPr>
          <p:nvPr>
            <p:ph type="title"/>
          </p:nvPr>
        </p:nvSpPr>
        <p:spPr>
          <a:xfrm>
            <a:off x="381458" y="304495"/>
            <a:ext cx="11810542" cy="984885"/>
          </a:xfrm>
        </p:spPr>
        <p:txBody>
          <a:bodyPr/>
          <a:lstStyle/>
          <a:p>
            <a:r>
              <a:rPr lang="en-US" altLang="en-US" sz="3200" b="1" kern="0" dirty="0"/>
              <a:t>Equipment Performance – Event Management</a:t>
            </a:r>
            <a:endParaRPr lang="en-US" sz="3200" dirty="0"/>
          </a:p>
        </p:txBody>
      </p:sp>
      <p:sp>
        <p:nvSpPr>
          <p:cNvPr id="3" name="Content Placeholder 2">
            <a:extLst>
              <a:ext uri="{FF2B5EF4-FFF2-40B4-BE49-F238E27FC236}">
                <a16:creationId xmlns:a16="http://schemas.microsoft.com/office/drawing/2014/main" id="{78AAD05F-920D-4C96-A3FD-3578980250F4}"/>
              </a:ext>
            </a:extLst>
          </p:cNvPr>
          <p:cNvSpPr>
            <a:spLocks noGrp="1"/>
          </p:cNvSpPr>
          <p:nvPr>
            <p:ph idx="1"/>
          </p:nvPr>
        </p:nvSpPr>
        <p:spPr/>
        <p:txBody>
          <a:bodyPr/>
          <a:lstStyle/>
          <a:p>
            <a:pPr indent="-457200" algn="just">
              <a:buFont typeface="Wingdings" panose="05000000000000000000" pitchFamily="2" charset="2"/>
              <a:buChar char="Ø"/>
            </a:pPr>
            <a:r>
              <a:rPr lang="en-US" sz="1600" b="0" dirty="0">
                <a:solidFill>
                  <a:schemeClr val="tx1"/>
                </a:solidFill>
              </a:rPr>
              <a:t>Event Grid</a:t>
            </a:r>
          </a:p>
          <a:p>
            <a:pPr marL="342900" indent="-342900" algn="just">
              <a:buFont typeface="+mj-lt"/>
              <a:buAutoNum type="arabicParenR"/>
            </a:pPr>
            <a:r>
              <a:rPr lang="en-US" altLang="en-US" sz="1600" b="0" dirty="0">
                <a:solidFill>
                  <a:schemeClr val="tx1"/>
                </a:solidFill>
              </a:rPr>
              <a:t>Event grid shows a list of events applicable to the asset.</a:t>
            </a:r>
          </a:p>
          <a:p>
            <a:pPr marL="342900" indent="-342900" algn="just">
              <a:buFont typeface="+mj-lt"/>
              <a:buAutoNum type="arabicParenR"/>
            </a:pPr>
            <a:r>
              <a:rPr lang="en-US" altLang="en-US" sz="1600" b="0" dirty="0">
                <a:solidFill>
                  <a:schemeClr val="tx1"/>
                </a:solidFill>
              </a:rPr>
              <a:t>Events are listed based on current filter</a:t>
            </a:r>
          </a:p>
          <a:p>
            <a:pPr marL="342900" indent="-342900" algn="just">
              <a:buFont typeface="+mj-lt"/>
              <a:buAutoNum type="arabicParenR"/>
            </a:pPr>
            <a:r>
              <a:rPr lang="en-US" sz="1600" b="0" dirty="0">
                <a:solidFill>
                  <a:schemeClr val="tx1"/>
                </a:solidFill>
              </a:rPr>
              <a:t>User can show and hide columns as required.</a:t>
            </a:r>
          </a:p>
          <a:p>
            <a:pPr marL="342900" indent="-342900" algn="just">
              <a:buFont typeface="+mj-lt"/>
              <a:buAutoNum type="arabicParenR"/>
            </a:pPr>
            <a:r>
              <a:rPr lang="en-US" sz="1600" b="0" dirty="0">
                <a:solidFill>
                  <a:schemeClr val="tx1"/>
                </a:solidFill>
              </a:rPr>
              <a:t>Toolbar buttons are enabled/disabled based on actions available for currently selected event. Table lists all the toolbar buttons with its description.</a:t>
            </a:r>
          </a:p>
          <a:p>
            <a:pPr marL="342900" indent="-342900" algn="just">
              <a:buFont typeface="+mj-lt"/>
              <a:buAutoNum type="arabicParenR"/>
            </a:pPr>
            <a:r>
              <a:rPr lang="en-US" sz="1600" b="0" dirty="0">
                <a:solidFill>
                  <a:schemeClr val="tx1"/>
                </a:solidFill>
              </a:rPr>
              <a:t>User can navigate to next page in event grid by clicking navigation button given 	at the bottom of grid.</a:t>
            </a:r>
          </a:p>
          <a:p>
            <a:pPr marL="342900" indent="-342900" algn="just">
              <a:buFont typeface="+mj-lt"/>
              <a:buAutoNum type="arabicParenR"/>
            </a:pPr>
            <a:r>
              <a:rPr lang="en-US" sz="1600" b="0" dirty="0">
                <a:solidFill>
                  <a:schemeClr val="tx1"/>
                </a:solidFill>
              </a:rPr>
              <a:t>Only accepted events are available in Investigate view.</a:t>
            </a:r>
          </a:p>
          <a:p>
            <a:pPr marL="342900" indent="-342900" algn="just">
              <a:buFont typeface="+mj-lt"/>
              <a:buAutoNum type="arabicParenR"/>
            </a:pPr>
            <a:r>
              <a:rPr lang="en-US" sz="1600" b="0" dirty="0">
                <a:solidFill>
                  <a:schemeClr val="tx1"/>
                </a:solidFill>
              </a:rPr>
              <a:t>User inputs/comments are required to reject, close and add comment for an event</a:t>
            </a:r>
          </a:p>
          <a:p>
            <a:pPr marL="0" indent="0">
              <a:buNone/>
            </a:pPr>
            <a:endParaRPr lang="en-US" sz="1600" b="0" dirty="0"/>
          </a:p>
        </p:txBody>
      </p:sp>
      <p:sp>
        <p:nvSpPr>
          <p:cNvPr id="4" name="Slide Number Placeholder 3">
            <a:extLst>
              <a:ext uri="{FF2B5EF4-FFF2-40B4-BE49-F238E27FC236}">
                <a16:creationId xmlns:a16="http://schemas.microsoft.com/office/drawing/2014/main" id="{9D6E96C7-A1ED-4DFD-A1FB-15D942461DE0}"/>
              </a:ext>
            </a:extLst>
          </p:cNvPr>
          <p:cNvSpPr>
            <a:spLocks noGrp="1"/>
          </p:cNvSpPr>
          <p:nvPr>
            <p:ph type="sldNum" sz="quarter" idx="12"/>
          </p:nvPr>
        </p:nvSpPr>
        <p:spPr/>
        <p:txBody>
          <a:bodyPr/>
          <a:lstStyle/>
          <a:p>
            <a:fld id="{7B94EC18-1D2B-4535-B738-0E53AFE26620}" type="slidenum">
              <a:rPr lang="en-US" smtClean="0"/>
              <a:t>43</a:t>
            </a:fld>
            <a:endParaRPr lang="en-US"/>
          </a:p>
        </p:txBody>
      </p:sp>
      <p:pic>
        <p:nvPicPr>
          <p:cNvPr id="6" name="Picture 5">
            <a:extLst>
              <a:ext uri="{FF2B5EF4-FFF2-40B4-BE49-F238E27FC236}">
                <a16:creationId xmlns:a16="http://schemas.microsoft.com/office/drawing/2014/main" id="{70838EF6-A47A-4335-90A0-D5ADFB5FDE0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001544" y="1579056"/>
            <a:ext cx="5981700" cy="4510163"/>
          </a:xfrm>
          <a:prstGeom prst="rect">
            <a:avLst/>
          </a:prstGeom>
        </p:spPr>
      </p:pic>
    </p:spTree>
    <p:extLst>
      <p:ext uri="{BB962C8B-B14F-4D97-AF65-F5344CB8AC3E}">
        <p14:creationId xmlns:p14="http://schemas.microsoft.com/office/powerpoint/2010/main" val="37334765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16A9CD4-A015-46A9-AC6C-0A9859A0DAA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706869" y="2588251"/>
            <a:ext cx="9229725" cy="3631573"/>
          </a:xfrm>
          <a:prstGeom prst="rect">
            <a:avLst/>
          </a:prstGeom>
        </p:spPr>
      </p:pic>
      <p:sp>
        <p:nvSpPr>
          <p:cNvPr id="2" name="Title 1">
            <a:extLst>
              <a:ext uri="{FF2B5EF4-FFF2-40B4-BE49-F238E27FC236}">
                <a16:creationId xmlns:a16="http://schemas.microsoft.com/office/drawing/2014/main" id="{78E74551-34D5-4F27-BF15-0534CBB23B80}"/>
              </a:ext>
            </a:extLst>
          </p:cNvPr>
          <p:cNvSpPr>
            <a:spLocks noGrp="1"/>
          </p:cNvSpPr>
          <p:nvPr>
            <p:ph type="title"/>
          </p:nvPr>
        </p:nvSpPr>
        <p:spPr>
          <a:xfrm>
            <a:off x="218642" y="220932"/>
            <a:ext cx="11201401" cy="492443"/>
          </a:xfrm>
        </p:spPr>
        <p:txBody>
          <a:bodyPr/>
          <a:lstStyle/>
          <a:p>
            <a:r>
              <a:rPr lang="en-US" altLang="en-US" sz="3200" kern="0" dirty="0"/>
              <a:t>Event Management – </a:t>
            </a:r>
            <a:r>
              <a:rPr lang="en-AU" sz="3200" b="1" dirty="0">
                <a:latin typeface="+mn-lt"/>
              </a:rPr>
              <a:t>Monitor</a:t>
            </a:r>
            <a:endParaRPr lang="en-US" sz="3200" dirty="0"/>
          </a:p>
        </p:txBody>
      </p:sp>
      <p:sp>
        <p:nvSpPr>
          <p:cNvPr id="4" name="Slide Number Placeholder 3">
            <a:extLst>
              <a:ext uri="{FF2B5EF4-FFF2-40B4-BE49-F238E27FC236}">
                <a16:creationId xmlns:a16="http://schemas.microsoft.com/office/drawing/2014/main" id="{DBB59D4A-29A3-47E7-B0B3-E0575C4B4F47}"/>
              </a:ext>
            </a:extLst>
          </p:cNvPr>
          <p:cNvSpPr>
            <a:spLocks noGrp="1"/>
          </p:cNvSpPr>
          <p:nvPr>
            <p:ph type="sldNum" sz="quarter" idx="12"/>
          </p:nvPr>
        </p:nvSpPr>
        <p:spPr/>
        <p:txBody>
          <a:bodyPr/>
          <a:lstStyle/>
          <a:p>
            <a:fld id="{7B94EC18-1D2B-4535-B738-0E53AFE26620}" type="slidenum">
              <a:rPr lang="en-US" smtClean="0"/>
              <a:t>44</a:t>
            </a:fld>
            <a:endParaRPr lang="en-US"/>
          </a:p>
        </p:txBody>
      </p:sp>
      <p:sp>
        <p:nvSpPr>
          <p:cNvPr id="7" name="Rectangle 6">
            <a:extLst>
              <a:ext uri="{FF2B5EF4-FFF2-40B4-BE49-F238E27FC236}">
                <a16:creationId xmlns:a16="http://schemas.microsoft.com/office/drawing/2014/main" id="{5FE38BF6-0308-4D0B-9295-931670668F63}"/>
              </a:ext>
            </a:extLst>
          </p:cNvPr>
          <p:cNvSpPr/>
          <p:nvPr/>
        </p:nvSpPr>
        <p:spPr>
          <a:xfrm>
            <a:off x="10429" y="713739"/>
            <a:ext cx="5654333" cy="6001643"/>
          </a:xfrm>
          <a:prstGeom prst="rect">
            <a:avLst/>
          </a:prstGeom>
        </p:spPr>
        <p:txBody>
          <a:bodyPr wrap="square" anchor="t">
            <a:spAutoFit/>
          </a:bodyPr>
          <a:lstStyle/>
          <a:p>
            <a:pPr marL="342900" indent="-342900" fontAlgn="base">
              <a:spcAft>
                <a:spcPct val="0"/>
              </a:spcAft>
              <a:buFont typeface="+mj-lt"/>
              <a:buAutoNum type="arabicParenR"/>
            </a:pPr>
            <a:r>
              <a:rPr lang="en-AU" altLang="en-US" sz="1600" dirty="0">
                <a:solidFill>
                  <a:schemeClr val="tx1">
                    <a:lumMod val="50000"/>
                  </a:schemeClr>
                </a:solidFill>
                <a:cs typeface="Arial" panose="020B0604020202020204" pitchFamily="34" charset="0"/>
              </a:rPr>
              <a:t>You can click on the Monitor Section From the Event Management view to monitor the selected Asset as displayed.</a:t>
            </a:r>
          </a:p>
          <a:p>
            <a:pPr marL="342900" indent="-342900" fontAlgn="base">
              <a:spcAft>
                <a:spcPct val="0"/>
              </a:spcAft>
              <a:buFont typeface="+mj-lt"/>
              <a:buAutoNum type="arabicParenR"/>
            </a:pPr>
            <a:r>
              <a:rPr lang="en-AU" altLang="en-US" sz="1600" dirty="0">
                <a:solidFill>
                  <a:schemeClr val="tx1">
                    <a:lumMod val="50000"/>
                  </a:schemeClr>
                </a:solidFill>
                <a:cs typeface="Arial" panose="020B0604020202020204" pitchFamily="34" charset="0"/>
              </a:rPr>
              <a:t>The Monitor view displays the following details-</a:t>
            </a:r>
          </a:p>
          <a:p>
            <a:pPr marL="800100" lvl="1" indent="-342900" fontAlgn="base">
              <a:spcAft>
                <a:spcPct val="0"/>
              </a:spcAft>
              <a:buFont typeface="+mj-lt"/>
              <a:buAutoNum type="alphaLcPeriod"/>
            </a:pPr>
            <a:r>
              <a:rPr lang="en-AU" altLang="en-US" sz="1600" dirty="0">
                <a:solidFill>
                  <a:schemeClr val="tx1">
                    <a:lumMod val="50000"/>
                  </a:schemeClr>
                </a:solidFill>
                <a:cs typeface="Arial"/>
              </a:rPr>
              <a:t>Start Time</a:t>
            </a:r>
          </a:p>
          <a:p>
            <a:pPr marL="800100" lvl="1" indent="-342900" fontAlgn="base">
              <a:spcAft>
                <a:spcPct val="0"/>
              </a:spcAft>
              <a:buFont typeface="+mj-lt"/>
              <a:buAutoNum type="alphaLcPeriod"/>
            </a:pPr>
            <a:r>
              <a:rPr lang="en-AU" altLang="en-US" sz="1600" dirty="0">
                <a:solidFill>
                  <a:schemeClr val="tx1">
                    <a:lumMod val="50000"/>
                  </a:schemeClr>
                </a:solidFill>
                <a:cs typeface="Arial"/>
              </a:rPr>
              <a:t>Name</a:t>
            </a:r>
          </a:p>
          <a:p>
            <a:pPr marL="800100" lvl="1" indent="-342900" fontAlgn="base">
              <a:spcAft>
                <a:spcPct val="0"/>
              </a:spcAft>
              <a:buFont typeface="+mj-lt"/>
              <a:buAutoNum type="alphaLcPeriod"/>
            </a:pPr>
            <a:r>
              <a:rPr lang="en-AU" altLang="en-US" sz="1600" dirty="0">
                <a:solidFill>
                  <a:schemeClr val="tx1">
                    <a:lumMod val="50000"/>
                  </a:schemeClr>
                </a:solidFill>
                <a:cs typeface="Arial"/>
              </a:rPr>
              <a:t>Description</a:t>
            </a:r>
          </a:p>
          <a:p>
            <a:pPr marL="800100" lvl="1" indent="-342900" fontAlgn="base">
              <a:spcAft>
                <a:spcPct val="0"/>
              </a:spcAft>
              <a:buFont typeface="+mj-lt"/>
              <a:buAutoNum type="alphaLcPeriod"/>
            </a:pPr>
            <a:r>
              <a:rPr lang="en-AU" altLang="en-US" sz="1600" dirty="0">
                <a:solidFill>
                  <a:schemeClr val="tx1">
                    <a:lumMod val="50000"/>
                  </a:schemeClr>
                </a:solidFill>
                <a:cs typeface="Arial"/>
              </a:rPr>
              <a:t>Asset Name</a:t>
            </a:r>
          </a:p>
          <a:p>
            <a:pPr marL="800100" lvl="1" indent="-342900" fontAlgn="base">
              <a:spcAft>
                <a:spcPct val="0"/>
              </a:spcAft>
              <a:buFont typeface="+mj-lt"/>
              <a:buAutoNum type="alphaLcPeriod"/>
            </a:pPr>
            <a:r>
              <a:rPr lang="en-AU" altLang="en-US" sz="1600" dirty="0">
                <a:solidFill>
                  <a:schemeClr val="tx1">
                    <a:lumMod val="50000"/>
                  </a:schemeClr>
                </a:solidFill>
                <a:cs typeface="Arial"/>
              </a:rPr>
              <a:t>Event Status</a:t>
            </a:r>
          </a:p>
          <a:p>
            <a:pPr marL="800100" lvl="1" indent="-342900" fontAlgn="base">
              <a:spcAft>
                <a:spcPct val="0"/>
              </a:spcAft>
              <a:buFont typeface="+mj-lt"/>
              <a:buAutoNum type="alphaLcPeriod"/>
            </a:pPr>
            <a:r>
              <a:rPr lang="en-AU" altLang="en-US" sz="1600" dirty="0">
                <a:solidFill>
                  <a:schemeClr val="tx1">
                    <a:lumMod val="50000"/>
                  </a:schemeClr>
                </a:solidFill>
                <a:cs typeface="Arial"/>
              </a:rPr>
              <a:t>Condition</a:t>
            </a:r>
          </a:p>
          <a:p>
            <a:pPr marL="800100" lvl="1" indent="-342900" fontAlgn="base">
              <a:spcAft>
                <a:spcPct val="0"/>
              </a:spcAft>
              <a:buFont typeface="+mj-lt"/>
              <a:buAutoNum type="alphaLcPeriod"/>
            </a:pPr>
            <a:r>
              <a:rPr lang="en-AU" altLang="en-US" sz="1600" dirty="0">
                <a:solidFill>
                  <a:schemeClr val="tx1">
                    <a:lumMod val="50000"/>
                  </a:schemeClr>
                </a:solidFill>
                <a:cs typeface="Arial"/>
              </a:rPr>
              <a:t>Column Setting</a:t>
            </a:r>
          </a:p>
          <a:p>
            <a:pPr lvl="1" fontAlgn="base">
              <a:spcAft>
                <a:spcPct val="0"/>
              </a:spcAft>
            </a:pPr>
            <a:r>
              <a:rPr lang="en-AU" altLang="en-US" sz="1600" dirty="0">
                <a:solidFill>
                  <a:schemeClr val="tx1">
                    <a:lumMod val="50000"/>
                  </a:schemeClr>
                </a:solidFill>
                <a:cs typeface="Arial"/>
              </a:rPr>
              <a:t>k.   Accept</a:t>
            </a:r>
          </a:p>
          <a:p>
            <a:pPr lvl="1" fontAlgn="base">
              <a:spcAft>
                <a:spcPct val="0"/>
              </a:spcAft>
            </a:pPr>
            <a:r>
              <a:rPr lang="en-AU" altLang="en-US" sz="1600" dirty="0">
                <a:solidFill>
                  <a:schemeClr val="tx1">
                    <a:lumMod val="50000"/>
                  </a:schemeClr>
                </a:solidFill>
                <a:cs typeface="Arial"/>
              </a:rPr>
              <a:t>l.    Reject</a:t>
            </a:r>
          </a:p>
          <a:p>
            <a:pPr lvl="1" fontAlgn="base">
              <a:spcAft>
                <a:spcPct val="0"/>
              </a:spcAft>
            </a:pPr>
            <a:r>
              <a:rPr lang="en-AU" altLang="en-US" sz="1600" dirty="0">
                <a:solidFill>
                  <a:schemeClr val="tx1">
                    <a:lumMod val="50000"/>
                  </a:schemeClr>
                </a:solidFill>
                <a:cs typeface="Arial"/>
              </a:rPr>
              <a:t>m.  Close</a:t>
            </a:r>
          </a:p>
          <a:p>
            <a:pPr lvl="1" fontAlgn="base">
              <a:spcAft>
                <a:spcPct val="0"/>
              </a:spcAft>
            </a:pPr>
            <a:r>
              <a:rPr lang="en-AU" altLang="en-US" sz="1600" dirty="0">
                <a:solidFill>
                  <a:schemeClr val="tx1">
                    <a:lumMod val="50000"/>
                  </a:schemeClr>
                </a:solidFill>
                <a:cs typeface="Arial"/>
              </a:rPr>
              <a:t>n.   Add Comment</a:t>
            </a:r>
          </a:p>
          <a:p>
            <a:pPr lvl="1" fontAlgn="base">
              <a:spcAft>
                <a:spcPct val="0"/>
              </a:spcAft>
            </a:pPr>
            <a:r>
              <a:rPr lang="en-AU" altLang="en-US" sz="1600" dirty="0">
                <a:solidFill>
                  <a:schemeClr val="tx1">
                    <a:lumMod val="50000"/>
                  </a:schemeClr>
                </a:solidFill>
                <a:cs typeface="Arial"/>
              </a:rPr>
              <a:t>o.   Lock</a:t>
            </a:r>
          </a:p>
          <a:p>
            <a:pPr lvl="1" fontAlgn="base">
              <a:spcAft>
                <a:spcPct val="0"/>
              </a:spcAft>
            </a:pPr>
            <a:r>
              <a:rPr lang="en-AU" altLang="en-US" sz="1600" dirty="0">
                <a:solidFill>
                  <a:schemeClr val="tx1">
                    <a:lumMod val="50000"/>
                  </a:schemeClr>
                </a:solidFill>
                <a:cs typeface="Arial"/>
              </a:rPr>
              <a:t>p.   Export</a:t>
            </a:r>
          </a:p>
          <a:p>
            <a:pPr lvl="1" fontAlgn="base">
              <a:spcAft>
                <a:spcPct val="0"/>
              </a:spcAft>
            </a:pPr>
            <a:r>
              <a:rPr lang="en-AU" altLang="en-US" sz="1600" dirty="0">
                <a:solidFill>
                  <a:schemeClr val="tx1">
                    <a:lumMod val="50000"/>
                  </a:schemeClr>
                </a:solidFill>
                <a:cs typeface="Arial"/>
              </a:rPr>
              <a:t>q.   Show Event Details</a:t>
            </a:r>
          </a:p>
          <a:p>
            <a:pPr lvl="1" fontAlgn="base">
              <a:spcAft>
                <a:spcPct val="0"/>
              </a:spcAft>
            </a:pPr>
            <a:r>
              <a:rPr lang="en-AU" altLang="en-US" sz="1600" dirty="0">
                <a:solidFill>
                  <a:schemeClr val="tx1">
                    <a:lumMod val="50000"/>
                  </a:schemeClr>
                </a:solidFill>
                <a:cs typeface="Arial"/>
              </a:rPr>
              <a:t>r.    Insert Event</a:t>
            </a:r>
          </a:p>
          <a:p>
            <a:pPr lvl="1" fontAlgn="base">
              <a:spcAft>
                <a:spcPct val="0"/>
              </a:spcAft>
            </a:pPr>
            <a:r>
              <a:rPr lang="en-AU" altLang="en-US" sz="1600" dirty="0">
                <a:solidFill>
                  <a:schemeClr val="tx1">
                    <a:lumMod val="50000"/>
                  </a:schemeClr>
                </a:solidFill>
                <a:cs typeface="Arial"/>
              </a:rPr>
              <a:t>s.   Edit Event Details</a:t>
            </a:r>
          </a:p>
          <a:p>
            <a:pPr lvl="1" fontAlgn="base">
              <a:spcAft>
                <a:spcPct val="0"/>
              </a:spcAft>
            </a:pPr>
            <a:r>
              <a:rPr lang="en-AU" altLang="en-US" sz="1600" dirty="0">
                <a:solidFill>
                  <a:schemeClr val="tx1">
                    <a:lumMod val="50000"/>
                  </a:schemeClr>
                </a:solidFill>
                <a:cs typeface="Arial"/>
              </a:rPr>
              <a:t>t.    Resume/Pause</a:t>
            </a:r>
          </a:p>
          <a:p>
            <a:pPr marL="800100" lvl="1" indent="-342900" fontAlgn="base">
              <a:spcAft>
                <a:spcPct val="0"/>
              </a:spcAft>
              <a:buAutoNum type="alphaLcPeriod" startAt="21"/>
            </a:pPr>
            <a:r>
              <a:rPr lang="en-AU" altLang="en-US" sz="1600" dirty="0">
                <a:solidFill>
                  <a:schemeClr val="tx1">
                    <a:lumMod val="50000"/>
                  </a:schemeClr>
                </a:solidFill>
                <a:cs typeface="Arial"/>
              </a:rPr>
              <a:t>Acknowledge</a:t>
            </a:r>
          </a:p>
          <a:p>
            <a:pPr marL="800100" lvl="1" indent="-342900" fontAlgn="base">
              <a:spcAft>
                <a:spcPct val="0"/>
              </a:spcAft>
              <a:buAutoNum type="alphaLcPeriod" startAt="21"/>
            </a:pPr>
            <a:r>
              <a:rPr lang="en-AU" altLang="en-US" sz="1600" dirty="0">
                <a:solidFill>
                  <a:schemeClr val="tx1">
                    <a:lumMod val="50000"/>
                  </a:schemeClr>
                </a:solidFill>
                <a:cs typeface="Arial"/>
              </a:rPr>
              <a:t>CMMS Notification</a:t>
            </a:r>
          </a:p>
          <a:p>
            <a:pPr marL="800100" lvl="1" indent="-342900" fontAlgn="base">
              <a:spcAft>
                <a:spcPct val="0"/>
              </a:spcAft>
              <a:buAutoNum type="alphaLcPeriod" startAt="21"/>
            </a:pPr>
            <a:r>
              <a:rPr lang="en-AU" altLang="en-US" sz="1600" dirty="0">
                <a:solidFill>
                  <a:schemeClr val="tx1">
                    <a:lumMod val="50000"/>
                  </a:schemeClr>
                </a:solidFill>
                <a:cs typeface="Arial"/>
              </a:rPr>
              <a:t>Event Filter</a:t>
            </a:r>
          </a:p>
        </p:txBody>
      </p:sp>
      <p:sp>
        <p:nvSpPr>
          <p:cNvPr id="8" name="Rectangle 7">
            <a:extLst>
              <a:ext uri="{FF2B5EF4-FFF2-40B4-BE49-F238E27FC236}">
                <a16:creationId xmlns:a16="http://schemas.microsoft.com/office/drawing/2014/main" id="{0E02887A-07CE-49D3-97A6-E35AF6C3484A}"/>
              </a:ext>
            </a:extLst>
          </p:cNvPr>
          <p:cNvSpPr/>
          <p:nvPr/>
        </p:nvSpPr>
        <p:spPr>
          <a:xfrm>
            <a:off x="2976656" y="4472155"/>
            <a:ext cx="281940" cy="16002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0A9491A2-D8AA-46C8-ABCC-5FD157E684EF}"/>
              </a:ext>
            </a:extLst>
          </p:cNvPr>
          <p:cNvCxnSpPr>
            <a:cxnSpLocks/>
          </p:cNvCxnSpPr>
          <p:nvPr/>
        </p:nvCxnSpPr>
        <p:spPr>
          <a:xfrm flipV="1">
            <a:off x="3232731" y="4546935"/>
            <a:ext cx="188379" cy="63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ABA614DD-314B-461C-BD9A-CC6D856E5503}"/>
              </a:ext>
            </a:extLst>
          </p:cNvPr>
          <p:cNvSpPr/>
          <p:nvPr/>
        </p:nvSpPr>
        <p:spPr>
          <a:xfrm>
            <a:off x="3326716" y="4362269"/>
            <a:ext cx="306495" cy="369332"/>
          </a:xfrm>
          <a:prstGeom prst="rect">
            <a:avLst/>
          </a:prstGeom>
          <a:noFill/>
        </p:spPr>
        <p:txBody>
          <a:bodyPr wrap="squar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1</a:t>
            </a:r>
          </a:p>
        </p:txBody>
      </p:sp>
      <p:sp>
        <p:nvSpPr>
          <p:cNvPr id="11" name="Rectangle 10">
            <a:extLst>
              <a:ext uri="{FF2B5EF4-FFF2-40B4-BE49-F238E27FC236}">
                <a16:creationId xmlns:a16="http://schemas.microsoft.com/office/drawing/2014/main" id="{2570D08F-9B6F-4A69-99BC-F58854DD908D}"/>
              </a:ext>
            </a:extLst>
          </p:cNvPr>
          <p:cNvSpPr/>
          <p:nvPr/>
        </p:nvSpPr>
        <p:spPr>
          <a:xfrm>
            <a:off x="5212231" y="3276878"/>
            <a:ext cx="421410" cy="143487"/>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1E1B175-1A13-419A-AFCA-93C1D78051E4}"/>
              </a:ext>
            </a:extLst>
          </p:cNvPr>
          <p:cNvSpPr/>
          <p:nvPr/>
        </p:nvSpPr>
        <p:spPr>
          <a:xfrm>
            <a:off x="6073664" y="3265394"/>
            <a:ext cx="639579" cy="16002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BCB502D-345A-40DE-8BE2-3F420EA042EE}"/>
              </a:ext>
            </a:extLst>
          </p:cNvPr>
          <p:cNvSpPr/>
          <p:nvPr/>
        </p:nvSpPr>
        <p:spPr>
          <a:xfrm>
            <a:off x="7226685" y="3254020"/>
            <a:ext cx="452781" cy="18711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A244D6D-95EE-4100-87AF-FF0802D76493}"/>
              </a:ext>
            </a:extLst>
          </p:cNvPr>
          <p:cNvSpPr/>
          <p:nvPr/>
        </p:nvSpPr>
        <p:spPr>
          <a:xfrm>
            <a:off x="9118267" y="3239019"/>
            <a:ext cx="487001" cy="14843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F16FB3F-99D2-414A-ADF9-DE16E55502DB}"/>
              </a:ext>
            </a:extLst>
          </p:cNvPr>
          <p:cNvSpPr/>
          <p:nvPr/>
        </p:nvSpPr>
        <p:spPr>
          <a:xfrm>
            <a:off x="10091510" y="3237910"/>
            <a:ext cx="562042" cy="14954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7AE1844-5689-4C57-9ADC-34452EB09643}"/>
              </a:ext>
            </a:extLst>
          </p:cNvPr>
          <p:cNvSpPr/>
          <p:nvPr/>
        </p:nvSpPr>
        <p:spPr>
          <a:xfrm>
            <a:off x="10778631" y="3252339"/>
            <a:ext cx="522431" cy="13178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D49E0CB-24D2-4543-9E97-07C3E46933AF}"/>
              </a:ext>
            </a:extLst>
          </p:cNvPr>
          <p:cNvSpPr/>
          <p:nvPr/>
        </p:nvSpPr>
        <p:spPr>
          <a:xfrm>
            <a:off x="11432031" y="3222558"/>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AED8110-275B-46A6-8E74-11FA2E98CC83}"/>
              </a:ext>
            </a:extLst>
          </p:cNvPr>
          <p:cNvSpPr/>
          <p:nvPr/>
        </p:nvSpPr>
        <p:spPr>
          <a:xfrm>
            <a:off x="4672353" y="3026689"/>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E43956C-5609-466D-8197-17F7D623E00B}"/>
              </a:ext>
            </a:extLst>
          </p:cNvPr>
          <p:cNvSpPr/>
          <p:nvPr/>
        </p:nvSpPr>
        <p:spPr>
          <a:xfrm>
            <a:off x="4879629" y="3026689"/>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CB07B0D-CD05-49B4-82A3-996A614743BC}"/>
              </a:ext>
            </a:extLst>
          </p:cNvPr>
          <p:cNvSpPr/>
          <p:nvPr/>
        </p:nvSpPr>
        <p:spPr>
          <a:xfrm>
            <a:off x="5083684" y="3030742"/>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EFC2E555-F363-4A75-B3F8-596E85225960}"/>
              </a:ext>
            </a:extLst>
          </p:cNvPr>
          <p:cNvSpPr/>
          <p:nvPr/>
        </p:nvSpPr>
        <p:spPr>
          <a:xfrm>
            <a:off x="5284865" y="3026493"/>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1553386-C340-4B7C-BC43-B9A57F27718D}"/>
              </a:ext>
            </a:extLst>
          </p:cNvPr>
          <p:cNvSpPr/>
          <p:nvPr/>
        </p:nvSpPr>
        <p:spPr>
          <a:xfrm>
            <a:off x="5871422" y="3043168"/>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F0A48D5-5697-4796-BDA7-6ABE586C839D}"/>
              </a:ext>
            </a:extLst>
          </p:cNvPr>
          <p:cNvSpPr/>
          <p:nvPr/>
        </p:nvSpPr>
        <p:spPr>
          <a:xfrm>
            <a:off x="5485788" y="3030742"/>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4271C83-9D6E-4F4F-8048-C5DE8749D0DD}"/>
              </a:ext>
            </a:extLst>
          </p:cNvPr>
          <p:cNvSpPr/>
          <p:nvPr/>
        </p:nvSpPr>
        <p:spPr>
          <a:xfrm>
            <a:off x="6051126" y="3028436"/>
            <a:ext cx="147735" cy="1825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42CA1268-7FDB-422F-AF5A-CEE8324B384F}"/>
              </a:ext>
            </a:extLst>
          </p:cNvPr>
          <p:cNvCxnSpPr>
            <a:cxnSpLocks/>
          </p:cNvCxnSpPr>
          <p:nvPr/>
        </p:nvCxnSpPr>
        <p:spPr>
          <a:xfrm flipH="1">
            <a:off x="5424905" y="3429000"/>
            <a:ext cx="4966" cy="30345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75F34F74-2825-4BB6-9E4E-B0F0FBB0E4B8}"/>
              </a:ext>
            </a:extLst>
          </p:cNvPr>
          <p:cNvCxnSpPr>
            <a:cxnSpLocks/>
          </p:cNvCxnSpPr>
          <p:nvPr/>
        </p:nvCxnSpPr>
        <p:spPr>
          <a:xfrm>
            <a:off x="6400630" y="3420365"/>
            <a:ext cx="0" cy="286924"/>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0644841C-FD1D-4E19-B892-D3C5DE41C91E}"/>
              </a:ext>
            </a:extLst>
          </p:cNvPr>
          <p:cNvCxnSpPr>
            <a:cxnSpLocks/>
          </p:cNvCxnSpPr>
          <p:nvPr/>
        </p:nvCxnSpPr>
        <p:spPr>
          <a:xfrm>
            <a:off x="7457265" y="3445533"/>
            <a:ext cx="0" cy="286924"/>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F431C235-F7FB-4810-AAF9-2028DB69F83D}"/>
              </a:ext>
            </a:extLst>
          </p:cNvPr>
          <p:cNvCxnSpPr>
            <a:cxnSpLocks/>
          </p:cNvCxnSpPr>
          <p:nvPr/>
        </p:nvCxnSpPr>
        <p:spPr>
          <a:xfrm flipV="1">
            <a:off x="11500673" y="2306866"/>
            <a:ext cx="6930" cy="896702"/>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1" name="Straight Arrow Connector 30">
            <a:extLst>
              <a:ext uri="{FF2B5EF4-FFF2-40B4-BE49-F238E27FC236}">
                <a16:creationId xmlns:a16="http://schemas.microsoft.com/office/drawing/2014/main" id="{EE103F1A-5F54-468F-B321-765F20EE4C04}"/>
              </a:ext>
            </a:extLst>
          </p:cNvPr>
          <p:cNvCxnSpPr>
            <a:cxnSpLocks/>
          </p:cNvCxnSpPr>
          <p:nvPr/>
        </p:nvCxnSpPr>
        <p:spPr>
          <a:xfrm flipH="1" flipV="1">
            <a:off x="4726060" y="2317885"/>
            <a:ext cx="6574" cy="69845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2" name="Straight Arrow Connector 31">
            <a:extLst>
              <a:ext uri="{FF2B5EF4-FFF2-40B4-BE49-F238E27FC236}">
                <a16:creationId xmlns:a16="http://schemas.microsoft.com/office/drawing/2014/main" id="{48B4B2AE-9230-41A6-8DF7-02BAE242B234}"/>
              </a:ext>
            </a:extLst>
          </p:cNvPr>
          <p:cNvCxnSpPr>
            <a:cxnSpLocks/>
          </p:cNvCxnSpPr>
          <p:nvPr/>
        </p:nvCxnSpPr>
        <p:spPr>
          <a:xfrm flipV="1">
            <a:off x="4941741" y="2320746"/>
            <a:ext cx="828" cy="701928"/>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93E34920-D51E-4FDB-AA02-7391A8CB488D}"/>
              </a:ext>
            </a:extLst>
          </p:cNvPr>
          <p:cNvCxnSpPr>
            <a:cxnSpLocks/>
          </p:cNvCxnSpPr>
          <p:nvPr/>
        </p:nvCxnSpPr>
        <p:spPr>
          <a:xfrm flipV="1">
            <a:off x="5138959" y="2334602"/>
            <a:ext cx="7534" cy="695958"/>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265A23CD-7E2D-4906-BDD0-DA456168336A}"/>
              </a:ext>
            </a:extLst>
          </p:cNvPr>
          <p:cNvCxnSpPr>
            <a:cxnSpLocks/>
          </p:cNvCxnSpPr>
          <p:nvPr/>
        </p:nvCxnSpPr>
        <p:spPr>
          <a:xfrm flipH="1" flipV="1">
            <a:off x="5326017" y="2328284"/>
            <a:ext cx="14305" cy="691233"/>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842DDFBC-089F-4772-BFF7-2B2A7E2A40D5}"/>
              </a:ext>
            </a:extLst>
          </p:cNvPr>
          <p:cNvCxnSpPr>
            <a:cxnSpLocks/>
          </p:cNvCxnSpPr>
          <p:nvPr/>
        </p:nvCxnSpPr>
        <p:spPr>
          <a:xfrm flipV="1">
            <a:off x="5928891" y="2365422"/>
            <a:ext cx="12361" cy="66361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35B70781-0DE3-4C36-8A6B-816C9A3EE782}"/>
              </a:ext>
            </a:extLst>
          </p:cNvPr>
          <p:cNvCxnSpPr>
            <a:cxnSpLocks/>
          </p:cNvCxnSpPr>
          <p:nvPr/>
        </p:nvCxnSpPr>
        <p:spPr>
          <a:xfrm flipV="1">
            <a:off x="5545478" y="2313819"/>
            <a:ext cx="0" cy="712674"/>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ACB1B97B-82D7-4CC8-8FD5-A2F594894B6E}"/>
              </a:ext>
            </a:extLst>
          </p:cNvPr>
          <p:cNvCxnSpPr>
            <a:cxnSpLocks/>
          </p:cNvCxnSpPr>
          <p:nvPr/>
        </p:nvCxnSpPr>
        <p:spPr>
          <a:xfrm flipV="1">
            <a:off x="6119749" y="2342375"/>
            <a:ext cx="0" cy="69192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D4DF1AB6-A1DC-4C1B-A5F3-27EFF4550DCC}"/>
              </a:ext>
            </a:extLst>
          </p:cNvPr>
          <p:cNvCxnSpPr>
            <a:cxnSpLocks/>
          </p:cNvCxnSpPr>
          <p:nvPr/>
        </p:nvCxnSpPr>
        <p:spPr>
          <a:xfrm flipV="1">
            <a:off x="9357033" y="2313819"/>
            <a:ext cx="15313" cy="920208"/>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42" name="Rectangle 41">
            <a:extLst>
              <a:ext uri="{FF2B5EF4-FFF2-40B4-BE49-F238E27FC236}">
                <a16:creationId xmlns:a16="http://schemas.microsoft.com/office/drawing/2014/main" id="{8EAA8B00-69BB-478C-88D4-99FD29016B46}"/>
              </a:ext>
            </a:extLst>
          </p:cNvPr>
          <p:cNvSpPr/>
          <p:nvPr/>
        </p:nvSpPr>
        <p:spPr>
          <a:xfrm>
            <a:off x="5273417" y="3624265"/>
            <a:ext cx="312907" cy="369332"/>
          </a:xfrm>
          <a:prstGeom prst="rect">
            <a:avLst/>
          </a:prstGeom>
          <a:noFill/>
        </p:spPr>
        <p:txBody>
          <a:bodyPr wrap="none" lIns="91440" tIns="45720" rIns="91440" bIns="45720">
            <a:spAutoFit/>
          </a:bodyPr>
          <a:lstStyle/>
          <a:p>
            <a:pPr algn="ctr"/>
            <a:r>
              <a:rPr lang="en-US" dirty="0">
                <a:ln w="0"/>
                <a:solidFill>
                  <a:schemeClr val="bg2"/>
                </a:solidFill>
                <a:effectLst>
                  <a:outerShdw blurRad="38100" dist="19050" dir="2700000" algn="tl" rotWithShape="0">
                    <a:schemeClr val="dk1">
                      <a:alpha val="40000"/>
                    </a:schemeClr>
                  </a:outerShdw>
                </a:effectLst>
              </a:rPr>
              <a:t>a</a:t>
            </a:r>
            <a:endParaRPr lang="en-US" b="0" cap="none" spc="0" dirty="0">
              <a:ln w="0"/>
              <a:solidFill>
                <a:schemeClr val="bg2"/>
              </a:solidFill>
              <a:effectLst>
                <a:outerShdw blurRad="38100" dist="19050" dir="2700000" algn="tl" rotWithShape="0">
                  <a:schemeClr val="dk1">
                    <a:alpha val="40000"/>
                  </a:schemeClr>
                </a:outerShdw>
              </a:effectLst>
            </a:endParaRPr>
          </a:p>
        </p:txBody>
      </p:sp>
      <p:sp>
        <p:nvSpPr>
          <p:cNvPr id="43" name="Rectangle 42">
            <a:extLst>
              <a:ext uri="{FF2B5EF4-FFF2-40B4-BE49-F238E27FC236}">
                <a16:creationId xmlns:a16="http://schemas.microsoft.com/office/drawing/2014/main" id="{7A02F8F2-FF26-4D0D-9844-6CB2B0F5E954}"/>
              </a:ext>
            </a:extLst>
          </p:cNvPr>
          <p:cNvSpPr/>
          <p:nvPr/>
        </p:nvSpPr>
        <p:spPr>
          <a:xfrm>
            <a:off x="6274157" y="3644267"/>
            <a:ext cx="312907" cy="369332"/>
          </a:xfrm>
          <a:prstGeom prst="rect">
            <a:avLst/>
          </a:prstGeom>
          <a:noFill/>
        </p:spPr>
        <p:txBody>
          <a:bodyPr wrap="none" lIns="91440" tIns="45720" rIns="91440" bIns="45720">
            <a:spAutoFit/>
          </a:bodyPr>
          <a:lstStyle/>
          <a:p>
            <a:pPr algn="ctr"/>
            <a:r>
              <a:rPr lang="en-US" b="0" cap="none" spc="0" dirty="0">
                <a:ln w="0"/>
                <a:solidFill>
                  <a:schemeClr val="bg2"/>
                </a:solidFill>
                <a:effectLst>
                  <a:outerShdw blurRad="38100" dist="19050" dir="2700000" algn="tl" rotWithShape="0">
                    <a:schemeClr val="dk1">
                      <a:alpha val="40000"/>
                    </a:schemeClr>
                  </a:outerShdw>
                </a:effectLst>
              </a:rPr>
              <a:t>b</a:t>
            </a:r>
          </a:p>
        </p:txBody>
      </p:sp>
      <p:sp>
        <p:nvSpPr>
          <p:cNvPr id="44" name="Rectangle 43">
            <a:extLst>
              <a:ext uri="{FF2B5EF4-FFF2-40B4-BE49-F238E27FC236}">
                <a16:creationId xmlns:a16="http://schemas.microsoft.com/office/drawing/2014/main" id="{F3BC7EE4-FA31-47C9-B96D-CB73E140ABA5}"/>
              </a:ext>
            </a:extLst>
          </p:cNvPr>
          <p:cNvSpPr/>
          <p:nvPr/>
        </p:nvSpPr>
        <p:spPr>
          <a:xfrm>
            <a:off x="7321731" y="3644267"/>
            <a:ext cx="300083" cy="369332"/>
          </a:xfrm>
          <a:prstGeom prst="rect">
            <a:avLst/>
          </a:prstGeom>
          <a:noFill/>
        </p:spPr>
        <p:txBody>
          <a:bodyPr wrap="none" lIns="91440" tIns="45720" rIns="91440" bIns="45720">
            <a:spAutoFit/>
          </a:bodyPr>
          <a:lstStyle/>
          <a:p>
            <a:pPr algn="ctr"/>
            <a:r>
              <a:rPr lang="en-US" b="0" cap="none" spc="0" dirty="0">
                <a:ln w="0"/>
                <a:solidFill>
                  <a:schemeClr val="bg2"/>
                </a:solidFill>
                <a:effectLst>
                  <a:outerShdw blurRad="38100" dist="19050" dir="2700000" algn="tl" rotWithShape="0">
                    <a:schemeClr val="dk1">
                      <a:alpha val="40000"/>
                    </a:schemeClr>
                  </a:outerShdw>
                </a:effectLst>
              </a:rPr>
              <a:t>c</a:t>
            </a:r>
          </a:p>
        </p:txBody>
      </p:sp>
      <p:sp>
        <p:nvSpPr>
          <p:cNvPr id="46" name="Rectangle 45">
            <a:extLst>
              <a:ext uri="{FF2B5EF4-FFF2-40B4-BE49-F238E27FC236}">
                <a16:creationId xmlns:a16="http://schemas.microsoft.com/office/drawing/2014/main" id="{02F4D1B1-910A-4306-9E65-70B41AB5F56E}"/>
              </a:ext>
            </a:extLst>
          </p:cNvPr>
          <p:cNvSpPr/>
          <p:nvPr/>
        </p:nvSpPr>
        <p:spPr>
          <a:xfrm>
            <a:off x="5782469" y="2292842"/>
            <a:ext cx="184731" cy="369332"/>
          </a:xfrm>
          <a:prstGeom prst="rect">
            <a:avLst/>
          </a:prstGeom>
          <a:noFill/>
        </p:spPr>
        <p:txBody>
          <a:bodyPr wrap="none" lIns="91440" tIns="45720" rIns="91440" bIns="45720">
            <a:spAutoFit/>
          </a:bodyPr>
          <a:lstStyle/>
          <a:p>
            <a:pPr algn="ctr"/>
            <a:endParaRPr lang="en-US" b="0" cap="none" spc="0">
              <a:ln w="0"/>
              <a:solidFill>
                <a:schemeClr val="bg1"/>
              </a:solidFill>
              <a:effectLst>
                <a:outerShdw blurRad="38100" dist="19050" dir="2700000" algn="tl" rotWithShape="0">
                  <a:schemeClr val="dk1">
                    <a:alpha val="40000"/>
                  </a:schemeClr>
                </a:outerShdw>
              </a:effectLst>
            </a:endParaRPr>
          </a:p>
        </p:txBody>
      </p:sp>
      <p:sp>
        <p:nvSpPr>
          <p:cNvPr id="47" name="Rectangle 46">
            <a:extLst>
              <a:ext uri="{FF2B5EF4-FFF2-40B4-BE49-F238E27FC236}">
                <a16:creationId xmlns:a16="http://schemas.microsoft.com/office/drawing/2014/main" id="{A5A39086-69DD-4B25-B9DD-F51A87ABE2C9}"/>
              </a:ext>
            </a:extLst>
          </p:cNvPr>
          <p:cNvSpPr/>
          <p:nvPr/>
        </p:nvSpPr>
        <p:spPr>
          <a:xfrm>
            <a:off x="9200579" y="1951414"/>
            <a:ext cx="312907" cy="369332"/>
          </a:xfrm>
          <a:prstGeom prst="rect">
            <a:avLst/>
          </a:prstGeom>
          <a:noFill/>
        </p:spPr>
        <p:txBody>
          <a:bodyPr wrap="none" lIns="91440" tIns="45720" rIns="91440" bIns="45720">
            <a:spAutoFit/>
          </a:bodyPr>
          <a:lstStyle/>
          <a:p>
            <a:pPr algn="ctr"/>
            <a:r>
              <a:rPr lang="en-US" dirty="0">
                <a:ln w="0"/>
                <a:effectLst>
                  <a:outerShdw blurRad="38100" dist="19050" dir="2700000" algn="tl" rotWithShape="0">
                    <a:schemeClr val="dk1">
                      <a:alpha val="40000"/>
                    </a:schemeClr>
                  </a:outerShdw>
                </a:effectLst>
              </a:rPr>
              <a:t>d</a:t>
            </a:r>
            <a:endParaRPr lang="en-US" b="0" cap="none" spc="0" dirty="0">
              <a:ln w="0"/>
              <a:effectLst>
                <a:outerShdw blurRad="38100" dist="19050" dir="2700000" algn="tl" rotWithShape="0">
                  <a:schemeClr val="dk1">
                    <a:alpha val="40000"/>
                  </a:schemeClr>
                </a:outerShdw>
              </a:effectLst>
            </a:endParaRPr>
          </a:p>
        </p:txBody>
      </p:sp>
      <p:sp>
        <p:nvSpPr>
          <p:cNvPr id="48" name="Rectangle 47">
            <a:extLst>
              <a:ext uri="{FF2B5EF4-FFF2-40B4-BE49-F238E27FC236}">
                <a16:creationId xmlns:a16="http://schemas.microsoft.com/office/drawing/2014/main" id="{F33C55D2-A037-42C4-8FA0-7E219E6F59C6}"/>
              </a:ext>
            </a:extLst>
          </p:cNvPr>
          <p:cNvSpPr/>
          <p:nvPr/>
        </p:nvSpPr>
        <p:spPr>
          <a:xfrm>
            <a:off x="10216879" y="1958952"/>
            <a:ext cx="311304"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e</a:t>
            </a:r>
          </a:p>
        </p:txBody>
      </p:sp>
      <p:sp>
        <p:nvSpPr>
          <p:cNvPr id="49" name="Rectangle 48">
            <a:extLst>
              <a:ext uri="{FF2B5EF4-FFF2-40B4-BE49-F238E27FC236}">
                <a16:creationId xmlns:a16="http://schemas.microsoft.com/office/drawing/2014/main" id="{19EF460B-92C2-45DD-A874-5DADBFBC3101}"/>
              </a:ext>
            </a:extLst>
          </p:cNvPr>
          <p:cNvSpPr/>
          <p:nvPr/>
        </p:nvSpPr>
        <p:spPr>
          <a:xfrm>
            <a:off x="10890106" y="1958952"/>
            <a:ext cx="235825" cy="369332"/>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f</a:t>
            </a:r>
          </a:p>
        </p:txBody>
      </p:sp>
      <p:sp>
        <p:nvSpPr>
          <p:cNvPr id="52" name="Rectangle 51">
            <a:extLst>
              <a:ext uri="{FF2B5EF4-FFF2-40B4-BE49-F238E27FC236}">
                <a16:creationId xmlns:a16="http://schemas.microsoft.com/office/drawing/2014/main" id="{F9AAFA97-93CE-43F0-BBDB-0129696B2F45}"/>
              </a:ext>
            </a:extLst>
          </p:cNvPr>
          <p:cNvSpPr/>
          <p:nvPr/>
        </p:nvSpPr>
        <p:spPr>
          <a:xfrm>
            <a:off x="11352324" y="1904234"/>
            <a:ext cx="293577" cy="369332"/>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g</a:t>
            </a:r>
          </a:p>
        </p:txBody>
      </p:sp>
      <p:cxnSp>
        <p:nvCxnSpPr>
          <p:cNvPr id="56" name="Straight Arrow Connector 55">
            <a:extLst>
              <a:ext uri="{FF2B5EF4-FFF2-40B4-BE49-F238E27FC236}">
                <a16:creationId xmlns:a16="http://schemas.microsoft.com/office/drawing/2014/main" id="{E174AF76-68EB-4E97-B631-DA2DE6D855C7}"/>
              </a:ext>
            </a:extLst>
          </p:cNvPr>
          <p:cNvCxnSpPr>
            <a:cxnSpLocks/>
          </p:cNvCxnSpPr>
          <p:nvPr/>
        </p:nvCxnSpPr>
        <p:spPr>
          <a:xfrm flipH="1" flipV="1">
            <a:off x="11021862" y="2282363"/>
            <a:ext cx="2" cy="954882"/>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59" name="Rectangle 58">
            <a:extLst>
              <a:ext uri="{FF2B5EF4-FFF2-40B4-BE49-F238E27FC236}">
                <a16:creationId xmlns:a16="http://schemas.microsoft.com/office/drawing/2014/main" id="{4E2C633C-B849-41DC-9C4C-BB8B162D49D5}"/>
              </a:ext>
            </a:extLst>
          </p:cNvPr>
          <p:cNvSpPr/>
          <p:nvPr/>
        </p:nvSpPr>
        <p:spPr>
          <a:xfrm>
            <a:off x="4601853" y="1917046"/>
            <a:ext cx="250035" cy="369332"/>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k</a:t>
            </a:r>
          </a:p>
        </p:txBody>
      </p:sp>
      <p:sp>
        <p:nvSpPr>
          <p:cNvPr id="60" name="Rectangle 59">
            <a:extLst>
              <a:ext uri="{FF2B5EF4-FFF2-40B4-BE49-F238E27FC236}">
                <a16:creationId xmlns:a16="http://schemas.microsoft.com/office/drawing/2014/main" id="{C5015B18-F76A-40AE-9C2F-6AE1C6288299}"/>
              </a:ext>
            </a:extLst>
          </p:cNvPr>
          <p:cNvSpPr/>
          <p:nvPr/>
        </p:nvSpPr>
        <p:spPr>
          <a:xfrm>
            <a:off x="4821636" y="1913031"/>
            <a:ext cx="250035" cy="369332"/>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l</a:t>
            </a:r>
          </a:p>
        </p:txBody>
      </p:sp>
      <p:sp>
        <p:nvSpPr>
          <p:cNvPr id="61" name="Rectangle 60">
            <a:extLst>
              <a:ext uri="{FF2B5EF4-FFF2-40B4-BE49-F238E27FC236}">
                <a16:creationId xmlns:a16="http://schemas.microsoft.com/office/drawing/2014/main" id="{D16970F8-56A7-4CD2-9278-EBACA3430458}"/>
              </a:ext>
            </a:extLst>
          </p:cNvPr>
          <p:cNvSpPr/>
          <p:nvPr/>
        </p:nvSpPr>
        <p:spPr>
          <a:xfrm>
            <a:off x="5030667" y="1909546"/>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m</a:t>
            </a:r>
          </a:p>
        </p:txBody>
      </p:sp>
      <p:sp>
        <p:nvSpPr>
          <p:cNvPr id="62" name="Rectangle 61">
            <a:extLst>
              <a:ext uri="{FF2B5EF4-FFF2-40B4-BE49-F238E27FC236}">
                <a16:creationId xmlns:a16="http://schemas.microsoft.com/office/drawing/2014/main" id="{CBAB9F9F-78FD-4B0D-ADA1-8519787CFCF2}"/>
              </a:ext>
            </a:extLst>
          </p:cNvPr>
          <p:cNvSpPr/>
          <p:nvPr/>
        </p:nvSpPr>
        <p:spPr>
          <a:xfrm>
            <a:off x="5224856" y="1911407"/>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n</a:t>
            </a:r>
          </a:p>
        </p:txBody>
      </p:sp>
      <p:sp>
        <p:nvSpPr>
          <p:cNvPr id="63" name="Rectangle 62">
            <a:extLst>
              <a:ext uri="{FF2B5EF4-FFF2-40B4-BE49-F238E27FC236}">
                <a16:creationId xmlns:a16="http://schemas.microsoft.com/office/drawing/2014/main" id="{B3609023-8C7C-4C14-87E7-0E3499124E5E}"/>
              </a:ext>
            </a:extLst>
          </p:cNvPr>
          <p:cNvSpPr/>
          <p:nvPr/>
        </p:nvSpPr>
        <p:spPr>
          <a:xfrm>
            <a:off x="5428457" y="1917046"/>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o</a:t>
            </a:r>
          </a:p>
        </p:txBody>
      </p:sp>
      <p:sp>
        <p:nvSpPr>
          <p:cNvPr id="65" name="Rectangle 64">
            <a:extLst>
              <a:ext uri="{FF2B5EF4-FFF2-40B4-BE49-F238E27FC236}">
                <a16:creationId xmlns:a16="http://schemas.microsoft.com/office/drawing/2014/main" id="{0E28B023-9E08-4DF8-B775-80AB576C6514}"/>
              </a:ext>
            </a:extLst>
          </p:cNvPr>
          <p:cNvSpPr/>
          <p:nvPr/>
        </p:nvSpPr>
        <p:spPr>
          <a:xfrm>
            <a:off x="5678057" y="3034295"/>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6" name="Straight Arrow Connector 65">
            <a:extLst>
              <a:ext uri="{FF2B5EF4-FFF2-40B4-BE49-F238E27FC236}">
                <a16:creationId xmlns:a16="http://schemas.microsoft.com/office/drawing/2014/main" id="{F9358001-3B16-43B6-8317-18EDB6E0E0AC}"/>
              </a:ext>
            </a:extLst>
          </p:cNvPr>
          <p:cNvCxnSpPr>
            <a:cxnSpLocks/>
          </p:cNvCxnSpPr>
          <p:nvPr/>
        </p:nvCxnSpPr>
        <p:spPr>
          <a:xfrm flipV="1">
            <a:off x="5737747" y="2338274"/>
            <a:ext cx="0" cy="69602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24777F6D-7088-4ADA-BF25-5D53B273EF65}"/>
              </a:ext>
            </a:extLst>
          </p:cNvPr>
          <p:cNvSpPr/>
          <p:nvPr/>
        </p:nvSpPr>
        <p:spPr>
          <a:xfrm>
            <a:off x="5645755" y="1891041"/>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p</a:t>
            </a:r>
          </a:p>
        </p:txBody>
      </p:sp>
      <p:sp>
        <p:nvSpPr>
          <p:cNvPr id="68" name="Rectangle 67">
            <a:extLst>
              <a:ext uri="{FF2B5EF4-FFF2-40B4-BE49-F238E27FC236}">
                <a16:creationId xmlns:a16="http://schemas.microsoft.com/office/drawing/2014/main" id="{B19793C2-649C-41FD-A7F9-870670CFECA4}"/>
              </a:ext>
            </a:extLst>
          </p:cNvPr>
          <p:cNvSpPr/>
          <p:nvPr/>
        </p:nvSpPr>
        <p:spPr>
          <a:xfrm>
            <a:off x="5811578" y="1905172"/>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q</a:t>
            </a:r>
          </a:p>
        </p:txBody>
      </p:sp>
      <p:sp>
        <p:nvSpPr>
          <p:cNvPr id="69" name="Rectangle 68">
            <a:extLst>
              <a:ext uri="{FF2B5EF4-FFF2-40B4-BE49-F238E27FC236}">
                <a16:creationId xmlns:a16="http://schemas.microsoft.com/office/drawing/2014/main" id="{E86BA017-5C57-41A7-B31A-84723C421A80}"/>
              </a:ext>
            </a:extLst>
          </p:cNvPr>
          <p:cNvSpPr/>
          <p:nvPr/>
        </p:nvSpPr>
        <p:spPr>
          <a:xfrm>
            <a:off x="6282557" y="3030742"/>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0" name="Straight Arrow Connector 69">
            <a:extLst>
              <a:ext uri="{FF2B5EF4-FFF2-40B4-BE49-F238E27FC236}">
                <a16:creationId xmlns:a16="http://schemas.microsoft.com/office/drawing/2014/main" id="{ECDBCFBA-7942-42A4-A12D-2FFBF0A2F4D5}"/>
              </a:ext>
            </a:extLst>
          </p:cNvPr>
          <p:cNvCxnSpPr>
            <a:cxnSpLocks/>
          </p:cNvCxnSpPr>
          <p:nvPr/>
        </p:nvCxnSpPr>
        <p:spPr>
          <a:xfrm flipV="1">
            <a:off x="6345987" y="2373075"/>
            <a:ext cx="12361" cy="66361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6C4D7D94-9E56-4599-8545-C29FFCA762C8}"/>
              </a:ext>
            </a:extLst>
          </p:cNvPr>
          <p:cNvSpPr/>
          <p:nvPr/>
        </p:nvSpPr>
        <p:spPr>
          <a:xfrm>
            <a:off x="6244926" y="1927196"/>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s</a:t>
            </a:r>
          </a:p>
        </p:txBody>
      </p:sp>
      <p:sp>
        <p:nvSpPr>
          <p:cNvPr id="72" name="Rectangle 71">
            <a:extLst>
              <a:ext uri="{FF2B5EF4-FFF2-40B4-BE49-F238E27FC236}">
                <a16:creationId xmlns:a16="http://schemas.microsoft.com/office/drawing/2014/main" id="{3613D052-557D-4DB4-84D3-50D1B9744F85}"/>
              </a:ext>
            </a:extLst>
          </p:cNvPr>
          <p:cNvSpPr/>
          <p:nvPr/>
        </p:nvSpPr>
        <p:spPr>
          <a:xfrm>
            <a:off x="6484450" y="3030742"/>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3" name="Straight Arrow Connector 72">
            <a:extLst>
              <a:ext uri="{FF2B5EF4-FFF2-40B4-BE49-F238E27FC236}">
                <a16:creationId xmlns:a16="http://schemas.microsoft.com/office/drawing/2014/main" id="{2C759DA3-9E12-4EEE-8D7C-08E405673D1A}"/>
              </a:ext>
            </a:extLst>
          </p:cNvPr>
          <p:cNvCxnSpPr>
            <a:cxnSpLocks/>
          </p:cNvCxnSpPr>
          <p:nvPr/>
        </p:nvCxnSpPr>
        <p:spPr>
          <a:xfrm flipV="1">
            <a:off x="6553808" y="2372718"/>
            <a:ext cx="12361" cy="66361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74" name="Rectangle 73">
            <a:extLst>
              <a:ext uri="{FF2B5EF4-FFF2-40B4-BE49-F238E27FC236}">
                <a16:creationId xmlns:a16="http://schemas.microsoft.com/office/drawing/2014/main" id="{668B929A-5414-4E82-983A-74E06B881389}"/>
              </a:ext>
            </a:extLst>
          </p:cNvPr>
          <p:cNvSpPr/>
          <p:nvPr/>
        </p:nvSpPr>
        <p:spPr>
          <a:xfrm>
            <a:off x="6440397" y="1946303"/>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t</a:t>
            </a:r>
          </a:p>
        </p:txBody>
      </p:sp>
      <p:cxnSp>
        <p:nvCxnSpPr>
          <p:cNvPr id="76" name="Straight Arrow Connector 75">
            <a:extLst>
              <a:ext uri="{FF2B5EF4-FFF2-40B4-BE49-F238E27FC236}">
                <a16:creationId xmlns:a16="http://schemas.microsoft.com/office/drawing/2014/main" id="{93918F9F-C47E-4D7E-A67B-4E7D1F249FAA}"/>
              </a:ext>
            </a:extLst>
          </p:cNvPr>
          <p:cNvCxnSpPr>
            <a:cxnSpLocks/>
          </p:cNvCxnSpPr>
          <p:nvPr/>
        </p:nvCxnSpPr>
        <p:spPr>
          <a:xfrm flipV="1">
            <a:off x="6751182" y="2381752"/>
            <a:ext cx="12361" cy="66361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77" name="Rectangle 76">
            <a:extLst>
              <a:ext uri="{FF2B5EF4-FFF2-40B4-BE49-F238E27FC236}">
                <a16:creationId xmlns:a16="http://schemas.microsoft.com/office/drawing/2014/main" id="{082642B3-18F4-400E-9855-35F086906137}"/>
              </a:ext>
            </a:extLst>
          </p:cNvPr>
          <p:cNvSpPr/>
          <p:nvPr/>
        </p:nvSpPr>
        <p:spPr>
          <a:xfrm>
            <a:off x="6648586" y="1932411"/>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u</a:t>
            </a:r>
          </a:p>
        </p:txBody>
      </p:sp>
      <p:sp>
        <p:nvSpPr>
          <p:cNvPr id="78" name="Rectangle 77">
            <a:extLst>
              <a:ext uri="{FF2B5EF4-FFF2-40B4-BE49-F238E27FC236}">
                <a16:creationId xmlns:a16="http://schemas.microsoft.com/office/drawing/2014/main" id="{9EB76298-98A9-4E97-BA3F-3B6E4C73C572}"/>
              </a:ext>
            </a:extLst>
          </p:cNvPr>
          <p:cNvSpPr/>
          <p:nvPr/>
        </p:nvSpPr>
        <p:spPr>
          <a:xfrm>
            <a:off x="6004436" y="1937876"/>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r</a:t>
            </a:r>
          </a:p>
        </p:txBody>
      </p:sp>
      <p:sp>
        <p:nvSpPr>
          <p:cNvPr id="3" name="Rectangle 2">
            <a:extLst>
              <a:ext uri="{FF2B5EF4-FFF2-40B4-BE49-F238E27FC236}">
                <a16:creationId xmlns:a16="http://schemas.microsoft.com/office/drawing/2014/main" id="{26F969B8-AB8E-878F-115B-CA63DD82F1AD}"/>
              </a:ext>
            </a:extLst>
          </p:cNvPr>
          <p:cNvSpPr/>
          <p:nvPr/>
        </p:nvSpPr>
        <p:spPr>
          <a:xfrm>
            <a:off x="6688112" y="3030742"/>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665FDAD-BF70-6809-06F8-FB5AF954CA2A}"/>
              </a:ext>
            </a:extLst>
          </p:cNvPr>
          <p:cNvSpPr/>
          <p:nvPr/>
        </p:nvSpPr>
        <p:spPr>
          <a:xfrm>
            <a:off x="6884012" y="3023324"/>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C7B41677-8395-F5D1-D5F9-BEA7D2358369}"/>
              </a:ext>
            </a:extLst>
          </p:cNvPr>
          <p:cNvSpPr/>
          <p:nvPr/>
        </p:nvSpPr>
        <p:spPr>
          <a:xfrm>
            <a:off x="7127028" y="3016270"/>
            <a:ext cx="177299" cy="194715"/>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0" name="Straight Arrow Connector 79">
            <a:extLst>
              <a:ext uri="{FF2B5EF4-FFF2-40B4-BE49-F238E27FC236}">
                <a16:creationId xmlns:a16="http://schemas.microsoft.com/office/drawing/2014/main" id="{ABA7D21A-B68A-0C78-68D3-A9E4742893A3}"/>
              </a:ext>
            </a:extLst>
          </p:cNvPr>
          <p:cNvCxnSpPr>
            <a:cxnSpLocks/>
          </p:cNvCxnSpPr>
          <p:nvPr/>
        </p:nvCxnSpPr>
        <p:spPr>
          <a:xfrm flipV="1">
            <a:off x="6939818" y="2372718"/>
            <a:ext cx="12361" cy="66361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1" name="Straight Arrow Connector 80">
            <a:extLst>
              <a:ext uri="{FF2B5EF4-FFF2-40B4-BE49-F238E27FC236}">
                <a16:creationId xmlns:a16="http://schemas.microsoft.com/office/drawing/2014/main" id="{F4457979-E940-A1A8-6C52-ECA4A817E57E}"/>
              </a:ext>
            </a:extLst>
          </p:cNvPr>
          <p:cNvCxnSpPr>
            <a:cxnSpLocks/>
          </p:cNvCxnSpPr>
          <p:nvPr/>
        </p:nvCxnSpPr>
        <p:spPr>
          <a:xfrm flipV="1">
            <a:off x="7220128" y="2355902"/>
            <a:ext cx="12361" cy="66361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3" name="Straight Arrow Connector 82">
            <a:extLst>
              <a:ext uri="{FF2B5EF4-FFF2-40B4-BE49-F238E27FC236}">
                <a16:creationId xmlns:a16="http://schemas.microsoft.com/office/drawing/2014/main" id="{95131B6C-2343-4FC7-B2BE-1231D59DA4C6}"/>
              </a:ext>
            </a:extLst>
          </p:cNvPr>
          <p:cNvCxnSpPr>
            <a:cxnSpLocks/>
          </p:cNvCxnSpPr>
          <p:nvPr/>
        </p:nvCxnSpPr>
        <p:spPr>
          <a:xfrm flipV="1">
            <a:off x="10357943" y="2320746"/>
            <a:ext cx="15313" cy="920208"/>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84" name="Rectangle 83">
            <a:extLst>
              <a:ext uri="{FF2B5EF4-FFF2-40B4-BE49-F238E27FC236}">
                <a16:creationId xmlns:a16="http://schemas.microsoft.com/office/drawing/2014/main" id="{D9E51857-2577-5706-9010-DC5EAB936A2C}"/>
              </a:ext>
            </a:extLst>
          </p:cNvPr>
          <p:cNvSpPr/>
          <p:nvPr/>
        </p:nvSpPr>
        <p:spPr>
          <a:xfrm>
            <a:off x="6849516" y="1934326"/>
            <a:ext cx="221823" cy="368394"/>
          </a:xfrm>
          <a:prstGeom prst="rect">
            <a:avLst/>
          </a:prstGeom>
          <a:noFill/>
        </p:spPr>
        <p:txBody>
          <a:bodyPr wrap="square" lIns="91440" tIns="45720" rIns="91440" bIns="45720">
            <a:spAutoFit/>
          </a:bodyPr>
          <a:lstStyle/>
          <a:p>
            <a:pPr algn="ctr"/>
            <a:r>
              <a:rPr lang="en-US" dirty="0">
                <a:ln w="0"/>
                <a:effectLst>
                  <a:outerShdw blurRad="38100" dist="19050" dir="2700000" algn="tl" rotWithShape="0">
                    <a:schemeClr val="dk1">
                      <a:alpha val="40000"/>
                    </a:schemeClr>
                  </a:outerShdw>
                </a:effectLst>
              </a:rPr>
              <a:t>v</a:t>
            </a:r>
            <a:endParaRPr lang="en-US" b="0" cap="none" spc="0" dirty="0">
              <a:ln w="0"/>
              <a:effectLst>
                <a:outerShdw blurRad="38100" dist="19050" dir="2700000" algn="tl" rotWithShape="0">
                  <a:schemeClr val="dk1">
                    <a:alpha val="40000"/>
                  </a:schemeClr>
                </a:outerShdw>
              </a:effectLst>
            </a:endParaRPr>
          </a:p>
        </p:txBody>
      </p:sp>
      <p:sp>
        <p:nvSpPr>
          <p:cNvPr id="85" name="Rectangle 84">
            <a:extLst>
              <a:ext uri="{FF2B5EF4-FFF2-40B4-BE49-F238E27FC236}">
                <a16:creationId xmlns:a16="http://schemas.microsoft.com/office/drawing/2014/main" id="{049D10B2-8B3E-8BDB-A529-273D4A14C6A9}"/>
              </a:ext>
            </a:extLst>
          </p:cNvPr>
          <p:cNvSpPr/>
          <p:nvPr/>
        </p:nvSpPr>
        <p:spPr>
          <a:xfrm>
            <a:off x="7115396" y="1934326"/>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w</a:t>
            </a:r>
          </a:p>
        </p:txBody>
      </p:sp>
    </p:spTree>
    <p:extLst>
      <p:ext uri="{BB962C8B-B14F-4D97-AF65-F5344CB8AC3E}">
        <p14:creationId xmlns:p14="http://schemas.microsoft.com/office/powerpoint/2010/main" val="13308155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03CBEAC-4C65-4E61-973D-19DBD9A9859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734734" y="2728871"/>
            <a:ext cx="9279571" cy="3570026"/>
          </a:xfrm>
          <a:prstGeom prst="rect">
            <a:avLst/>
          </a:prstGeom>
        </p:spPr>
      </p:pic>
      <p:sp>
        <p:nvSpPr>
          <p:cNvPr id="2" name="Title 1">
            <a:extLst>
              <a:ext uri="{FF2B5EF4-FFF2-40B4-BE49-F238E27FC236}">
                <a16:creationId xmlns:a16="http://schemas.microsoft.com/office/drawing/2014/main" id="{13738989-DEE2-4BF2-B26C-7D15A8365866}"/>
              </a:ext>
            </a:extLst>
          </p:cNvPr>
          <p:cNvSpPr>
            <a:spLocks noGrp="1"/>
          </p:cNvSpPr>
          <p:nvPr>
            <p:ph type="title"/>
          </p:nvPr>
        </p:nvSpPr>
        <p:spPr>
          <a:xfrm>
            <a:off x="410322" y="134509"/>
            <a:ext cx="11201401" cy="492443"/>
          </a:xfrm>
        </p:spPr>
        <p:txBody>
          <a:bodyPr/>
          <a:lstStyle/>
          <a:p>
            <a:r>
              <a:rPr lang="en-US" altLang="en-US" sz="3200" kern="0" dirty="0"/>
              <a:t>Event Management – </a:t>
            </a:r>
            <a:r>
              <a:rPr lang="en-AU" sz="3200" dirty="0">
                <a:latin typeface="+mn-lt"/>
              </a:rPr>
              <a:t>INVESTIGATE</a:t>
            </a:r>
            <a:endParaRPr lang="en-US" sz="3200" dirty="0"/>
          </a:p>
        </p:txBody>
      </p:sp>
      <p:sp>
        <p:nvSpPr>
          <p:cNvPr id="4" name="Slide Number Placeholder 3">
            <a:extLst>
              <a:ext uri="{FF2B5EF4-FFF2-40B4-BE49-F238E27FC236}">
                <a16:creationId xmlns:a16="http://schemas.microsoft.com/office/drawing/2014/main" id="{4FB09EEC-D425-4CD7-8EC9-57CC9DE506E2}"/>
              </a:ext>
            </a:extLst>
          </p:cNvPr>
          <p:cNvSpPr>
            <a:spLocks noGrp="1"/>
          </p:cNvSpPr>
          <p:nvPr>
            <p:ph type="sldNum" sz="quarter" idx="12"/>
          </p:nvPr>
        </p:nvSpPr>
        <p:spPr/>
        <p:txBody>
          <a:bodyPr/>
          <a:lstStyle/>
          <a:p>
            <a:fld id="{7B94EC18-1D2B-4535-B738-0E53AFE26620}" type="slidenum">
              <a:rPr lang="en-US" smtClean="0"/>
              <a:t>45</a:t>
            </a:fld>
            <a:endParaRPr lang="en-US"/>
          </a:p>
        </p:txBody>
      </p:sp>
      <p:sp>
        <p:nvSpPr>
          <p:cNvPr id="6" name="Rectangle 5">
            <a:extLst>
              <a:ext uri="{FF2B5EF4-FFF2-40B4-BE49-F238E27FC236}">
                <a16:creationId xmlns:a16="http://schemas.microsoft.com/office/drawing/2014/main" id="{9B962202-AF22-4E9B-B957-1855ABC826F8}"/>
              </a:ext>
            </a:extLst>
          </p:cNvPr>
          <p:cNvSpPr/>
          <p:nvPr/>
        </p:nvSpPr>
        <p:spPr>
          <a:xfrm>
            <a:off x="104347" y="831435"/>
            <a:ext cx="6508241" cy="5755422"/>
          </a:xfrm>
          <a:prstGeom prst="rect">
            <a:avLst/>
          </a:prstGeom>
          <a:ln>
            <a:noFill/>
          </a:ln>
        </p:spPr>
        <p:txBody>
          <a:bodyPr wrap="square" anchor="t">
            <a:spAutoFit/>
          </a:bodyPr>
          <a:lstStyle/>
          <a:p>
            <a:pPr marL="342900" indent="-342900" fontAlgn="base">
              <a:spcAft>
                <a:spcPct val="0"/>
              </a:spcAft>
              <a:buFont typeface="+mj-lt"/>
              <a:buAutoNum type="arabicParenR"/>
            </a:pPr>
            <a:r>
              <a:rPr lang="en-AU" altLang="en-US" sz="1600" dirty="0">
                <a:solidFill>
                  <a:schemeClr val="tx1">
                    <a:lumMod val="50000"/>
                  </a:schemeClr>
                </a:solidFill>
                <a:cs typeface="Arial" panose="020B0604020202020204" pitchFamily="34" charset="0"/>
              </a:rPr>
              <a:t>On Accepting any Fault from the Monitor View for any Asset we can see the Accepted Fault on the Investigate View. The following details are displayed on the Investigate View-</a:t>
            </a:r>
          </a:p>
          <a:p>
            <a:pPr marL="800100" lvl="1" indent="-342900" fontAlgn="base">
              <a:spcAft>
                <a:spcPct val="0"/>
              </a:spcAft>
              <a:buFont typeface="+mj-lt"/>
              <a:buAutoNum type="alphaLcPeriod"/>
            </a:pPr>
            <a:r>
              <a:rPr lang="en-AU" altLang="en-US" sz="1600" dirty="0">
                <a:solidFill>
                  <a:schemeClr val="tx1">
                    <a:lumMod val="50000"/>
                  </a:schemeClr>
                </a:solidFill>
                <a:cs typeface="Arial"/>
              </a:rPr>
              <a:t>Type</a:t>
            </a:r>
          </a:p>
          <a:p>
            <a:pPr marL="800100" lvl="1" indent="-342900" fontAlgn="base">
              <a:spcAft>
                <a:spcPct val="0"/>
              </a:spcAft>
              <a:buFont typeface="+mj-lt"/>
              <a:buAutoNum type="alphaLcPeriod"/>
            </a:pPr>
            <a:r>
              <a:rPr lang="en-AU" altLang="en-US" sz="1600" dirty="0">
                <a:solidFill>
                  <a:schemeClr val="tx1">
                    <a:lumMod val="50000"/>
                  </a:schemeClr>
                </a:solidFill>
                <a:cs typeface="Arial"/>
              </a:rPr>
              <a:t>Priority</a:t>
            </a:r>
          </a:p>
          <a:p>
            <a:pPr marL="800100" lvl="1" indent="-342900" fontAlgn="base">
              <a:spcAft>
                <a:spcPct val="0"/>
              </a:spcAft>
              <a:buFont typeface="+mj-lt"/>
              <a:buAutoNum type="alphaLcPeriod"/>
            </a:pPr>
            <a:r>
              <a:rPr lang="en-AU" altLang="en-US" sz="1600" dirty="0">
                <a:solidFill>
                  <a:schemeClr val="tx1">
                    <a:lumMod val="50000"/>
                  </a:schemeClr>
                </a:solidFill>
                <a:cs typeface="Arial"/>
              </a:rPr>
              <a:t>Start Time</a:t>
            </a:r>
          </a:p>
          <a:p>
            <a:pPr marL="800100" lvl="1" indent="-342900" fontAlgn="base">
              <a:spcAft>
                <a:spcPct val="0"/>
              </a:spcAft>
              <a:buFont typeface="+mj-lt"/>
              <a:buAutoNum type="alphaLcPeriod"/>
            </a:pPr>
            <a:r>
              <a:rPr lang="en-AU" altLang="en-US" sz="1600" dirty="0">
                <a:solidFill>
                  <a:schemeClr val="tx1">
                    <a:lumMod val="50000"/>
                  </a:schemeClr>
                </a:solidFill>
                <a:cs typeface="Arial"/>
              </a:rPr>
              <a:t>Name</a:t>
            </a:r>
          </a:p>
          <a:p>
            <a:pPr marL="800100" lvl="1" indent="-342900" fontAlgn="base">
              <a:spcAft>
                <a:spcPct val="0"/>
              </a:spcAft>
              <a:buFont typeface="+mj-lt"/>
              <a:buAutoNum type="alphaLcPeriod"/>
            </a:pPr>
            <a:r>
              <a:rPr lang="en-AU" altLang="en-US" sz="1600" dirty="0">
                <a:solidFill>
                  <a:schemeClr val="tx1">
                    <a:lumMod val="50000"/>
                  </a:schemeClr>
                </a:solidFill>
                <a:cs typeface="Arial"/>
              </a:rPr>
              <a:t>Description</a:t>
            </a:r>
          </a:p>
          <a:p>
            <a:pPr marL="800100" lvl="1" indent="-342900" fontAlgn="base">
              <a:spcAft>
                <a:spcPct val="0"/>
              </a:spcAft>
              <a:buFont typeface="+mj-lt"/>
              <a:buAutoNum type="alphaLcPeriod"/>
            </a:pPr>
            <a:r>
              <a:rPr lang="en-AU" altLang="en-US" sz="1600" dirty="0">
                <a:solidFill>
                  <a:schemeClr val="tx1">
                    <a:lumMod val="50000"/>
                  </a:schemeClr>
                </a:solidFill>
                <a:cs typeface="Arial"/>
              </a:rPr>
              <a:t>Asset Name</a:t>
            </a:r>
          </a:p>
          <a:p>
            <a:pPr marL="800100" lvl="1" indent="-342900" fontAlgn="base">
              <a:spcAft>
                <a:spcPct val="0"/>
              </a:spcAft>
              <a:buFont typeface="+mj-lt"/>
              <a:buAutoNum type="alphaLcPeriod"/>
            </a:pPr>
            <a:r>
              <a:rPr lang="en-AU" altLang="en-US" sz="1600" dirty="0">
                <a:solidFill>
                  <a:schemeClr val="tx1">
                    <a:lumMod val="50000"/>
                  </a:schemeClr>
                </a:solidFill>
                <a:cs typeface="Arial"/>
              </a:rPr>
              <a:t>Event Status</a:t>
            </a:r>
          </a:p>
          <a:p>
            <a:pPr marL="800100" lvl="1" indent="-342900" fontAlgn="base">
              <a:spcAft>
                <a:spcPct val="0"/>
              </a:spcAft>
              <a:buFont typeface="+mj-lt"/>
              <a:buAutoNum type="alphaLcPeriod"/>
            </a:pPr>
            <a:r>
              <a:rPr lang="en-AU" altLang="en-US" sz="1600" dirty="0">
                <a:solidFill>
                  <a:schemeClr val="tx1">
                    <a:lumMod val="50000"/>
                  </a:schemeClr>
                </a:solidFill>
                <a:cs typeface="Arial"/>
              </a:rPr>
              <a:t>Condition</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a:solidFill>
                  <a:schemeClr val="tx1">
                    <a:lumMod val="50000"/>
                  </a:schemeClr>
                </a:solidFill>
                <a:cs typeface="Arial"/>
              </a:rPr>
              <a:t>Asset Status</a:t>
            </a:r>
          </a:p>
          <a:p>
            <a:pPr marL="800100" lvl="1" indent="-342900" fontAlgn="base">
              <a:spcAft>
                <a:spcPct val="0"/>
              </a:spcAft>
              <a:buFont typeface="+mj-lt"/>
              <a:buAutoNum type="alphaLcPeriod"/>
            </a:pPr>
            <a:r>
              <a:rPr lang="en-AU" altLang="en-US" sz="1600" dirty="0">
                <a:solidFill>
                  <a:schemeClr val="tx1">
                    <a:lumMod val="50000"/>
                  </a:schemeClr>
                </a:solidFill>
                <a:cs typeface="Arial"/>
              </a:rPr>
              <a:t>Locked</a:t>
            </a:r>
          </a:p>
          <a:p>
            <a:pPr marL="800100" lvl="1" indent="-342900" fontAlgn="base">
              <a:spcAft>
                <a:spcPct val="0"/>
              </a:spcAft>
              <a:buFont typeface="+mj-lt"/>
              <a:buAutoNum type="alphaLcPeriod"/>
            </a:pPr>
            <a:r>
              <a:rPr lang="en-AU" altLang="en-US" sz="1600" dirty="0" err="1">
                <a:solidFill>
                  <a:schemeClr val="tx1">
                    <a:lumMod val="50000"/>
                  </a:schemeClr>
                </a:solidFill>
                <a:cs typeface="Arial"/>
              </a:rPr>
              <a:t>Unaccept</a:t>
            </a:r>
            <a:endParaRPr lang="en-AU" altLang="en-US" sz="1600" dirty="0">
              <a:solidFill>
                <a:schemeClr val="tx1">
                  <a:lumMod val="50000"/>
                </a:schemeClr>
              </a:solidFill>
              <a:cs typeface="Arial"/>
            </a:endParaRPr>
          </a:p>
          <a:p>
            <a:pPr marL="800100" lvl="1" indent="-342900" fontAlgn="base">
              <a:spcAft>
                <a:spcPct val="0"/>
              </a:spcAft>
              <a:buFont typeface="+mj-lt"/>
              <a:buAutoNum type="alphaLcPeriod"/>
            </a:pPr>
            <a:r>
              <a:rPr lang="en-AU" altLang="en-US" sz="1600" dirty="0">
                <a:solidFill>
                  <a:schemeClr val="tx1">
                    <a:lumMod val="50000"/>
                  </a:schemeClr>
                </a:solidFill>
                <a:cs typeface="Arial"/>
              </a:rPr>
              <a:t>Reject</a:t>
            </a:r>
          </a:p>
          <a:p>
            <a:pPr marL="800100" lvl="1" indent="-342900" fontAlgn="base">
              <a:spcAft>
                <a:spcPct val="0"/>
              </a:spcAft>
              <a:buFont typeface="+mj-lt"/>
              <a:buAutoNum type="alphaLcPeriod"/>
            </a:pPr>
            <a:r>
              <a:rPr lang="en-AU" altLang="en-US" sz="1600" dirty="0">
                <a:solidFill>
                  <a:schemeClr val="tx1">
                    <a:lumMod val="50000"/>
                  </a:schemeClr>
                </a:solidFill>
                <a:cs typeface="Arial"/>
              </a:rPr>
              <a:t>Close</a:t>
            </a:r>
          </a:p>
          <a:p>
            <a:pPr marL="800100" lvl="1" indent="-342900" fontAlgn="base">
              <a:spcAft>
                <a:spcPct val="0"/>
              </a:spcAft>
              <a:buFont typeface="+mj-lt"/>
              <a:buAutoNum type="alphaLcPeriod"/>
            </a:pPr>
            <a:r>
              <a:rPr lang="en-AU" altLang="en-US" sz="1600" dirty="0">
                <a:solidFill>
                  <a:schemeClr val="tx1">
                    <a:lumMod val="50000"/>
                  </a:schemeClr>
                </a:solidFill>
                <a:cs typeface="Arial"/>
              </a:rPr>
              <a:t>Add Comment</a:t>
            </a:r>
          </a:p>
          <a:p>
            <a:pPr marL="800100" lvl="1" indent="-342900" fontAlgn="base">
              <a:spcAft>
                <a:spcPct val="0"/>
              </a:spcAft>
              <a:buFont typeface="+mj-lt"/>
              <a:buAutoNum type="alphaLcPeriod"/>
            </a:pPr>
            <a:r>
              <a:rPr lang="en-AU" altLang="en-US" sz="1600" dirty="0">
                <a:solidFill>
                  <a:schemeClr val="tx1">
                    <a:lumMod val="50000"/>
                  </a:schemeClr>
                </a:solidFill>
                <a:cs typeface="Arial"/>
              </a:rPr>
              <a:t>Lock</a:t>
            </a:r>
          </a:p>
          <a:p>
            <a:pPr marL="800100" lvl="1" indent="-342900" fontAlgn="base">
              <a:spcAft>
                <a:spcPct val="0"/>
              </a:spcAft>
              <a:buFont typeface="+mj-lt"/>
              <a:buAutoNum type="alphaLcPeriod"/>
            </a:pPr>
            <a:r>
              <a:rPr lang="en-AU" altLang="en-US" sz="1600" dirty="0">
                <a:solidFill>
                  <a:schemeClr val="tx1">
                    <a:lumMod val="50000"/>
                  </a:schemeClr>
                </a:solidFill>
                <a:cs typeface="Arial"/>
              </a:rPr>
              <a:t>Export</a:t>
            </a:r>
          </a:p>
          <a:p>
            <a:pPr marL="800100" lvl="1" indent="-342900" fontAlgn="base">
              <a:spcAft>
                <a:spcPct val="0"/>
              </a:spcAft>
              <a:buFont typeface="+mj-lt"/>
              <a:buAutoNum type="alphaLcPeriod"/>
            </a:pPr>
            <a:r>
              <a:rPr lang="en-AU" altLang="en-US" sz="1600" dirty="0">
                <a:solidFill>
                  <a:schemeClr val="tx1">
                    <a:lumMod val="50000"/>
                  </a:schemeClr>
                </a:solidFill>
                <a:cs typeface="Arial"/>
              </a:rPr>
              <a:t>Show Event Detail</a:t>
            </a:r>
          </a:p>
          <a:p>
            <a:pPr marL="800100" lvl="1" indent="-342900" fontAlgn="base">
              <a:spcAft>
                <a:spcPct val="0"/>
              </a:spcAft>
              <a:buFont typeface="+mj-lt"/>
              <a:buAutoNum type="alphaLcPeriod"/>
            </a:pPr>
            <a:r>
              <a:rPr lang="en-AU" altLang="en-US" sz="1600" dirty="0">
                <a:solidFill>
                  <a:schemeClr val="tx1">
                    <a:lumMod val="50000"/>
                  </a:schemeClr>
                </a:solidFill>
                <a:cs typeface="Arial"/>
              </a:rPr>
              <a:t>Edit Event Details</a:t>
            </a:r>
          </a:p>
          <a:p>
            <a:pPr marL="800100" lvl="1" indent="-342900" fontAlgn="base">
              <a:spcAft>
                <a:spcPct val="0"/>
              </a:spcAft>
              <a:buFont typeface="+mj-lt"/>
              <a:buAutoNum type="alphaLcPeriod"/>
            </a:pPr>
            <a:r>
              <a:rPr lang="en-AU" altLang="en-US" sz="1600" dirty="0">
                <a:solidFill>
                  <a:schemeClr val="tx1">
                    <a:lumMod val="50000"/>
                  </a:schemeClr>
                </a:solidFill>
                <a:cs typeface="Arial"/>
              </a:rPr>
              <a:t>Filter to time range</a:t>
            </a:r>
          </a:p>
          <a:p>
            <a:pPr marL="800100" lvl="1" indent="-342900" fontAlgn="base">
              <a:spcAft>
                <a:spcPct val="0"/>
              </a:spcAft>
              <a:buFont typeface="+mj-lt"/>
              <a:buAutoNum type="alphaLcPeriod"/>
            </a:pPr>
            <a:r>
              <a:rPr lang="en-AU" altLang="en-US" sz="1600" dirty="0">
                <a:solidFill>
                  <a:schemeClr val="tx1">
                    <a:lumMod val="50000"/>
                  </a:schemeClr>
                </a:solidFill>
                <a:cs typeface="Arial"/>
              </a:rPr>
              <a:t>Event Filter</a:t>
            </a:r>
          </a:p>
        </p:txBody>
      </p:sp>
      <p:sp>
        <p:nvSpPr>
          <p:cNvPr id="8" name="Rectangle 7">
            <a:extLst>
              <a:ext uri="{FF2B5EF4-FFF2-40B4-BE49-F238E27FC236}">
                <a16:creationId xmlns:a16="http://schemas.microsoft.com/office/drawing/2014/main" id="{51B1425D-ACC2-4B88-BC0F-183E188E2908}"/>
              </a:ext>
            </a:extLst>
          </p:cNvPr>
          <p:cNvSpPr/>
          <p:nvPr/>
        </p:nvSpPr>
        <p:spPr>
          <a:xfrm>
            <a:off x="3039379" y="4843463"/>
            <a:ext cx="333375" cy="128588"/>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B838448C-5193-450E-8E43-6AE312515E52}"/>
              </a:ext>
            </a:extLst>
          </p:cNvPr>
          <p:cNvCxnSpPr>
            <a:cxnSpLocks/>
          </p:cNvCxnSpPr>
          <p:nvPr/>
        </p:nvCxnSpPr>
        <p:spPr>
          <a:xfrm>
            <a:off x="3384462" y="4907757"/>
            <a:ext cx="166688"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5B2169FD-2F03-4436-B6A1-589C7037F804}"/>
              </a:ext>
            </a:extLst>
          </p:cNvPr>
          <p:cNvSpPr/>
          <p:nvPr/>
        </p:nvSpPr>
        <p:spPr>
          <a:xfrm>
            <a:off x="3467806" y="4723091"/>
            <a:ext cx="306495" cy="369332"/>
          </a:xfrm>
          <a:prstGeom prst="rect">
            <a:avLst/>
          </a:prstGeom>
          <a:noFill/>
        </p:spPr>
        <p:txBody>
          <a:bodyPr wrap="non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1</a:t>
            </a:r>
          </a:p>
        </p:txBody>
      </p:sp>
      <p:cxnSp>
        <p:nvCxnSpPr>
          <p:cNvPr id="12" name="Straight Arrow Connector 11">
            <a:extLst>
              <a:ext uri="{FF2B5EF4-FFF2-40B4-BE49-F238E27FC236}">
                <a16:creationId xmlns:a16="http://schemas.microsoft.com/office/drawing/2014/main" id="{FB10DF5B-7D3C-4F16-9D5F-F6001479C657}"/>
              </a:ext>
            </a:extLst>
          </p:cNvPr>
          <p:cNvCxnSpPr>
            <a:cxnSpLocks/>
            <a:stCxn id="23" idx="2"/>
          </p:cNvCxnSpPr>
          <p:nvPr/>
        </p:nvCxnSpPr>
        <p:spPr>
          <a:xfrm>
            <a:off x="4877698" y="3578652"/>
            <a:ext cx="17351" cy="447142"/>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F6C936DA-4E03-481C-9855-B5FCBCB8530A}"/>
              </a:ext>
            </a:extLst>
          </p:cNvPr>
          <p:cNvCxnSpPr>
            <a:cxnSpLocks/>
          </p:cNvCxnSpPr>
          <p:nvPr/>
        </p:nvCxnSpPr>
        <p:spPr>
          <a:xfrm>
            <a:off x="5423523" y="3615243"/>
            <a:ext cx="16841" cy="42736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035BD795-E3FA-4868-8FE5-646BFB4D44A5}"/>
              </a:ext>
            </a:extLst>
          </p:cNvPr>
          <p:cNvSpPr/>
          <p:nvPr/>
        </p:nvSpPr>
        <p:spPr>
          <a:xfrm>
            <a:off x="4786053" y="3983647"/>
            <a:ext cx="206097" cy="279253"/>
          </a:xfrm>
          <a:prstGeom prst="rect">
            <a:avLst/>
          </a:prstGeom>
          <a:noFill/>
        </p:spPr>
        <p:txBody>
          <a:bodyPr wrap="square" lIns="91440" tIns="45720" rIns="91440" bIns="45720">
            <a:spAutoFit/>
          </a:bodyPr>
          <a:lstStyle/>
          <a:p>
            <a:pPr algn="ctr"/>
            <a:r>
              <a:rPr lang="en-US" sz="1200" b="0" cap="none" spc="0" dirty="0">
                <a:ln w="0"/>
                <a:solidFill>
                  <a:schemeClr val="bg1"/>
                </a:solidFill>
                <a:effectLst>
                  <a:outerShdw blurRad="38100" dist="19050" dir="2700000" algn="tl" rotWithShape="0">
                    <a:schemeClr val="dk1">
                      <a:alpha val="40000"/>
                    </a:schemeClr>
                  </a:outerShdw>
                </a:effectLst>
              </a:rPr>
              <a:t>a</a:t>
            </a:r>
          </a:p>
        </p:txBody>
      </p:sp>
      <p:sp>
        <p:nvSpPr>
          <p:cNvPr id="15" name="Rectangle 14">
            <a:extLst>
              <a:ext uri="{FF2B5EF4-FFF2-40B4-BE49-F238E27FC236}">
                <a16:creationId xmlns:a16="http://schemas.microsoft.com/office/drawing/2014/main" id="{1CA5751A-297C-4784-8D00-34DD03CCC4B4}"/>
              </a:ext>
            </a:extLst>
          </p:cNvPr>
          <p:cNvSpPr/>
          <p:nvPr/>
        </p:nvSpPr>
        <p:spPr>
          <a:xfrm>
            <a:off x="5362467" y="4023240"/>
            <a:ext cx="155500" cy="263739"/>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b</a:t>
            </a:r>
          </a:p>
        </p:txBody>
      </p:sp>
      <p:sp>
        <p:nvSpPr>
          <p:cNvPr id="16" name="Rectangle 15">
            <a:extLst>
              <a:ext uri="{FF2B5EF4-FFF2-40B4-BE49-F238E27FC236}">
                <a16:creationId xmlns:a16="http://schemas.microsoft.com/office/drawing/2014/main" id="{FB4C02DE-A762-4282-AA57-D4307A03F0D4}"/>
              </a:ext>
            </a:extLst>
          </p:cNvPr>
          <p:cNvSpPr/>
          <p:nvPr/>
        </p:nvSpPr>
        <p:spPr>
          <a:xfrm>
            <a:off x="5151676" y="3449018"/>
            <a:ext cx="543767" cy="15535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4A0129E-CDCE-4212-96C2-9647F2E3477A}"/>
              </a:ext>
            </a:extLst>
          </p:cNvPr>
          <p:cNvSpPr/>
          <p:nvPr/>
        </p:nvSpPr>
        <p:spPr>
          <a:xfrm>
            <a:off x="5724972" y="3459816"/>
            <a:ext cx="415517" cy="12963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6C45B10-4226-4BA0-99F6-C29A28939BEB}"/>
              </a:ext>
            </a:extLst>
          </p:cNvPr>
          <p:cNvSpPr/>
          <p:nvPr/>
        </p:nvSpPr>
        <p:spPr>
          <a:xfrm>
            <a:off x="6525517" y="3449018"/>
            <a:ext cx="430770" cy="12963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8577B4F-0490-4ACD-9480-A7F4F65DE77B}"/>
              </a:ext>
            </a:extLst>
          </p:cNvPr>
          <p:cNvSpPr/>
          <p:nvPr/>
        </p:nvSpPr>
        <p:spPr>
          <a:xfrm>
            <a:off x="10442883" y="3449018"/>
            <a:ext cx="476540" cy="12963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B47C975-1D2F-49F6-97F1-0E8F85BC1FA5}"/>
              </a:ext>
            </a:extLst>
          </p:cNvPr>
          <p:cNvSpPr/>
          <p:nvPr/>
        </p:nvSpPr>
        <p:spPr>
          <a:xfrm>
            <a:off x="7352699" y="3457993"/>
            <a:ext cx="545243" cy="12963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DFBA13F-3A04-496F-9EAD-E563CA9970D9}"/>
              </a:ext>
            </a:extLst>
          </p:cNvPr>
          <p:cNvSpPr/>
          <p:nvPr/>
        </p:nvSpPr>
        <p:spPr>
          <a:xfrm>
            <a:off x="8880486" y="3438353"/>
            <a:ext cx="628650" cy="15535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A204847-5F80-4559-AE93-10F07F0287F5}"/>
              </a:ext>
            </a:extLst>
          </p:cNvPr>
          <p:cNvSpPr/>
          <p:nvPr/>
        </p:nvSpPr>
        <p:spPr>
          <a:xfrm>
            <a:off x="9822141" y="3449018"/>
            <a:ext cx="607065" cy="12963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5AC2AF8-5521-4FE2-A9D5-AAB05CFD3481}"/>
              </a:ext>
            </a:extLst>
          </p:cNvPr>
          <p:cNvSpPr/>
          <p:nvPr/>
        </p:nvSpPr>
        <p:spPr>
          <a:xfrm>
            <a:off x="4646839" y="3449018"/>
            <a:ext cx="461718" cy="12963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3FDCA7D-73E5-4F20-B815-E917B5D5FCFD}"/>
              </a:ext>
            </a:extLst>
          </p:cNvPr>
          <p:cNvSpPr/>
          <p:nvPr/>
        </p:nvSpPr>
        <p:spPr>
          <a:xfrm>
            <a:off x="11319690" y="3449018"/>
            <a:ext cx="476540" cy="12963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AC682433-FC63-4427-83E7-45D395D96680}"/>
              </a:ext>
            </a:extLst>
          </p:cNvPr>
          <p:cNvCxnSpPr>
            <a:cxnSpLocks/>
          </p:cNvCxnSpPr>
          <p:nvPr/>
        </p:nvCxnSpPr>
        <p:spPr>
          <a:xfrm flipH="1">
            <a:off x="5907782" y="3598220"/>
            <a:ext cx="1478" cy="46141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102B9B02-F11F-41A3-8CB9-E437ADB39824}"/>
              </a:ext>
            </a:extLst>
          </p:cNvPr>
          <p:cNvCxnSpPr>
            <a:cxnSpLocks/>
          </p:cNvCxnSpPr>
          <p:nvPr/>
        </p:nvCxnSpPr>
        <p:spPr>
          <a:xfrm>
            <a:off x="6740902" y="3596307"/>
            <a:ext cx="0" cy="42948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9" name="Rectangle 28">
            <a:extLst>
              <a:ext uri="{FF2B5EF4-FFF2-40B4-BE49-F238E27FC236}">
                <a16:creationId xmlns:a16="http://schemas.microsoft.com/office/drawing/2014/main" id="{59448557-4BE3-48FA-B1F0-04A934CB45F5}"/>
              </a:ext>
            </a:extLst>
          </p:cNvPr>
          <p:cNvSpPr/>
          <p:nvPr/>
        </p:nvSpPr>
        <p:spPr>
          <a:xfrm>
            <a:off x="5794841" y="4005079"/>
            <a:ext cx="206097" cy="279253"/>
          </a:xfrm>
          <a:prstGeom prst="rect">
            <a:avLst/>
          </a:prstGeom>
          <a:noFill/>
        </p:spPr>
        <p:txBody>
          <a:bodyPr wrap="square" lIns="91440" tIns="45720" rIns="91440" bIns="45720">
            <a:spAutoFit/>
          </a:bodyPr>
          <a:lstStyle/>
          <a:p>
            <a:pPr algn="ctr"/>
            <a:r>
              <a:rPr lang="en-US" sz="1200" b="0" cap="none" spc="0" dirty="0">
                <a:ln w="0"/>
                <a:solidFill>
                  <a:schemeClr val="bg1"/>
                </a:solidFill>
                <a:effectLst>
                  <a:outerShdw blurRad="38100" dist="19050" dir="2700000" algn="tl" rotWithShape="0">
                    <a:schemeClr val="dk1">
                      <a:alpha val="40000"/>
                    </a:schemeClr>
                  </a:outerShdw>
                </a:effectLst>
              </a:rPr>
              <a:t>c</a:t>
            </a:r>
          </a:p>
        </p:txBody>
      </p:sp>
      <p:sp>
        <p:nvSpPr>
          <p:cNvPr id="30" name="Rectangle 29">
            <a:extLst>
              <a:ext uri="{FF2B5EF4-FFF2-40B4-BE49-F238E27FC236}">
                <a16:creationId xmlns:a16="http://schemas.microsoft.com/office/drawing/2014/main" id="{70B3EC2B-5BBF-4DB6-81A4-6394C9D788EA}"/>
              </a:ext>
            </a:extLst>
          </p:cNvPr>
          <p:cNvSpPr/>
          <p:nvPr/>
        </p:nvSpPr>
        <p:spPr>
          <a:xfrm>
            <a:off x="6658379" y="4041577"/>
            <a:ext cx="155500" cy="263739"/>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d</a:t>
            </a:r>
          </a:p>
        </p:txBody>
      </p:sp>
      <p:cxnSp>
        <p:nvCxnSpPr>
          <p:cNvPr id="32" name="Straight Arrow Connector 31">
            <a:extLst>
              <a:ext uri="{FF2B5EF4-FFF2-40B4-BE49-F238E27FC236}">
                <a16:creationId xmlns:a16="http://schemas.microsoft.com/office/drawing/2014/main" id="{877FED8E-5A1D-442B-9D8E-25B7C4BBAF3E}"/>
              </a:ext>
            </a:extLst>
          </p:cNvPr>
          <p:cNvCxnSpPr>
            <a:cxnSpLocks/>
          </p:cNvCxnSpPr>
          <p:nvPr/>
        </p:nvCxnSpPr>
        <p:spPr>
          <a:xfrm flipH="1">
            <a:off x="7631140" y="3588166"/>
            <a:ext cx="1478" cy="46141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F3F444DA-6255-4D36-B2EB-1B322375B326}"/>
              </a:ext>
            </a:extLst>
          </p:cNvPr>
          <p:cNvCxnSpPr>
            <a:cxnSpLocks/>
          </p:cNvCxnSpPr>
          <p:nvPr/>
        </p:nvCxnSpPr>
        <p:spPr>
          <a:xfrm>
            <a:off x="9214812" y="3604369"/>
            <a:ext cx="0" cy="42948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B1DDD1D9-289F-41F2-8C94-5EF246AA0CC2}"/>
              </a:ext>
            </a:extLst>
          </p:cNvPr>
          <p:cNvSpPr/>
          <p:nvPr/>
        </p:nvSpPr>
        <p:spPr>
          <a:xfrm>
            <a:off x="7527515" y="4049577"/>
            <a:ext cx="206097" cy="279253"/>
          </a:xfrm>
          <a:prstGeom prst="rect">
            <a:avLst/>
          </a:prstGeom>
          <a:noFill/>
        </p:spPr>
        <p:txBody>
          <a:bodyPr wrap="square" lIns="91440" tIns="45720" rIns="91440" bIns="45720">
            <a:spAutoFit/>
          </a:bodyPr>
          <a:lstStyle/>
          <a:p>
            <a:pPr algn="ctr"/>
            <a:r>
              <a:rPr lang="en-US" sz="1200" b="0" cap="none" spc="0" dirty="0">
                <a:ln w="0"/>
                <a:solidFill>
                  <a:schemeClr val="bg1"/>
                </a:solidFill>
                <a:effectLst>
                  <a:outerShdw blurRad="38100" dist="19050" dir="2700000" algn="tl" rotWithShape="0">
                    <a:schemeClr val="dk1">
                      <a:alpha val="40000"/>
                    </a:schemeClr>
                  </a:outerShdw>
                </a:effectLst>
              </a:rPr>
              <a:t>e</a:t>
            </a:r>
          </a:p>
        </p:txBody>
      </p:sp>
      <p:sp>
        <p:nvSpPr>
          <p:cNvPr id="35" name="Rectangle 34">
            <a:extLst>
              <a:ext uri="{FF2B5EF4-FFF2-40B4-BE49-F238E27FC236}">
                <a16:creationId xmlns:a16="http://schemas.microsoft.com/office/drawing/2014/main" id="{34715910-F5B4-43A8-B200-B0EFBAD4AC86}"/>
              </a:ext>
            </a:extLst>
          </p:cNvPr>
          <p:cNvSpPr/>
          <p:nvPr/>
        </p:nvSpPr>
        <p:spPr>
          <a:xfrm>
            <a:off x="9134263" y="4033856"/>
            <a:ext cx="155500" cy="263739"/>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f</a:t>
            </a:r>
          </a:p>
        </p:txBody>
      </p:sp>
      <p:cxnSp>
        <p:nvCxnSpPr>
          <p:cNvPr id="37" name="Straight Arrow Connector 36">
            <a:extLst>
              <a:ext uri="{FF2B5EF4-FFF2-40B4-BE49-F238E27FC236}">
                <a16:creationId xmlns:a16="http://schemas.microsoft.com/office/drawing/2014/main" id="{38F3632E-CE2E-49E5-90BD-610BFE32D1DF}"/>
              </a:ext>
            </a:extLst>
          </p:cNvPr>
          <p:cNvCxnSpPr>
            <a:cxnSpLocks/>
          </p:cNvCxnSpPr>
          <p:nvPr/>
        </p:nvCxnSpPr>
        <p:spPr>
          <a:xfrm flipH="1">
            <a:off x="10134795" y="3567166"/>
            <a:ext cx="1478" cy="46141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105345E6-9409-40D2-91DB-DB4AF7C769A9}"/>
              </a:ext>
            </a:extLst>
          </p:cNvPr>
          <p:cNvCxnSpPr>
            <a:cxnSpLocks/>
          </p:cNvCxnSpPr>
          <p:nvPr/>
        </p:nvCxnSpPr>
        <p:spPr>
          <a:xfrm>
            <a:off x="10676376" y="3614181"/>
            <a:ext cx="0" cy="42948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9" name="Rectangle 38">
            <a:extLst>
              <a:ext uri="{FF2B5EF4-FFF2-40B4-BE49-F238E27FC236}">
                <a16:creationId xmlns:a16="http://schemas.microsoft.com/office/drawing/2014/main" id="{094BA37C-25E2-4481-9EA5-5A47DD698D43}"/>
              </a:ext>
            </a:extLst>
          </p:cNvPr>
          <p:cNvSpPr/>
          <p:nvPr/>
        </p:nvSpPr>
        <p:spPr>
          <a:xfrm>
            <a:off x="10022624" y="4004308"/>
            <a:ext cx="206097" cy="279253"/>
          </a:xfrm>
          <a:prstGeom prst="rect">
            <a:avLst/>
          </a:prstGeom>
          <a:noFill/>
        </p:spPr>
        <p:txBody>
          <a:bodyPr wrap="square" lIns="91440" tIns="45720" rIns="91440" bIns="45720">
            <a:spAutoFit/>
          </a:bodyPr>
          <a:lstStyle/>
          <a:p>
            <a:pPr algn="ctr"/>
            <a:r>
              <a:rPr lang="en-US" sz="1200" b="0" cap="none" spc="0" dirty="0">
                <a:ln w="0"/>
                <a:solidFill>
                  <a:schemeClr val="bg1"/>
                </a:solidFill>
                <a:effectLst>
                  <a:outerShdw blurRad="38100" dist="19050" dir="2700000" algn="tl" rotWithShape="0">
                    <a:schemeClr val="dk1">
                      <a:alpha val="40000"/>
                    </a:schemeClr>
                  </a:outerShdw>
                </a:effectLst>
              </a:rPr>
              <a:t>g</a:t>
            </a:r>
          </a:p>
        </p:txBody>
      </p:sp>
      <p:sp>
        <p:nvSpPr>
          <p:cNvPr id="40" name="Rectangle 39">
            <a:extLst>
              <a:ext uri="{FF2B5EF4-FFF2-40B4-BE49-F238E27FC236}">
                <a16:creationId xmlns:a16="http://schemas.microsoft.com/office/drawing/2014/main" id="{E0B1438D-E6D2-4EB1-8DC3-0A1F355D002A}"/>
              </a:ext>
            </a:extLst>
          </p:cNvPr>
          <p:cNvSpPr/>
          <p:nvPr/>
        </p:nvSpPr>
        <p:spPr>
          <a:xfrm>
            <a:off x="10596226" y="4033198"/>
            <a:ext cx="155500" cy="263739"/>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h</a:t>
            </a:r>
          </a:p>
        </p:txBody>
      </p:sp>
      <p:cxnSp>
        <p:nvCxnSpPr>
          <p:cNvPr id="42" name="Straight Arrow Connector 41">
            <a:extLst>
              <a:ext uri="{FF2B5EF4-FFF2-40B4-BE49-F238E27FC236}">
                <a16:creationId xmlns:a16="http://schemas.microsoft.com/office/drawing/2014/main" id="{B852A12A-F69B-4E02-903D-79BAE95786CB}"/>
              </a:ext>
            </a:extLst>
          </p:cNvPr>
          <p:cNvCxnSpPr>
            <a:cxnSpLocks/>
          </p:cNvCxnSpPr>
          <p:nvPr/>
        </p:nvCxnSpPr>
        <p:spPr>
          <a:xfrm flipH="1">
            <a:off x="11556482" y="3567166"/>
            <a:ext cx="1478" cy="46141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44" name="Rectangle 43">
            <a:extLst>
              <a:ext uri="{FF2B5EF4-FFF2-40B4-BE49-F238E27FC236}">
                <a16:creationId xmlns:a16="http://schemas.microsoft.com/office/drawing/2014/main" id="{FFB5F3CB-96F4-4BFF-B84A-E224E7F50FA4}"/>
              </a:ext>
            </a:extLst>
          </p:cNvPr>
          <p:cNvSpPr/>
          <p:nvPr/>
        </p:nvSpPr>
        <p:spPr>
          <a:xfrm>
            <a:off x="11442736" y="4004307"/>
            <a:ext cx="206097" cy="279253"/>
          </a:xfrm>
          <a:prstGeom prst="rect">
            <a:avLst/>
          </a:prstGeom>
          <a:noFill/>
        </p:spPr>
        <p:txBody>
          <a:bodyPr wrap="square" lIns="91440" tIns="45720" rIns="91440" bIns="45720">
            <a:spAutoFit/>
          </a:bodyPr>
          <a:lstStyle/>
          <a:p>
            <a:pPr algn="ctr"/>
            <a:r>
              <a:rPr lang="en-US" sz="1200" b="0" cap="none" spc="0" dirty="0" err="1">
                <a:ln w="0"/>
                <a:solidFill>
                  <a:schemeClr val="bg1"/>
                </a:solidFill>
                <a:effectLst>
                  <a:outerShdw blurRad="38100" dist="19050" dir="2700000" algn="tl" rotWithShape="0">
                    <a:schemeClr val="dk1">
                      <a:alpha val="40000"/>
                    </a:schemeClr>
                  </a:outerShdw>
                </a:effectLst>
              </a:rPr>
              <a:t>i</a:t>
            </a:r>
            <a:endParaRPr lang="en-US" sz="1200" b="0" cap="none" spc="0" dirty="0">
              <a:ln w="0"/>
              <a:solidFill>
                <a:schemeClr val="bg1"/>
              </a:solidFill>
              <a:effectLst>
                <a:outerShdw blurRad="38100" dist="19050" dir="2700000" algn="tl" rotWithShape="0">
                  <a:schemeClr val="dk1">
                    <a:alpha val="40000"/>
                  </a:schemeClr>
                </a:outerShdw>
              </a:effectLst>
            </a:endParaRPr>
          </a:p>
        </p:txBody>
      </p:sp>
      <p:sp>
        <p:nvSpPr>
          <p:cNvPr id="46" name="Rectangle 45">
            <a:extLst>
              <a:ext uri="{FF2B5EF4-FFF2-40B4-BE49-F238E27FC236}">
                <a16:creationId xmlns:a16="http://schemas.microsoft.com/office/drawing/2014/main" id="{85E6DFCF-C784-4854-986B-0BCCA3DF0735}"/>
              </a:ext>
            </a:extLst>
          </p:cNvPr>
          <p:cNvSpPr/>
          <p:nvPr/>
        </p:nvSpPr>
        <p:spPr>
          <a:xfrm>
            <a:off x="4722570" y="3173547"/>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9A36E96B-2BDA-40BD-BEE8-3C51EA7D7F30}"/>
              </a:ext>
            </a:extLst>
          </p:cNvPr>
          <p:cNvSpPr/>
          <p:nvPr/>
        </p:nvSpPr>
        <p:spPr>
          <a:xfrm>
            <a:off x="4928899" y="3173547"/>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431A7F79-CB8A-4AB8-99EB-34DB1B55C83D}"/>
              </a:ext>
            </a:extLst>
          </p:cNvPr>
          <p:cNvSpPr/>
          <p:nvPr/>
        </p:nvSpPr>
        <p:spPr>
          <a:xfrm>
            <a:off x="5115330" y="3173547"/>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8D108686-0A21-47D6-9305-89BFB0E91B1C}"/>
              </a:ext>
            </a:extLst>
          </p:cNvPr>
          <p:cNvSpPr/>
          <p:nvPr/>
        </p:nvSpPr>
        <p:spPr>
          <a:xfrm>
            <a:off x="5314970" y="3180801"/>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93C36A60-2257-40CC-8C8C-30358BEE2421}"/>
              </a:ext>
            </a:extLst>
          </p:cNvPr>
          <p:cNvSpPr/>
          <p:nvPr/>
        </p:nvSpPr>
        <p:spPr>
          <a:xfrm>
            <a:off x="5932731" y="3196367"/>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4650B0D4-450B-469E-A613-9EA2E84D3509}"/>
              </a:ext>
            </a:extLst>
          </p:cNvPr>
          <p:cNvSpPr/>
          <p:nvPr/>
        </p:nvSpPr>
        <p:spPr>
          <a:xfrm>
            <a:off x="5531470" y="3188203"/>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A08E865C-CF09-4299-8DB4-D58E75172E13}"/>
              </a:ext>
            </a:extLst>
          </p:cNvPr>
          <p:cNvSpPr/>
          <p:nvPr/>
        </p:nvSpPr>
        <p:spPr>
          <a:xfrm>
            <a:off x="6117476" y="3188203"/>
            <a:ext cx="147735" cy="1825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3" name="Straight Arrow Connector 52">
            <a:extLst>
              <a:ext uri="{FF2B5EF4-FFF2-40B4-BE49-F238E27FC236}">
                <a16:creationId xmlns:a16="http://schemas.microsoft.com/office/drawing/2014/main" id="{2BF03DCB-6641-44FC-AF69-581F7F000004}"/>
              </a:ext>
            </a:extLst>
          </p:cNvPr>
          <p:cNvCxnSpPr>
            <a:cxnSpLocks/>
          </p:cNvCxnSpPr>
          <p:nvPr/>
        </p:nvCxnSpPr>
        <p:spPr>
          <a:xfrm flipH="1" flipV="1">
            <a:off x="4781529" y="2471389"/>
            <a:ext cx="6574" cy="69845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E705204F-AF8E-4832-BC87-C48815529520}"/>
              </a:ext>
            </a:extLst>
          </p:cNvPr>
          <p:cNvCxnSpPr>
            <a:cxnSpLocks/>
          </p:cNvCxnSpPr>
          <p:nvPr/>
        </p:nvCxnSpPr>
        <p:spPr>
          <a:xfrm flipV="1">
            <a:off x="4981164" y="2471389"/>
            <a:ext cx="828" cy="701928"/>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AEF1DCC8-2FDD-4608-8F82-E4EF11956D5B}"/>
              </a:ext>
            </a:extLst>
          </p:cNvPr>
          <p:cNvCxnSpPr>
            <a:cxnSpLocks/>
          </p:cNvCxnSpPr>
          <p:nvPr/>
        </p:nvCxnSpPr>
        <p:spPr>
          <a:xfrm flipV="1">
            <a:off x="5186418" y="2473887"/>
            <a:ext cx="7534" cy="695958"/>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6DB3278D-06C3-45F1-AE37-5EB19DC45A1D}"/>
              </a:ext>
            </a:extLst>
          </p:cNvPr>
          <p:cNvCxnSpPr>
            <a:cxnSpLocks/>
          </p:cNvCxnSpPr>
          <p:nvPr/>
        </p:nvCxnSpPr>
        <p:spPr>
          <a:xfrm flipH="1" flipV="1">
            <a:off x="5373154" y="2485440"/>
            <a:ext cx="14305" cy="691233"/>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A4AB1C9B-2607-4CEA-8C49-EDAA58E3FC51}"/>
              </a:ext>
            </a:extLst>
          </p:cNvPr>
          <p:cNvCxnSpPr>
            <a:cxnSpLocks/>
          </p:cNvCxnSpPr>
          <p:nvPr/>
        </p:nvCxnSpPr>
        <p:spPr>
          <a:xfrm flipV="1">
            <a:off x="6001308" y="2471389"/>
            <a:ext cx="9714" cy="724978"/>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27E272B0-F8B9-414C-A974-3EE7BB4F78D7}"/>
              </a:ext>
            </a:extLst>
          </p:cNvPr>
          <p:cNvCxnSpPr>
            <a:cxnSpLocks/>
          </p:cNvCxnSpPr>
          <p:nvPr/>
        </p:nvCxnSpPr>
        <p:spPr>
          <a:xfrm flipV="1">
            <a:off x="5590962" y="2483693"/>
            <a:ext cx="0" cy="712674"/>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F8DC103A-8D13-4ADA-838E-053E7A7DD27B}"/>
              </a:ext>
            </a:extLst>
          </p:cNvPr>
          <p:cNvCxnSpPr>
            <a:cxnSpLocks/>
          </p:cNvCxnSpPr>
          <p:nvPr/>
        </p:nvCxnSpPr>
        <p:spPr>
          <a:xfrm flipV="1">
            <a:off x="6191343" y="2504010"/>
            <a:ext cx="0" cy="69192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60" name="Rectangle 59">
            <a:extLst>
              <a:ext uri="{FF2B5EF4-FFF2-40B4-BE49-F238E27FC236}">
                <a16:creationId xmlns:a16="http://schemas.microsoft.com/office/drawing/2014/main" id="{33BD8798-25D4-4766-8D99-AF7154460CA2}"/>
              </a:ext>
            </a:extLst>
          </p:cNvPr>
          <p:cNvSpPr/>
          <p:nvPr/>
        </p:nvSpPr>
        <p:spPr>
          <a:xfrm>
            <a:off x="5791994" y="2721467"/>
            <a:ext cx="184731" cy="369332"/>
          </a:xfrm>
          <a:prstGeom prst="rect">
            <a:avLst/>
          </a:prstGeom>
          <a:noFill/>
        </p:spPr>
        <p:txBody>
          <a:bodyPr wrap="none" lIns="91440" tIns="45720" rIns="91440" bIns="45720">
            <a:spAutoFit/>
          </a:bodyPr>
          <a:lstStyle/>
          <a:p>
            <a:pPr algn="ctr"/>
            <a:endParaRPr lang="en-US" b="0" cap="none" spc="0">
              <a:ln w="0"/>
              <a:solidFill>
                <a:schemeClr val="bg1"/>
              </a:solidFill>
              <a:effectLst>
                <a:outerShdw blurRad="38100" dist="19050" dir="2700000" algn="tl" rotWithShape="0">
                  <a:schemeClr val="dk1">
                    <a:alpha val="40000"/>
                  </a:schemeClr>
                </a:outerShdw>
              </a:effectLst>
            </a:endParaRPr>
          </a:p>
        </p:txBody>
      </p:sp>
      <p:sp>
        <p:nvSpPr>
          <p:cNvPr id="62" name="Rectangle 61">
            <a:extLst>
              <a:ext uri="{FF2B5EF4-FFF2-40B4-BE49-F238E27FC236}">
                <a16:creationId xmlns:a16="http://schemas.microsoft.com/office/drawing/2014/main" id="{D65F76B1-BB6A-41A4-A376-B57BC5056022}"/>
              </a:ext>
            </a:extLst>
          </p:cNvPr>
          <p:cNvSpPr/>
          <p:nvPr/>
        </p:nvSpPr>
        <p:spPr>
          <a:xfrm>
            <a:off x="4853352" y="2146167"/>
            <a:ext cx="250035" cy="369332"/>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l</a:t>
            </a:r>
          </a:p>
        </p:txBody>
      </p:sp>
      <p:sp>
        <p:nvSpPr>
          <p:cNvPr id="63" name="Rectangle 62">
            <a:extLst>
              <a:ext uri="{FF2B5EF4-FFF2-40B4-BE49-F238E27FC236}">
                <a16:creationId xmlns:a16="http://schemas.microsoft.com/office/drawing/2014/main" id="{17BCA9EC-779C-47EF-8795-67C79B71A2CC}"/>
              </a:ext>
            </a:extLst>
          </p:cNvPr>
          <p:cNvSpPr/>
          <p:nvPr/>
        </p:nvSpPr>
        <p:spPr>
          <a:xfrm>
            <a:off x="5084376" y="2145361"/>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m</a:t>
            </a:r>
          </a:p>
        </p:txBody>
      </p:sp>
      <p:sp>
        <p:nvSpPr>
          <p:cNvPr id="64" name="Rectangle 63">
            <a:extLst>
              <a:ext uri="{FF2B5EF4-FFF2-40B4-BE49-F238E27FC236}">
                <a16:creationId xmlns:a16="http://schemas.microsoft.com/office/drawing/2014/main" id="{8A7942D3-EECB-4591-AA43-5A5F448E11B3}"/>
              </a:ext>
            </a:extLst>
          </p:cNvPr>
          <p:cNvSpPr/>
          <p:nvPr/>
        </p:nvSpPr>
        <p:spPr>
          <a:xfrm>
            <a:off x="5278773" y="2145361"/>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n</a:t>
            </a:r>
          </a:p>
        </p:txBody>
      </p:sp>
      <p:sp>
        <p:nvSpPr>
          <p:cNvPr id="65" name="Rectangle 64">
            <a:extLst>
              <a:ext uri="{FF2B5EF4-FFF2-40B4-BE49-F238E27FC236}">
                <a16:creationId xmlns:a16="http://schemas.microsoft.com/office/drawing/2014/main" id="{94007A9F-48BA-41DC-A418-F063B369D55F}"/>
              </a:ext>
            </a:extLst>
          </p:cNvPr>
          <p:cNvSpPr/>
          <p:nvPr/>
        </p:nvSpPr>
        <p:spPr>
          <a:xfrm>
            <a:off x="5476224" y="2132294"/>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o</a:t>
            </a:r>
          </a:p>
        </p:txBody>
      </p:sp>
      <p:sp>
        <p:nvSpPr>
          <p:cNvPr id="67" name="Rectangle 66">
            <a:extLst>
              <a:ext uri="{FF2B5EF4-FFF2-40B4-BE49-F238E27FC236}">
                <a16:creationId xmlns:a16="http://schemas.microsoft.com/office/drawing/2014/main" id="{F627D2C3-CF52-4B2B-A590-E58870224E1E}"/>
              </a:ext>
            </a:extLst>
          </p:cNvPr>
          <p:cNvSpPr/>
          <p:nvPr/>
        </p:nvSpPr>
        <p:spPr>
          <a:xfrm>
            <a:off x="5727714" y="3192056"/>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8" name="Straight Arrow Connector 67">
            <a:extLst>
              <a:ext uri="{FF2B5EF4-FFF2-40B4-BE49-F238E27FC236}">
                <a16:creationId xmlns:a16="http://schemas.microsoft.com/office/drawing/2014/main" id="{6B270F4D-AC70-4089-9BA2-09C11F4AC75B}"/>
              </a:ext>
            </a:extLst>
          </p:cNvPr>
          <p:cNvCxnSpPr>
            <a:cxnSpLocks/>
          </p:cNvCxnSpPr>
          <p:nvPr/>
        </p:nvCxnSpPr>
        <p:spPr>
          <a:xfrm flipV="1">
            <a:off x="5787404" y="2483045"/>
            <a:ext cx="0" cy="69602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69" name="Rectangle 68">
            <a:extLst>
              <a:ext uri="{FF2B5EF4-FFF2-40B4-BE49-F238E27FC236}">
                <a16:creationId xmlns:a16="http://schemas.microsoft.com/office/drawing/2014/main" id="{3DFC14D7-87B0-41B3-9B42-B1E6E13FCDCB}"/>
              </a:ext>
            </a:extLst>
          </p:cNvPr>
          <p:cNvSpPr/>
          <p:nvPr/>
        </p:nvSpPr>
        <p:spPr>
          <a:xfrm>
            <a:off x="5691857" y="2121481"/>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p</a:t>
            </a:r>
          </a:p>
        </p:txBody>
      </p:sp>
      <p:sp>
        <p:nvSpPr>
          <p:cNvPr id="70" name="Rectangle 69">
            <a:extLst>
              <a:ext uri="{FF2B5EF4-FFF2-40B4-BE49-F238E27FC236}">
                <a16:creationId xmlns:a16="http://schemas.microsoft.com/office/drawing/2014/main" id="{9927E2AF-C599-4822-AC11-CC9D7EE4B3BE}"/>
              </a:ext>
            </a:extLst>
          </p:cNvPr>
          <p:cNvSpPr/>
          <p:nvPr/>
        </p:nvSpPr>
        <p:spPr>
          <a:xfrm>
            <a:off x="5870668" y="2121481"/>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q</a:t>
            </a:r>
          </a:p>
        </p:txBody>
      </p:sp>
      <p:sp>
        <p:nvSpPr>
          <p:cNvPr id="71" name="Rectangle 70">
            <a:extLst>
              <a:ext uri="{FF2B5EF4-FFF2-40B4-BE49-F238E27FC236}">
                <a16:creationId xmlns:a16="http://schemas.microsoft.com/office/drawing/2014/main" id="{980BBA1D-637A-47AA-B11C-8DBD777F7E01}"/>
              </a:ext>
            </a:extLst>
          </p:cNvPr>
          <p:cNvSpPr/>
          <p:nvPr/>
        </p:nvSpPr>
        <p:spPr>
          <a:xfrm>
            <a:off x="6070486" y="2155994"/>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r</a:t>
            </a:r>
          </a:p>
        </p:txBody>
      </p:sp>
      <p:sp>
        <p:nvSpPr>
          <p:cNvPr id="72" name="Rectangle 71">
            <a:extLst>
              <a:ext uri="{FF2B5EF4-FFF2-40B4-BE49-F238E27FC236}">
                <a16:creationId xmlns:a16="http://schemas.microsoft.com/office/drawing/2014/main" id="{3D3DF084-6E6B-443F-B111-D79D7D2B2B00}"/>
              </a:ext>
            </a:extLst>
          </p:cNvPr>
          <p:cNvSpPr/>
          <p:nvPr/>
        </p:nvSpPr>
        <p:spPr>
          <a:xfrm>
            <a:off x="4654194" y="2135968"/>
            <a:ext cx="250035" cy="369332"/>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k</a:t>
            </a:r>
          </a:p>
        </p:txBody>
      </p:sp>
      <p:sp>
        <p:nvSpPr>
          <p:cNvPr id="3" name="Rectangle 2">
            <a:extLst>
              <a:ext uri="{FF2B5EF4-FFF2-40B4-BE49-F238E27FC236}">
                <a16:creationId xmlns:a16="http://schemas.microsoft.com/office/drawing/2014/main" id="{C20A2F25-CB98-1796-EA5B-B671C72A1AEA}"/>
              </a:ext>
            </a:extLst>
          </p:cNvPr>
          <p:cNvSpPr/>
          <p:nvPr/>
        </p:nvSpPr>
        <p:spPr>
          <a:xfrm>
            <a:off x="6328534" y="3188203"/>
            <a:ext cx="147735" cy="1825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BDA8F65-0B04-29B2-5AC1-F24B929869D4}"/>
              </a:ext>
            </a:extLst>
          </p:cNvPr>
          <p:cNvSpPr/>
          <p:nvPr/>
        </p:nvSpPr>
        <p:spPr>
          <a:xfrm>
            <a:off x="6585289" y="3188203"/>
            <a:ext cx="147735" cy="1825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3" name="Straight Arrow Connector 72">
            <a:extLst>
              <a:ext uri="{FF2B5EF4-FFF2-40B4-BE49-F238E27FC236}">
                <a16:creationId xmlns:a16="http://schemas.microsoft.com/office/drawing/2014/main" id="{D5845009-14AD-9079-4201-AE4C21D0A887}"/>
              </a:ext>
            </a:extLst>
          </p:cNvPr>
          <p:cNvCxnSpPr>
            <a:cxnSpLocks/>
          </p:cNvCxnSpPr>
          <p:nvPr/>
        </p:nvCxnSpPr>
        <p:spPr>
          <a:xfrm flipV="1">
            <a:off x="6402494" y="2494070"/>
            <a:ext cx="0" cy="69192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74" name="Straight Arrow Connector 73">
            <a:extLst>
              <a:ext uri="{FF2B5EF4-FFF2-40B4-BE49-F238E27FC236}">
                <a16:creationId xmlns:a16="http://schemas.microsoft.com/office/drawing/2014/main" id="{79D3D51C-CD41-7EFF-2D9F-57C81803E391}"/>
              </a:ext>
            </a:extLst>
          </p:cNvPr>
          <p:cNvCxnSpPr>
            <a:cxnSpLocks/>
          </p:cNvCxnSpPr>
          <p:nvPr/>
        </p:nvCxnSpPr>
        <p:spPr>
          <a:xfrm flipV="1">
            <a:off x="6660850" y="2504010"/>
            <a:ext cx="0" cy="69192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81" name="Rectangle 80">
            <a:extLst>
              <a:ext uri="{FF2B5EF4-FFF2-40B4-BE49-F238E27FC236}">
                <a16:creationId xmlns:a16="http://schemas.microsoft.com/office/drawing/2014/main" id="{56ED91F8-840F-CC55-ADD0-47766E36CFB0}"/>
              </a:ext>
            </a:extLst>
          </p:cNvPr>
          <p:cNvSpPr/>
          <p:nvPr/>
        </p:nvSpPr>
        <p:spPr>
          <a:xfrm>
            <a:off x="6306777" y="2155994"/>
            <a:ext cx="221823" cy="368394"/>
          </a:xfrm>
          <a:prstGeom prst="rect">
            <a:avLst/>
          </a:prstGeom>
          <a:noFill/>
        </p:spPr>
        <p:txBody>
          <a:bodyPr wrap="square" lIns="91440" tIns="45720" rIns="91440" bIns="45720">
            <a:spAutoFit/>
          </a:bodyPr>
          <a:lstStyle/>
          <a:p>
            <a:pPr algn="ctr"/>
            <a:r>
              <a:rPr lang="en-US" dirty="0">
                <a:ln w="0"/>
                <a:effectLst>
                  <a:outerShdw blurRad="38100" dist="19050" dir="2700000" algn="tl" rotWithShape="0">
                    <a:schemeClr val="dk1">
                      <a:alpha val="40000"/>
                    </a:schemeClr>
                  </a:outerShdw>
                </a:effectLst>
              </a:rPr>
              <a:t>s</a:t>
            </a:r>
            <a:endParaRPr lang="en-US" b="0" cap="none" spc="0" dirty="0">
              <a:ln w="0"/>
              <a:effectLst>
                <a:outerShdw blurRad="38100" dist="19050" dir="2700000" algn="tl" rotWithShape="0">
                  <a:schemeClr val="dk1">
                    <a:alpha val="40000"/>
                  </a:schemeClr>
                </a:outerShdw>
              </a:effectLst>
            </a:endParaRPr>
          </a:p>
        </p:txBody>
      </p:sp>
      <p:sp>
        <p:nvSpPr>
          <p:cNvPr id="82" name="Rectangle 81">
            <a:extLst>
              <a:ext uri="{FF2B5EF4-FFF2-40B4-BE49-F238E27FC236}">
                <a16:creationId xmlns:a16="http://schemas.microsoft.com/office/drawing/2014/main" id="{300916B8-470E-9C17-5A9D-1FDC16B8482E}"/>
              </a:ext>
            </a:extLst>
          </p:cNvPr>
          <p:cNvSpPr/>
          <p:nvPr/>
        </p:nvSpPr>
        <p:spPr>
          <a:xfrm>
            <a:off x="6535154" y="2155994"/>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t</a:t>
            </a:r>
          </a:p>
        </p:txBody>
      </p:sp>
      <p:sp>
        <p:nvSpPr>
          <p:cNvPr id="83" name="Rectangle 82">
            <a:extLst>
              <a:ext uri="{FF2B5EF4-FFF2-40B4-BE49-F238E27FC236}">
                <a16:creationId xmlns:a16="http://schemas.microsoft.com/office/drawing/2014/main" id="{09FDE48D-703D-7BE8-99C7-94EC7E4B4A2F}"/>
              </a:ext>
            </a:extLst>
          </p:cNvPr>
          <p:cNvSpPr/>
          <p:nvPr/>
        </p:nvSpPr>
        <p:spPr>
          <a:xfrm>
            <a:off x="10975146" y="3469669"/>
            <a:ext cx="285447" cy="117958"/>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84" name="Straight Arrow Connector 83">
            <a:extLst>
              <a:ext uri="{FF2B5EF4-FFF2-40B4-BE49-F238E27FC236}">
                <a16:creationId xmlns:a16="http://schemas.microsoft.com/office/drawing/2014/main" id="{921D7915-A53D-922B-43CC-E387BF0C8081}"/>
              </a:ext>
            </a:extLst>
          </p:cNvPr>
          <p:cNvCxnSpPr>
            <a:cxnSpLocks/>
          </p:cNvCxnSpPr>
          <p:nvPr/>
        </p:nvCxnSpPr>
        <p:spPr>
          <a:xfrm flipH="1">
            <a:off x="11113636" y="3578652"/>
            <a:ext cx="1478" cy="46141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85" name="Rectangle 84">
            <a:extLst>
              <a:ext uri="{FF2B5EF4-FFF2-40B4-BE49-F238E27FC236}">
                <a16:creationId xmlns:a16="http://schemas.microsoft.com/office/drawing/2014/main" id="{D44BDF3D-56C5-EB60-F708-89414C78747D}"/>
              </a:ext>
            </a:extLst>
          </p:cNvPr>
          <p:cNvSpPr/>
          <p:nvPr/>
        </p:nvSpPr>
        <p:spPr>
          <a:xfrm>
            <a:off x="11060980" y="4028944"/>
            <a:ext cx="155500" cy="263739"/>
          </a:xfrm>
          <a:prstGeom prst="rect">
            <a:avLst/>
          </a:prstGeom>
          <a:noFill/>
        </p:spPr>
        <p:txBody>
          <a:bodyPr wrap="square" lIns="91440" tIns="45720" rIns="91440" bIns="45720">
            <a:spAutoFit/>
          </a:bodyPr>
          <a:lstStyle/>
          <a:p>
            <a:pPr algn="ctr"/>
            <a:r>
              <a:rPr lang="en-US" sz="1100" dirty="0">
                <a:ln w="0"/>
                <a:solidFill>
                  <a:schemeClr val="bg1"/>
                </a:solidFill>
                <a:effectLst>
                  <a:outerShdw blurRad="38100" dist="19050" dir="2700000" algn="tl" rotWithShape="0">
                    <a:schemeClr val="dk1">
                      <a:alpha val="40000"/>
                    </a:schemeClr>
                  </a:outerShdw>
                </a:effectLst>
              </a:rPr>
              <a:t>j</a:t>
            </a:r>
            <a:endParaRPr lang="en-US" sz="1100" b="0" cap="none" spc="0" dirty="0">
              <a:ln w="0"/>
              <a:solidFill>
                <a:schemeClr val="bg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0021912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A9A8D0E-9581-43EA-96C5-C8A64AAFCB7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96384" y="3159592"/>
            <a:ext cx="8887125" cy="3336089"/>
          </a:xfrm>
          <a:prstGeom prst="rect">
            <a:avLst/>
          </a:prstGeom>
        </p:spPr>
      </p:pic>
      <p:sp>
        <p:nvSpPr>
          <p:cNvPr id="2" name="Title 1">
            <a:extLst>
              <a:ext uri="{FF2B5EF4-FFF2-40B4-BE49-F238E27FC236}">
                <a16:creationId xmlns:a16="http://schemas.microsoft.com/office/drawing/2014/main" id="{70F34965-9054-4E93-8179-74B7CF7F7639}"/>
              </a:ext>
            </a:extLst>
          </p:cNvPr>
          <p:cNvSpPr>
            <a:spLocks noGrp="1"/>
          </p:cNvSpPr>
          <p:nvPr>
            <p:ph type="title"/>
          </p:nvPr>
        </p:nvSpPr>
        <p:spPr>
          <a:xfrm>
            <a:off x="309112" y="25184"/>
            <a:ext cx="11201401" cy="492443"/>
          </a:xfrm>
        </p:spPr>
        <p:txBody>
          <a:bodyPr/>
          <a:lstStyle/>
          <a:p>
            <a:r>
              <a:rPr lang="en-US" altLang="en-US" sz="3200" kern="0" dirty="0"/>
              <a:t>Event Management – </a:t>
            </a:r>
            <a:r>
              <a:rPr lang="en-AU" sz="3200" b="1" dirty="0">
                <a:latin typeface="+mn-lt"/>
              </a:rPr>
              <a:t>History</a:t>
            </a:r>
            <a:endParaRPr lang="en-US" sz="3200" dirty="0"/>
          </a:p>
        </p:txBody>
      </p:sp>
      <p:sp>
        <p:nvSpPr>
          <p:cNvPr id="4" name="Slide Number Placeholder 3">
            <a:extLst>
              <a:ext uri="{FF2B5EF4-FFF2-40B4-BE49-F238E27FC236}">
                <a16:creationId xmlns:a16="http://schemas.microsoft.com/office/drawing/2014/main" id="{815459C6-41F7-4E9D-8D6E-4919E276849D}"/>
              </a:ext>
            </a:extLst>
          </p:cNvPr>
          <p:cNvSpPr>
            <a:spLocks noGrp="1"/>
          </p:cNvSpPr>
          <p:nvPr>
            <p:ph type="sldNum" sz="quarter" idx="12"/>
          </p:nvPr>
        </p:nvSpPr>
        <p:spPr/>
        <p:txBody>
          <a:bodyPr/>
          <a:lstStyle/>
          <a:p>
            <a:fld id="{7B94EC18-1D2B-4535-B738-0E53AFE26620}" type="slidenum">
              <a:rPr lang="en-US" smtClean="0"/>
              <a:t>46</a:t>
            </a:fld>
            <a:endParaRPr lang="en-US"/>
          </a:p>
        </p:txBody>
      </p:sp>
      <p:sp>
        <p:nvSpPr>
          <p:cNvPr id="6" name="Rectangle 5">
            <a:extLst>
              <a:ext uri="{FF2B5EF4-FFF2-40B4-BE49-F238E27FC236}">
                <a16:creationId xmlns:a16="http://schemas.microsoft.com/office/drawing/2014/main" id="{118F1FE7-9F74-4FB7-A165-0EF4CFB8056C}"/>
              </a:ext>
            </a:extLst>
          </p:cNvPr>
          <p:cNvSpPr/>
          <p:nvPr/>
        </p:nvSpPr>
        <p:spPr>
          <a:xfrm>
            <a:off x="191072" y="536543"/>
            <a:ext cx="10679251" cy="646331"/>
          </a:xfrm>
          <a:prstGeom prst="rect">
            <a:avLst/>
          </a:prstGeom>
          <a:ln>
            <a:noFill/>
          </a:ln>
        </p:spPr>
        <p:txBody>
          <a:bodyPr wrap="square" anchor="t">
            <a:spAutoFit/>
          </a:bodyPr>
          <a:lstStyle/>
          <a:p>
            <a:pPr marL="342900" indent="-342900" fontAlgn="base">
              <a:spcAft>
                <a:spcPct val="0"/>
              </a:spcAft>
              <a:buFont typeface="+mj-lt"/>
              <a:buAutoNum type="arabicParenR"/>
            </a:pPr>
            <a:r>
              <a:rPr lang="en-AU" altLang="en-US" dirty="0">
                <a:solidFill>
                  <a:schemeClr val="tx1">
                    <a:lumMod val="50000"/>
                  </a:schemeClr>
                </a:solidFill>
                <a:cs typeface="Arial" panose="020B0604020202020204" pitchFamily="34" charset="0"/>
              </a:rPr>
              <a:t>To check the History of events for a selected asset you can Click on History. The following details are displayed on the History View-</a:t>
            </a:r>
            <a:endParaRPr lang="en-AU" altLang="en-US" dirty="0">
              <a:solidFill>
                <a:schemeClr val="tx1">
                  <a:lumMod val="50000"/>
                </a:schemeClr>
              </a:solidFill>
              <a:cs typeface="Arial"/>
            </a:endParaRPr>
          </a:p>
        </p:txBody>
      </p:sp>
      <p:sp>
        <p:nvSpPr>
          <p:cNvPr id="8" name="Rectangle 7">
            <a:extLst>
              <a:ext uri="{FF2B5EF4-FFF2-40B4-BE49-F238E27FC236}">
                <a16:creationId xmlns:a16="http://schemas.microsoft.com/office/drawing/2014/main" id="{BC989B69-B4A5-479B-B3C8-48BF626DB4F3}"/>
              </a:ext>
            </a:extLst>
          </p:cNvPr>
          <p:cNvSpPr/>
          <p:nvPr/>
        </p:nvSpPr>
        <p:spPr>
          <a:xfrm>
            <a:off x="3386470" y="4844088"/>
            <a:ext cx="207520" cy="15240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CDFC68EB-4455-4E7D-83AF-D465CD81F6A2}"/>
              </a:ext>
            </a:extLst>
          </p:cNvPr>
          <p:cNvCxnSpPr>
            <a:cxnSpLocks/>
            <a:stCxn id="8" idx="3"/>
          </p:cNvCxnSpPr>
          <p:nvPr/>
        </p:nvCxnSpPr>
        <p:spPr>
          <a:xfrm>
            <a:off x="3593990" y="4920288"/>
            <a:ext cx="217930"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83316CFE-2839-444F-9C17-6C2289A15F67}"/>
              </a:ext>
            </a:extLst>
          </p:cNvPr>
          <p:cNvSpPr/>
          <p:nvPr/>
        </p:nvSpPr>
        <p:spPr>
          <a:xfrm>
            <a:off x="3730828" y="4691688"/>
            <a:ext cx="306495" cy="369332"/>
          </a:xfrm>
          <a:prstGeom prst="rect">
            <a:avLst/>
          </a:prstGeom>
          <a:noFill/>
        </p:spPr>
        <p:txBody>
          <a:bodyPr wrap="square" lIns="91440" tIns="45720" rIns="91440" bIns="45720">
            <a:spAutoFit/>
          </a:bodyPr>
          <a:lstStyle/>
          <a:p>
            <a:pPr algn="ctr"/>
            <a:r>
              <a:rPr lang="en-US" dirty="0">
                <a:ln w="0"/>
                <a:solidFill>
                  <a:schemeClr val="bg1"/>
                </a:solidFill>
                <a:effectLst>
                  <a:outerShdw blurRad="38100" dist="19050" dir="2700000" algn="tl" rotWithShape="0">
                    <a:schemeClr val="dk1">
                      <a:alpha val="40000"/>
                    </a:schemeClr>
                  </a:outerShdw>
                </a:effectLst>
              </a:rPr>
              <a:t>1</a:t>
            </a:r>
            <a:endParaRPr lang="en-US" b="0" cap="none" spc="0" dirty="0">
              <a:ln w="0"/>
              <a:solidFill>
                <a:schemeClr val="bg1"/>
              </a:solidFill>
              <a:effectLst>
                <a:outerShdw blurRad="38100" dist="19050" dir="2700000" algn="tl" rotWithShape="0">
                  <a:schemeClr val="dk1">
                    <a:alpha val="40000"/>
                  </a:schemeClr>
                </a:outerShdw>
              </a:effectLst>
            </a:endParaRPr>
          </a:p>
        </p:txBody>
      </p:sp>
      <p:cxnSp>
        <p:nvCxnSpPr>
          <p:cNvPr id="11" name="Straight Arrow Connector 10">
            <a:extLst>
              <a:ext uri="{FF2B5EF4-FFF2-40B4-BE49-F238E27FC236}">
                <a16:creationId xmlns:a16="http://schemas.microsoft.com/office/drawing/2014/main" id="{916B01F5-8C18-42EB-B0A3-C6C6050B258D}"/>
              </a:ext>
            </a:extLst>
          </p:cNvPr>
          <p:cNvCxnSpPr>
            <a:cxnSpLocks/>
            <a:stCxn id="22" idx="2"/>
          </p:cNvCxnSpPr>
          <p:nvPr/>
        </p:nvCxnSpPr>
        <p:spPr>
          <a:xfrm flipH="1">
            <a:off x="5152438" y="3828487"/>
            <a:ext cx="2557" cy="440854"/>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48818675-57A0-4AFF-B1C5-A08F1C120957}"/>
              </a:ext>
            </a:extLst>
          </p:cNvPr>
          <p:cNvCxnSpPr>
            <a:cxnSpLocks/>
          </p:cNvCxnSpPr>
          <p:nvPr/>
        </p:nvCxnSpPr>
        <p:spPr>
          <a:xfrm flipH="1">
            <a:off x="5585570" y="3819783"/>
            <a:ext cx="4556" cy="430863"/>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717C8076-F031-4883-BD62-A2CC134B548B}"/>
              </a:ext>
            </a:extLst>
          </p:cNvPr>
          <p:cNvSpPr/>
          <p:nvPr/>
        </p:nvSpPr>
        <p:spPr>
          <a:xfrm>
            <a:off x="5049389" y="4199485"/>
            <a:ext cx="206097" cy="279253"/>
          </a:xfrm>
          <a:prstGeom prst="rect">
            <a:avLst/>
          </a:prstGeom>
          <a:noFill/>
        </p:spPr>
        <p:txBody>
          <a:bodyPr wrap="square" lIns="91440" tIns="45720" rIns="91440" bIns="45720">
            <a:spAutoFit/>
          </a:bodyPr>
          <a:lstStyle/>
          <a:p>
            <a:pPr algn="ctr"/>
            <a:r>
              <a:rPr lang="en-US" sz="1200" b="0" cap="none" spc="0" dirty="0">
                <a:ln w="0"/>
                <a:solidFill>
                  <a:schemeClr val="bg1"/>
                </a:solidFill>
                <a:effectLst>
                  <a:outerShdw blurRad="38100" dist="19050" dir="2700000" algn="tl" rotWithShape="0">
                    <a:schemeClr val="dk1">
                      <a:alpha val="40000"/>
                    </a:schemeClr>
                  </a:outerShdw>
                </a:effectLst>
              </a:rPr>
              <a:t>a</a:t>
            </a:r>
          </a:p>
        </p:txBody>
      </p:sp>
      <p:sp>
        <p:nvSpPr>
          <p:cNvPr id="14" name="Rectangle 13">
            <a:extLst>
              <a:ext uri="{FF2B5EF4-FFF2-40B4-BE49-F238E27FC236}">
                <a16:creationId xmlns:a16="http://schemas.microsoft.com/office/drawing/2014/main" id="{D31D6EEC-5CE7-4263-9D7A-CC0DFEFAAB4D}"/>
              </a:ext>
            </a:extLst>
          </p:cNvPr>
          <p:cNvSpPr/>
          <p:nvPr/>
        </p:nvSpPr>
        <p:spPr>
          <a:xfrm>
            <a:off x="5505275" y="4219772"/>
            <a:ext cx="155500" cy="263739"/>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b</a:t>
            </a:r>
          </a:p>
        </p:txBody>
      </p:sp>
      <p:sp>
        <p:nvSpPr>
          <p:cNvPr id="15" name="Rectangle 14">
            <a:extLst>
              <a:ext uri="{FF2B5EF4-FFF2-40B4-BE49-F238E27FC236}">
                <a16:creationId xmlns:a16="http://schemas.microsoft.com/office/drawing/2014/main" id="{5AA77809-C502-42F9-A34A-B144C5B6EEBA}"/>
              </a:ext>
            </a:extLst>
          </p:cNvPr>
          <p:cNvSpPr/>
          <p:nvPr/>
        </p:nvSpPr>
        <p:spPr>
          <a:xfrm>
            <a:off x="5420021" y="3718787"/>
            <a:ext cx="405646" cy="11518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E57869C-7D30-47C4-801D-CAFC2C162003}"/>
              </a:ext>
            </a:extLst>
          </p:cNvPr>
          <p:cNvSpPr/>
          <p:nvPr/>
        </p:nvSpPr>
        <p:spPr>
          <a:xfrm>
            <a:off x="5898482" y="3716118"/>
            <a:ext cx="405528" cy="12052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58C37ED-C0B1-4909-BECA-A04CAE8E2A72}"/>
              </a:ext>
            </a:extLst>
          </p:cNvPr>
          <p:cNvSpPr/>
          <p:nvPr/>
        </p:nvSpPr>
        <p:spPr>
          <a:xfrm>
            <a:off x="6625287" y="3717160"/>
            <a:ext cx="411720" cy="11681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CD14D1B-7D9E-474B-B0BC-778612016216}"/>
              </a:ext>
            </a:extLst>
          </p:cNvPr>
          <p:cNvSpPr/>
          <p:nvPr/>
        </p:nvSpPr>
        <p:spPr>
          <a:xfrm>
            <a:off x="10615031" y="3713304"/>
            <a:ext cx="476539" cy="120666"/>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EA74C5E-2A1A-417B-98F4-BD979B8D5A55}"/>
              </a:ext>
            </a:extLst>
          </p:cNvPr>
          <p:cNvSpPr/>
          <p:nvPr/>
        </p:nvSpPr>
        <p:spPr>
          <a:xfrm>
            <a:off x="7410034" y="3702646"/>
            <a:ext cx="743176" cy="13132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C56842A-868A-49D5-A700-BED195C2ADD2}"/>
              </a:ext>
            </a:extLst>
          </p:cNvPr>
          <p:cNvSpPr/>
          <p:nvPr/>
        </p:nvSpPr>
        <p:spPr>
          <a:xfrm>
            <a:off x="8393355" y="3703979"/>
            <a:ext cx="535467" cy="125313"/>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8E25689-F65D-474F-BC67-15687DB2A43E}"/>
              </a:ext>
            </a:extLst>
          </p:cNvPr>
          <p:cNvSpPr/>
          <p:nvPr/>
        </p:nvSpPr>
        <p:spPr>
          <a:xfrm>
            <a:off x="9821172" y="3702645"/>
            <a:ext cx="456407" cy="131325"/>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13241A3-7B8D-4005-9C6C-E69CD1A4D01B}"/>
              </a:ext>
            </a:extLst>
          </p:cNvPr>
          <p:cNvSpPr/>
          <p:nvPr/>
        </p:nvSpPr>
        <p:spPr>
          <a:xfrm>
            <a:off x="4921841" y="3713304"/>
            <a:ext cx="466308" cy="115183"/>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036AA15E-2DD6-4781-A94D-B9B524825AF6}"/>
              </a:ext>
            </a:extLst>
          </p:cNvPr>
          <p:cNvSpPr/>
          <p:nvPr/>
        </p:nvSpPr>
        <p:spPr>
          <a:xfrm>
            <a:off x="11137648" y="3719673"/>
            <a:ext cx="473982" cy="120666"/>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8FE2A88C-9472-4B6A-BF0A-B8EE0DD0B6AF}"/>
              </a:ext>
            </a:extLst>
          </p:cNvPr>
          <p:cNvSpPr/>
          <p:nvPr/>
        </p:nvSpPr>
        <p:spPr>
          <a:xfrm>
            <a:off x="11708282" y="3713304"/>
            <a:ext cx="153866" cy="12963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4555A698-F8A3-4C03-8334-F504948BD339}"/>
              </a:ext>
            </a:extLst>
          </p:cNvPr>
          <p:cNvCxnSpPr>
            <a:cxnSpLocks/>
          </p:cNvCxnSpPr>
          <p:nvPr/>
        </p:nvCxnSpPr>
        <p:spPr>
          <a:xfrm flipH="1">
            <a:off x="6074536" y="3824922"/>
            <a:ext cx="1478" cy="46141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D6207687-F4B8-4CE8-81A0-6FE83E7981E7}"/>
              </a:ext>
            </a:extLst>
          </p:cNvPr>
          <p:cNvCxnSpPr>
            <a:cxnSpLocks/>
          </p:cNvCxnSpPr>
          <p:nvPr/>
        </p:nvCxnSpPr>
        <p:spPr>
          <a:xfrm>
            <a:off x="6818455" y="3821159"/>
            <a:ext cx="0" cy="42948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7" name="Rectangle 26">
            <a:extLst>
              <a:ext uri="{FF2B5EF4-FFF2-40B4-BE49-F238E27FC236}">
                <a16:creationId xmlns:a16="http://schemas.microsoft.com/office/drawing/2014/main" id="{912FD935-03D5-4A9C-B8B4-5DDC3B1C7871}"/>
              </a:ext>
            </a:extLst>
          </p:cNvPr>
          <p:cNvSpPr/>
          <p:nvPr/>
        </p:nvSpPr>
        <p:spPr>
          <a:xfrm>
            <a:off x="5956064" y="4222952"/>
            <a:ext cx="206097" cy="279253"/>
          </a:xfrm>
          <a:prstGeom prst="rect">
            <a:avLst/>
          </a:prstGeom>
          <a:noFill/>
        </p:spPr>
        <p:txBody>
          <a:bodyPr wrap="square" lIns="91440" tIns="45720" rIns="91440" bIns="45720">
            <a:spAutoFit/>
          </a:bodyPr>
          <a:lstStyle/>
          <a:p>
            <a:pPr algn="ctr"/>
            <a:r>
              <a:rPr lang="en-US" sz="1200" b="0" cap="none" spc="0" dirty="0">
                <a:ln w="0"/>
                <a:solidFill>
                  <a:schemeClr val="bg1"/>
                </a:solidFill>
                <a:effectLst>
                  <a:outerShdw blurRad="38100" dist="19050" dir="2700000" algn="tl" rotWithShape="0">
                    <a:schemeClr val="dk1">
                      <a:alpha val="40000"/>
                    </a:schemeClr>
                  </a:outerShdw>
                </a:effectLst>
              </a:rPr>
              <a:t>c</a:t>
            </a:r>
          </a:p>
        </p:txBody>
      </p:sp>
      <p:sp>
        <p:nvSpPr>
          <p:cNvPr id="28" name="Rectangle 27">
            <a:extLst>
              <a:ext uri="{FF2B5EF4-FFF2-40B4-BE49-F238E27FC236}">
                <a16:creationId xmlns:a16="http://schemas.microsoft.com/office/drawing/2014/main" id="{CCE81CB8-8E03-435B-958A-239B9689FF12}"/>
              </a:ext>
            </a:extLst>
          </p:cNvPr>
          <p:cNvSpPr/>
          <p:nvPr/>
        </p:nvSpPr>
        <p:spPr>
          <a:xfrm>
            <a:off x="6719977" y="4208284"/>
            <a:ext cx="155500" cy="263739"/>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d</a:t>
            </a:r>
          </a:p>
        </p:txBody>
      </p:sp>
      <p:cxnSp>
        <p:nvCxnSpPr>
          <p:cNvPr id="29" name="Straight Arrow Connector 28">
            <a:extLst>
              <a:ext uri="{FF2B5EF4-FFF2-40B4-BE49-F238E27FC236}">
                <a16:creationId xmlns:a16="http://schemas.microsoft.com/office/drawing/2014/main" id="{CEB64380-5DD5-478A-8FBA-55B3AA381CCC}"/>
              </a:ext>
            </a:extLst>
          </p:cNvPr>
          <p:cNvCxnSpPr>
            <a:cxnSpLocks/>
          </p:cNvCxnSpPr>
          <p:nvPr/>
        </p:nvCxnSpPr>
        <p:spPr>
          <a:xfrm flipH="1">
            <a:off x="7754006" y="3844991"/>
            <a:ext cx="1478" cy="46141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4C87B06C-4038-4995-92BB-6A14B62B384F}"/>
              </a:ext>
            </a:extLst>
          </p:cNvPr>
          <p:cNvCxnSpPr>
            <a:cxnSpLocks/>
          </p:cNvCxnSpPr>
          <p:nvPr/>
        </p:nvCxnSpPr>
        <p:spPr>
          <a:xfrm>
            <a:off x="8654111" y="3819271"/>
            <a:ext cx="0" cy="42948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1" name="Rectangle 30">
            <a:extLst>
              <a:ext uri="{FF2B5EF4-FFF2-40B4-BE49-F238E27FC236}">
                <a16:creationId xmlns:a16="http://schemas.microsoft.com/office/drawing/2014/main" id="{63D0B20E-28FC-4867-815A-3322DEA50C42}"/>
              </a:ext>
            </a:extLst>
          </p:cNvPr>
          <p:cNvSpPr/>
          <p:nvPr/>
        </p:nvSpPr>
        <p:spPr>
          <a:xfrm>
            <a:off x="7649839" y="4234452"/>
            <a:ext cx="206097" cy="279253"/>
          </a:xfrm>
          <a:prstGeom prst="rect">
            <a:avLst/>
          </a:prstGeom>
          <a:noFill/>
        </p:spPr>
        <p:txBody>
          <a:bodyPr wrap="square" lIns="91440" tIns="45720" rIns="91440" bIns="45720">
            <a:spAutoFit/>
          </a:bodyPr>
          <a:lstStyle/>
          <a:p>
            <a:pPr algn="ctr"/>
            <a:r>
              <a:rPr lang="en-US" sz="1200" b="0" cap="none" spc="0" dirty="0">
                <a:ln w="0"/>
                <a:solidFill>
                  <a:schemeClr val="bg1"/>
                </a:solidFill>
                <a:effectLst>
                  <a:outerShdw blurRad="38100" dist="19050" dir="2700000" algn="tl" rotWithShape="0">
                    <a:schemeClr val="dk1">
                      <a:alpha val="40000"/>
                    </a:schemeClr>
                  </a:outerShdw>
                </a:effectLst>
              </a:rPr>
              <a:t>e</a:t>
            </a:r>
          </a:p>
        </p:txBody>
      </p:sp>
      <p:sp>
        <p:nvSpPr>
          <p:cNvPr id="32" name="Rectangle 31">
            <a:extLst>
              <a:ext uri="{FF2B5EF4-FFF2-40B4-BE49-F238E27FC236}">
                <a16:creationId xmlns:a16="http://schemas.microsoft.com/office/drawing/2014/main" id="{91181653-7D13-4A4E-ADAE-0560E1E0AF2F}"/>
              </a:ext>
            </a:extLst>
          </p:cNvPr>
          <p:cNvSpPr/>
          <p:nvPr/>
        </p:nvSpPr>
        <p:spPr>
          <a:xfrm>
            <a:off x="8580372" y="4271626"/>
            <a:ext cx="155500" cy="263739"/>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f</a:t>
            </a:r>
          </a:p>
        </p:txBody>
      </p:sp>
      <p:cxnSp>
        <p:nvCxnSpPr>
          <p:cNvPr id="33" name="Straight Arrow Connector 32">
            <a:extLst>
              <a:ext uri="{FF2B5EF4-FFF2-40B4-BE49-F238E27FC236}">
                <a16:creationId xmlns:a16="http://schemas.microsoft.com/office/drawing/2014/main" id="{DF99B577-B568-4290-A059-C0705768FC5C}"/>
              </a:ext>
            </a:extLst>
          </p:cNvPr>
          <p:cNvCxnSpPr>
            <a:cxnSpLocks/>
          </p:cNvCxnSpPr>
          <p:nvPr/>
        </p:nvCxnSpPr>
        <p:spPr>
          <a:xfrm flipH="1">
            <a:off x="10047897" y="3836639"/>
            <a:ext cx="1478" cy="46141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96DBD09A-8F9F-45FE-912C-EBCDA7B99495}"/>
              </a:ext>
            </a:extLst>
          </p:cNvPr>
          <p:cNvCxnSpPr>
            <a:cxnSpLocks/>
          </p:cNvCxnSpPr>
          <p:nvPr/>
        </p:nvCxnSpPr>
        <p:spPr>
          <a:xfrm>
            <a:off x="10874263" y="3851195"/>
            <a:ext cx="0" cy="42948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Rectangle 34">
            <a:extLst>
              <a:ext uri="{FF2B5EF4-FFF2-40B4-BE49-F238E27FC236}">
                <a16:creationId xmlns:a16="http://schemas.microsoft.com/office/drawing/2014/main" id="{E3BF9B17-A3B5-4390-83C2-1C47DB334D21}"/>
              </a:ext>
            </a:extLst>
          </p:cNvPr>
          <p:cNvSpPr/>
          <p:nvPr/>
        </p:nvSpPr>
        <p:spPr>
          <a:xfrm>
            <a:off x="9968852" y="4239532"/>
            <a:ext cx="206097" cy="279253"/>
          </a:xfrm>
          <a:prstGeom prst="rect">
            <a:avLst/>
          </a:prstGeom>
          <a:noFill/>
        </p:spPr>
        <p:txBody>
          <a:bodyPr wrap="square" lIns="91440" tIns="45720" rIns="91440" bIns="45720">
            <a:spAutoFit/>
          </a:bodyPr>
          <a:lstStyle/>
          <a:p>
            <a:pPr algn="ctr"/>
            <a:r>
              <a:rPr lang="en-US" sz="1200" b="0" cap="none" spc="0" dirty="0">
                <a:ln w="0"/>
                <a:solidFill>
                  <a:schemeClr val="bg1"/>
                </a:solidFill>
                <a:effectLst>
                  <a:outerShdw blurRad="38100" dist="19050" dir="2700000" algn="tl" rotWithShape="0">
                    <a:schemeClr val="dk1">
                      <a:alpha val="40000"/>
                    </a:schemeClr>
                  </a:outerShdw>
                </a:effectLst>
              </a:rPr>
              <a:t>g</a:t>
            </a:r>
          </a:p>
        </p:txBody>
      </p:sp>
      <p:sp>
        <p:nvSpPr>
          <p:cNvPr id="36" name="Rectangle 35">
            <a:extLst>
              <a:ext uri="{FF2B5EF4-FFF2-40B4-BE49-F238E27FC236}">
                <a16:creationId xmlns:a16="http://schemas.microsoft.com/office/drawing/2014/main" id="{858584AB-D3DF-466D-94E7-896D09A4AED4}"/>
              </a:ext>
            </a:extLst>
          </p:cNvPr>
          <p:cNvSpPr/>
          <p:nvPr/>
        </p:nvSpPr>
        <p:spPr>
          <a:xfrm>
            <a:off x="10793811" y="4238466"/>
            <a:ext cx="155500" cy="263739"/>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h</a:t>
            </a:r>
          </a:p>
        </p:txBody>
      </p:sp>
      <p:cxnSp>
        <p:nvCxnSpPr>
          <p:cNvPr id="37" name="Straight Arrow Connector 36">
            <a:extLst>
              <a:ext uri="{FF2B5EF4-FFF2-40B4-BE49-F238E27FC236}">
                <a16:creationId xmlns:a16="http://schemas.microsoft.com/office/drawing/2014/main" id="{1DDC7337-1977-4999-A0D7-4DDB25FE4A6C}"/>
              </a:ext>
            </a:extLst>
          </p:cNvPr>
          <p:cNvCxnSpPr>
            <a:cxnSpLocks/>
          </p:cNvCxnSpPr>
          <p:nvPr/>
        </p:nvCxnSpPr>
        <p:spPr>
          <a:xfrm flipH="1">
            <a:off x="11368492" y="3819271"/>
            <a:ext cx="1478" cy="46141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C2ED411D-AD33-42CF-AB68-5B8302A49260}"/>
              </a:ext>
            </a:extLst>
          </p:cNvPr>
          <p:cNvCxnSpPr>
            <a:cxnSpLocks/>
          </p:cNvCxnSpPr>
          <p:nvPr/>
        </p:nvCxnSpPr>
        <p:spPr>
          <a:xfrm>
            <a:off x="11785215" y="3839854"/>
            <a:ext cx="0" cy="429487"/>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9" name="Rectangle 38">
            <a:extLst>
              <a:ext uri="{FF2B5EF4-FFF2-40B4-BE49-F238E27FC236}">
                <a16:creationId xmlns:a16="http://schemas.microsoft.com/office/drawing/2014/main" id="{48EABBF1-658A-4F4E-A308-3EE814B0B1CD}"/>
              </a:ext>
            </a:extLst>
          </p:cNvPr>
          <p:cNvSpPr/>
          <p:nvPr/>
        </p:nvSpPr>
        <p:spPr>
          <a:xfrm>
            <a:off x="11268447" y="4248758"/>
            <a:ext cx="206097" cy="279253"/>
          </a:xfrm>
          <a:prstGeom prst="rect">
            <a:avLst/>
          </a:prstGeom>
          <a:noFill/>
        </p:spPr>
        <p:txBody>
          <a:bodyPr wrap="square" lIns="91440" tIns="45720" rIns="91440" bIns="45720">
            <a:spAutoFit/>
          </a:bodyPr>
          <a:lstStyle/>
          <a:p>
            <a:pPr algn="ctr"/>
            <a:r>
              <a:rPr lang="en-US" sz="1200" b="0" cap="none" spc="0" dirty="0" err="1">
                <a:ln w="0"/>
                <a:solidFill>
                  <a:schemeClr val="bg1"/>
                </a:solidFill>
                <a:effectLst>
                  <a:outerShdw blurRad="38100" dist="19050" dir="2700000" algn="tl" rotWithShape="0">
                    <a:schemeClr val="dk1">
                      <a:alpha val="40000"/>
                    </a:schemeClr>
                  </a:outerShdw>
                </a:effectLst>
              </a:rPr>
              <a:t>i</a:t>
            </a:r>
            <a:endParaRPr lang="en-US" sz="1200" b="0" cap="none" spc="0" dirty="0">
              <a:ln w="0"/>
              <a:solidFill>
                <a:schemeClr val="bg1"/>
              </a:solidFill>
              <a:effectLst>
                <a:outerShdw blurRad="38100" dist="19050" dir="2700000" algn="tl" rotWithShape="0">
                  <a:schemeClr val="dk1">
                    <a:alpha val="40000"/>
                  </a:schemeClr>
                </a:outerShdw>
              </a:effectLst>
            </a:endParaRPr>
          </a:p>
        </p:txBody>
      </p:sp>
      <p:sp>
        <p:nvSpPr>
          <p:cNvPr id="40" name="Rectangle 39">
            <a:extLst>
              <a:ext uri="{FF2B5EF4-FFF2-40B4-BE49-F238E27FC236}">
                <a16:creationId xmlns:a16="http://schemas.microsoft.com/office/drawing/2014/main" id="{AA33C4ED-EA48-4214-AEE1-83F51983D6C6}"/>
              </a:ext>
            </a:extLst>
          </p:cNvPr>
          <p:cNvSpPr/>
          <p:nvPr/>
        </p:nvSpPr>
        <p:spPr>
          <a:xfrm>
            <a:off x="11707465" y="4229251"/>
            <a:ext cx="155500" cy="263739"/>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j</a:t>
            </a:r>
          </a:p>
        </p:txBody>
      </p:sp>
      <p:sp>
        <p:nvSpPr>
          <p:cNvPr id="41" name="Rectangle 40">
            <a:extLst>
              <a:ext uri="{FF2B5EF4-FFF2-40B4-BE49-F238E27FC236}">
                <a16:creationId xmlns:a16="http://schemas.microsoft.com/office/drawing/2014/main" id="{11CCDC2A-7856-464E-8849-D78406D09B84}"/>
              </a:ext>
            </a:extLst>
          </p:cNvPr>
          <p:cNvSpPr/>
          <p:nvPr/>
        </p:nvSpPr>
        <p:spPr>
          <a:xfrm>
            <a:off x="4998232" y="3481324"/>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B520D5B7-7C5A-4F0A-88C6-A1A9C06EA70F}"/>
              </a:ext>
            </a:extLst>
          </p:cNvPr>
          <p:cNvSpPr/>
          <p:nvPr/>
        </p:nvSpPr>
        <p:spPr>
          <a:xfrm>
            <a:off x="5193624" y="3481074"/>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5766D5E5-B3BA-4867-BAB1-60085CC485CA}"/>
              </a:ext>
            </a:extLst>
          </p:cNvPr>
          <p:cNvSpPr/>
          <p:nvPr/>
        </p:nvSpPr>
        <p:spPr>
          <a:xfrm>
            <a:off x="5378839" y="3481074"/>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73048C39-11B0-4569-B156-40D8460F3D1B}"/>
              </a:ext>
            </a:extLst>
          </p:cNvPr>
          <p:cNvSpPr/>
          <p:nvPr/>
        </p:nvSpPr>
        <p:spPr>
          <a:xfrm>
            <a:off x="5576456" y="3493888"/>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DE42D5AF-A704-4B9B-A931-2CFA3B9D7D26}"/>
              </a:ext>
            </a:extLst>
          </p:cNvPr>
          <p:cNvSpPr/>
          <p:nvPr/>
        </p:nvSpPr>
        <p:spPr>
          <a:xfrm>
            <a:off x="6158787" y="3492735"/>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019F3507-068D-4929-96ED-E42CEF382AD4}"/>
              </a:ext>
            </a:extLst>
          </p:cNvPr>
          <p:cNvSpPr/>
          <p:nvPr/>
        </p:nvSpPr>
        <p:spPr>
          <a:xfrm>
            <a:off x="5765555" y="3493888"/>
            <a:ext cx="119380" cy="18024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1C939068-406B-4A3C-9F8E-43E4FB25E06D}"/>
              </a:ext>
            </a:extLst>
          </p:cNvPr>
          <p:cNvSpPr/>
          <p:nvPr/>
        </p:nvSpPr>
        <p:spPr>
          <a:xfrm>
            <a:off x="6334919" y="3490429"/>
            <a:ext cx="147735" cy="1825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8" name="Straight Arrow Connector 47">
            <a:extLst>
              <a:ext uri="{FF2B5EF4-FFF2-40B4-BE49-F238E27FC236}">
                <a16:creationId xmlns:a16="http://schemas.microsoft.com/office/drawing/2014/main" id="{52A612E5-31BD-4D31-9D6D-067EB1BAE146}"/>
              </a:ext>
            </a:extLst>
          </p:cNvPr>
          <p:cNvCxnSpPr>
            <a:cxnSpLocks/>
          </p:cNvCxnSpPr>
          <p:nvPr/>
        </p:nvCxnSpPr>
        <p:spPr>
          <a:xfrm flipH="1" flipV="1">
            <a:off x="5055682" y="2795432"/>
            <a:ext cx="6574" cy="69845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810EC80E-00B0-4BC1-9E23-3A7FEC1CAF35}"/>
              </a:ext>
            </a:extLst>
          </p:cNvPr>
          <p:cNvCxnSpPr>
            <a:cxnSpLocks/>
          </p:cNvCxnSpPr>
          <p:nvPr/>
        </p:nvCxnSpPr>
        <p:spPr>
          <a:xfrm flipV="1">
            <a:off x="5243230" y="2773279"/>
            <a:ext cx="828" cy="701928"/>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AEADB427-C801-474B-863B-BF47885E3F29}"/>
              </a:ext>
            </a:extLst>
          </p:cNvPr>
          <p:cNvCxnSpPr>
            <a:cxnSpLocks/>
          </p:cNvCxnSpPr>
          <p:nvPr/>
        </p:nvCxnSpPr>
        <p:spPr>
          <a:xfrm flipV="1">
            <a:off x="5437983" y="2779249"/>
            <a:ext cx="7534" cy="695958"/>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1" name="Straight Arrow Connector 50">
            <a:extLst>
              <a:ext uri="{FF2B5EF4-FFF2-40B4-BE49-F238E27FC236}">
                <a16:creationId xmlns:a16="http://schemas.microsoft.com/office/drawing/2014/main" id="{CB7CFA7C-328A-4D9D-B326-27A0527AD285}"/>
              </a:ext>
            </a:extLst>
          </p:cNvPr>
          <p:cNvCxnSpPr>
            <a:cxnSpLocks/>
            <a:stCxn id="44" idx="0"/>
          </p:cNvCxnSpPr>
          <p:nvPr/>
        </p:nvCxnSpPr>
        <p:spPr>
          <a:xfrm flipV="1">
            <a:off x="5636146" y="2794494"/>
            <a:ext cx="17969" cy="699394"/>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2" name="Straight Arrow Connector 51">
            <a:extLst>
              <a:ext uri="{FF2B5EF4-FFF2-40B4-BE49-F238E27FC236}">
                <a16:creationId xmlns:a16="http://schemas.microsoft.com/office/drawing/2014/main" id="{40677DA5-5E86-4BC1-9C16-CDF3F95F34B9}"/>
              </a:ext>
            </a:extLst>
          </p:cNvPr>
          <p:cNvCxnSpPr>
            <a:cxnSpLocks/>
          </p:cNvCxnSpPr>
          <p:nvPr/>
        </p:nvCxnSpPr>
        <p:spPr>
          <a:xfrm flipV="1">
            <a:off x="6218798" y="2829120"/>
            <a:ext cx="12361" cy="663615"/>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3" name="Straight Arrow Connector 52">
            <a:extLst>
              <a:ext uri="{FF2B5EF4-FFF2-40B4-BE49-F238E27FC236}">
                <a16:creationId xmlns:a16="http://schemas.microsoft.com/office/drawing/2014/main" id="{DE9DC4C6-366A-40DC-B348-CAAEF99BEAC2}"/>
              </a:ext>
            </a:extLst>
          </p:cNvPr>
          <p:cNvCxnSpPr>
            <a:cxnSpLocks/>
          </p:cNvCxnSpPr>
          <p:nvPr/>
        </p:nvCxnSpPr>
        <p:spPr>
          <a:xfrm flipV="1">
            <a:off x="5828222" y="2782057"/>
            <a:ext cx="0" cy="712674"/>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DE9D6773-CC4E-4D64-A2C0-183D6B648AAE}"/>
              </a:ext>
            </a:extLst>
          </p:cNvPr>
          <p:cNvCxnSpPr>
            <a:cxnSpLocks/>
          </p:cNvCxnSpPr>
          <p:nvPr/>
        </p:nvCxnSpPr>
        <p:spPr>
          <a:xfrm flipV="1">
            <a:off x="6408786" y="2798509"/>
            <a:ext cx="0" cy="69192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55" name="Rectangle 54">
            <a:extLst>
              <a:ext uri="{FF2B5EF4-FFF2-40B4-BE49-F238E27FC236}">
                <a16:creationId xmlns:a16="http://schemas.microsoft.com/office/drawing/2014/main" id="{C8488C61-49C2-400E-9335-E447568479ED}"/>
              </a:ext>
            </a:extLst>
          </p:cNvPr>
          <p:cNvSpPr/>
          <p:nvPr/>
        </p:nvSpPr>
        <p:spPr>
          <a:xfrm>
            <a:off x="6334919" y="3111992"/>
            <a:ext cx="184731" cy="369332"/>
          </a:xfrm>
          <a:prstGeom prst="rect">
            <a:avLst/>
          </a:prstGeom>
          <a:noFill/>
        </p:spPr>
        <p:txBody>
          <a:bodyPr wrap="none" lIns="91440" tIns="45720" rIns="91440" bIns="45720">
            <a:spAutoFit/>
          </a:bodyPr>
          <a:lstStyle/>
          <a:p>
            <a:pPr algn="ctr"/>
            <a:endParaRPr lang="en-US" b="0" cap="none" spc="0">
              <a:ln w="0"/>
              <a:solidFill>
                <a:schemeClr val="bg1"/>
              </a:solidFill>
              <a:effectLst>
                <a:outerShdw blurRad="38100" dist="19050" dir="2700000" algn="tl" rotWithShape="0">
                  <a:schemeClr val="dk1">
                    <a:alpha val="40000"/>
                  </a:schemeClr>
                </a:outerShdw>
              </a:effectLst>
            </a:endParaRPr>
          </a:p>
        </p:txBody>
      </p:sp>
      <p:sp>
        <p:nvSpPr>
          <p:cNvPr id="56" name="Rectangle 55">
            <a:extLst>
              <a:ext uri="{FF2B5EF4-FFF2-40B4-BE49-F238E27FC236}">
                <a16:creationId xmlns:a16="http://schemas.microsoft.com/office/drawing/2014/main" id="{538254B2-DEE2-49EE-8CC9-EF3DA372C6F1}"/>
              </a:ext>
            </a:extLst>
          </p:cNvPr>
          <p:cNvSpPr/>
          <p:nvPr/>
        </p:nvSpPr>
        <p:spPr>
          <a:xfrm>
            <a:off x="5096399" y="2477589"/>
            <a:ext cx="250035" cy="369332"/>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l</a:t>
            </a:r>
          </a:p>
        </p:txBody>
      </p:sp>
      <p:sp>
        <p:nvSpPr>
          <p:cNvPr id="57" name="Rectangle 56">
            <a:extLst>
              <a:ext uri="{FF2B5EF4-FFF2-40B4-BE49-F238E27FC236}">
                <a16:creationId xmlns:a16="http://schemas.microsoft.com/office/drawing/2014/main" id="{26F6DA91-4E58-4059-8FA5-AFEDFDC591DA}"/>
              </a:ext>
            </a:extLst>
          </p:cNvPr>
          <p:cNvSpPr/>
          <p:nvPr/>
        </p:nvSpPr>
        <p:spPr>
          <a:xfrm>
            <a:off x="5321415" y="2463040"/>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m</a:t>
            </a:r>
          </a:p>
        </p:txBody>
      </p:sp>
      <p:sp>
        <p:nvSpPr>
          <p:cNvPr id="58" name="Rectangle 57">
            <a:extLst>
              <a:ext uri="{FF2B5EF4-FFF2-40B4-BE49-F238E27FC236}">
                <a16:creationId xmlns:a16="http://schemas.microsoft.com/office/drawing/2014/main" id="{39C009D5-CA77-4ABE-BCE7-39F55C2D75AA}"/>
              </a:ext>
            </a:extLst>
          </p:cNvPr>
          <p:cNvSpPr/>
          <p:nvPr/>
        </p:nvSpPr>
        <p:spPr>
          <a:xfrm>
            <a:off x="5523798" y="2462996"/>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n</a:t>
            </a:r>
          </a:p>
        </p:txBody>
      </p:sp>
      <p:sp>
        <p:nvSpPr>
          <p:cNvPr id="59" name="Rectangle 58">
            <a:extLst>
              <a:ext uri="{FF2B5EF4-FFF2-40B4-BE49-F238E27FC236}">
                <a16:creationId xmlns:a16="http://schemas.microsoft.com/office/drawing/2014/main" id="{1B3FD460-CBDD-401F-B5D5-0AA4B9BE284D}"/>
              </a:ext>
            </a:extLst>
          </p:cNvPr>
          <p:cNvSpPr/>
          <p:nvPr/>
        </p:nvSpPr>
        <p:spPr>
          <a:xfrm>
            <a:off x="5700848" y="2471699"/>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o</a:t>
            </a:r>
          </a:p>
        </p:txBody>
      </p:sp>
      <p:sp>
        <p:nvSpPr>
          <p:cNvPr id="60" name="Rectangle 59">
            <a:extLst>
              <a:ext uri="{FF2B5EF4-FFF2-40B4-BE49-F238E27FC236}">
                <a16:creationId xmlns:a16="http://schemas.microsoft.com/office/drawing/2014/main" id="{0560B593-4D75-4D52-81CF-AC95F7B9A029}"/>
              </a:ext>
            </a:extLst>
          </p:cNvPr>
          <p:cNvSpPr/>
          <p:nvPr/>
        </p:nvSpPr>
        <p:spPr>
          <a:xfrm>
            <a:off x="6094248" y="2467261"/>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q</a:t>
            </a:r>
          </a:p>
        </p:txBody>
      </p:sp>
      <p:sp>
        <p:nvSpPr>
          <p:cNvPr id="61" name="Rectangle 60">
            <a:extLst>
              <a:ext uri="{FF2B5EF4-FFF2-40B4-BE49-F238E27FC236}">
                <a16:creationId xmlns:a16="http://schemas.microsoft.com/office/drawing/2014/main" id="{AB5780EB-C117-41FF-A5C8-8B60008C3BE8}"/>
              </a:ext>
            </a:extLst>
          </p:cNvPr>
          <p:cNvSpPr/>
          <p:nvPr/>
        </p:nvSpPr>
        <p:spPr>
          <a:xfrm>
            <a:off x="6297570" y="2480876"/>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r</a:t>
            </a:r>
          </a:p>
        </p:txBody>
      </p:sp>
      <p:sp>
        <p:nvSpPr>
          <p:cNvPr id="62" name="Rectangle 61">
            <a:extLst>
              <a:ext uri="{FF2B5EF4-FFF2-40B4-BE49-F238E27FC236}">
                <a16:creationId xmlns:a16="http://schemas.microsoft.com/office/drawing/2014/main" id="{FF84EEE3-6C22-4F46-A638-7F9B2EE1A5AB}"/>
              </a:ext>
            </a:extLst>
          </p:cNvPr>
          <p:cNvSpPr/>
          <p:nvPr/>
        </p:nvSpPr>
        <p:spPr>
          <a:xfrm>
            <a:off x="4904937" y="2463040"/>
            <a:ext cx="250035" cy="369332"/>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k</a:t>
            </a:r>
          </a:p>
        </p:txBody>
      </p:sp>
      <p:sp>
        <p:nvSpPr>
          <p:cNvPr id="63" name="Rectangle 62">
            <a:extLst>
              <a:ext uri="{FF2B5EF4-FFF2-40B4-BE49-F238E27FC236}">
                <a16:creationId xmlns:a16="http://schemas.microsoft.com/office/drawing/2014/main" id="{749A5BD2-1BED-43FC-B030-3C34BBD8FD18}"/>
              </a:ext>
            </a:extLst>
          </p:cNvPr>
          <p:cNvSpPr/>
          <p:nvPr/>
        </p:nvSpPr>
        <p:spPr>
          <a:xfrm>
            <a:off x="5953511" y="3492735"/>
            <a:ext cx="147735" cy="1825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4" name="Straight Arrow Connector 63">
            <a:extLst>
              <a:ext uri="{FF2B5EF4-FFF2-40B4-BE49-F238E27FC236}">
                <a16:creationId xmlns:a16="http://schemas.microsoft.com/office/drawing/2014/main" id="{3A3F3348-FE3D-44A9-B0B4-C59C953847C1}"/>
              </a:ext>
            </a:extLst>
          </p:cNvPr>
          <p:cNvCxnSpPr>
            <a:cxnSpLocks/>
          </p:cNvCxnSpPr>
          <p:nvPr/>
        </p:nvCxnSpPr>
        <p:spPr>
          <a:xfrm flipV="1">
            <a:off x="6027378" y="2804999"/>
            <a:ext cx="0" cy="69192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65" name="Rectangle 64">
            <a:extLst>
              <a:ext uri="{FF2B5EF4-FFF2-40B4-BE49-F238E27FC236}">
                <a16:creationId xmlns:a16="http://schemas.microsoft.com/office/drawing/2014/main" id="{44A1DC33-4512-4CFE-A611-F41BB9AFDFE4}"/>
              </a:ext>
            </a:extLst>
          </p:cNvPr>
          <p:cNvSpPr/>
          <p:nvPr/>
        </p:nvSpPr>
        <p:spPr>
          <a:xfrm>
            <a:off x="5908129" y="2471188"/>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p</a:t>
            </a:r>
          </a:p>
        </p:txBody>
      </p:sp>
      <p:sp>
        <p:nvSpPr>
          <p:cNvPr id="66" name="Rectangle 65">
            <a:extLst>
              <a:ext uri="{FF2B5EF4-FFF2-40B4-BE49-F238E27FC236}">
                <a16:creationId xmlns:a16="http://schemas.microsoft.com/office/drawing/2014/main" id="{57086ED0-905A-423A-BFD1-2B9CA6BE7A0A}"/>
              </a:ext>
            </a:extLst>
          </p:cNvPr>
          <p:cNvSpPr/>
          <p:nvPr/>
        </p:nvSpPr>
        <p:spPr>
          <a:xfrm>
            <a:off x="8781087" y="3468209"/>
            <a:ext cx="147735" cy="1825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7" name="Straight Arrow Connector 66">
            <a:extLst>
              <a:ext uri="{FF2B5EF4-FFF2-40B4-BE49-F238E27FC236}">
                <a16:creationId xmlns:a16="http://schemas.microsoft.com/office/drawing/2014/main" id="{383630AD-063D-41FC-8EC8-4EA918586095}"/>
              </a:ext>
            </a:extLst>
          </p:cNvPr>
          <p:cNvCxnSpPr>
            <a:cxnSpLocks/>
          </p:cNvCxnSpPr>
          <p:nvPr/>
        </p:nvCxnSpPr>
        <p:spPr>
          <a:xfrm flipV="1">
            <a:off x="8854954" y="2776289"/>
            <a:ext cx="0" cy="69192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68" name="Rectangle 67">
            <a:extLst>
              <a:ext uri="{FF2B5EF4-FFF2-40B4-BE49-F238E27FC236}">
                <a16:creationId xmlns:a16="http://schemas.microsoft.com/office/drawing/2014/main" id="{D10E82E4-88BC-4360-B813-D90BE65B9748}"/>
              </a:ext>
            </a:extLst>
          </p:cNvPr>
          <p:cNvSpPr/>
          <p:nvPr/>
        </p:nvSpPr>
        <p:spPr>
          <a:xfrm>
            <a:off x="8731685" y="2480876"/>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w</a:t>
            </a:r>
          </a:p>
        </p:txBody>
      </p:sp>
      <p:sp>
        <p:nvSpPr>
          <p:cNvPr id="69" name="Rectangle 68">
            <a:extLst>
              <a:ext uri="{FF2B5EF4-FFF2-40B4-BE49-F238E27FC236}">
                <a16:creationId xmlns:a16="http://schemas.microsoft.com/office/drawing/2014/main" id="{3850DE3A-1B97-4EB0-8D77-8D119C2F4DA8}"/>
              </a:ext>
            </a:extLst>
          </p:cNvPr>
          <p:cNvSpPr/>
          <p:nvPr/>
        </p:nvSpPr>
        <p:spPr>
          <a:xfrm>
            <a:off x="8462321" y="3476432"/>
            <a:ext cx="254837" cy="1825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0" name="Straight Arrow Connector 69">
            <a:extLst>
              <a:ext uri="{FF2B5EF4-FFF2-40B4-BE49-F238E27FC236}">
                <a16:creationId xmlns:a16="http://schemas.microsoft.com/office/drawing/2014/main" id="{DCC6959C-75EB-4CB4-AE3B-ECF2C6B1249F}"/>
              </a:ext>
            </a:extLst>
          </p:cNvPr>
          <p:cNvCxnSpPr>
            <a:cxnSpLocks/>
          </p:cNvCxnSpPr>
          <p:nvPr/>
        </p:nvCxnSpPr>
        <p:spPr>
          <a:xfrm flipV="1">
            <a:off x="8589739" y="2776289"/>
            <a:ext cx="0" cy="69192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A8A37620-A12B-4CF9-8F48-C6282B25DDCC}"/>
              </a:ext>
            </a:extLst>
          </p:cNvPr>
          <p:cNvSpPr/>
          <p:nvPr/>
        </p:nvSpPr>
        <p:spPr>
          <a:xfrm>
            <a:off x="8393576" y="2490555"/>
            <a:ext cx="382636"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v</a:t>
            </a:r>
          </a:p>
        </p:txBody>
      </p:sp>
      <p:sp>
        <p:nvSpPr>
          <p:cNvPr id="72" name="Rectangle 71">
            <a:extLst>
              <a:ext uri="{FF2B5EF4-FFF2-40B4-BE49-F238E27FC236}">
                <a16:creationId xmlns:a16="http://schemas.microsoft.com/office/drawing/2014/main" id="{AEA5937B-8461-4FCB-8775-22CACCE813DF}"/>
              </a:ext>
            </a:extLst>
          </p:cNvPr>
          <p:cNvSpPr/>
          <p:nvPr/>
        </p:nvSpPr>
        <p:spPr>
          <a:xfrm>
            <a:off x="7530533" y="3490429"/>
            <a:ext cx="254837" cy="1825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3" name="Straight Arrow Connector 72">
            <a:extLst>
              <a:ext uri="{FF2B5EF4-FFF2-40B4-BE49-F238E27FC236}">
                <a16:creationId xmlns:a16="http://schemas.microsoft.com/office/drawing/2014/main" id="{FAD8F811-EEBA-4D7B-BA5E-670E4C516488}"/>
              </a:ext>
            </a:extLst>
          </p:cNvPr>
          <p:cNvCxnSpPr>
            <a:cxnSpLocks/>
          </p:cNvCxnSpPr>
          <p:nvPr/>
        </p:nvCxnSpPr>
        <p:spPr>
          <a:xfrm flipV="1">
            <a:off x="7657951" y="2798509"/>
            <a:ext cx="0" cy="69192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74" name="Rectangle 73">
            <a:extLst>
              <a:ext uri="{FF2B5EF4-FFF2-40B4-BE49-F238E27FC236}">
                <a16:creationId xmlns:a16="http://schemas.microsoft.com/office/drawing/2014/main" id="{FF92F611-1338-46BD-B973-9819847CB38C}"/>
              </a:ext>
            </a:extLst>
          </p:cNvPr>
          <p:cNvSpPr/>
          <p:nvPr/>
        </p:nvSpPr>
        <p:spPr>
          <a:xfrm>
            <a:off x="7463865" y="2494345"/>
            <a:ext cx="382636"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u</a:t>
            </a:r>
          </a:p>
        </p:txBody>
      </p:sp>
      <p:sp>
        <p:nvSpPr>
          <p:cNvPr id="75" name="Rectangle 74">
            <a:extLst>
              <a:ext uri="{FF2B5EF4-FFF2-40B4-BE49-F238E27FC236}">
                <a16:creationId xmlns:a16="http://schemas.microsoft.com/office/drawing/2014/main" id="{668DB6AB-90F8-422E-87D7-4925BF9CE193}"/>
              </a:ext>
            </a:extLst>
          </p:cNvPr>
          <p:cNvSpPr/>
          <p:nvPr/>
        </p:nvSpPr>
        <p:spPr>
          <a:xfrm>
            <a:off x="6522998" y="3490429"/>
            <a:ext cx="147735" cy="1825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6" name="Straight Arrow Connector 75">
            <a:extLst>
              <a:ext uri="{FF2B5EF4-FFF2-40B4-BE49-F238E27FC236}">
                <a16:creationId xmlns:a16="http://schemas.microsoft.com/office/drawing/2014/main" id="{8338627C-1523-46E4-9317-741952D145D6}"/>
              </a:ext>
            </a:extLst>
          </p:cNvPr>
          <p:cNvCxnSpPr>
            <a:cxnSpLocks/>
          </p:cNvCxnSpPr>
          <p:nvPr/>
        </p:nvCxnSpPr>
        <p:spPr>
          <a:xfrm flipV="1">
            <a:off x="6590366" y="2798509"/>
            <a:ext cx="0" cy="69192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77" name="Rectangle 76">
            <a:extLst>
              <a:ext uri="{FF2B5EF4-FFF2-40B4-BE49-F238E27FC236}">
                <a16:creationId xmlns:a16="http://schemas.microsoft.com/office/drawing/2014/main" id="{4FCA3EBE-635A-43B8-9549-3AA884937855}"/>
              </a:ext>
            </a:extLst>
          </p:cNvPr>
          <p:cNvSpPr/>
          <p:nvPr/>
        </p:nvSpPr>
        <p:spPr>
          <a:xfrm>
            <a:off x="6472185" y="2489981"/>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s</a:t>
            </a:r>
          </a:p>
        </p:txBody>
      </p:sp>
      <p:sp>
        <p:nvSpPr>
          <p:cNvPr id="78" name="Rectangle 77">
            <a:extLst>
              <a:ext uri="{FF2B5EF4-FFF2-40B4-BE49-F238E27FC236}">
                <a16:creationId xmlns:a16="http://schemas.microsoft.com/office/drawing/2014/main" id="{F035B9A4-DDF2-40E0-B46A-929CF04A74CC}"/>
              </a:ext>
            </a:extLst>
          </p:cNvPr>
          <p:cNvSpPr/>
          <p:nvPr/>
        </p:nvSpPr>
        <p:spPr>
          <a:xfrm>
            <a:off x="6722644" y="3490429"/>
            <a:ext cx="147735" cy="182550"/>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79" name="Straight Arrow Connector 78">
            <a:extLst>
              <a:ext uri="{FF2B5EF4-FFF2-40B4-BE49-F238E27FC236}">
                <a16:creationId xmlns:a16="http://schemas.microsoft.com/office/drawing/2014/main" id="{C6B47D8B-B136-4E6C-9033-5E8E297B4B7C}"/>
              </a:ext>
            </a:extLst>
          </p:cNvPr>
          <p:cNvCxnSpPr>
            <a:cxnSpLocks/>
          </p:cNvCxnSpPr>
          <p:nvPr/>
        </p:nvCxnSpPr>
        <p:spPr>
          <a:xfrm flipV="1">
            <a:off x="6797650" y="2813632"/>
            <a:ext cx="0" cy="69192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80" name="Rectangle 79">
            <a:extLst>
              <a:ext uri="{FF2B5EF4-FFF2-40B4-BE49-F238E27FC236}">
                <a16:creationId xmlns:a16="http://schemas.microsoft.com/office/drawing/2014/main" id="{638A84CB-2C5F-49D1-8E93-313377B026D1}"/>
              </a:ext>
            </a:extLst>
          </p:cNvPr>
          <p:cNvSpPr/>
          <p:nvPr/>
        </p:nvSpPr>
        <p:spPr>
          <a:xfrm>
            <a:off x="6687608" y="2508916"/>
            <a:ext cx="221823" cy="368394"/>
          </a:xfrm>
          <a:prstGeom prst="rect">
            <a:avLst/>
          </a:prstGeom>
          <a:noFill/>
        </p:spPr>
        <p:txBody>
          <a:bodyPr wrap="square" lIns="91440" tIns="45720" rIns="91440" bIns="45720">
            <a:spAutoFit/>
          </a:bodyPr>
          <a:lstStyle/>
          <a:p>
            <a:pPr algn="ctr"/>
            <a:r>
              <a:rPr lang="en-US" b="0" cap="none" spc="0" dirty="0">
                <a:ln w="0"/>
                <a:effectLst>
                  <a:outerShdw blurRad="38100" dist="19050" dir="2700000" algn="tl" rotWithShape="0">
                    <a:schemeClr val="dk1">
                      <a:alpha val="40000"/>
                    </a:schemeClr>
                  </a:outerShdw>
                </a:effectLst>
              </a:rPr>
              <a:t>t</a:t>
            </a:r>
          </a:p>
        </p:txBody>
      </p:sp>
      <p:sp>
        <p:nvSpPr>
          <p:cNvPr id="81" name="TextBox 80">
            <a:extLst>
              <a:ext uri="{FF2B5EF4-FFF2-40B4-BE49-F238E27FC236}">
                <a16:creationId xmlns:a16="http://schemas.microsoft.com/office/drawing/2014/main" id="{4870EF0A-9450-47C4-8BA4-6F8ACB798650}"/>
              </a:ext>
            </a:extLst>
          </p:cNvPr>
          <p:cNvSpPr txBox="1"/>
          <p:nvPr/>
        </p:nvSpPr>
        <p:spPr>
          <a:xfrm>
            <a:off x="3009" y="913312"/>
            <a:ext cx="3525928" cy="6001643"/>
          </a:xfrm>
          <a:prstGeom prst="rect">
            <a:avLst/>
          </a:prstGeom>
          <a:noFill/>
        </p:spPr>
        <p:txBody>
          <a:bodyPr wrap="square">
            <a:spAutoFit/>
          </a:bodyPr>
          <a:lstStyle/>
          <a:p>
            <a:pPr marL="342900" indent="-342900" fontAlgn="base">
              <a:spcAft>
                <a:spcPct val="0"/>
              </a:spcAft>
              <a:buFont typeface="+mj-lt"/>
              <a:buAutoNum type="arabicParenR"/>
            </a:pP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a:solidFill>
                  <a:schemeClr val="tx1">
                    <a:lumMod val="50000"/>
                  </a:schemeClr>
                </a:solidFill>
                <a:cs typeface="Arial"/>
              </a:rPr>
              <a:t>Type</a:t>
            </a:r>
          </a:p>
          <a:p>
            <a:pPr marL="800100" lvl="1" indent="-342900" fontAlgn="base">
              <a:spcAft>
                <a:spcPct val="0"/>
              </a:spcAft>
              <a:buFont typeface="+mj-lt"/>
              <a:buAutoNum type="alphaLcPeriod"/>
            </a:pPr>
            <a:r>
              <a:rPr lang="en-AU" altLang="en-US" sz="1600" dirty="0">
                <a:solidFill>
                  <a:schemeClr val="tx1">
                    <a:lumMod val="50000"/>
                  </a:schemeClr>
                </a:solidFill>
                <a:cs typeface="Arial"/>
              </a:rPr>
              <a:t>Priority</a:t>
            </a:r>
          </a:p>
          <a:p>
            <a:pPr marL="800100" lvl="1" indent="-342900" fontAlgn="base">
              <a:spcAft>
                <a:spcPct val="0"/>
              </a:spcAft>
              <a:buFont typeface="+mj-lt"/>
              <a:buAutoNum type="alphaLcPeriod"/>
            </a:pPr>
            <a:r>
              <a:rPr lang="en-AU" altLang="en-US" sz="1600" dirty="0">
                <a:solidFill>
                  <a:schemeClr val="tx1">
                    <a:lumMod val="50000"/>
                  </a:schemeClr>
                </a:solidFill>
                <a:cs typeface="Arial"/>
              </a:rPr>
              <a:t>Start Time</a:t>
            </a:r>
          </a:p>
          <a:p>
            <a:pPr marL="800100" lvl="1" indent="-342900" fontAlgn="base">
              <a:spcAft>
                <a:spcPct val="0"/>
              </a:spcAft>
              <a:buFont typeface="+mj-lt"/>
              <a:buAutoNum type="alphaLcPeriod"/>
            </a:pPr>
            <a:r>
              <a:rPr lang="en-AU" altLang="en-US" sz="1600" dirty="0">
                <a:solidFill>
                  <a:schemeClr val="tx1">
                    <a:lumMod val="50000"/>
                  </a:schemeClr>
                </a:solidFill>
                <a:cs typeface="Arial"/>
              </a:rPr>
              <a:t>Name</a:t>
            </a:r>
          </a:p>
          <a:p>
            <a:pPr marL="800100" lvl="1" indent="-342900" fontAlgn="base">
              <a:spcAft>
                <a:spcPct val="0"/>
              </a:spcAft>
              <a:buFont typeface="+mj-lt"/>
              <a:buAutoNum type="alphaLcPeriod"/>
            </a:pPr>
            <a:r>
              <a:rPr lang="en-AU" altLang="en-US" sz="1600" dirty="0">
                <a:solidFill>
                  <a:schemeClr val="tx1">
                    <a:lumMod val="50000"/>
                  </a:schemeClr>
                </a:solidFill>
                <a:cs typeface="Arial"/>
              </a:rPr>
              <a:t>Time To Reach Limit</a:t>
            </a:r>
          </a:p>
          <a:p>
            <a:pPr marL="800100" lvl="1" indent="-342900" fontAlgn="base">
              <a:spcAft>
                <a:spcPct val="0"/>
              </a:spcAft>
              <a:buFont typeface="+mj-lt"/>
              <a:buAutoNum type="alphaLcPeriod"/>
            </a:pPr>
            <a:r>
              <a:rPr lang="en-AU" altLang="en-US" sz="1600" dirty="0">
                <a:solidFill>
                  <a:schemeClr val="tx1">
                    <a:lumMod val="50000"/>
                  </a:schemeClr>
                </a:solidFill>
                <a:cs typeface="Arial"/>
              </a:rPr>
              <a:t>Description</a:t>
            </a:r>
          </a:p>
          <a:p>
            <a:pPr marL="800100" lvl="1" indent="-342900" fontAlgn="base">
              <a:spcAft>
                <a:spcPct val="0"/>
              </a:spcAft>
              <a:buFont typeface="+mj-lt"/>
              <a:buAutoNum type="alphaLcPeriod"/>
            </a:pPr>
            <a:r>
              <a:rPr lang="en-AU" altLang="en-US" sz="1600" dirty="0">
                <a:solidFill>
                  <a:schemeClr val="tx1">
                    <a:lumMod val="50000"/>
                  </a:schemeClr>
                </a:solidFill>
                <a:cs typeface="Arial"/>
              </a:rPr>
              <a:t>Asset Name</a:t>
            </a:r>
          </a:p>
          <a:p>
            <a:pPr marL="800100" lvl="1" indent="-342900" fontAlgn="base">
              <a:spcAft>
                <a:spcPct val="0"/>
              </a:spcAft>
              <a:buFont typeface="+mj-lt"/>
              <a:buAutoNum type="alphaLcPeriod"/>
            </a:pPr>
            <a:r>
              <a:rPr lang="en-AU" altLang="en-US" sz="1600" dirty="0">
                <a:solidFill>
                  <a:schemeClr val="tx1">
                    <a:lumMod val="50000"/>
                  </a:schemeClr>
                </a:solidFill>
                <a:cs typeface="Arial"/>
              </a:rPr>
              <a:t>Event Status</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a:solidFill>
                  <a:schemeClr val="tx1">
                    <a:lumMod val="50000"/>
                  </a:schemeClr>
                </a:solidFill>
                <a:cs typeface="Arial"/>
              </a:rPr>
              <a:t>Condition</a:t>
            </a:r>
          </a:p>
          <a:p>
            <a:pPr marL="800100" lvl="1" indent="-342900" fontAlgn="base">
              <a:spcAft>
                <a:spcPct val="0"/>
              </a:spcAft>
              <a:buFont typeface="+mj-lt"/>
              <a:buAutoNum type="alphaLcPeriod"/>
            </a:pPr>
            <a:r>
              <a:rPr lang="en-AU" altLang="en-US" sz="1600" dirty="0">
                <a:solidFill>
                  <a:schemeClr val="tx1">
                    <a:lumMod val="50000"/>
                  </a:schemeClr>
                </a:solidFill>
                <a:cs typeface="Arial"/>
              </a:rPr>
              <a:t>Locked</a:t>
            </a:r>
          </a:p>
          <a:p>
            <a:pPr marL="800100" lvl="1" indent="-342900" fontAlgn="base">
              <a:spcAft>
                <a:spcPct val="0"/>
              </a:spcAft>
              <a:buFont typeface="+mj-lt"/>
              <a:buAutoNum type="alphaLcPeriod"/>
            </a:pPr>
            <a:r>
              <a:rPr lang="en-AU" altLang="en-US" sz="1600" dirty="0">
                <a:solidFill>
                  <a:schemeClr val="tx1">
                    <a:lumMod val="50000"/>
                  </a:schemeClr>
                </a:solidFill>
                <a:cs typeface="Arial"/>
              </a:rPr>
              <a:t>Accept</a:t>
            </a:r>
          </a:p>
          <a:p>
            <a:pPr marL="800100" lvl="1" indent="-342900" fontAlgn="base">
              <a:spcAft>
                <a:spcPct val="0"/>
              </a:spcAft>
              <a:buFont typeface="+mj-lt"/>
              <a:buAutoNum type="alphaLcPeriod"/>
            </a:pPr>
            <a:r>
              <a:rPr lang="en-AU" altLang="en-US" sz="1600" dirty="0" err="1">
                <a:solidFill>
                  <a:schemeClr val="tx1">
                    <a:lumMod val="50000"/>
                  </a:schemeClr>
                </a:solidFill>
                <a:cs typeface="Arial"/>
              </a:rPr>
              <a:t>Unaccept</a:t>
            </a:r>
            <a:endParaRPr lang="en-AU" altLang="en-US" sz="1600" dirty="0">
              <a:solidFill>
                <a:schemeClr val="tx1">
                  <a:lumMod val="50000"/>
                </a:schemeClr>
              </a:solidFill>
              <a:cs typeface="Arial"/>
            </a:endParaRPr>
          </a:p>
          <a:p>
            <a:pPr marL="800100" lvl="1" indent="-342900" fontAlgn="base">
              <a:spcAft>
                <a:spcPct val="0"/>
              </a:spcAft>
              <a:buFont typeface="+mj-lt"/>
              <a:buAutoNum type="alphaLcPeriod"/>
            </a:pPr>
            <a:r>
              <a:rPr lang="en-AU" altLang="en-US" sz="1600" dirty="0">
                <a:solidFill>
                  <a:schemeClr val="tx1">
                    <a:lumMod val="50000"/>
                  </a:schemeClr>
                </a:solidFill>
                <a:cs typeface="Arial"/>
              </a:rPr>
              <a:t>Reject</a:t>
            </a:r>
          </a:p>
          <a:p>
            <a:pPr marL="800100" lvl="1" indent="-342900" fontAlgn="base">
              <a:spcAft>
                <a:spcPct val="0"/>
              </a:spcAft>
              <a:buFont typeface="+mj-lt"/>
              <a:buAutoNum type="alphaLcPeriod"/>
            </a:pPr>
            <a:r>
              <a:rPr lang="en-AU" altLang="en-US" sz="1600" dirty="0">
                <a:solidFill>
                  <a:schemeClr val="tx1">
                    <a:lumMod val="50000"/>
                  </a:schemeClr>
                </a:solidFill>
                <a:cs typeface="Arial"/>
              </a:rPr>
              <a:t>Close</a:t>
            </a:r>
          </a:p>
          <a:p>
            <a:pPr marL="800100" lvl="1" indent="-342900" fontAlgn="base">
              <a:spcAft>
                <a:spcPct val="0"/>
              </a:spcAft>
              <a:buFont typeface="+mj-lt"/>
              <a:buAutoNum type="alphaLcPeriod"/>
            </a:pPr>
            <a:r>
              <a:rPr lang="en-AU" altLang="en-US" sz="1600" dirty="0">
                <a:solidFill>
                  <a:schemeClr val="tx1">
                    <a:lumMod val="50000"/>
                  </a:schemeClr>
                </a:solidFill>
                <a:cs typeface="Arial"/>
              </a:rPr>
              <a:t>Add Comment</a:t>
            </a:r>
          </a:p>
          <a:p>
            <a:pPr marL="800100" lvl="1" indent="-342900" fontAlgn="base">
              <a:spcAft>
                <a:spcPct val="0"/>
              </a:spcAft>
              <a:buFont typeface="+mj-lt"/>
              <a:buAutoNum type="alphaLcPeriod"/>
            </a:pPr>
            <a:r>
              <a:rPr lang="en-AU" altLang="en-US" sz="1600" dirty="0">
                <a:solidFill>
                  <a:schemeClr val="tx1">
                    <a:lumMod val="50000"/>
                  </a:schemeClr>
                </a:solidFill>
                <a:cs typeface="Arial"/>
              </a:rPr>
              <a:t>Lock</a:t>
            </a:r>
          </a:p>
          <a:p>
            <a:pPr marL="800100" lvl="1" indent="-342900" fontAlgn="base">
              <a:spcAft>
                <a:spcPct val="0"/>
              </a:spcAft>
              <a:buFont typeface="+mj-lt"/>
              <a:buAutoNum type="alphaLcPeriod"/>
            </a:pPr>
            <a:r>
              <a:rPr lang="en-AU" altLang="en-US" sz="1600" dirty="0">
                <a:solidFill>
                  <a:schemeClr val="tx1">
                    <a:lumMod val="50000"/>
                  </a:schemeClr>
                </a:solidFill>
                <a:cs typeface="Arial"/>
              </a:rPr>
              <a:t>Export</a:t>
            </a:r>
          </a:p>
          <a:p>
            <a:pPr marL="800100" lvl="1" indent="-342900" fontAlgn="base">
              <a:spcAft>
                <a:spcPct val="0"/>
              </a:spcAft>
              <a:buFont typeface="+mj-lt"/>
              <a:buAutoNum type="alphaLcPeriod"/>
            </a:pPr>
            <a:r>
              <a:rPr lang="en-AU" altLang="en-US" sz="1600" dirty="0">
                <a:solidFill>
                  <a:schemeClr val="tx1">
                    <a:lumMod val="50000"/>
                  </a:schemeClr>
                </a:solidFill>
                <a:cs typeface="Arial"/>
              </a:rPr>
              <a:t>Show Event Detail</a:t>
            </a:r>
          </a:p>
          <a:p>
            <a:pPr marL="800100" lvl="1" indent="-342900" fontAlgn="base">
              <a:spcAft>
                <a:spcPct val="0"/>
              </a:spcAft>
              <a:buFont typeface="+mj-lt"/>
              <a:buAutoNum type="alphaLcPeriod"/>
            </a:pPr>
            <a:r>
              <a:rPr lang="en-AU" altLang="en-US" sz="1600" dirty="0">
                <a:solidFill>
                  <a:schemeClr val="tx1">
                    <a:lumMod val="50000"/>
                  </a:schemeClr>
                </a:solidFill>
                <a:cs typeface="Arial"/>
              </a:rPr>
              <a:t>Insert Event</a:t>
            </a:r>
          </a:p>
          <a:p>
            <a:pPr marL="800100" lvl="1" indent="-342900" fontAlgn="base">
              <a:spcAft>
                <a:spcPct val="0"/>
              </a:spcAft>
              <a:buFont typeface="+mj-lt"/>
              <a:buAutoNum type="alphaLcPeriod"/>
            </a:pPr>
            <a:r>
              <a:rPr lang="en-AU" altLang="en-US" sz="1600" dirty="0">
                <a:solidFill>
                  <a:schemeClr val="tx1">
                    <a:lumMod val="50000"/>
                  </a:schemeClr>
                </a:solidFill>
                <a:cs typeface="Arial"/>
              </a:rPr>
              <a:t>Edit Event Details</a:t>
            </a:r>
          </a:p>
          <a:p>
            <a:pPr marL="800100" lvl="1" indent="-342900" fontAlgn="base">
              <a:spcAft>
                <a:spcPct val="0"/>
              </a:spcAft>
              <a:buFont typeface="+mj-lt"/>
              <a:buAutoNum type="alphaLcPeriod"/>
            </a:pPr>
            <a:r>
              <a:rPr lang="en-AU" altLang="en-US" sz="1600" dirty="0">
                <a:solidFill>
                  <a:schemeClr val="tx1">
                    <a:lumMod val="50000"/>
                  </a:schemeClr>
                </a:solidFill>
                <a:cs typeface="Arial"/>
              </a:rPr>
              <a:t>Filter Items From</a:t>
            </a:r>
          </a:p>
          <a:p>
            <a:pPr marL="800100" lvl="1" indent="-342900" fontAlgn="base">
              <a:spcAft>
                <a:spcPct val="0"/>
              </a:spcAft>
              <a:buFont typeface="+mj-lt"/>
              <a:buAutoNum type="alphaLcPeriod"/>
            </a:pPr>
            <a:r>
              <a:rPr lang="en-AU" altLang="en-US" sz="1600" dirty="0">
                <a:solidFill>
                  <a:schemeClr val="tx1">
                    <a:lumMod val="50000"/>
                  </a:schemeClr>
                </a:solidFill>
                <a:cs typeface="Arial"/>
              </a:rPr>
              <a:t>Filter Items To</a:t>
            </a:r>
          </a:p>
          <a:p>
            <a:pPr marL="800100" lvl="1" indent="-342900" fontAlgn="base">
              <a:spcAft>
                <a:spcPct val="0"/>
              </a:spcAft>
              <a:buFont typeface="+mj-lt"/>
              <a:buAutoNum type="alphaLcPeriod"/>
            </a:pPr>
            <a:r>
              <a:rPr lang="en-AU" altLang="en-US" sz="1600" dirty="0">
                <a:solidFill>
                  <a:schemeClr val="tx1">
                    <a:lumMod val="50000"/>
                  </a:schemeClr>
                </a:solidFill>
                <a:cs typeface="Arial"/>
              </a:rPr>
              <a:t>Filter Items by Time Range</a:t>
            </a:r>
          </a:p>
        </p:txBody>
      </p:sp>
    </p:spTree>
    <p:extLst>
      <p:ext uri="{BB962C8B-B14F-4D97-AF65-F5344CB8AC3E}">
        <p14:creationId xmlns:p14="http://schemas.microsoft.com/office/powerpoint/2010/main" val="41344871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39">
            <a:extLst>
              <a:ext uri="{FF2B5EF4-FFF2-40B4-BE49-F238E27FC236}">
                <a16:creationId xmlns:a16="http://schemas.microsoft.com/office/drawing/2014/main" id="{53919DDD-C4CD-4B98-9461-F50083D6DB3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029075" y="1130006"/>
            <a:ext cx="7221421" cy="4842169"/>
          </a:xfrm>
          <a:prstGeom prst="rect">
            <a:avLst/>
          </a:prstGeom>
        </p:spPr>
      </p:pic>
      <p:sp>
        <p:nvSpPr>
          <p:cNvPr id="2" name="Title 1">
            <a:extLst>
              <a:ext uri="{FF2B5EF4-FFF2-40B4-BE49-F238E27FC236}">
                <a16:creationId xmlns:a16="http://schemas.microsoft.com/office/drawing/2014/main" id="{5540E2BA-13AF-44BB-A73E-B2072FE98181}"/>
              </a:ext>
            </a:extLst>
          </p:cNvPr>
          <p:cNvSpPr>
            <a:spLocks noGrp="1"/>
          </p:cNvSpPr>
          <p:nvPr>
            <p:ph type="title"/>
          </p:nvPr>
        </p:nvSpPr>
        <p:spPr>
          <a:xfrm>
            <a:off x="495299" y="304495"/>
            <a:ext cx="11201401" cy="492443"/>
          </a:xfrm>
        </p:spPr>
        <p:txBody>
          <a:bodyPr/>
          <a:lstStyle/>
          <a:p>
            <a:r>
              <a:rPr lang="en-AU" sz="3200" b="1" dirty="0">
                <a:latin typeface="+mn-lt"/>
              </a:rPr>
              <a:t>Details View</a:t>
            </a:r>
            <a:endParaRPr lang="en-US" sz="3200" dirty="0"/>
          </a:p>
        </p:txBody>
      </p:sp>
      <p:sp>
        <p:nvSpPr>
          <p:cNvPr id="4" name="Slide Number Placeholder 3">
            <a:extLst>
              <a:ext uri="{FF2B5EF4-FFF2-40B4-BE49-F238E27FC236}">
                <a16:creationId xmlns:a16="http://schemas.microsoft.com/office/drawing/2014/main" id="{FF8156DF-2BA9-48C5-BE4A-7CD7AAD9EA5C}"/>
              </a:ext>
            </a:extLst>
          </p:cNvPr>
          <p:cNvSpPr>
            <a:spLocks noGrp="1"/>
          </p:cNvSpPr>
          <p:nvPr>
            <p:ph type="sldNum" sz="quarter" idx="12"/>
          </p:nvPr>
        </p:nvSpPr>
        <p:spPr/>
        <p:txBody>
          <a:bodyPr/>
          <a:lstStyle/>
          <a:p>
            <a:fld id="{7B94EC18-1D2B-4535-B738-0E53AFE26620}" type="slidenum">
              <a:rPr lang="en-US" smtClean="0"/>
              <a:t>47</a:t>
            </a:fld>
            <a:endParaRPr lang="en-US"/>
          </a:p>
        </p:txBody>
      </p:sp>
      <p:sp>
        <p:nvSpPr>
          <p:cNvPr id="6" name="Rectangle 5">
            <a:extLst>
              <a:ext uri="{FF2B5EF4-FFF2-40B4-BE49-F238E27FC236}">
                <a16:creationId xmlns:a16="http://schemas.microsoft.com/office/drawing/2014/main" id="{7EDD9D40-B8AA-45CE-B788-92D73916D6AA}"/>
              </a:ext>
            </a:extLst>
          </p:cNvPr>
          <p:cNvSpPr/>
          <p:nvPr/>
        </p:nvSpPr>
        <p:spPr>
          <a:xfrm>
            <a:off x="266017" y="969636"/>
            <a:ext cx="3695833" cy="4278094"/>
          </a:xfrm>
          <a:prstGeom prst="rect">
            <a:avLst/>
          </a:prstGeom>
        </p:spPr>
        <p:txBody>
          <a:bodyPr wrap="square" anchor="t">
            <a:spAutoFit/>
          </a:bodyPr>
          <a:lstStyle/>
          <a:p>
            <a:pPr marL="342900" indent="-342900" fontAlgn="base">
              <a:spcAft>
                <a:spcPct val="0"/>
              </a:spcAft>
              <a:buFont typeface="+mj-lt"/>
              <a:buAutoNum type="arabicParenR"/>
            </a:pPr>
            <a:r>
              <a:rPr lang="en-AU" altLang="en-US" sz="1600" dirty="0">
                <a:solidFill>
                  <a:schemeClr val="tx1">
                    <a:lumMod val="50000"/>
                  </a:schemeClr>
                </a:solidFill>
                <a:cs typeface="Arial" panose="020B0604020202020204" pitchFamily="34" charset="0"/>
              </a:rPr>
              <a:t>The Detail Views consist of seven sections-</a:t>
            </a:r>
          </a:p>
          <a:p>
            <a:pPr marL="800100" lvl="1" indent="-342900" fontAlgn="base">
              <a:spcAft>
                <a:spcPct val="0"/>
              </a:spcAft>
              <a:buFont typeface="+mj-lt"/>
              <a:buAutoNum type="alphaLcPeriod"/>
            </a:pPr>
            <a:r>
              <a:rPr lang="en-AU" altLang="en-US" sz="1600" dirty="0">
                <a:solidFill>
                  <a:schemeClr val="tx1">
                    <a:lumMod val="50000"/>
                  </a:schemeClr>
                </a:solidFill>
                <a:cs typeface="Arial"/>
              </a:rPr>
              <a:t>Fault Tree</a:t>
            </a:r>
          </a:p>
          <a:p>
            <a:pPr marL="800100" lvl="1" indent="-342900" fontAlgn="base">
              <a:spcAft>
                <a:spcPct val="0"/>
              </a:spcAft>
              <a:buFont typeface="+mj-lt"/>
              <a:buAutoNum type="alphaLcPeriod"/>
            </a:pPr>
            <a:r>
              <a:rPr lang="en-AU" altLang="en-US" sz="1600" dirty="0">
                <a:solidFill>
                  <a:schemeClr val="tx1">
                    <a:lumMod val="50000"/>
                  </a:schemeClr>
                </a:solidFill>
                <a:cs typeface="Arial"/>
              </a:rPr>
              <a:t>Asset Details</a:t>
            </a:r>
          </a:p>
          <a:p>
            <a:pPr marL="800100" lvl="1" indent="-342900" fontAlgn="base">
              <a:spcAft>
                <a:spcPct val="0"/>
              </a:spcAft>
              <a:buFont typeface="+mj-lt"/>
              <a:buAutoNum type="alphaLcPeriod"/>
            </a:pPr>
            <a:r>
              <a:rPr lang="en-AU" altLang="en-US" sz="1600" dirty="0">
                <a:solidFill>
                  <a:schemeClr val="tx1">
                    <a:lumMod val="50000"/>
                  </a:schemeClr>
                </a:solidFill>
                <a:cs typeface="Arial"/>
              </a:rPr>
              <a:t>Manual Data Entry</a:t>
            </a:r>
          </a:p>
          <a:p>
            <a:pPr marL="800100" lvl="1" indent="-342900" fontAlgn="base">
              <a:spcAft>
                <a:spcPct val="0"/>
              </a:spcAft>
              <a:buFont typeface="+mj-lt"/>
              <a:buAutoNum type="alphaLcPeriod"/>
            </a:pPr>
            <a:r>
              <a:rPr lang="en-AU" altLang="en-US" sz="1600" dirty="0">
                <a:solidFill>
                  <a:schemeClr val="tx1">
                    <a:lumMod val="50000"/>
                  </a:schemeClr>
                </a:solidFill>
                <a:cs typeface="Arial"/>
              </a:rPr>
              <a:t>Calculation Status</a:t>
            </a:r>
          </a:p>
          <a:p>
            <a:pPr marL="800100" lvl="1" indent="-342900" fontAlgn="base">
              <a:spcAft>
                <a:spcPct val="0"/>
              </a:spcAft>
              <a:buFont typeface="+mj-lt"/>
              <a:buAutoNum type="alphaLcPeriod"/>
            </a:pPr>
            <a:r>
              <a:rPr lang="en-AU" altLang="en-US" sz="1600" dirty="0">
                <a:solidFill>
                  <a:schemeClr val="tx1">
                    <a:lumMod val="50000"/>
                  </a:schemeClr>
                </a:solidFill>
                <a:cs typeface="Arial"/>
              </a:rPr>
              <a:t>Recalculation</a:t>
            </a:r>
          </a:p>
          <a:p>
            <a:pPr marL="800100" lvl="1" indent="-342900" fontAlgn="base">
              <a:spcAft>
                <a:spcPct val="0"/>
              </a:spcAft>
              <a:buFont typeface="+mj-lt"/>
              <a:buAutoNum type="alphaLcPeriod"/>
            </a:pPr>
            <a:r>
              <a:rPr lang="en-AU" altLang="en-US" sz="1600" dirty="0">
                <a:solidFill>
                  <a:schemeClr val="tx1">
                    <a:lumMod val="50000"/>
                  </a:schemeClr>
                </a:solidFill>
                <a:cs typeface="Arial"/>
              </a:rPr>
              <a:t>Recalculation Status</a:t>
            </a:r>
          </a:p>
          <a:p>
            <a:pPr marL="800100" lvl="1" indent="-342900" fontAlgn="base">
              <a:spcAft>
                <a:spcPct val="0"/>
              </a:spcAft>
              <a:buFont typeface="+mj-lt"/>
              <a:buAutoNum type="alphaLcPeriod"/>
            </a:pPr>
            <a:r>
              <a:rPr lang="en-AU" altLang="en-US" sz="1600" dirty="0">
                <a:solidFill>
                  <a:schemeClr val="tx1">
                    <a:lumMod val="50000"/>
                  </a:schemeClr>
                </a:solidFill>
                <a:cs typeface="Arial"/>
              </a:rPr>
              <a:t>Trends</a:t>
            </a:r>
          </a:p>
          <a:p>
            <a:pPr marL="800100" lvl="1" indent="-342900" fontAlgn="base">
              <a:spcAft>
                <a:spcPct val="0"/>
              </a:spcAft>
              <a:buFont typeface="+mj-lt"/>
              <a:buAutoNum type="alphaLcPeriod"/>
            </a:pPr>
            <a:r>
              <a:rPr lang="en-AU" altLang="en-US" sz="1600" dirty="0">
                <a:solidFill>
                  <a:schemeClr val="tx1">
                    <a:lumMod val="50000"/>
                  </a:schemeClr>
                </a:solidFill>
                <a:cs typeface="Arial"/>
              </a:rPr>
              <a:t>Reports</a:t>
            </a:r>
          </a:p>
          <a:p>
            <a:pPr marL="800100" lvl="1" indent="-342900" fontAlgn="base">
              <a:spcAft>
                <a:spcPct val="0"/>
              </a:spcAft>
              <a:buFont typeface="+mj-lt"/>
              <a:buAutoNum type="alphaLcPeriod"/>
            </a:pPr>
            <a:r>
              <a:rPr lang="en-AU" altLang="en-US" sz="1600" dirty="0">
                <a:solidFill>
                  <a:schemeClr val="tx1">
                    <a:lumMod val="50000"/>
                  </a:schemeClr>
                </a:solidFill>
                <a:cs typeface="Arial"/>
              </a:rPr>
              <a:t>System Console</a:t>
            </a:r>
          </a:p>
          <a:p>
            <a:pPr marL="800100" lvl="1" indent="-342900" fontAlgn="base">
              <a:spcAft>
                <a:spcPct val="0"/>
              </a:spcAft>
              <a:buFont typeface="+mj-lt"/>
              <a:buAutoNum type="alphaLcPeriod"/>
            </a:pPr>
            <a:endParaRPr lang="en-AU" altLang="en-US" sz="1600" dirty="0">
              <a:solidFill>
                <a:schemeClr val="tx1">
                  <a:lumMod val="50000"/>
                </a:schemeClr>
              </a:solidFill>
              <a:cs typeface="Arial"/>
            </a:endParaRPr>
          </a:p>
          <a:p>
            <a:pPr marL="342900" indent="-342900" fontAlgn="base">
              <a:spcAft>
                <a:spcPct val="0"/>
              </a:spcAft>
              <a:buFont typeface="+mj-lt"/>
              <a:buAutoNum type="arabicParenR"/>
            </a:pPr>
            <a:r>
              <a:rPr lang="en-AU" altLang="en-US" sz="1600" dirty="0">
                <a:solidFill>
                  <a:schemeClr val="tx1">
                    <a:lumMod val="50000"/>
                  </a:schemeClr>
                </a:solidFill>
                <a:cs typeface="Arial"/>
              </a:rPr>
              <a:t>Based on the selection the related section is displayed for the selected Asset</a:t>
            </a:r>
          </a:p>
          <a:p>
            <a:pPr fontAlgn="base">
              <a:spcAft>
                <a:spcPct val="0"/>
              </a:spcAft>
            </a:pPr>
            <a:r>
              <a:rPr lang="en-AU" altLang="en-US" sz="1600" dirty="0">
                <a:solidFill>
                  <a:schemeClr val="tx1">
                    <a:lumMod val="50000"/>
                  </a:schemeClr>
                </a:solidFill>
                <a:cs typeface="Arial"/>
              </a:rPr>
              <a:t>For example, here Fault Tree is selected.	</a:t>
            </a:r>
          </a:p>
        </p:txBody>
      </p:sp>
      <p:sp>
        <p:nvSpPr>
          <p:cNvPr id="8" name="Rectangle 7">
            <a:extLst>
              <a:ext uri="{FF2B5EF4-FFF2-40B4-BE49-F238E27FC236}">
                <a16:creationId xmlns:a16="http://schemas.microsoft.com/office/drawing/2014/main" id="{9246F37A-C871-4FA1-9E77-4B02EAAEAE56}"/>
              </a:ext>
            </a:extLst>
          </p:cNvPr>
          <p:cNvSpPr/>
          <p:nvPr/>
        </p:nvSpPr>
        <p:spPr>
          <a:xfrm>
            <a:off x="4175290" y="3618608"/>
            <a:ext cx="430940" cy="8498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BA2A099-DD6D-42B4-B429-A26C1F8DCEAE}"/>
              </a:ext>
            </a:extLst>
          </p:cNvPr>
          <p:cNvSpPr/>
          <p:nvPr/>
        </p:nvSpPr>
        <p:spPr>
          <a:xfrm>
            <a:off x="5542785" y="1486254"/>
            <a:ext cx="5707711" cy="448592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275D9E3F-A7E7-425F-920D-1C349823EE8F}"/>
              </a:ext>
            </a:extLst>
          </p:cNvPr>
          <p:cNvCxnSpPr>
            <a:cxnSpLocks/>
          </p:cNvCxnSpPr>
          <p:nvPr/>
        </p:nvCxnSpPr>
        <p:spPr>
          <a:xfrm>
            <a:off x="4614385" y="3673114"/>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896282FD-E55B-479C-A9D5-BBBAA5AA299D}"/>
              </a:ext>
            </a:extLst>
          </p:cNvPr>
          <p:cNvSpPr/>
          <p:nvPr/>
        </p:nvSpPr>
        <p:spPr>
          <a:xfrm>
            <a:off x="4703675" y="3515414"/>
            <a:ext cx="303651" cy="261610"/>
          </a:xfrm>
          <a:prstGeom prst="rect">
            <a:avLst/>
          </a:prstGeom>
          <a:noFill/>
        </p:spPr>
        <p:txBody>
          <a:bodyPr wrap="square" lIns="91440" tIns="45720" rIns="91440" bIns="45720">
            <a:spAutoFit/>
          </a:bodyPr>
          <a:lstStyle/>
          <a:p>
            <a:pPr algn="ctr"/>
            <a:r>
              <a:rPr lang="en-US" sz="1100" dirty="0">
                <a:ln w="0"/>
                <a:solidFill>
                  <a:schemeClr val="bg1"/>
                </a:solidFill>
                <a:effectLst>
                  <a:outerShdw blurRad="38100" dist="19050" dir="2700000" algn="tl" rotWithShape="0">
                    <a:schemeClr val="dk1">
                      <a:alpha val="40000"/>
                    </a:schemeClr>
                  </a:outerShdw>
                </a:effectLst>
              </a:rPr>
              <a:t>1</a:t>
            </a:r>
            <a:endParaRPr lang="en-US" sz="1100" b="0" cap="none" spc="0" dirty="0">
              <a:ln w="0"/>
              <a:solidFill>
                <a:schemeClr val="bg1"/>
              </a:solidFill>
              <a:effectLst>
                <a:outerShdw blurRad="38100" dist="19050" dir="2700000" algn="tl" rotWithShape="0">
                  <a:schemeClr val="dk1">
                    <a:alpha val="40000"/>
                  </a:schemeClr>
                </a:outerShdw>
              </a:effectLst>
            </a:endParaRPr>
          </a:p>
        </p:txBody>
      </p:sp>
      <p:sp>
        <p:nvSpPr>
          <p:cNvPr id="26" name="Rectangle 25">
            <a:extLst>
              <a:ext uri="{FF2B5EF4-FFF2-40B4-BE49-F238E27FC236}">
                <a16:creationId xmlns:a16="http://schemas.microsoft.com/office/drawing/2014/main" id="{31266884-E8D9-4AED-AD8B-CC848CC89FD1}"/>
              </a:ext>
            </a:extLst>
          </p:cNvPr>
          <p:cNvSpPr/>
          <p:nvPr/>
        </p:nvSpPr>
        <p:spPr>
          <a:xfrm>
            <a:off x="4703675" y="3623844"/>
            <a:ext cx="303651" cy="261610"/>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a</a:t>
            </a:r>
          </a:p>
        </p:txBody>
      </p:sp>
      <p:sp>
        <p:nvSpPr>
          <p:cNvPr id="27" name="Rectangle 26">
            <a:extLst>
              <a:ext uri="{FF2B5EF4-FFF2-40B4-BE49-F238E27FC236}">
                <a16:creationId xmlns:a16="http://schemas.microsoft.com/office/drawing/2014/main" id="{82B027F8-9E1A-4D5A-B236-27734B5D95B3}"/>
              </a:ext>
            </a:extLst>
          </p:cNvPr>
          <p:cNvSpPr/>
          <p:nvPr/>
        </p:nvSpPr>
        <p:spPr>
          <a:xfrm>
            <a:off x="4743792" y="3745922"/>
            <a:ext cx="310004" cy="261610"/>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b</a:t>
            </a:r>
          </a:p>
        </p:txBody>
      </p:sp>
      <p:sp>
        <p:nvSpPr>
          <p:cNvPr id="28" name="Rectangle 27">
            <a:extLst>
              <a:ext uri="{FF2B5EF4-FFF2-40B4-BE49-F238E27FC236}">
                <a16:creationId xmlns:a16="http://schemas.microsoft.com/office/drawing/2014/main" id="{28FBB0E2-533F-4786-8BC2-3FAF80CBDAAB}"/>
              </a:ext>
            </a:extLst>
          </p:cNvPr>
          <p:cNvSpPr/>
          <p:nvPr/>
        </p:nvSpPr>
        <p:spPr>
          <a:xfrm>
            <a:off x="4750938" y="3868862"/>
            <a:ext cx="295711" cy="261610"/>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c</a:t>
            </a:r>
          </a:p>
        </p:txBody>
      </p:sp>
      <p:sp>
        <p:nvSpPr>
          <p:cNvPr id="29" name="Rectangle 28">
            <a:extLst>
              <a:ext uri="{FF2B5EF4-FFF2-40B4-BE49-F238E27FC236}">
                <a16:creationId xmlns:a16="http://schemas.microsoft.com/office/drawing/2014/main" id="{E72C1A64-FF57-4791-B139-264081799127}"/>
              </a:ext>
            </a:extLst>
          </p:cNvPr>
          <p:cNvSpPr/>
          <p:nvPr/>
        </p:nvSpPr>
        <p:spPr>
          <a:xfrm>
            <a:off x="4735855" y="3989956"/>
            <a:ext cx="310004" cy="261610"/>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d</a:t>
            </a:r>
          </a:p>
        </p:txBody>
      </p:sp>
      <p:sp>
        <p:nvSpPr>
          <p:cNvPr id="30" name="Rectangle 29">
            <a:extLst>
              <a:ext uri="{FF2B5EF4-FFF2-40B4-BE49-F238E27FC236}">
                <a16:creationId xmlns:a16="http://schemas.microsoft.com/office/drawing/2014/main" id="{359B2FF8-0CB4-4723-A571-A55B7EA909B9}"/>
              </a:ext>
            </a:extLst>
          </p:cNvPr>
          <p:cNvSpPr/>
          <p:nvPr/>
        </p:nvSpPr>
        <p:spPr>
          <a:xfrm>
            <a:off x="4739175" y="4115721"/>
            <a:ext cx="308416" cy="261610"/>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e</a:t>
            </a:r>
          </a:p>
        </p:txBody>
      </p:sp>
      <p:sp>
        <p:nvSpPr>
          <p:cNvPr id="31" name="Rectangle 30">
            <a:extLst>
              <a:ext uri="{FF2B5EF4-FFF2-40B4-BE49-F238E27FC236}">
                <a16:creationId xmlns:a16="http://schemas.microsoft.com/office/drawing/2014/main" id="{DA7B0B57-2379-45C4-97C0-C06CB692EA8C}"/>
              </a:ext>
            </a:extLst>
          </p:cNvPr>
          <p:cNvSpPr/>
          <p:nvPr/>
        </p:nvSpPr>
        <p:spPr>
          <a:xfrm>
            <a:off x="4768957" y="4243020"/>
            <a:ext cx="267125" cy="261610"/>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f</a:t>
            </a:r>
          </a:p>
        </p:txBody>
      </p:sp>
      <p:sp>
        <p:nvSpPr>
          <p:cNvPr id="32" name="Rectangle 31">
            <a:extLst>
              <a:ext uri="{FF2B5EF4-FFF2-40B4-BE49-F238E27FC236}">
                <a16:creationId xmlns:a16="http://schemas.microsoft.com/office/drawing/2014/main" id="{72D14FD4-D11D-4360-B767-76D0EBE0BF9B}"/>
              </a:ext>
            </a:extLst>
          </p:cNvPr>
          <p:cNvSpPr/>
          <p:nvPr/>
        </p:nvSpPr>
        <p:spPr>
          <a:xfrm>
            <a:off x="4746695" y="4364481"/>
            <a:ext cx="297299" cy="261610"/>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g</a:t>
            </a:r>
          </a:p>
        </p:txBody>
      </p:sp>
      <p:cxnSp>
        <p:nvCxnSpPr>
          <p:cNvPr id="33" name="Straight Arrow Connector 32">
            <a:extLst>
              <a:ext uri="{FF2B5EF4-FFF2-40B4-BE49-F238E27FC236}">
                <a16:creationId xmlns:a16="http://schemas.microsoft.com/office/drawing/2014/main" id="{B054FBB2-6AD7-4F4F-BD60-E6588497DB43}"/>
              </a:ext>
            </a:extLst>
          </p:cNvPr>
          <p:cNvCxnSpPr>
            <a:cxnSpLocks/>
          </p:cNvCxnSpPr>
          <p:nvPr/>
        </p:nvCxnSpPr>
        <p:spPr>
          <a:xfrm>
            <a:off x="9964208" y="1323975"/>
            <a:ext cx="0"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80D34CBC-E5FE-4BA9-8E03-286E37E2C03F}"/>
              </a:ext>
            </a:extLst>
          </p:cNvPr>
          <p:cNvSpPr/>
          <p:nvPr/>
        </p:nvSpPr>
        <p:spPr>
          <a:xfrm>
            <a:off x="9684812" y="576375"/>
            <a:ext cx="386041" cy="370095"/>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2</a:t>
            </a:r>
          </a:p>
        </p:txBody>
      </p:sp>
      <p:sp>
        <p:nvSpPr>
          <p:cNvPr id="37" name="Rectangle 36">
            <a:extLst>
              <a:ext uri="{FF2B5EF4-FFF2-40B4-BE49-F238E27FC236}">
                <a16:creationId xmlns:a16="http://schemas.microsoft.com/office/drawing/2014/main" id="{E8DC6220-B0BE-4E9B-A4F4-6F39C16A6B39}"/>
              </a:ext>
            </a:extLst>
          </p:cNvPr>
          <p:cNvSpPr/>
          <p:nvPr/>
        </p:nvSpPr>
        <p:spPr>
          <a:xfrm>
            <a:off x="4735577" y="4497969"/>
            <a:ext cx="308416" cy="261610"/>
          </a:xfrm>
          <a:prstGeom prst="rect">
            <a:avLst/>
          </a:prstGeom>
          <a:noFill/>
        </p:spPr>
        <p:txBody>
          <a:bodyPr wrap="square" lIns="91440" tIns="45720" rIns="91440" bIns="45720">
            <a:spAutoFit/>
          </a:bodyPr>
          <a:lstStyle/>
          <a:p>
            <a:pPr algn="ctr"/>
            <a:r>
              <a:rPr lang="en-US" sz="1100" b="0" cap="none" spc="0" dirty="0">
                <a:ln w="0"/>
                <a:solidFill>
                  <a:schemeClr val="bg1"/>
                </a:solidFill>
                <a:effectLst>
                  <a:outerShdw blurRad="38100" dist="19050" dir="2700000" algn="tl" rotWithShape="0">
                    <a:schemeClr val="dk1">
                      <a:alpha val="40000"/>
                    </a:schemeClr>
                  </a:outerShdw>
                </a:effectLst>
              </a:rPr>
              <a:t>h</a:t>
            </a:r>
          </a:p>
        </p:txBody>
      </p:sp>
      <p:cxnSp>
        <p:nvCxnSpPr>
          <p:cNvPr id="38" name="Straight Arrow Connector 37">
            <a:extLst>
              <a:ext uri="{FF2B5EF4-FFF2-40B4-BE49-F238E27FC236}">
                <a16:creationId xmlns:a16="http://schemas.microsoft.com/office/drawing/2014/main" id="{278B15AF-F1A9-49FF-A002-28275B79405B}"/>
              </a:ext>
            </a:extLst>
          </p:cNvPr>
          <p:cNvCxnSpPr>
            <a:cxnSpLocks/>
            <a:stCxn id="16" idx="0"/>
            <a:endCxn id="34" idx="1"/>
          </p:cNvCxnSpPr>
          <p:nvPr/>
        </p:nvCxnSpPr>
        <p:spPr>
          <a:xfrm flipV="1">
            <a:off x="8396641" y="761423"/>
            <a:ext cx="1288171" cy="72483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44" name="Rectangle 43">
            <a:extLst>
              <a:ext uri="{FF2B5EF4-FFF2-40B4-BE49-F238E27FC236}">
                <a16:creationId xmlns:a16="http://schemas.microsoft.com/office/drawing/2014/main" id="{D926280D-77F2-9B7C-0127-47ABC1375955}"/>
              </a:ext>
            </a:extLst>
          </p:cNvPr>
          <p:cNvSpPr/>
          <p:nvPr/>
        </p:nvSpPr>
        <p:spPr>
          <a:xfrm>
            <a:off x="4188855" y="3729844"/>
            <a:ext cx="430940" cy="8498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452484C-47A3-ED84-15E0-969A0AF5EB60}"/>
              </a:ext>
            </a:extLst>
          </p:cNvPr>
          <p:cNvSpPr/>
          <p:nvPr/>
        </p:nvSpPr>
        <p:spPr>
          <a:xfrm>
            <a:off x="4189385" y="3840317"/>
            <a:ext cx="430940" cy="8498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8949F8E-895C-B672-5DFE-1276A437269E}"/>
              </a:ext>
            </a:extLst>
          </p:cNvPr>
          <p:cNvSpPr/>
          <p:nvPr/>
        </p:nvSpPr>
        <p:spPr>
          <a:xfrm>
            <a:off x="4188854" y="3959539"/>
            <a:ext cx="504095" cy="10344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1AA9FC9-A8F0-CFC4-BD88-250AE655B425}"/>
              </a:ext>
            </a:extLst>
          </p:cNvPr>
          <p:cNvSpPr/>
          <p:nvPr/>
        </p:nvSpPr>
        <p:spPr>
          <a:xfrm>
            <a:off x="4188854" y="4092578"/>
            <a:ext cx="504095" cy="10344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4BD26AAF-36F8-CC41-6FB1-DE1CDFB233D6}"/>
              </a:ext>
            </a:extLst>
          </p:cNvPr>
          <p:cNvSpPr/>
          <p:nvPr/>
        </p:nvSpPr>
        <p:spPr>
          <a:xfrm>
            <a:off x="4188855" y="4219764"/>
            <a:ext cx="430940" cy="8498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38E58BAE-8A59-11A4-073B-A9497710B72C}"/>
              </a:ext>
            </a:extLst>
          </p:cNvPr>
          <p:cNvSpPr/>
          <p:nvPr/>
        </p:nvSpPr>
        <p:spPr>
          <a:xfrm>
            <a:off x="4221956" y="4336532"/>
            <a:ext cx="504095" cy="10344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264A2DEB-5246-97F6-9CDA-E20A99BD41B5}"/>
              </a:ext>
            </a:extLst>
          </p:cNvPr>
          <p:cNvSpPr/>
          <p:nvPr/>
        </p:nvSpPr>
        <p:spPr>
          <a:xfrm>
            <a:off x="4188855" y="4457263"/>
            <a:ext cx="430940" cy="8498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14C2F051-5833-0482-31C1-5FA907505938}"/>
              </a:ext>
            </a:extLst>
          </p:cNvPr>
          <p:cNvSpPr/>
          <p:nvPr/>
        </p:nvSpPr>
        <p:spPr>
          <a:xfrm>
            <a:off x="4192635" y="4592491"/>
            <a:ext cx="430940" cy="8498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E4579621-BB19-C71E-BF13-BA1C5237A727}"/>
              </a:ext>
            </a:extLst>
          </p:cNvPr>
          <p:cNvSpPr/>
          <p:nvPr/>
        </p:nvSpPr>
        <p:spPr>
          <a:xfrm>
            <a:off x="4188854" y="4722843"/>
            <a:ext cx="430940" cy="8498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4" name="Straight Arrow Connector 53">
            <a:extLst>
              <a:ext uri="{FF2B5EF4-FFF2-40B4-BE49-F238E27FC236}">
                <a16:creationId xmlns:a16="http://schemas.microsoft.com/office/drawing/2014/main" id="{6931D36C-311E-7E53-2B45-376027EA980A}"/>
              </a:ext>
            </a:extLst>
          </p:cNvPr>
          <p:cNvCxnSpPr>
            <a:cxnSpLocks/>
          </p:cNvCxnSpPr>
          <p:nvPr/>
        </p:nvCxnSpPr>
        <p:spPr>
          <a:xfrm>
            <a:off x="4621209" y="3783299"/>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5" name="Straight Arrow Connector 54">
            <a:extLst>
              <a:ext uri="{FF2B5EF4-FFF2-40B4-BE49-F238E27FC236}">
                <a16:creationId xmlns:a16="http://schemas.microsoft.com/office/drawing/2014/main" id="{F096CD1A-1E17-F9D1-D592-6B17FD20B65B}"/>
              </a:ext>
            </a:extLst>
          </p:cNvPr>
          <p:cNvCxnSpPr>
            <a:cxnSpLocks/>
          </p:cNvCxnSpPr>
          <p:nvPr/>
        </p:nvCxnSpPr>
        <p:spPr>
          <a:xfrm>
            <a:off x="4621603" y="3882807"/>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E8CA8F20-4A10-E989-5537-EDB39C7EE44E}"/>
              </a:ext>
            </a:extLst>
          </p:cNvPr>
          <p:cNvCxnSpPr>
            <a:cxnSpLocks/>
          </p:cNvCxnSpPr>
          <p:nvPr/>
        </p:nvCxnSpPr>
        <p:spPr>
          <a:xfrm>
            <a:off x="4692949" y="4007304"/>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BAC34613-D261-39A3-8626-84F23DDDEEEA}"/>
              </a:ext>
            </a:extLst>
          </p:cNvPr>
          <p:cNvCxnSpPr>
            <a:cxnSpLocks/>
          </p:cNvCxnSpPr>
          <p:nvPr/>
        </p:nvCxnSpPr>
        <p:spPr>
          <a:xfrm>
            <a:off x="4700104" y="4144298"/>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91359E0D-953F-0156-06B5-D463170DB702}"/>
              </a:ext>
            </a:extLst>
          </p:cNvPr>
          <p:cNvCxnSpPr>
            <a:cxnSpLocks/>
          </p:cNvCxnSpPr>
          <p:nvPr/>
        </p:nvCxnSpPr>
        <p:spPr>
          <a:xfrm>
            <a:off x="4625435" y="4262254"/>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9" name="Straight Arrow Connector 58">
            <a:extLst>
              <a:ext uri="{FF2B5EF4-FFF2-40B4-BE49-F238E27FC236}">
                <a16:creationId xmlns:a16="http://schemas.microsoft.com/office/drawing/2014/main" id="{9CF7858F-E3EB-0A9D-A84A-BDB1F97EF2B6}"/>
              </a:ext>
            </a:extLst>
          </p:cNvPr>
          <p:cNvCxnSpPr>
            <a:cxnSpLocks/>
          </p:cNvCxnSpPr>
          <p:nvPr/>
        </p:nvCxnSpPr>
        <p:spPr>
          <a:xfrm>
            <a:off x="4726051" y="4388252"/>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57AB1E5F-8D03-C890-A178-44A8F8AA823D}"/>
              </a:ext>
            </a:extLst>
          </p:cNvPr>
          <p:cNvCxnSpPr>
            <a:cxnSpLocks/>
          </p:cNvCxnSpPr>
          <p:nvPr/>
        </p:nvCxnSpPr>
        <p:spPr>
          <a:xfrm>
            <a:off x="4613054" y="4514068"/>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E2B0F026-07A0-7A33-CDC5-EB78B3C6D3F3}"/>
              </a:ext>
            </a:extLst>
          </p:cNvPr>
          <p:cNvCxnSpPr>
            <a:cxnSpLocks/>
          </p:cNvCxnSpPr>
          <p:nvPr/>
        </p:nvCxnSpPr>
        <p:spPr>
          <a:xfrm>
            <a:off x="4632919" y="4634981"/>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2" name="Straight Arrow Connector 61">
            <a:extLst>
              <a:ext uri="{FF2B5EF4-FFF2-40B4-BE49-F238E27FC236}">
                <a16:creationId xmlns:a16="http://schemas.microsoft.com/office/drawing/2014/main" id="{3A66D961-242A-8592-DAD8-EBEE942C43B3}"/>
              </a:ext>
            </a:extLst>
          </p:cNvPr>
          <p:cNvCxnSpPr>
            <a:cxnSpLocks/>
          </p:cNvCxnSpPr>
          <p:nvPr/>
        </p:nvCxnSpPr>
        <p:spPr>
          <a:xfrm>
            <a:off x="4625435" y="4765333"/>
            <a:ext cx="157791"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63" name="Rectangle 62">
            <a:extLst>
              <a:ext uri="{FF2B5EF4-FFF2-40B4-BE49-F238E27FC236}">
                <a16:creationId xmlns:a16="http://schemas.microsoft.com/office/drawing/2014/main" id="{05230DD9-3ACD-F700-D62F-437FE33F080A}"/>
              </a:ext>
            </a:extLst>
          </p:cNvPr>
          <p:cNvSpPr/>
          <p:nvPr/>
        </p:nvSpPr>
        <p:spPr>
          <a:xfrm>
            <a:off x="4730633" y="4637664"/>
            <a:ext cx="308416" cy="261610"/>
          </a:xfrm>
          <a:prstGeom prst="rect">
            <a:avLst/>
          </a:prstGeom>
          <a:noFill/>
        </p:spPr>
        <p:txBody>
          <a:bodyPr wrap="square" lIns="91440" tIns="45720" rIns="91440" bIns="45720">
            <a:spAutoFit/>
          </a:bodyPr>
          <a:lstStyle/>
          <a:p>
            <a:pPr algn="ctr"/>
            <a:r>
              <a:rPr lang="en-US" sz="1100" dirty="0">
                <a:ln w="0"/>
                <a:solidFill>
                  <a:schemeClr val="bg1"/>
                </a:solidFill>
                <a:effectLst>
                  <a:outerShdw blurRad="38100" dist="19050" dir="2700000" algn="tl" rotWithShape="0">
                    <a:schemeClr val="dk1">
                      <a:alpha val="40000"/>
                    </a:schemeClr>
                  </a:outerShdw>
                </a:effectLst>
              </a:rPr>
              <a:t>i</a:t>
            </a:r>
            <a:endParaRPr lang="en-US" sz="1100" b="0" cap="none" spc="0" dirty="0">
              <a:ln w="0"/>
              <a:solidFill>
                <a:schemeClr val="bg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194611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695342-60F2-43B4-A8E9-3C99281599B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050503" y="1323975"/>
            <a:ext cx="7079049" cy="4554311"/>
          </a:xfrm>
          <a:prstGeom prst="rect">
            <a:avLst/>
          </a:prstGeom>
        </p:spPr>
      </p:pic>
      <p:sp>
        <p:nvSpPr>
          <p:cNvPr id="2" name="Title 1">
            <a:extLst>
              <a:ext uri="{FF2B5EF4-FFF2-40B4-BE49-F238E27FC236}">
                <a16:creationId xmlns:a16="http://schemas.microsoft.com/office/drawing/2014/main" id="{208991CD-E691-4461-B8E7-A97A4073CAAF}"/>
              </a:ext>
            </a:extLst>
          </p:cNvPr>
          <p:cNvSpPr>
            <a:spLocks noGrp="1"/>
          </p:cNvSpPr>
          <p:nvPr>
            <p:ph type="title"/>
          </p:nvPr>
        </p:nvSpPr>
        <p:spPr>
          <a:xfrm>
            <a:off x="495299" y="304495"/>
            <a:ext cx="11201401" cy="492443"/>
          </a:xfrm>
        </p:spPr>
        <p:txBody>
          <a:bodyPr/>
          <a:lstStyle/>
          <a:p>
            <a:r>
              <a:rPr lang="en-AU" sz="3200" dirty="0"/>
              <a:t>Details View - </a:t>
            </a:r>
            <a:r>
              <a:rPr lang="en-AU" sz="3200" b="1" dirty="0">
                <a:latin typeface="+mn-lt"/>
              </a:rPr>
              <a:t>Fault Tree</a:t>
            </a:r>
            <a:endParaRPr lang="en-US" sz="3200" dirty="0"/>
          </a:p>
        </p:txBody>
      </p:sp>
      <p:sp>
        <p:nvSpPr>
          <p:cNvPr id="4" name="Slide Number Placeholder 3">
            <a:extLst>
              <a:ext uri="{FF2B5EF4-FFF2-40B4-BE49-F238E27FC236}">
                <a16:creationId xmlns:a16="http://schemas.microsoft.com/office/drawing/2014/main" id="{CACE5EE4-C7B2-4E68-9BEE-75DFDDA8FF61}"/>
              </a:ext>
            </a:extLst>
          </p:cNvPr>
          <p:cNvSpPr>
            <a:spLocks noGrp="1"/>
          </p:cNvSpPr>
          <p:nvPr>
            <p:ph type="sldNum" sz="quarter" idx="12"/>
          </p:nvPr>
        </p:nvSpPr>
        <p:spPr/>
        <p:txBody>
          <a:bodyPr/>
          <a:lstStyle/>
          <a:p>
            <a:fld id="{7B94EC18-1D2B-4535-B738-0E53AFE26620}" type="slidenum">
              <a:rPr lang="en-US" smtClean="0"/>
              <a:t>48</a:t>
            </a:fld>
            <a:endParaRPr lang="en-US"/>
          </a:p>
        </p:txBody>
      </p:sp>
      <p:sp>
        <p:nvSpPr>
          <p:cNvPr id="7" name="Rectangle 6">
            <a:extLst>
              <a:ext uri="{FF2B5EF4-FFF2-40B4-BE49-F238E27FC236}">
                <a16:creationId xmlns:a16="http://schemas.microsoft.com/office/drawing/2014/main" id="{415D93A2-7AAB-4D24-9E99-0F209F19E52F}"/>
              </a:ext>
            </a:extLst>
          </p:cNvPr>
          <p:cNvSpPr/>
          <p:nvPr/>
        </p:nvSpPr>
        <p:spPr>
          <a:xfrm>
            <a:off x="495300" y="1274291"/>
            <a:ext cx="3416862" cy="3293209"/>
          </a:xfrm>
          <a:prstGeom prst="rect">
            <a:avLst/>
          </a:prstGeom>
        </p:spPr>
        <p:txBody>
          <a:bodyPr wrap="square" anchor="t">
            <a:spAutoFit/>
          </a:bodyPr>
          <a:lstStyle/>
          <a:p>
            <a:pPr marL="342900" indent="-342900" fontAlgn="base">
              <a:spcAft>
                <a:spcPct val="0"/>
              </a:spcAft>
              <a:buFont typeface="+mj-lt"/>
              <a:buAutoNum type="arabicParenR"/>
            </a:pPr>
            <a:r>
              <a:rPr lang="en-AU" altLang="en-US" sz="1600" dirty="0">
                <a:solidFill>
                  <a:schemeClr val="tx1">
                    <a:lumMod val="50000"/>
                  </a:schemeClr>
                </a:solidFill>
                <a:cs typeface="Arial" panose="020B0604020202020204" pitchFamily="34" charset="0"/>
              </a:rPr>
              <a:t>To check the Fault tree for a selected asset from the Asset Hierarchy you can Click on Fault Tree on the Contents View.</a:t>
            </a:r>
          </a:p>
          <a:p>
            <a:pPr marL="342900" indent="-342900" fontAlgn="base">
              <a:spcAft>
                <a:spcPct val="0"/>
              </a:spcAft>
              <a:buFont typeface="+mj-lt"/>
              <a:buAutoNum type="arabicParenR"/>
            </a:pPr>
            <a:endParaRPr lang="en-AU" altLang="en-US" sz="1600" dirty="0">
              <a:solidFill>
                <a:schemeClr val="tx1">
                  <a:lumMod val="50000"/>
                </a:schemeClr>
              </a:solidFill>
              <a:cs typeface="Arial" panose="020B0604020202020204" pitchFamily="34" charset="0"/>
            </a:endParaRPr>
          </a:p>
          <a:p>
            <a:pPr marL="342900" indent="-342900" fontAlgn="base">
              <a:spcAft>
                <a:spcPct val="0"/>
              </a:spcAft>
              <a:buFont typeface="+mj-lt"/>
              <a:buAutoNum type="arabicParenR"/>
            </a:pPr>
            <a:r>
              <a:rPr lang="en-AU" altLang="en-US" sz="1600" dirty="0">
                <a:solidFill>
                  <a:schemeClr val="tx1">
                    <a:lumMod val="50000"/>
                  </a:schemeClr>
                </a:solidFill>
                <a:cs typeface="Arial" panose="020B0604020202020204" pitchFamily="34" charset="0"/>
              </a:rPr>
              <a:t>All the Faults and Symptoms for the selected Asset will get displayed.</a:t>
            </a:r>
          </a:p>
          <a:p>
            <a:pPr marL="342900" indent="-342900" fontAlgn="base">
              <a:spcAft>
                <a:spcPct val="0"/>
              </a:spcAft>
              <a:buFont typeface="+mj-lt"/>
              <a:buAutoNum type="arabicParenR"/>
            </a:pPr>
            <a:endParaRPr lang="en-AU" altLang="en-US" sz="1600" dirty="0">
              <a:solidFill>
                <a:schemeClr val="tx1">
                  <a:lumMod val="50000"/>
                </a:schemeClr>
              </a:solidFill>
              <a:cs typeface="Arial" panose="020B0604020202020204" pitchFamily="34" charset="0"/>
            </a:endParaRPr>
          </a:p>
          <a:p>
            <a:pPr marL="342900" indent="-342900" fontAlgn="base">
              <a:spcAft>
                <a:spcPct val="0"/>
              </a:spcAft>
              <a:buFont typeface="+mj-lt"/>
              <a:buAutoNum type="arabicParenR"/>
            </a:pPr>
            <a:r>
              <a:rPr lang="en-AU" altLang="en-US" sz="1600" dirty="0">
                <a:solidFill>
                  <a:schemeClr val="tx1">
                    <a:lumMod val="50000"/>
                  </a:schemeClr>
                </a:solidFill>
                <a:cs typeface="Arial"/>
              </a:rPr>
              <a:t>Any active fault is highlighted with ‘!’ mark and colour based on criticality.</a:t>
            </a:r>
          </a:p>
        </p:txBody>
      </p:sp>
      <p:sp>
        <p:nvSpPr>
          <p:cNvPr id="8" name="Rectangle 7">
            <a:extLst>
              <a:ext uri="{FF2B5EF4-FFF2-40B4-BE49-F238E27FC236}">
                <a16:creationId xmlns:a16="http://schemas.microsoft.com/office/drawing/2014/main" id="{EBDBF141-B9BC-4ED6-B780-E57FE92AE9DB}"/>
              </a:ext>
            </a:extLst>
          </p:cNvPr>
          <p:cNvSpPr/>
          <p:nvPr/>
        </p:nvSpPr>
        <p:spPr>
          <a:xfrm>
            <a:off x="11219602" y="847377"/>
            <a:ext cx="306495" cy="369332"/>
          </a:xfrm>
          <a:prstGeom prst="rect">
            <a:avLst/>
          </a:prstGeom>
          <a:noFill/>
        </p:spPr>
        <p:txBody>
          <a:bodyPr wrap="none" lIns="91440" tIns="45720" rIns="91440" bIns="45720">
            <a:spAutoFit/>
          </a:bodyPr>
          <a:lstStyle/>
          <a:p>
            <a:pPr algn="ctr"/>
            <a:r>
              <a:rPr lang="en-US">
                <a:ln w="0"/>
                <a:solidFill>
                  <a:schemeClr val="bg1"/>
                </a:solidFill>
                <a:effectLst>
                  <a:outerShdw blurRad="38100" dist="19050" dir="2700000" algn="tl" rotWithShape="0">
                    <a:schemeClr val="dk1">
                      <a:alpha val="40000"/>
                    </a:schemeClr>
                  </a:outerShdw>
                </a:effectLst>
              </a:rPr>
              <a:t>2</a:t>
            </a:r>
            <a:endParaRPr lang="en-US" b="0" cap="none" spc="0">
              <a:ln w="0"/>
              <a:solidFill>
                <a:schemeClr val="bg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847251B5-A9C6-4759-B439-1C9956D44AA2}"/>
              </a:ext>
            </a:extLst>
          </p:cNvPr>
          <p:cNvSpPr/>
          <p:nvPr/>
        </p:nvSpPr>
        <p:spPr>
          <a:xfrm>
            <a:off x="4207279" y="3739128"/>
            <a:ext cx="406836" cy="140967"/>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3D9AB88-D7D5-48DC-BDE8-2D9B175B6FD4}"/>
              </a:ext>
            </a:extLst>
          </p:cNvPr>
          <p:cNvSpPr/>
          <p:nvPr/>
        </p:nvSpPr>
        <p:spPr>
          <a:xfrm>
            <a:off x="5542738" y="1685973"/>
            <a:ext cx="5586813" cy="4192314"/>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3D8F586C-C64F-4FDA-85C8-0932C397E4C7}"/>
              </a:ext>
            </a:extLst>
          </p:cNvPr>
          <p:cNvCxnSpPr>
            <a:cxnSpLocks/>
          </p:cNvCxnSpPr>
          <p:nvPr/>
        </p:nvCxnSpPr>
        <p:spPr>
          <a:xfrm flipV="1">
            <a:off x="4614115" y="3806933"/>
            <a:ext cx="333095" cy="535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A344F362-D259-44D7-92C6-C848C6BDB07E}"/>
              </a:ext>
            </a:extLst>
          </p:cNvPr>
          <p:cNvSpPr/>
          <p:nvPr/>
        </p:nvSpPr>
        <p:spPr>
          <a:xfrm>
            <a:off x="4832137" y="3637656"/>
            <a:ext cx="303651" cy="338554"/>
          </a:xfrm>
          <a:prstGeom prst="rect">
            <a:avLst/>
          </a:prstGeom>
          <a:noFill/>
        </p:spPr>
        <p:txBody>
          <a:bodyPr wrap="square" lIns="91440" tIns="45720" rIns="91440" bIns="45720">
            <a:spAutoFit/>
          </a:bodyPr>
          <a:lstStyle/>
          <a:p>
            <a:pPr algn="ctr"/>
            <a:r>
              <a:rPr lang="en-US" sz="1600" b="0" cap="none" spc="0" dirty="0">
                <a:ln w="0"/>
                <a:solidFill>
                  <a:schemeClr val="bg1"/>
                </a:solidFill>
                <a:effectLst>
                  <a:outerShdw blurRad="38100" dist="19050" dir="2700000" algn="tl" rotWithShape="0">
                    <a:schemeClr val="dk1">
                      <a:alpha val="40000"/>
                    </a:schemeClr>
                  </a:outerShdw>
                </a:effectLst>
              </a:rPr>
              <a:t>1</a:t>
            </a:r>
          </a:p>
        </p:txBody>
      </p:sp>
      <p:cxnSp>
        <p:nvCxnSpPr>
          <p:cNvPr id="13" name="Straight Arrow Connector 12">
            <a:extLst>
              <a:ext uri="{FF2B5EF4-FFF2-40B4-BE49-F238E27FC236}">
                <a16:creationId xmlns:a16="http://schemas.microsoft.com/office/drawing/2014/main" id="{59809332-C924-41CB-A6F6-5C6278603C97}"/>
              </a:ext>
            </a:extLst>
          </p:cNvPr>
          <p:cNvCxnSpPr>
            <a:cxnSpLocks/>
          </p:cNvCxnSpPr>
          <p:nvPr/>
        </p:nvCxnSpPr>
        <p:spPr>
          <a:xfrm>
            <a:off x="9964208" y="1323975"/>
            <a:ext cx="0" cy="1"/>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22E9098A-0D21-466A-A0A9-09320498683B}"/>
              </a:ext>
            </a:extLst>
          </p:cNvPr>
          <p:cNvSpPr/>
          <p:nvPr/>
        </p:nvSpPr>
        <p:spPr>
          <a:xfrm>
            <a:off x="9684812" y="576375"/>
            <a:ext cx="386041" cy="370095"/>
          </a:xfrm>
          <a:prstGeom prst="rect">
            <a:avLst/>
          </a:prstGeom>
          <a:noFill/>
        </p:spPr>
        <p:txBody>
          <a:bodyPr wrap="square" lIns="91440" tIns="45720" rIns="91440" bIns="45720">
            <a:spAutoFit/>
          </a:bodyPr>
          <a:lstStyle/>
          <a:p>
            <a:pPr algn="ctr"/>
            <a:r>
              <a:rPr lang="en-US" b="0" cap="none" spc="0">
                <a:ln w="0"/>
                <a:effectLst>
                  <a:outerShdw blurRad="38100" dist="19050" dir="2700000" algn="tl" rotWithShape="0">
                    <a:schemeClr val="dk1">
                      <a:alpha val="40000"/>
                    </a:schemeClr>
                  </a:outerShdw>
                </a:effectLst>
              </a:rPr>
              <a:t>2</a:t>
            </a:r>
          </a:p>
        </p:txBody>
      </p:sp>
      <p:cxnSp>
        <p:nvCxnSpPr>
          <p:cNvPr id="15" name="Straight Arrow Connector 14">
            <a:extLst>
              <a:ext uri="{FF2B5EF4-FFF2-40B4-BE49-F238E27FC236}">
                <a16:creationId xmlns:a16="http://schemas.microsoft.com/office/drawing/2014/main" id="{40DD79E7-ACC6-4A0D-917A-E8CBD2A734D1}"/>
              </a:ext>
            </a:extLst>
          </p:cNvPr>
          <p:cNvCxnSpPr>
            <a:cxnSpLocks/>
            <a:stCxn id="10" idx="0"/>
            <a:endCxn id="14" idx="1"/>
          </p:cNvCxnSpPr>
          <p:nvPr/>
        </p:nvCxnSpPr>
        <p:spPr>
          <a:xfrm flipV="1">
            <a:off x="8336145" y="761423"/>
            <a:ext cx="1348667" cy="92455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AA5D2B77-AD98-4F16-87DA-188BD1B921AA}"/>
              </a:ext>
            </a:extLst>
          </p:cNvPr>
          <p:cNvSpPr/>
          <p:nvPr/>
        </p:nvSpPr>
        <p:spPr>
          <a:xfrm>
            <a:off x="7505672" y="3485725"/>
            <a:ext cx="406836" cy="140967"/>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cxnSp>
        <p:nvCxnSpPr>
          <p:cNvPr id="17" name="Straight Arrow Connector 16">
            <a:extLst>
              <a:ext uri="{FF2B5EF4-FFF2-40B4-BE49-F238E27FC236}">
                <a16:creationId xmlns:a16="http://schemas.microsoft.com/office/drawing/2014/main" id="{BC9EB088-3EF5-4DBC-AC5F-BF97DAA41CF6}"/>
              </a:ext>
            </a:extLst>
          </p:cNvPr>
          <p:cNvCxnSpPr>
            <a:cxnSpLocks/>
          </p:cNvCxnSpPr>
          <p:nvPr/>
        </p:nvCxnSpPr>
        <p:spPr>
          <a:xfrm flipV="1">
            <a:off x="7912508" y="3550852"/>
            <a:ext cx="333095" cy="535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0C4A2286-0B53-437A-A899-E1AE2E66C673}"/>
              </a:ext>
            </a:extLst>
          </p:cNvPr>
          <p:cNvSpPr/>
          <p:nvPr/>
        </p:nvSpPr>
        <p:spPr>
          <a:xfrm>
            <a:off x="8184318" y="3381575"/>
            <a:ext cx="303651" cy="338554"/>
          </a:xfrm>
          <a:prstGeom prst="rect">
            <a:avLst/>
          </a:prstGeom>
          <a:noFill/>
        </p:spPr>
        <p:txBody>
          <a:bodyPr wrap="square" lIns="91440" tIns="45720" rIns="91440" bIns="45720">
            <a:spAutoFit/>
          </a:bodyPr>
          <a:lstStyle/>
          <a:p>
            <a:pPr algn="ctr"/>
            <a:r>
              <a:rPr lang="en-US" sz="1600" b="0" cap="none" spc="0" dirty="0">
                <a:ln w="0"/>
                <a:effectLst>
                  <a:outerShdw blurRad="38100" dist="19050" dir="2700000" algn="tl" rotWithShape="0">
                    <a:schemeClr val="dk1">
                      <a:alpha val="40000"/>
                    </a:schemeClr>
                  </a:outerShdw>
                </a:effectLst>
              </a:rPr>
              <a:t>3</a:t>
            </a:r>
          </a:p>
        </p:txBody>
      </p:sp>
      <p:pic>
        <p:nvPicPr>
          <p:cNvPr id="21" name="Picture 20">
            <a:extLst>
              <a:ext uri="{FF2B5EF4-FFF2-40B4-BE49-F238E27FC236}">
                <a16:creationId xmlns:a16="http://schemas.microsoft.com/office/drawing/2014/main" id="{A8460C22-6E0B-2EAB-F55C-3F50C3EE5069}"/>
              </a:ext>
            </a:extLst>
          </p:cNvPr>
          <p:cNvPicPr>
            <a:picLocks noChangeAspect="1"/>
          </p:cNvPicPr>
          <p:nvPr/>
        </p:nvPicPr>
        <p:blipFill>
          <a:blip r:embed="rId3"/>
          <a:stretch>
            <a:fillRect/>
          </a:stretch>
        </p:blipFill>
        <p:spPr>
          <a:xfrm>
            <a:off x="7590027" y="3485726"/>
            <a:ext cx="119063" cy="161926"/>
          </a:xfrm>
          <a:prstGeom prst="rect">
            <a:avLst/>
          </a:prstGeom>
        </p:spPr>
      </p:pic>
    </p:spTree>
    <p:extLst>
      <p:ext uri="{BB962C8B-B14F-4D97-AF65-F5344CB8AC3E}">
        <p14:creationId xmlns:p14="http://schemas.microsoft.com/office/powerpoint/2010/main" val="9482432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06501C5-987B-4776-B902-518BD1EE198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08529" y="2834813"/>
            <a:ext cx="10764865" cy="3565987"/>
          </a:xfrm>
          <a:prstGeom prst="rect">
            <a:avLst/>
          </a:prstGeom>
        </p:spPr>
      </p:pic>
      <p:sp>
        <p:nvSpPr>
          <p:cNvPr id="2" name="Title 1">
            <a:extLst>
              <a:ext uri="{FF2B5EF4-FFF2-40B4-BE49-F238E27FC236}">
                <a16:creationId xmlns:a16="http://schemas.microsoft.com/office/drawing/2014/main" id="{0502C624-D3F0-4786-9A36-DB0E6245A6E0}"/>
              </a:ext>
            </a:extLst>
          </p:cNvPr>
          <p:cNvSpPr>
            <a:spLocks noGrp="1"/>
          </p:cNvSpPr>
          <p:nvPr>
            <p:ph type="title"/>
          </p:nvPr>
        </p:nvSpPr>
        <p:spPr>
          <a:xfrm>
            <a:off x="495299" y="172405"/>
            <a:ext cx="11201401" cy="492443"/>
          </a:xfrm>
        </p:spPr>
        <p:txBody>
          <a:bodyPr/>
          <a:lstStyle/>
          <a:p>
            <a:r>
              <a:rPr lang="en-AU" sz="3200" dirty="0"/>
              <a:t>Details View - </a:t>
            </a:r>
            <a:r>
              <a:rPr lang="en-AU" sz="3200" b="1" dirty="0">
                <a:latin typeface="+mn-lt"/>
              </a:rPr>
              <a:t>Asset Details</a:t>
            </a:r>
            <a:endParaRPr lang="en-US" sz="3200" dirty="0"/>
          </a:p>
        </p:txBody>
      </p:sp>
      <p:sp>
        <p:nvSpPr>
          <p:cNvPr id="4" name="Slide Number Placeholder 3">
            <a:extLst>
              <a:ext uri="{FF2B5EF4-FFF2-40B4-BE49-F238E27FC236}">
                <a16:creationId xmlns:a16="http://schemas.microsoft.com/office/drawing/2014/main" id="{E27FE7C0-936D-4DF3-981C-DD1F84C2E2D4}"/>
              </a:ext>
            </a:extLst>
          </p:cNvPr>
          <p:cNvSpPr>
            <a:spLocks noGrp="1"/>
          </p:cNvSpPr>
          <p:nvPr>
            <p:ph type="sldNum" sz="quarter" idx="12"/>
          </p:nvPr>
        </p:nvSpPr>
        <p:spPr/>
        <p:txBody>
          <a:bodyPr/>
          <a:lstStyle/>
          <a:p>
            <a:fld id="{7B94EC18-1D2B-4535-B738-0E53AFE26620}" type="slidenum">
              <a:rPr lang="en-US" smtClean="0"/>
              <a:t>49</a:t>
            </a:fld>
            <a:endParaRPr lang="en-US"/>
          </a:p>
        </p:txBody>
      </p:sp>
      <p:sp>
        <p:nvSpPr>
          <p:cNvPr id="7" name="Rectangle 6">
            <a:extLst>
              <a:ext uri="{FF2B5EF4-FFF2-40B4-BE49-F238E27FC236}">
                <a16:creationId xmlns:a16="http://schemas.microsoft.com/office/drawing/2014/main" id="{FAB50BA7-38CA-4FA7-A1D7-CCCB60790627}"/>
              </a:ext>
            </a:extLst>
          </p:cNvPr>
          <p:cNvSpPr/>
          <p:nvPr/>
        </p:nvSpPr>
        <p:spPr>
          <a:xfrm>
            <a:off x="399618" y="766571"/>
            <a:ext cx="11173283" cy="2062103"/>
          </a:xfrm>
          <a:prstGeom prst="rect">
            <a:avLst/>
          </a:prstGeom>
        </p:spPr>
        <p:txBody>
          <a:bodyPr wrap="square" anchor="t">
            <a:spAutoFit/>
          </a:bodyPr>
          <a:lstStyle/>
          <a:p>
            <a:pPr marL="342900" indent="-342900" fontAlgn="base">
              <a:spcAft>
                <a:spcPct val="0"/>
              </a:spcAft>
              <a:buFont typeface="+mj-lt"/>
              <a:buAutoNum type="arabicParenR"/>
            </a:pPr>
            <a:r>
              <a:rPr lang="en-AU" altLang="en-US" sz="1600" dirty="0">
                <a:solidFill>
                  <a:schemeClr val="tx1">
                    <a:lumMod val="50000"/>
                  </a:schemeClr>
                </a:solidFill>
                <a:cs typeface="Arial" panose="020B0604020202020204" pitchFamily="34" charset="0"/>
              </a:rPr>
              <a:t>To check the Asset Details for a selected asset you can Click on Asset Details. The following details are displayed-</a:t>
            </a:r>
          </a:p>
          <a:p>
            <a:pPr marL="800100" lvl="1" indent="-342900" fontAlgn="base">
              <a:spcAft>
                <a:spcPct val="0"/>
              </a:spcAft>
              <a:buFont typeface="+mj-lt"/>
              <a:buAutoNum type="alphaLcPeriod"/>
            </a:pPr>
            <a:r>
              <a:rPr lang="en-AU" altLang="en-US" sz="1600" dirty="0">
                <a:solidFill>
                  <a:schemeClr val="tx1">
                    <a:lumMod val="50000"/>
                  </a:schemeClr>
                </a:solidFill>
                <a:cs typeface="Arial"/>
              </a:rPr>
              <a:t>Asset</a:t>
            </a:r>
          </a:p>
          <a:p>
            <a:pPr marL="800100" lvl="1" indent="-342900" fontAlgn="base">
              <a:spcAft>
                <a:spcPct val="0"/>
              </a:spcAft>
              <a:buFont typeface="+mj-lt"/>
              <a:buAutoNum type="alphaLcPeriod"/>
            </a:pPr>
            <a:r>
              <a:rPr lang="en-AU" altLang="en-US" sz="1600" dirty="0">
                <a:solidFill>
                  <a:schemeClr val="tx1">
                    <a:lumMod val="50000"/>
                  </a:schemeClr>
                </a:solidFill>
                <a:cs typeface="Arial"/>
              </a:rPr>
              <a:t>Current Status</a:t>
            </a:r>
          </a:p>
          <a:p>
            <a:pPr marL="800100" lvl="1" indent="-342900" fontAlgn="base">
              <a:spcAft>
                <a:spcPct val="0"/>
              </a:spcAft>
              <a:buFont typeface="+mj-lt"/>
              <a:buAutoNum type="alphaLcPeriod"/>
            </a:pPr>
            <a:r>
              <a:rPr lang="en-AU" altLang="en-US" sz="1600" dirty="0">
                <a:solidFill>
                  <a:schemeClr val="tx1">
                    <a:lumMod val="50000"/>
                  </a:schemeClr>
                </a:solidFill>
                <a:cs typeface="Arial"/>
              </a:rPr>
              <a:t>Current State/ Date Since</a:t>
            </a:r>
          </a:p>
          <a:p>
            <a:pPr marL="800100" lvl="1" indent="-342900" fontAlgn="base">
              <a:spcAft>
                <a:spcPct val="0"/>
              </a:spcAft>
              <a:buFont typeface="+mj-lt"/>
              <a:buAutoNum type="alphaLcPeriod"/>
            </a:pPr>
            <a:r>
              <a:rPr lang="en-AU" altLang="en-US" sz="1600" dirty="0">
                <a:solidFill>
                  <a:schemeClr val="tx1">
                    <a:lumMod val="50000"/>
                  </a:schemeClr>
                </a:solidFill>
                <a:cs typeface="Arial"/>
              </a:rPr>
              <a:t>Running hours since most recent reset </a:t>
            </a:r>
            <a:endParaRPr lang="en-AU" altLang="en-US" sz="1600" dirty="0">
              <a:solidFill>
                <a:schemeClr val="tx1">
                  <a:lumMod val="50000"/>
                </a:schemeClr>
              </a:solidFill>
              <a:cs typeface="Arial" panose="020B0604020202020204" pitchFamily="34" charset="0"/>
            </a:endParaRPr>
          </a:p>
          <a:p>
            <a:pPr marL="800100" lvl="1" indent="-342900" fontAlgn="base">
              <a:spcAft>
                <a:spcPct val="0"/>
              </a:spcAft>
              <a:buFont typeface="+mj-lt"/>
              <a:buAutoNum type="alphaLcPeriod"/>
            </a:pPr>
            <a:r>
              <a:rPr lang="en-AU" altLang="en-US" sz="1600" dirty="0">
                <a:solidFill>
                  <a:schemeClr val="tx1">
                    <a:lumMod val="50000"/>
                  </a:schemeClr>
                </a:solidFill>
                <a:cs typeface="Arial"/>
              </a:rPr>
              <a:t>Cumulative running hours (total)</a:t>
            </a:r>
          </a:p>
          <a:p>
            <a:pPr marL="800100" lvl="1" indent="-342900" fontAlgn="base">
              <a:spcAft>
                <a:spcPct val="0"/>
              </a:spcAft>
              <a:buFont typeface="+mj-lt"/>
              <a:buAutoNum type="alphaLcPeriod"/>
            </a:pPr>
            <a:r>
              <a:rPr lang="en-AU" altLang="en-US" sz="1600" dirty="0">
                <a:solidFill>
                  <a:schemeClr val="tx1">
                    <a:lumMod val="50000"/>
                  </a:schemeClr>
                </a:solidFill>
                <a:cs typeface="Arial"/>
              </a:rPr>
              <a:t>Description of the Asset</a:t>
            </a:r>
          </a:p>
          <a:p>
            <a:pPr marL="800100" lvl="1" indent="-342900" fontAlgn="base">
              <a:spcAft>
                <a:spcPct val="0"/>
              </a:spcAft>
              <a:buFont typeface="+mj-lt"/>
              <a:buAutoNum type="alphaLcPeriod"/>
            </a:pPr>
            <a:r>
              <a:rPr lang="en-AU" altLang="en-US" sz="1600" dirty="0">
                <a:solidFill>
                  <a:schemeClr val="tx1">
                    <a:lumMod val="50000"/>
                  </a:schemeClr>
                </a:solidFill>
                <a:cs typeface="Arial"/>
              </a:rPr>
              <a:t>Changes done in the Description if any	</a:t>
            </a:r>
          </a:p>
        </p:txBody>
      </p:sp>
      <p:sp>
        <p:nvSpPr>
          <p:cNvPr id="8" name="Rectangle 7">
            <a:extLst>
              <a:ext uri="{FF2B5EF4-FFF2-40B4-BE49-F238E27FC236}">
                <a16:creationId xmlns:a16="http://schemas.microsoft.com/office/drawing/2014/main" id="{8E5175FC-AB4E-4908-8B5C-4E94C5CBB3C3}"/>
              </a:ext>
            </a:extLst>
          </p:cNvPr>
          <p:cNvSpPr/>
          <p:nvPr/>
        </p:nvSpPr>
        <p:spPr>
          <a:xfrm>
            <a:off x="2850833" y="3208718"/>
            <a:ext cx="432298" cy="93007"/>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4E2A497-1FB0-40E7-962A-FADF589C5C91}"/>
              </a:ext>
            </a:extLst>
          </p:cNvPr>
          <p:cNvSpPr/>
          <p:nvPr/>
        </p:nvSpPr>
        <p:spPr>
          <a:xfrm>
            <a:off x="2861037" y="3335016"/>
            <a:ext cx="772750" cy="122783"/>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BCB2F4B-8D93-48DB-A54D-7E5FDE77CB57}"/>
              </a:ext>
            </a:extLst>
          </p:cNvPr>
          <p:cNvSpPr/>
          <p:nvPr/>
        </p:nvSpPr>
        <p:spPr>
          <a:xfrm>
            <a:off x="10154194" y="3188070"/>
            <a:ext cx="822302" cy="112033"/>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1AAEBE1-9746-4EC2-BCC7-AF29E3B33533}"/>
              </a:ext>
            </a:extLst>
          </p:cNvPr>
          <p:cNvSpPr/>
          <p:nvPr/>
        </p:nvSpPr>
        <p:spPr>
          <a:xfrm>
            <a:off x="9958011" y="3327171"/>
            <a:ext cx="1221356" cy="108452"/>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A1BE8CF-4034-4D0E-B70F-BCE1297B81EB}"/>
              </a:ext>
            </a:extLst>
          </p:cNvPr>
          <p:cNvSpPr/>
          <p:nvPr/>
        </p:nvSpPr>
        <p:spPr>
          <a:xfrm>
            <a:off x="9788932" y="3456932"/>
            <a:ext cx="1187564" cy="14116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9BAB7BA-243B-4CE1-BF72-E6B9C7A08240}"/>
              </a:ext>
            </a:extLst>
          </p:cNvPr>
          <p:cNvSpPr/>
          <p:nvPr/>
        </p:nvSpPr>
        <p:spPr>
          <a:xfrm>
            <a:off x="2871739" y="3661061"/>
            <a:ext cx="2013768" cy="1052516"/>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DDBA544-18BD-4915-B4BE-8AD22549D8AF}"/>
              </a:ext>
            </a:extLst>
          </p:cNvPr>
          <p:cNvSpPr/>
          <p:nvPr/>
        </p:nvSpPr>
        <p:spPr>
          <a:xfrm>
            <a:off x="2872242" y="5294652"/>
            <a:ext cx="8501150" cy="1106147"/>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377C523B-8A6F-4614-9E5B-72CE9376C63E}"/>
              </a:ext>
            </a:extLst>
          </p:cNvPr>
          <p:cNvCxnSpPr>
            <a:cxnSpLocks/>
            <a:stCxn id="8" idx="3"/>
          </p:cNvCxnSpPr>
          <p:nvPr/>
        </p:nvCxnSpPr>
        <p:spPr>
          <a:xfrm flipV="1">
            <a:off x="3283131" y="3248483"/>
            <a:ext cx="1038225" cy="6739"/>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8CA0A72A-1AF8-4C15-8718-EEE5C309725D}"/>
              </a:ext>
            </a:extLst>
          </p:cNvPr>
          <p:cNvCxnSpPr>
            <a:cxnSpLocks/>
          </p:cNvCxnSpPr>
          <p:nvPr/>
        </p:nvCxnSpPr>
        <p:spPr>
          <a:xfrm flipV="1">
            <a:off x="3633787" y="3396407"/>
            <a:ext cx="779694" cy="2746"/>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7" name="Straight Arrow Connector 16">
            <a:extLst>
              <a:ext uri="{FF2B5EF4-FFF2-40B4-BE49-F238E27FC236}">
                <a16:creationId xmlns:a16="http://schemas.microsoft.com/office/drawing/2014/main" id="{86649D03-4FE3-47E8-8E7E-4E555FCB3FD8}"/>
              </a:ext>
            </a:extLst>
          </p:cNvPr>
          <p:cNvCxnSpPr>
            <a:cxnSpLocks/>
          </p:cNvCxnSpPr>
          <p:nvPr/>
        </p:nvCxnSpPr>
        <p:spPr>
          <a:xfrm flipV="1">
            <a:off x="10967369" y="3248475"/>
            <a:ext cx="471488" cy="3572"/>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7AB2510E-ED62-4D5C-B74C-8328B816D3CE}"/>
              </a:ext>
            </a:extLst>
          </p:cNvPr>
          <p:cNvCxnSpPr>
            <a:cxnSpLocks/>
          </p:cNvCxnSpPr>
          <p:nvPr/>
        </p:nvCxnSpPr>
        <p:spPr>
          <a:xfrm>
            <a:off x="11180969" y="3396407"/>
            <a:ext cx="295275" cy="0"/>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F846FB63-6766-42DF-9477-D99CD491961F}"/>
              </a:ext>
            </a:extLst>
          </p:cNvPr>
          <p:cNvCxnSpPr>
            <a:cxnSpLocks/>
            <a:stCxn id="12" idx="3"/>
            <a:endCxn id="28" idx="2"/>
          </p:cNvCxnSpPr>
          <p:nvPr/>
        </p:nvCxnSpPr>
        <p:spPr>
          <a:xfrm flipV="1">
            <a:off x="10976496" y="3526564"/>
            <a:ext cx="570099" cy="949"/>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BABBB55B-1A39-44CD-A141-CEBF8E50FB66}"/>
              </a:ext>
            </a:extLst>
          </p:cNvPr>
          <p:cNvSpPr/>
          <p:nvPr/>
        </p:nvSpPr>
        <p:spPr>
          <a:xfrm>
            <a:off x="919870" y="5386774"/>
            <a:ext cx="409322" cy="110871"/>
          </a:xfrm>
          <a:prstGeom prst="rect">
            <a:avLst/>
          </a:prstGeom>
          <a:no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AD47A31F-2E4A-4B59-9015-8472272D8AF3}"/>
              </a:ext>
            </a:extLst>
          </p:cNvPr>
          <p:cNvCxnSpPr>
            <a:cxnSpLocks/>
          </p:cNvCxnSpPr>
          <p:nvPr/>
        </p:nvCxnSpPr>
        <p:spPr>
          <a:xfrm flipV="1">
            <a:off x="4885507" y="3457799"/>
            <a:ext cx="626447" cy="269109"/>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A936DE55-270B-4143-B1E1-C1586DCC1AA0}"/>
              </a:ext>
            </a:extLst>
          </p:cNvPr>
          <p:cNvCxnSpPr>
            <a:cxnSpLocks/>
          </p:cNvCxnSpPr>
          <p:nvPr/>
        </p:nvCxnSpPr>
        <p:spPr>
          <a:xfrm flipV="1">
            <a:off x="7247980" y="4943200"/>
            <a:ext cx="0" cy="351452"/>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353403C3-AA18-40D4-96F3-67AE258A13E7}"/>
              </a:ext>
            </a:extLst>
          </p:cNvPr>
          <p:cNvSpPr/>
          <p:nvPr/>
        </p:nvSpPr>
        <p:spPr>
          <a:xfrm>
            <a:off x="1404673" y="5269831"/>
            <a:ext cx="306495" cy="369332"/>
          </a:xfrm>
          <a:prstGeom prst="rect">
            <a:avLst/>
          </a:prstGeom>
          <a:noFill/>
        </p:spPr>
        <p:txBody>
          <a:bodyPr wrap="square" lIns="91440" tIns="45720" rIns="91440" bIns="45720">
            <a:spAutoFit/>
          </a:bodyPr>
          <a:lstStyle/>
          <a:p>
            <a:pPr algn="ctr"/>
            <a:r>
              <a:rPr lang="en-US" b="0" cap="none" spc="0" dirty="0">
                <a:ln w="0"/>
                <a:solidFill>
                  <a:schemeClr val="bg1"/>
                </a:solidFill>
                <a:effectLst>
                  <a:outerShdw blurRad="38100" dist="19050" dir="2700000" algn="tl" rotWithShape="0">
                    <a:schemeClr val="dk1">
                      <a:alpha val="40000"/>
                    </a:schemeClr>
                  </a:outerShdw>
                </a:effectLst>
              </a:rPr>
              <a:t>1</a:t>
            </a:r>
          </a:p>
        </p:txBody>
      </p:sp>
      <p:cxnSp>
        <p:nvCxnSpPr>
          <p:cNvPr id="24" name="Straight Arrow Connector 23">
            <a:extLst>
              <a:ext uri="{FF2B5EF4-FFF2-40B4-BE49-F238E27FC236}">
                <a16:creationId xmlns:a16="http://schemas.microsoft.com/office/drawing/2014/main" id="{55B1E498-01DB-416D-B490-5592D516FFA6}"/>
              </a:ext>
            </a:extLst>
          </p:cNvPr>
          <p:cNvCxnSpPr>
            <a:cxnSpLocks/>
            <a:stCxn id="20" idx="3"/>
          </p:cNvCxnSpPr>
          <p:nvPr/>
        </p:nvCxnSpPr>
        <p:spPr>
          <a:xfrm>
            <a:off x="1329192" y="5442210"/>
            <a:ext cx="150963" cy="24574"/>
          </a:xfrm>
          <a:prstGeom prst="straightConnector1">
            <a:avLst/>
          </a:prstGeom>
          <a:ln w="12700" cmpd="sng">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F7668E25-1314-432F-A105-9D52EEB1407E}"/>
              </a:ext>
            </a:extLst>
          </p:cNvPr>
          <p:cNvSpPr/>
          <p:nvPr/>
        </p:nvSpPr>
        <p:spPr>
          <a:xfrm>
            <a:off x="4264242" y="3027076"/>
            <a:ext cx="298479" cy="338554"/>
          </a:xfrm>
          <a:prstGeom prst="rect">
            <a:avLst/>
          </a:prstGeom>
          <a:noFill/>
        </p:spPr>
        <p:txBody>
          <a:bodyPr wrap="none" lIns="91440" tIns="45720" rIns="91440" bIns="45720">
            <a:spAutoFit/>
          </a:bodyPr>
          <a:lstStyle/>
          <a:p>
            <a:pPr algn="ctr"/>
            <a:r>
              <a:rPr lang="en-US" sz="1600" dirty="0">
                <a:ln w="0"/>
                <a:effectLst>
                  <a:outerShdw blurRad="38100" dist="19050" dir="2700000" algn="tl" rotWithShape="0">
                    <a:schemeClr val="dk1">
                      <a:alpha val="40000"/>
                    </a:schemeClr>
                  </a:outerShdw>
                </a:effectLst>
              </a:rPr>
              <a:t>a</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26" name="Rectangle 25">
            <a:extLst>
              <a:ext uri="{FF2B5EF4-FFF2-40B4-BE49-F238E27FC236}">
                <a16:creationId xmlns:a16="http://schemas.microsoft.com/office/drawing/2014/main" id="{30FDFD04-C0E9-4EBE-AB63-15F6808A7A26}"/>
              </a:ext>
            </a:extLst>
          </p:cNvPr>
          <p:cNvSpPr/>
          <p:nvPr/>
        </p:nvSpPr>
        <p:spPr>
          <a:xfrm>
            <a:off x="4371675" y="3203399"/>
            <a:ext cx="306495" cy="338554"/>
          </a:xfrm>
          <a:prstGeom prst="rect">
            <a:avLst/>
          </a:prstGeom>
          <a:noFill/>
        </p:spPr>
        <p:txBody>
          <a:bodyPr wrap="square" lIns="91440" tIns="45720" rIns="91440" bIns="45720">
            <a:spAutoFit/>
          </a:bodyPr>
          <a:lstStyle/>
          <a:p>
            <a:pPr algn="ctr"/>
            <a:r>
              <a:rPr lang="en-US" sz="1600" dirty="0">
                <a:ln w="0"/>
                <a:effectLst>
                  <a:outerShdw blurRad="38100" dist="19050" dir="2700000" algn="tl" rotWithShape="0">
                    <a:schemeClr val="dk1">
                      <a:alpha val="40000"/>
                    </a:schemeClr>
                  </a:outerShdw>
                </a:effectLst>
              </a:rPr>
              <a:t>b</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27" name="Rectangle 26">
            <a:extLst>
              <a:ext uri="{FF2B5EF4-FFF2-40B4-BE49-F238E27FC236}">
                <a16:creationId xmlns:a16="http://schemas.microsoft.com/office/drawing/2014/main" id="{204DCB40-0D9B-4063-9054-C309EA00F2FA}"/>
              </a:ext>
            </a:extLst>
          </p:cNvPr>
          <p:cNvSpPr/>
          <p:nvPr/>
        </p:nvSpPr>
        <p:spPr>
          <a:xfrm>
            <a:off x="11328607" y="3064899"/>
            <a:ext cx="306495" cy="307777"/>
          </a:xfrm>
          <a:prstGeom prst="rect">
            <a:avLst/>
          </a:prstGeom>
          <a:noFill/>
        </p:spPr>
        <p:txBody>
          <a:bodyPr wrap="square" lIns="91440" tIns="45720" rIns="91440" bIns="45720">
            <a:spAutoFit/>
          </a:bodyPr>
          <a:lstStyle/>
          <a:p>
            <a:pPr algn="ctr"/>
            <a:r>
              <a:rPr lang="en-US" sz="1400" dirty="0">
                <a:ln w="0"/>
                <a:effectLst>
                  <a:outerShdw blurRad="38100" dist="19050" dir="2700000" algn="tl" rotWithShape="0">
                    <a:schemeClr val="dk1">
                      <a:alpha val="40000"/>
                    </a:schemeClr>
                  </a:outerShdw>
                </a:effectLst>
              </a:rPr>
              <a:t>c</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28" name="Rectangle 27">
            <a:extLst>
              <a:ext uri="{FF2B5EF4-FFF2-40B4-BE49-F238E27FC236}">
                <a16:creationId xmlns:a16="http://schemas.microsoft.com/office/drawing/2014/main" id="{D480E853-5801-4DE2-96F5-310C1FDACFD9}"/>
              </a:ext>
            </a:extLst>
          </p:cNvPr>
          <p:cNvSpPr/>
          <p:nvPr/>
        </p:nvSpPr>
        <p:spPr>
          <a:xfrm>
            <a:off x="11404569" y="3218787"/>
            <a:ext cx="284052"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d</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29" name="Rectangle 28">
            <a:extLst>
              <a:ext uri="{FF2B5EF4-FFF2-40B4-BE49-F238E27FC236}">
                <a16:creationId xmlns:a16="http://schemas.microsoft.com/office/drawing/2014/main" id="{62FBFECE-E2CE-4F38-9234-DBF0B3237C4C}"/>
              </a:ext>
            </a:extLst>
          </p:cNvPr>
          <p:cNvSpPr/>
          <p:nvPr/>
        </p:nvSpPr>
        <p:spPr>
          <a:xfrm>
            <a:off x="11469541" y="3381397"/>
            <a:ext cx="284052" cy="307777"/>
          </a:xfrm>
          <a:prstGeom prst="rect">
            <a:avLst/>
          </a:prstGeom>
          <a:noFill/>
        </p:spPr>
        <p:txBody>
          <a:bodyPr wrap="none" lIns="91440" tIns="45720" rIns="91440" bIns="45720">
            <a:spAutoFit/>
          </a:bodyPr>
          <a:lstStyle/>
          <a:p>
            <a:pPr algn="ctr"/>
            <a:r>
              <a:rPr lang="en-US" sz="1400" dirty="0">
                <a:ln w="0"/>
                <a:effectLst>
                  <a:outerShdw blurRad="38100" dist="19050" dir="2700000" algn="tl" rotWithShape="0">
                    <a:schemeClr val="dk1">
                      <a:alpha val="40000"/>
                    </a:schemeClr>
                  </a:outerShdw>
                </a:effectLst>
              </a:rPr>
              <a:t>e</a:t>
            </a:r>
            <a:endParaRPr lang="en-US" sz="1400" b="0" cap="none" spc="0" dirty="0">
              <a:ln w="0"/>
              <a:solidFill>
                <a:schemeClr val="tx1"/>
              </a:solidFill>
              <a:effectLst>
                <a:outerShdw blurRad="38100" dist="19050" dir="2700000" algn="tl" rotWithShape="0">
                  <a:schemeClr val="dk1">
                    <a:alpha val="40000"/>
                  </a:schemeClr>
                </a:outerShdw>
              </a:effectLst>
            </a:endParaRPr>
          </a:p>
        </p:txBody>
      </p:sp>
      <p:sp>
        <p:nvSpPr>
          <p:cNvPr id="30" name="Rectangle 29">
            <a:extLst>
              <a:ext uri="{FF2B5EF4-FFF2-40B4-BE49-F238E27FC236}">
                <a16:creationId xmlns:a16="http://schemas.microsoft.com/office/drawing/2014/main" id="{BF98B1A5-148E-4FB9-B906-C8EC8B41E28B}"/>
              </a:ext>
            </a:extLst>
          </p:cNvPr>
          <p:cNvSpPr/>
          <p:nvPr/>
        </p:nvSpPr>
        <p:spPr>
          <a:xfrm>
            <a:off x="6842544" y="4573868"/>
            <a:ext cx="810872" cy="338554"/>
          </a:xfrm>
          <a:prstGeom prst="rect">
            <a:avLst/>
          </a:prstGeom>
          <a:noFill/>
        </p:spPr>
        <p:txBody>
          <a:bodyPr wrap="square" lIns="91440" tIns="45720" rIns="91440" bIns="45720">
            <a:spAutoFit/>
          </a:bodyPr>
          <a:lstStyle/>
          <a:p>
            <a:pPr algn="ctr"/>
            <a:r>
              <a:rPr lang="en-US" sz="1600" dirty="0">
                <a:ln w="0"/>
                <a:effectLst>
                  <a:outerShdw blurRad="38100" dist="19050" dir="2700000" algn="tl" rotWithShape="0">
                    <a:schemeClr val="dk1">
                      <a:alpha val="40000"/>
                    </a:schemeClr>
                  </a:outerShdw>
                </a:effectLst>
              </a:rPr>
              <a:t>g</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31" name="Rectangle 30">
            <a:extLst>
              <a:ext uri="{FF2B5EF4-FFF2-40B4-BE49-F238E27FC236}">
                <a16:creationId xmlns:a16="http://schemas.microsoft.com/office/drawing/2014/main" id="{0CC77709-EEE0-45A4-B378-1AE45F87D547}"/>
              </a:ext>
            </a:extLst>
          </p:cNvPr>
          <p:cNvSpPr/>
          <p:nvPr/>
        </p:nvSpPr>
        <p:spPr>
          <a:xfrm>
            <a:off x="5438569" y="3259539"/>
            <a:ext cx="256069" cy="338554"/>
          </a:xfrm>
          <a:prstGeom prst="rect">
            <a:avLst/>
          </a:prstGeom>
          <a:noFill/>
        </p:spPr>
        <p:txBody>
          <a:bodyPr wrap="square" lIns="91440" tIns="45720" rIns="91440" bIns="45720">
            <a:spAutoFit/>
          </a:bodyPr>
          <a:lstStyle/>
          <a:p>
            <a:pPr algn="ctr"/>
            <a:r>
              <a:rPr lang="en-US" sz="1600" dirty="0">
                <a:ln w="0"/>
                <a:effectLst>
                  <a:outerShdw blurRad="38100" dist="19050" dir="2700000" algn="tl" rotWithShape="0">
                    <a:schemeClr val="dk1">
                      <a:alpha val="40000"/>
                    </a:schemeClr>
                  </a:outerShdw>
                </a:effectLst>
              </a:rPr>
              <a:t>f</a:t>
            </a:r>
            <a:endParaRPr lang="en-US" sz="1600" b="0" cap="none" spc="0" dirty="0">
              <a:ln w="0"/>
              <a:solidFill>
                <a:schemeClr val="tx1"/>
              </a:solidFill>
              <a:effectLst>
                <a:outerShdw blurRad="38100" dist="19050" dir="2700000" algn="tl" rotWithShape="0">
                  <a:schemeClr val="dk1">
                    <a:alpha val="40000"/>
                  </a:schemeClr>
                </a:outerShdw>
              </a:effectLst>
            </a:endParaRPr>
          </a:p>
        </p:txBody>
      </p:sp>
      <p:sp>
        <p:nvSpPr>
          <p:cNvPr id="32" name="Slide Number Placeholder 1">
            <a:extLst>
              <a:ext uri="{FF2B5EF4-FFF2-40B4-BE49-F238E27FC236}">
                <a16:creationId xmlns:a16="http://schemas.microsoft.com/office/drawing/2014/main" id="{FFB53586-570D-4B93-B91F-80594EF5254A}"/>
              </a:ext>
            </a:extLst>
          </p:cNvPr>
          <p:cNvSpPr txBox="1">
            <a:spLocks/>
          </p:cNvSpPr>
          <p:nvPr/>
        </p:nvSpPr>
        <p:spPr>
          <a:xfrm>
            <a:off x="270000" y="6325200"/>
            <a:ext cx="360000" cy="180000"/>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dirty="0"/>
          </a:p>
        </p:txBody>
      </p:sp>
    </p:spTree>
    <p:extLst>
      <p:ext uri="{BB962C8B-B14F-4D97-AF65-F5344CB8AC3E}">
        <p14:creationId xmlns:p14="http://schemas.microsoft.com/office/powerpoint/2010/main" val="37570977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87D37-CB83-497D-BFC9-6EB92A927FE7}"/>
              </a:ext>
            </a:extLst>
          </p:cNvPr>
          <p:cNvSpPr>
            <a:spLocks noGrp="1"/>
          </p:cNvSpPr>
          <p:nvPr>
            <p:ph type="title"/>
          </p:nvPr>
        </p:nvSpPr>
        <p:spPr>
          <a:xfrm>
            <a:off x="374113" y="364655"/>
            <a:ext cx="11201401" cy="492443"/>
          </a:xfrm>
        </p:spPr>
        <p:txBody>
          <a:bodyPr/>
          <a:lstStyle/>
          <a:p>
            <a:r>
              <a:rPr lang="en-AU" sz="3200" dirty="0"/>
              <a:t>Details View - </a:t>
            </a:r>
            <a:r>
              <a:rPr lang="en-US" sz="3200" dirty="0">
                <a:latin typeface="+mn-lt"/>
              </a:rPr>
              <a:t>Calculation status</a:t>
            </a:r>
            <a:endParaRPr lang="en-US" sz="3200" dirty="0"/>
          </a:p>
        </p:txBody>
      </p:sp>
      <p:sp>
        <p:nvSpPr>
          <p:cNvPr id="4" name="Slide Number Placeholder 3">
            <a:extLst>
              <a:ext uri="{FF2B5EF4-FFF2-40B4-BE49-F238E27FC236}">
                <a16:creationId xmlns:a16="http://schemas.microsoft.com/office/drawing/2014/main" id="{E6DF0085-313D-4DF1-90A0-E2DCBF03BBBD}"/>
              </a:ext>
            </a:extLst>
          </p:cNvPr>
          <p:cNvSpPr>
            <a:spLocks noGrp="1"/>
          </p:cNvSpPr>
          <p:nvPr>
            <p:ph type="sldNum" sz="quarter" idx="12"/>
          </p:nvPr>
        </p:nvSpPr>
        <p:spPr/>
        <p:txBody>
          <a:bodyPr/>
          <a:lstStyle/>
          <a:p>
            <a:fld id="{7B94EC18-1D2B-4535-B738-0E53AFE26620}" type="slidenum">
              <a:rPr lang="en-US" smtClean="0"/>
              <a:t>50</a:t>
            </a:fld>
            <a:endParaRPr lang="en-US"/>
          </a:p>
        </p:txBody>
      </p:sp>
      <p:sp>
        <p:nvSpPr>
          <p:cNvPr id="6" name="Rectangle 5">
            <a:extLst>
              <a:ext uri="{FF2B5EF4-FFF2-40B4-BE49-F238E27FC236}">
                <a16:creationId xmlns:a16="http://schemas.microsoft.com/office/drawing/2014/main" id="{033993BC-5CF7-47D0-87E7-25496112B912}"/>
              </a:ext>
            </a:extLst>
          </p:cNvPr>
          <p:cNvSpPr/>
          <p:nvPr/>
        </p:nvSpPr>
        <p:spPr>
          <a:xfrm>
            <a:off x="462082" y="929787"/>
            <a:ext cx="11046904" cy="338554"/>
          </a:xfrm>
          <a:prstGeom prst="rect">
            <a:avLst/>
          </a:prstGeom>
        </p:spPr>
        <p:txBody>
          <a:bodyPr wrap="square" anchor="t">
            <a:spAutoFit/>
          </a:bodyPr>
          <a:lstStyle/>
          <a:p>
            <a:pPr fontAlgn="base">
              <a:spcAft>
                <a:spcPct val="0"/>
              </a:spcAft>
            </a:pPr>
            <a:r>
              <a:rPr lang="en-AU" altLang="en-US" sz="1600" dirty="0">
                <a:solidFill>
                  <a:schemeClr val="tx1">
                    <a:lumMod val="50000"/>
                  </a:schemeClr>
                </a:solidFill>
                <a:cs typeface="Arial"/>
              </a:rPr>
              <a:t>Allows you to check the calc status of an asset, with calc details and values</a:t>
            </a:r>
          </a:p>
        </p:txBody>
      </p:sp>
      <p:pic>
        <p:nvPicPr>
          <p:cNvPr id="5" name="Picture 4">
            <a:extLst>
              <a:ext uri="{FF2B5EF4-FFF2-40B4-BE49-F238E27FC236}">
                <a16:creationId xmlns:a16="http://schemas.microsoft.com/office/drawing/2014/main" id="{E32D22C3-3A50-49C5-9DD1-BF9FD01F26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79922" y="1299120"/>
            <a:ext cx="11065979" cy="5194226"/>
          </a:xfrm>
          <a:prstGeom prst="rect">
            <a:avLst/>
          </a:prstGeom>
        </p:spPr>
      </p:pic>
    </p:spTree>
    <p:extLst>
      <p:ext uri="{BB962C8B-B14F-4D97-AF65-F5344CB8AC3E}">
        <p14:creationId xmlns:p14="http://schemas.microsoft.com/office/powerpoint/2010/main" val="20796513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FB781-76A8-4F2F-9501-8E9E49A09F4E}"/>
              </a:ext>
            </a:extLst>
          </p:cNvPr>
          <p:cNvSpPr>
            <a:spLocks noGrp="1"/>
          </p:cNvSpPr>
          <p:nvPr>
            <p:ph type="title"/>
          </p:nvPr>
        </p:nvSpPr>
        <p:spPr>
          <a:xfrm>
            <a:off x="495299" y="218478"/>
            <a:ext cx="11201401" cy="584775"/>
          </a:xfrm>
        </p:spPr>
        <p:txBody>
          <a:bodyPr/>
          <a:lstStyle/>
          <a:p>
            <a:r>
              <a:rPr lang="en-AU" sz="3200" dirty="0">
                <a:latin typeface="+mj-lt"/>
              </a:rPr>
              <a:t>Details View - </a:t>
            </a:r>
            <a:r>
              <a:rPr lang="en-US" sz="3200" b="1" dirty="0" err="1">
                <a:latin typeface="+mj-lt"/>
              </a:rPr>
              <a:t>Datasource</a:t>
            </a:r>
            <a:r>
              <a:rPr lang="en-US" sz="3200" b="1" dirty="0">
                <a:latin typeface="+mj-lt"/>
              </a:rPr>
              <a:t> Status</a:t>
            </a:r>
            <a:endParaRPr lang="en-US" sz="3200" dirty="0">
              <a:latin typeface="+mj-lt"/>
            </a:endParaRPr>
          </a:p>
        </p:txBody>
      </p:sp>
      <p:sp>
        <p:nvSpPr>
          <p:cNvPr id="4" name="Slide Number Placeholder 3">
            <a:extLst>
              <a:ext uri="{FF2B5EF4-FFF2-40B4-BE49-F238E27FC236}">
                <a16:creationId xmlns:a16="http://schemas.microsoft.com/office/drawing/2014/main" id="{6CE32F49-3AC0-4CE6-AD7A-421614F9267F}"/>
              </a:ext>
            </a:extLst>
          </p:cNvPr>
          <p:cNvSpPr>
            <a:spLocks noGrp="1"/>
          </p:cNvSpPr>
          <p:nvPr>
            <p:ph type="sldNum" sz="quarter" idx="12"/>
          </p:nvPr>
        </p:nvSpPr>
        <p:spPr/>
        <p:txBody>
          <a:bodyPr/>
          <a:lstStyle/>
          <a:p>
            <a:fld id="{7B94EC18-1D2B-4535-B738-0E53AFE26620}" type="slidenum">
              <a:rPr lang="en-US" smtClean="0"/>
              <a:t>51</a:t>
            </a:fld>
            <a:endParaRPr lang="en-US"/>
          </a:p>
        </p:txBody>
      </p:sp>
      <p:sp>
        <p:nvSpPr>
          <p:cNvPr id="6" name="Slide Number Placeholder 3">
            <a:extLst>
              <a:ext uri="{FF2B5EF4-FFF2-40B4-BE49-F238E27FC236}">
                <a16:creationId xmlns:a16="http://schemas.microsoft.com/office/drawing/2014/main" id="{BF1F4832-285C-43CA-8E81-E148CF2023EF}"/>
              </a:ext>
            </a:extLst>
          </p:cNvPr>
          <p:cNvSpPr txBox="1">
            <a:spLocks/>
          </p:cNvSpPr>
          <p:nvPr/>
        </p:nvSpPr>
        <p:spPr>
          <a:xfrm>
            <a:off x="12368823" y="468923"/>
            <a:ext cx="674688" cy="504825"/>
          </a:xfrm>
          <a:prstGeom prst="rect">
            <a:avLst/>
          </a:prstGeom>
        </p:spPr>
        <p:txBody>
          <a:bodyPr vert="horz" lIns="0" tIns="0" rIns="0" bIns="0" rtlCol="0" anchor="b">
            <a:noAutofit/>
          </a:bodyPr>
          <a:lstStyle>
            <a:defPPr>
              <a:defRPr lang="en-US"/>
            </a:defPPr>
            <a:lvl1pPr marL="0" algn="r" defTabSz="914400" rtl="0" eaLnBrk="1" latinLnBrk="0" hangingPunct="1">
              <a:defRPr sz="10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cs typeface="Arial"/>
            </a:endParaRPr>
          </a:p>
        </p:txBody>
      </p:sp>
      <p:sp>
        <p:nvSpPr>
          <p:cNvPr id="7" name="Content Placeholder 6">
            <a:extLst>
              <a:ext uri="{FF2B5EF4-FFF2-40B4-BE49-F238E27FC236}">
                <a16:creationId xmlns:a16="http://schemas.microsoft.com/office/drawing/2014/main" id="{C861CE62-AC63-4350-A2E0-95F0666D6BE9}"/>
              </a:ext>
            </a:extLst>
          </p:cNvPr>
          <p:cNvSpPr>
            <a:spLocks noGrp="1"/>
          </p:cNvSpPr>
          <p:nvPr>
            <p:ph idx="1"/>
          </p:nvPr>
        </p:nvSpPr>
        <p:spPr>
          <a:xfrm>
            <a:off x="499486" y="974166"/>
            <a:ext cx="11193028" cy="580712"/>
          </a:xfrm>
        </p:spPr>
        <p:txBody>
          <a:bodyPr vert="horz" lIns="0" tIns="0" rIns="0" bIns="0" rtlCol="0" anchor="t">
            <a:noAutofit/>
          </a:bodyPr>
          <a:lstStyle/>
          <a:p>
            <a:r>
              <a:rPr lang="en-US" sz="1600" dirty="0">
                <a:solidFill>
                  <a:schemeClr val="tx1"/>
                </a:solidFill>
                <a:cs typeface="Arial"/>
              </a:rPr>
              <a:t>To check the status of the calculation engine. Usually maintained by administrator</a:t>
            </a:r>
          </a:p>
          <a:p>
            <a:r>
              <a:rPr lang="en-US" sz="1600" dirty="0">
                <a:solidFill>
                  <a:schemeClr val="tx1"/>
                </a:solidFill>
                <a:cs typeface="Arial"/>
              </a:rPr>
              <a:t>Navigate from </a:t>
            </a:r>
            <a:r>
              <a:rPr lang="en-US" sz="1600" dirty="0" err="1">
                <a:solidFill>
                  <a:schemeClr val="tx1"/>
                </a:solidFill>
                <a:cs typeface="Arial"/>
              </a:rPr>
              <a:t>Datasources</a:t>
            </a:r>
            <a:r>
              <a:rPr lang="en-US" sz="1600" dirty="0">
                <a:solidFill>
                  <a:schemeClr val="tx1"/>
                </a:solidFill>
                <a:cs typeface="Arial"/>
              </a:rPr>
              <a:t> under CONTENTS menu.</a:t>
            </a:r>
          </a:p>
        </p:txBody>
      </p:sp>
      <p:pic>
        <p:nvPicPr>
          <p:cNvPr id="5" name="Picture 4">
            <a:extLst>
              <a:ext uri="{FF2B5EF4-FFF2-40B4-BE49-F238E27FC236}">
                <a16:creationId xmlns:a16="http://schemas.microsoft.com/office/drawing/2014/main" id="{F2889F6C-2730-4A84-ADC6-6AC561D66A6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76092" y="1671946"/>
            <a:ext cx="10658262" cy="4686300"/>
          </a:xfrm>
          <a:prstGeom prst="rect">
            <a:avLst/>
          </a:prstGeom>
        </p:spPr>
      </p:pic>
    </p:spTree>
    <p:extLst>
      <p:ext uri="{BB962C8B-B14F-4D97-AF65-F5344CB8AC3E}">
        <p14:creationId xmlns:p14="http://schemas.microsoft.com/office/powerpoint/2010/main" val="40548380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D129A-B0D4-4AF0-A11F-A5B14404C60B}"/>
              </a:ext>
            </a:extLst>
          </p:cNvPr>
          <p:cNvSpPr>
            <a:spLocks noGrp="1"/>
          </p:cNvSpPr>
          <p:nvPr>
            <p:ph type="title"/>
          </p:nvPr>
        </p:nvSpPr>
        <p:spPr>
          <a:xfrm>
            <a:off x="495299" y="495299"/>
            <a:ext cx="11201401" cy="5518242"/>
          </a:xfrm>
        </p:spPr>
        <p:txBody>
          <a:bodyPr/>
          <a:lstStyle/>
          <a:p>
            <a:pPr algn="ctr">
              <a:lnSpc>
                <a:spcPct val="150000"/>
              </a:lnSpc>
            </a:pPr>
            <a:br>
              <a:rPr lang="en-US" sz="4000" b="1" dirty="0"/>
            </a:br>
            <a:br>
              <a:rPr lang="en-US" sz="4000" b="1" dirty="0"/>
            </a:br>
            <a:r>
              <a:rPr lang="en-US" sz="4000" b="1" dirty="0"/>
              <a:t>Module 4</a:t>
            </a:r>
            <a:br>
              <a:rPr lang="en-US" sz="4000" b="1" dirty="0"/>
            </a:br>
            <a:r>
              <a:rPr lang="en-US" dirty="0"/>
              <a:t>APM</a:t>
            </a:r>
            <a:r>
              <a:rPr lang="en-US" sz="4000" b="1" dirty="0"/>
              <a:t> - Report View</a:t>
            </a:r>
            <a:br>
              <a:rPr lang="en-US" sz="4000" b="1" dirty="0"/>
            </a:br>
            <a:br>
              <a:rPr lang="en-US" b="1" dirty="0"/>
            </a:br>
            <a:endParaRPr lang="en-US" dirty="0"/>
          </a:p>
        </p:txBody>
      </p:sp>
      <p:sp>
        <p:nvSpPr>
          <p:cNvPr id="4" name="Slide Number Placeholder 3">
            <a:extLst>
              <a:ext uri="{FF2B5EF4-FFF2-40B4-BE49-F238E27FC236}">
                <a16:creationId xmlns:a16="http://schemas.microsoft.com/office/drawing/2014/main" id="{F67B0F29-021F-4E8D-AA17-B51581D5683B}"/>
              </a:ext>
            </a:extLst>
          </p:cNvPr>
          <p:cNvSpPr>
            <a:spLocks noGrp="1"/>
          </p:cNvSpPr>
          <p:nvPr>
            <p:ph type="sldNum" sz="quarter" idx="12"/>
          </p:nvPr>
        </p:nvSpPr>
        <p:spPr/>
        <p:txBody>
          <a:bodyPr/>
          <a:lstStyle/>
          <a:p>
            <a:fld id="{7B94EC18-1D2B-4535-B738-0E53AFE26620}" type="slidenum">
              <a:rPr lang="en-US" smtClean="0"/>
              <a:t>52</a:t>
            </a:fld>
            <a:endParaRPr lang="en-US"/>
          </a:p>
        </p:txBody>
      </p:sp>
    </p:spTree>
    <p:extLst>
      <p:ext uri="{BB962C8B-B14F-4D97-AF65-F5344CB8AC3E}">
        <p14:creationId xmlns:p14="http://schemas.microsoft.com/office/powerpoint/2010/main" val="23925112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CE215A7-6EDB-43D1-B0CF-CD21D649893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5299" y="2194560"/>
            <a:ext cx="11201401" cy="4336869"/>
          </a:xfrm>
          <a:prstGeom prst="rect">
            <a:avLst/>
          </a:prstGeom>
        </p:spPr>
      </p:pic>
      <p:sp>
        <p:nvSpPr>
          <p:cNvPr id="2" name="Title 1">
            <a:extLst>
              <a:ext uri="{FF2B5EF4-FFF2-40B4-BE49-F238E27FC236}">
                <a16:creationId xmlns:a16="http://schemas.microsoft.com/office/drawing/2014/main" id="{D9FB7D09-77C6-419F-B1A8-62C332C06773}"/>
              </a:ext>
            </a:extLst>
          </p:cNvPr>
          <p:cNvSpPr>
            <a:spLocks noGrp="1"/>
          </p:cNvSpPr>
          <p:nvPr>
            <p:ph type="title"/>
          </p:nvPr>
        </p:nvSpPr>
        <p:spPr>
          <a:xfrm>
            <a:off x="495299" y="151656"/>
            <a:ext cx="11201401" cy="584775"/>
          </a:xfrm>
        </p:spPr>
        <p:txBody>
          <a:bodyPr/>
          <a:lstStyle/>
          <a:p>
            <a:r>
              <a:rPr lang="en-US" sz="3200" dirty="0"/>
              <a:t>Attribute overview</a:t>
            </a:r>
          </a:p>
        </p:txBody>
      </p:sp>
      <p:sp>
        <p:nvSpPr>
          <p:cNvPr id="4" name="Slide Number Placeholder 3">
            <a:extLst>
              <a:ext uri="{FF2B5EF4-FFF2-40B4-BE49-F238E27FC236}">
                <a16:creationId xmlns:a16="http://schemas.microsoft.com/office/drawing/2014/main" id="{5A0752AE-5E7A-49EA-9DEA-8FFDB4D62839}"/>
              </a:ext>
            </a:extLst>
          </p:cNvPr>
          <p:cNvSpPr>
            <a:spLocks noGrp="1"/>
          </p:cNvSpPr>
          <p:nvPr>
            <p:ph type="sldNum" sz="quarter" idx="12"/>
          </p:nvPr>
        </p:nvSpPr>
        <p:spPr/>
        <p:txBody>
          <a:bodyPr/>
          <a:lstStyle/>
          <a:p>
            <a:fld id="{7B94EC18-1D2B-4535-B738-0E53AFE26620}" type="slidenum">
              <a:rPr lang="en-US" smtClean="0"/>
              <a:t>53</a:t>
            </a:fld>
            <a:endParaRPr lang="en-US"/>
          </a:p>
        </p:txBody>
      </p:sp>
      <p:sp>
        <p:nvSpPr>
          <p:cNvPr id="6" name="TextBox 5">
            <a:extLst>
              <a:ext uri="{FF2B5EF4-FFF2-40B4-BE49-F238E27FC236}">
                <a16:creationId xmlns:a16="http://schemas.microsoft.com/office/drawing/2014/main" id="{24951BA2-F41A-4AAD-AC90-26C52AFD7A1C}"/>
              </a:ext>
            </a:extLst>
          </p:cNvPr>
          <p:cNvSpPr txBox="1"/>
          <p:nvPr/>
        </p:nvSpPr>
        <p:spPr>
          <a:xfrm>
            <a:off x="407625" y="925498"/>
            <a:ext cx="10377888" cy="815167"/>
          </a:xfrm>
          <a:prstGeom prst="rect">
            <a:avLst/>
          </a:prstGeom>
          <a:noFill/>
        </p:spPr>
        <p:txBody>
          <a:bodyPr wrap="square" lIns="0" tIns="0" rIns="0" bIns="0" rtlCol="0">
            <a:noAutofit/>
          </a:bodyPr>
          <a:lstStyle/>
          <a:p>
            <a:pPr algn="l">
              <a:spcBef>
                <a:spcPts val="800"/>
              </a:spcBef>
            </a:pPr>
            <a:r>
              <a:rPr lang="en-US" sz="1600" spc="-5" dirty="0">
                <a:cs typeface="Arial"/>
              </a:rPr>
              <a:t>Attribute Overview Excel Report can be extracted from Asset Sentinel Attribute Overview Page. </a:t>
            </a:r>
          </a:p>
          <a:p>
            <a:pPr marL="285750" indent="-285750" algn="l">
              <a:spcBef>
                <a:spcPts val="800"/>
              </a:spcBef>
              <a:buFont typeface="Arial" panose="020B0604020202020204" pitchFamily="34" charset="0"/>
              <a:buChar char="•"/>
            </a:pPr>
            <a:r>
              <a:rPr lang="en-US" sz="1600" spc="-5" dirty="0">
                <a:cs typeface="Arial"/>
              </a:rPr>
              <a:t>Click on “Export to Excel” button.</a:t>
            </a:r>
          </a:p>
          <a:p>
            <a:pPr marL="285750" indent="-285750" algn="l">
              <a:spcBef>
                <a:spcPts val="800"/>
              </a:spcBef>
              <a:buFont typeface="Arial" panose="020B0604020202020204" pitchFamily="34" charset="0"/>
              <a:buChar char="•"/>
            </a:pPr>
            <a:r>
              <a:rPr lang="en-US" sz="1600" spc="-5" dirty="0">
                <a:cs typeface="Arial"/>
              </a:rPr>
              <a:t>Excel Report get downloaded from Attribute Overview Dashboard.</a:t>
            </a:r>
          </a:p>
          <a:p>
            <a:pPr algn="l">
              <a:spcBef>
                <a:spcPts val="800"/>
              </a:spcBef>
            </a:pPr>
            <a:endParaRPr lang="en-US" sz="1600" dirty="0"/>
          </a:p>
        </p:txBody>
      </p:sp>
      <p:sp>
        <p:nvSpPr>
          <p:cNvPr id="8" name="Rectangle 7">
            <a:extLst>
              <a:ext uri="{FF2B5EF4-FFF2-40B4-BE49-F238E27FC236}">
                <a16:creationId xmlns:a16="http://schemas.microsoft.com/office/drawing/2014/main" id="{566AC320-076E-4A83-B04A-AB04765F430A}"/>
              </a:ext>
            </a:extLst>
          </p:cNvPr>
          <p:cNvSpPr/>
          <p:nvPr/>
        </p:nvSpPr>
        <p:spPr>
          <a:xfrm>
            <a:off x="3350645" y="2544590"/>
            <a:ext cx="167617" cy="214541"/>
          </a:xfrm>
          <a:prstGeom prst="rect">
            <a:avLst/>
          </a:prstGeom>
          <a:noFill/>
          <a:ln w="28575">
            <a:solidFill>
              <a:srgbClr val="E327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graphicFrame>
        <p:nvGraphicFramePr>
          <p:cNvPr id="9" name="Object 8">
            <a:extLst>
              <a:ext uri="{FF2B5EF4-FFF2-40B4-BE49-F238E27FC236}">
                <a16:creationId xmlns:a16="http://schemas.microsoft.com/office/drawing/2014/main" id="{AEF9D3A9-9BD6-452C-9CF3-FC61C463CF55}"/>
              </a:ext>
            </a:extLst>
          </p:cNvPr>
          <p:cNvGraphicFramePr>
            <a:graphicFrameLocks noChangeAspect="1"/>
          </p:cNvGraphicFramePr>
          <p:nvPr>
            <p:extLst>
              <p:ext uri="{D42A27DB-BD31-4B8C-83A1-F6EECF244321}">
                <p14:modId xmlns:p14="http://schemas.microsoft.com/office/powerpoint/2010/main" val="608486815"/>
              </p:ext>
            </p:extLst>
          </p:nvPr>
        </p:nvGraphicFramePr>
        <p:xfrm>
          <a:off x="8014057" y="1558423"/>
          <a:ext cx="914400" cy="771525"/>
        </p:xfrm>
        <a:graphic>
          <a:graphicData uri="http://schemas.openxmlformats.org/presentationml/2006/ole">
            <mc:AlternateContent xmlns:mc="http://schemas.openxmlformats.org/markup-compatibility/2006">
              <mc:Choice xmlns:v="urn:schemas-microsoft-com:vml" Requires="v">
                <p:oleObj name="Worksheet" showAsIcon="1" r:id="rId3" imgW="914400" imgH="771480" progId="Excel.Sheet.12">
                  <p:embed/>
                </p:oleObj>
              </mc:Choice>
              <mc:Fallback>
                <p:oleObj name="Worksheet" showAsIcon="1" r:id="rId3" imgW="914400" imgH="771480" progId="Excel.Sheet.12">
                  <p:embed/>
                  <p:pic>
                    <p:nvPicPr>
                      <p:cNvPr id="9" name="Object 8">
                        <a:extLst>
                          <a:ext uri="{FF2B5EF4-FFF2-40B4-BE49-F238E27FC236}">
                            <a16:creationId xmlns:a16="http://schemas.microsoft.com/office/drawing/2014/main" id="{AEF9D3A9-9BD6-452C-9CF3-FC61C463CF55}"/>
                          </a:ext>
                        </a:extLst>
                      </p:cNvPr>
                      <p:cNvPicPr/>
                      <p:nvPr/>
                    </p:nvPicPr>
                    <p:blipFill>
                      <a:blip r:embed="rId4"/>
                      <a:stretch>
                        <a:fillRect/>
                      </a:stretch>
                    </p:blipFill>
                    <p:spPr>
                      <a:xfrm>
                        <a:off x="8014057" y="1558423"/>
                        <a:ext cx="914400" cy="771525"/>
                      </a:xfrm>
                      <a:prstGeom prst="rect">
                        <a:avLst/>
                      </a:prstGeom>
                    </p:spPr>
                  </p:pic>
                </p:oleObj>
              </mc:Fallback>
            </mc:AlternateContent>
          </a:graphicData>
        </a:graphic>
      </p:graphicFrame>
      <p:sp>
        <p:nvSpPr>
          <p:cNvPr id="10" name="Rectangle 9">
            <a:extLst>
              <a:ext uri="{FF2B5EF4-FFF2-40B4-BE49-F238E27FC236}">
                <a16:creationId xmlns:a16="http://schemas.microsoft.com/office/drawing/2014/main" id="{2DD77395-538F-4213-AB0F-66A619725AEB}"/>
              </a:ext>
            </a:extLst>
          </p:cNvPr>
          <p:cNvSpPr/>
          <p:nvPr/>
        </p:nvSpPr>
        <p:spPr>
          <a:xfrm>
            <a:off x="731520" y="2882382"/>
            <a:ext cx="957942" cy="214540"/>
          </a:xfrm>
          <a:prstGeom prst="rect">
            <a:avLst/>
          </a:prstGeom>
          <a:noFill/>
          <a:ln w="28575">
            <a:solidFill>
              <a:srgbClr val="E327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Tree>
    <p:extLst>
      <p:ext uri="{BB962C8B-B14F-4D97-AF65-F5344CB8AC3E}">
        <p14:creationId xmlns:p14="http://schemas.microsoft.com/office/powerpoint/2010/main" val="37619677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776F5-2C37-4432-8EAF-45F2DD727EA1}"/>
              </a:ext>
            </a:extLst>
          </p:cNvPr>
          <p:cNvSpPr>
            <a:spLocks noGrp="1"/>
          </p:cNvSpPr>
          <p:nvPr>
            <p:ph type="title"/>
          </p:nvPr>
        </p:nvSpPr>
        <p:spPr>
          <a:xfrm>
            <a:off x="495299" y="134178"/>
            <a:ext cx="11201401" cy="584775"/>
          </a:xfrm>
        </p:spPr>
        <p:txBody>
          <a:bodyPr/>
          <a:lstStyle/>
          <a:p>
            <a:r>
              <a:rPr lang="en-US" sz="3200" dirty="0"/>
              <a:t>Attribute overview</a:t>
            </a:r>
          </a:p>
        </p:txBody>
      </p:sp>
      <p:sp>
        <p:nvSpPr>
          <p:cNvPr id="4" name="Slide Number Placeholder 3">
            <a:extLst>
              <a:ext uri="{FF2B5EF4-FFF2-40B4-BE49-F238E27FC236}">
                <a16:creationId xmlns:a16="http://schemas.microsoft.com/office/drawing/2014/main" id="{F9AFBAA0-CA09-4417-B523-53BC20BFCFA3}"/>
              </a:ext>
            </a:extLst>
          </p:cNvPr>
          <p:cNvSpPr>
            <a:spLocks noGrp="1"/>
          </p:cNvSpPr>
          <p:nvPr>
            <p:ph type="sldNum" sz="quarter" idx="12"/>
          </p:nvPr>
        </p:nvSpPr>
        <p:spPr/>
        <p:txBody>
          <a:bodyPr/>
          <a:lstStyle/>
          <a:p>
            <a:fld id="{7B94EC18-1D2B-4535-B738-0E53AFE26620}" type="slidenum">
              <a:rPr lang="en-US" smtClean="0"/>
              <a:t>54</a:t>
            </a:fld>
            <a:endParaRPr lang="en-US"/>
          </a:p>
        </p:txBody>
      </p:sp>
      <p:sp>
        <p:nvSpPr>
          <p:cNvPr id="6" name="TextBox 5">
            <a:extLst>
              <a:ext uri="{FF2B5EF4-FFF2-40B4-BE49-F238E27FC236}">
                <a16:creationId xmlns:a16="http://schemas.microsoft.com/office/drawing/2014/main" id="{8DDFBE53-48D6-40F1-8127-00A07AC92A2A}"/>
              </a:ext>
            </a:extLst>
          </p:cNvPr>
          <p:cNvSpPr txBox="1"/>
          <p:nvPr/>
        </p:nvSpPr>
        <p:spPr>
          <a:xfrm>
            <a:off x="407625" y="789373"/>
            <a:ext cx="10377888" cy="815167"/>
          </a:xfrm>
          <a:prstGeom prst="rect">
            <a:avLst/>
          </a:prstGeom>
          <a:noFill/>
        </p:spPr>
        <p:txBody>
          <a:bodyPr wrap="square" lIns="0" tIns="0" rIns="0" bIns="0" rtlCol="0">
            <a:noAutofit/>
          </a:bodyPr>
          <a:lstStyle/>
          <a:p>
            <a:pPr marL="285750" indent="-285750" algn="l">
              <a:spcBef>
                <a:spcPts val="800"/>
              </a:spcBef>
              <a:buFont typeface="Arial" panose="020B0604020202020204" pitchFamily="34" charset="0"/>
              <a:buChar char="•"/>
            </a:pPr>
            <a:r>
              <a:rPr lang="en-US" sz="1600" spc="-5" dirty="0">
                <a:latin typeface="Arial"/>
                <a:cs typeface="Arial"/>
              </a:rPr>
              <a:t>Asset Attribute: Asset Attribute Report for selected Asset get displayed with its details as Current values, UoM, </a:t>
            </a:r>
            <a:r>
              <a:rPr lang="en-US" sz="1600" spc="-5" dirty="0" err="1">
                <a:latin typeface="Arial"/>
                <a:cs typeface="Arial"/>
              </a:rPr>
              <a:t>TagName</a:t>
            </a:r>
            <a:r>
              <a:rPr lang="en-US" sz="1600" spc="-5" dirty="0">
                <a:latin typeface="Arial"/>
                <a:cs typeface="Arial"/>
              </a:rPr>
              <a:t>, Low and High Limit etc.</a:t>
            </a:r>
          </a:p>
          <a:p>
            <a:pPr algn="l">
              <a:spcBef>
                <a:spcPts val="800"/>
              </a:spcBef>
            </a:pPr>
            <a:endParaRPr lang="en-US" sz="1600" dirty="0">
              <a:solidFill>
                <a:schemeClr val="accent4"/>
              </a:solidFill>
            </a:endParaRPr>
          </a:p>
        </p:txBody>
      </p:sp>
      <p:pic>
        <p:nvPicPr>
          <p:cNvPr id="7" name="Picture 6">
            <a:extLst>
              <a:ext uri="{FF2B5EF4-FFF2-40B4-BE49-F238E27FC236}">
                <a16:creationId xmlns:a16="http://schemas.microsoft.com/office/drawing/2014/main" id="{ED9D510B-0A42-4D6D-AD68-7674BF58A61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93753" y="1428206"/>
            <a:ext cx="10804493" cy="4763588"/>
          </a:xfrm>
          <a:prstGeom prst="rect">
            <a:avLst/>
          </a:prstGeom>
        </p:spPr>
      </p:pic>
    </p:spTree>
    <p:extLst>
      <p:ext uri="{BB962C8B-B14F-4D97-AF65-F5344CB8AC3E}">
        <p14:creationId xmlns:p14="http://schemas.microsoft.com/office/powerpoint/2010/main" val="4991896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0F403-9883-415C-BCE4-84DDC2370434}"/>
              </a:ext>
            </a:extLst>
          </p:cNvPr>
          <p:cNvSpPr>
            <a:spLocks noGrp="1"/>
          </p:cNvSpPr>
          <p:nvPr>
            <p:ph type="title"/>
          </p:nvPr>
        </p:nvSpPr>
        <p:spPr>
          <a:xfrm>
            <a:off x="495300" y="304495"/>
            <a:ext cx="11201401" cy="584775"/>
          </a:xfrm>
        </p:spPr>
        <p:txBody>
          <a:bodyPr/>
          <a:lstStyle/>
          <a:p>
            <a:r>
              <a:rPr lang="en-US" sz="3200" dirty="0"/>
              <a:t>Attribute overview</a:t>
            </a:r>
          </a:p>
        </p:txBody>
      </p:sp>
      <p:sp>
        <p:nvSpPr>
          <p:cNvPr id="4" name="Slide Number Placeholder 3">
            <a:extLst>
              <a:ext uri="{FF2B5EF4-FFF2-40B4-BE49-F238E27FC236}">
                <a16:creationId xmlns:a16="http://schemas.microsoft.com/office/drawing/2014/main" id="{DD085794-877C-4964-9818-16584F7B7BB7}"/>
              </a:ext>
            </a:extLst>
          </p:cNvPr>
          <p:cNvSpPr>
            <a:spLocks noGrp="1"/>
          </p:cNvSpPr>
          <p:nvPr>
            <p:ph type="sldNum" sz="quarter" idx="12"/>
          </p:nvPr>
        </p:nvSpPr>
        <p:spPr/>
        <p:txBody>
          <a:bodyPr/>
          <a:lstStyle/>
          <a:p>
            <a:fld id="{7B94EC18-1D2B-4535-B738-0E53AFE26620}" type="slidenum">
              <a:rPr lang="en-US" smtClean="0"/>
              <a:t>55</a:t>
            </a:fld>
            <a:endParaRPr lang="en-US"/>
          </a:p>
        </p:txBody>
      </p:sp>
      <p:sp>
        <p:nvSpPr>
          <p:cNvPr id="6" name="TextBox 5">
            <a:extLst>
              <a:ext uri="{FF2B5EF4-FFF2-40B4-BE49-F238E27FC236}">
                <a16:creationId xmlns:a16="http://schemas.microsoft.com/office/drawing/2014/main" id="{213B539B-B6B7-4F47-AA90-7B0B28231DB5}"/>
              </a:ext>
            </a:extLst>
          </p:cNvPr>
          <p:cNvSpPr txBox="1"/>
          <p:nvPr/>
        </p:nvSpPr>
        <p:spPr>
          <a:xfrm>
            <a:off x="407625" y="925498"/>
            <a:ext cx="10377888" cy="815167"/>
          </a:xfrm>
          <a:prstGeom prst="rect">
            <a:avLst/>
          </a:prstGeom>
          <a:noFill/>
        </p:spPr>
        <p:txBody>
          <a:bodyPr wrap="square" lIns="0" tIns="0" rIns="0" bIns="0" rtlCol="0">
            <a:noAutofit/>
          </a:bodyPr>
          <a:lstStyle/>
          <a:p>
            <a:pPr marL="285750" indent="-285750" algn="l">
              <a:spcBef>
                <a:spcPts val="800"/>
              </a:spcBef>
              <a:buFont typeface="Arial" panose="020B0604020202020204" pitchFamily="34" charset="0"/>
              <a:buChar char="•"/>
            </a:pPr>
            <a:r>
              <a:rPr lang="en-US" sz="1600" spc="-5" dirty="0">
                <a:cs typeface="Arial"/>
              </a:rPr>
              <a:t>Trend Values: It reports the Asset Attribute data with date time stamp in Tabular Format </a:t>
            </a:r>
          </a:p>
          <a:p>
            <a:pPr algn="l">
              <a:spcBef>
                <a:spcPts val="800"/>
              </a:spcBef>
            </a:pPr>
            <a:endParaRPr lang="en-US" sz="1600" dirty="0">
              <a:solidFill>
                <a:schemeClr val="accent4"/>
              </a:solidFill>
            </a:endParaRPr>
          </a:p>
        </p:txBody>
      </p:sp>
      <p:pic>
        <p:nvPicPr>
          <p:cNvPr id="7" name="Picture 6">
            <a:extLst>
              <a:ext uri="{FF2B5EF4-FFF2-40B4-BE49-F238E27FC236}">
                <a16:creationId xmlns:a16="http://schemas.microsoft.com/office/drawing/2014/main" id="{F1DFD97D-187A-4BBA-96B7-BC37828EC70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19090" y="1445623"/>
            <a:ext cx="11202909" cy="4972594"/>
          </a:xfrm>
          <a:prstGeom prst="rect">
            <a:avLst/>
          </a:prstGeom>
        </p:spPr>
      </p:pic>
    </p:spTree>
    <p:extLst>
      <p:ext uri="{BB962C8B-B14F-4D97-AF65-F5344CB8AC3E}">
        <p14:creationId xmlns:p14="http://schemas.microsoft.com/office/powerpoint/2010/main" val="20999968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7A977A9-5550-446B-8DCE-A79B729315F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23861" y="1505062"/>
            <a:ext cx="11344275" cy="4842591"/>
          </a:xfrm>
          <a:prstGeom prst="rect">
            <a:avLst/>
          </a:prstGeom>
        </p:spPr>
      </p:pic>
      <p:sp>
        <p:nvSpPr>
          <p:cNvPr id="2" name="Title 1">
            <a:extLst>
              <a:ext uri="{FF2B5EF4-FFF2-40B4-BE49-F238E27FC236}">
                <a16:creationId xmlns:a16="http://schemas.microsoft.com/office/drawing/2014/main" id="{3D37F946-E8D9-443C-AC58-0FF5A734D566}"/>
              </a:ext>
            </a:extLst>
          </p:cNvPr>
          <p:cNvSpPr>
            <a:spLocks noGrp="1"/>
          </p:cNvSpPr>
          <p:nvPr>
            <p:ph type="title"/>
          </p:nvPr>
        </p:nvSpPr>
        <p:spPr>
          <a:xfrm>
            <a:off x="495297" y="185267"/>
            <a:ext cx="11201401" cy="492443"/>
          </a:xfrm>
        </p:spPr>
        <p:txBody>
          <a:bodyPr/>
          <a:lstStyle/>
          <a:p>
            <a:r>
              <a:rPr lang="en-US" sz="3200" dirty="0"/>
              <a:t>Event monitor</a:t>
            </a:r>
          </a:p>
        </p:txBody>
      </p:sp>
      <p:sp>
        <p:nvSpPr>
          <p:cNvPr id="4" name="Slide Number Placeholder 3">
            <a:extLst>
              <a:ext uri="{FF2B5EF4-FFF2-40B4-BE49-F238E27FC236}">
                <a16:creationId xmlns:a16="http://schemas.microsoft.com/office/drawing/2014/main" id="{82502374-7BCE-48F4-A7CF-D5C05E472F22}"/>
              </a:ext>
            </a:extLst>
          </p:cNvPr>
          <p:cNvSpPr>
            <a:spLocks noGrp="1"/>
          </p:cNvSpPr>
          <p:nvPr>
            <p:ph type="sldNum" sz="quarter" idx="12"/>
          </p:nvPr>
        </p:nvSpPr>
        <p:spPr/>
        <p:txBody>
          <a:bodyPr/>
          <a:lstStyle/>
          <a:p>
            <a:fld id="{7B94EC18-1D2B-4535-B738-0E53AFE26620}" type="slidenum">
              <a:rPr lang="en-US" smtClean="0"/>
              <a:t>56</a:t>
            </a:fld>
            <a:endParaRPr lang="en-US"/>
          </a:p>
        </p:txBody>
      </p:sp>
      <p:sp>
        <p:nvSpPr>
          <p:cNvPr id="6" name="TextBox 5">
            <a:extLst>
              <a:ext uri="{FF2B5EF4-FFF2-40B4-BE49-F238E27FC236}">
                <a16:creationId xmlns:a16="http://schemas.microsoft.com/office/drawing/2014/main" id="{67639B8B-C60D-4541-B0E2-2285769CF9CE}"/>
              </a:ext>
            </a:extLst>
          </p:cNvPr>
          <p:cNvSpPr txBox="1"/>
          <p:nvPr/>
        </p:nvSpPr>
        <p:spPr>
          <a:xfrm>
            <a:off x="407625" y="925498"/>
            <a:ext cx="10377888" cy="815167"/>
          </a:xfrm>
          <a:prstGeom prst="rect">
            <a:avLst/>
          </a:prstGeom>
          <a:noFill/>
        </p:spPr>
        <p:txBody>
          <a:bodyPr wrap="square" lIns="0" tIns="0" rIns="0" bIns="0" rtlCol="0">
            <a:noAutofit/>
          </a:bodyPr>
          <a:lstStyle/>
          <a:p>
            <a:pPr marL="285750" indent="-285750" algn="l">
              <a:spcBef>
                <a:spcPts val="800"/>
              </a:spcBef>
              <a:buFont typeface="Arial" panose="020B0604020202020204" pitchFamily="34" charset="0"/>
              <a:buChar char="•"/>
            </a:pPr>
            <a:r>
              <a:rPr lang="en-US" sz="1600" spc="-5" dirty="0">
                <a:cs typeface="Arial"/>
              </a:rPr>
              <a:t>Event Monitor Excel Report can be extracted from Asset Performance Manager Event Monitor Page</a:t>
            </a:r>
            <a:endParaRPr lang="en-US" sz="1600" dirty="0">
              <a:solidFill>
                <a:schemeClr val="accent4"/>
              </a:solidFill>
            </a:endParaRPr>
          </a:p>
        </p:txBody>
      </p:sp>
      <p:sp>
        <p:nvSpPr>
          <p:cNvPr id="8" name="Rectangle 7">
            <a:extLst>
              <a:ext uri="{FF2B5EF4-FFF2-40B4-BE49-F238E27FC236}">
                <a16:creationId xmlns:a16="http://schemas.microsoft.com/office/drawing/2014/main" id="{54F5276B-A605-4784-BA39-DE033FA6F922}"/>
              </a:ext>
            </a:extLst>
          </p:cNvPr>
          <p:cNvSpPr/>
          <p:nvPr/>
        </p:nvSpPr>
        <p:spPr>
          <a:xfrm>
            <a:off x="4053790" y="1932742"/>
            <a:ext cx="198304" cy="264949"/>
          </a:xfrm>
          <a:prstGeom prst="rect">
            <a:avLst/>
          </a:prstGeom>
          <a:noFill/>
          <a:ln w="28575">
            <a:solidFill>
              <a:srgbClr val="E327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graphicFrame>
        <p:nvGraphicFramePr>
          <p:cNvPr id="9" name="Object 8">
            <a:extLst>
              <a:ext uri="{FF2B5EF4-FFF2-40B4-BE49-F238E27FC236}">
                <a16:creationId xmlns:a16="http://schemas.microsoft.com/office/drawing/2014/main" id="{C78F02B9-2B8E-4E7C-87F1-4468F2BC7186}"/>
              </a:ext>
            </a:extLst>
          </p:cNvPr>
          <p:cNvGraphicFramePr>
            <a:graphicFrameLocks noChangeAspect="1"/>
          </p:cNvGraphicFramePr>
          <p:nvPr>
            <p:extLst>
              <p:ext uri="{D42A27DB-BD31-4B8C-83A1-F6EECF244321}">
                <p14:modId xmlns:p14="http://schemas.microsoft.com/office/powerpoint/2010/main" val="4173707936"/>
              </p:ext>
            </p:extLst>
          </p:nvPr>
        </p:nvGraphicFramePr>
        <p:xfrm>
          <a:off x="9426035" y="634664"/>
          <a:ext cx="914400" cy="771525"/>
        </p:xfrm>
        <a:graphic>
          <a:graphicData uri="http://schemas.openxmlformats.org/presentationml/2006/ole">
            <mc:AlternateContent xmlns:mc="http://schemas.openxmlformats.org/markup-compatibility/2006">
              <mc:Choice xmlns:v="urn:schemas-microsoft-com:vml" Requires="v">
                <p:oleObj name="Worksheet" showAsIcon="1" r:id="rId3" imgW="914400" imgH="771480" progId="Excel.Sheet.12">
                  <p:embed/>
                </p:oleObj>
              </mc:Choice>
              <mc:Fallback>
                <p:oleObj name="Worksheet" showAsIcon="1" r:id="rId3" imgW="914400" imgH="771480" progId="Excel.Sheet.12">
                  <p:embed/>
                  <p:pic>
                    <p:nvPicPr>
                      <p:cNvPr id="9" name="Object 8">
                        <a:extLst>
                          <a:ext uri="{FF2B5EF4-FFF2-40B4-BE49-F238E27FC236}">
                            <a16:creationId xmlns:a16="http://schemas.microsoft.com/office/drawing/2014/main" id="{C78F02B9-2B8E-4E7C-87F1-4468F2BC7186}"/>
                          </a:ext>
                        </a:extLst>
                      </p:cNvPr>
                      <p:cNvPicPr/>
                      <p:nvPr/>
                    </p:nvPicPr>
                    <p:blipFill>
                      <a:blip r:embed="rId4"/>
                      <a:stretch>
                        <a:fillRect/>
                      </a:stretch>
                    </p:blipFill>
                    <p:spPr>
                      <a:xfrm>
                        <a:off x="9426035" y="634664"/>
                        <a:ext cx="914400" cy="771525"/>
                      </a:xfrm>
                      <a:prstGeom prst="rect">
                        <a:avLst/>
                      </a:prstGeom>
                    </p:spPr>
                  </p:pic>
                </p:oleObj>
              </mc:Fallback>
            </mc:AlternateContent>
          </a:graphicData>
        </a:graphic>
      </p:graphicFrame>
      <p:sp>
        <p:nvSpPr>
          <p:cNvPr id="10" name="Rectangle 9">
            <a:extLst>
              <a:ext uri="{FF2B5EF4-FFF2-40B4-BE49-F238E27FC236}">
                <a16:creationId xmlns:a16="http://schemas.microsoft.com/office/drawing/2014/main" id="{F110CBA0-2453-4ADB-9AE2-0917187745AD}"/>
              </a:ext>
            </a:extLst>
          </p:cNvPr>
          <p:cNvSpPr/>
          <p:nvPr/>
        </p:nvSpPr>
        <p:spPr>
          <a:xfrm>
            <a:off x="654867" y="3429000"/>
            <a:ext cx="624079" cy="180000"/>
          </a:xfrm>
          <a:prstGeom prst="rect">
            <a:avLst/>
          </a:prstGeom>
          <a:noFill/>
          <a:ln w="28575">
            <a:solidFill>
              <a:srgbClr val="E327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Tree>
    <p:extLst>
      <p:ext uri="{BB962C8B-B14F-4D97-AF65-F5344CB8AC3E}">
        <p14:creationId xmlns:p14="http://schemas.microsoft.com/office/powerpoint/2010/main" val="40845801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A73C3-C037-4588-9025-20A8517ED3CE}"/>
              </a:ext>
            </a:extLst>
          </p:cNvPr>
          <p:cNvSpPr>
            <a:spLocks noGrp="1"/>
          </p:cNvSpPr>
          <p:nvPr>
            <p:ph type="title"/>
          </p:nvPr>
        </p:nvSpPr>
        <p:spPr>
          <a:xfrm>
            <a:off x="444500" y="118092"/>
            <a:ext cx="11201401" cy="492443"/>
          </a:xfrm>
        </p:spPr>
        <p:txBody>
          <a:bodyPr/>
          <a:lstStyle/>
          <a:p>
            <a:r>
              <a:rPr lang="en-US" sz="3200" dirty="0"/>
              <a:t>Event monitor</a:t>
            </a:r>
          </a:p>
        </p:txBody>
      </p:sp>
      <p:sp>
        <p:nvSpPr>
          <p:cNvPr id="4" name="Slide Number Placeholder 3">
            <a:extLst>
              <a:ext uri="{FF2B5EF4-FFF2-40B4-BE49-F238E27FC236}">
                <a16:creationId xmlns:a16="http://schemas.microsoft.com/office/drawing/2014/main" id="{9BEF94F4-A58F-4046-A355-9B4E711991D4}"/>
              </a:ext>
            </a:extLst>
          </p:cNvPr>
          <p:cNvSpPr>
            <a:spLocks noGrp="1"/>
          </p:cNvSpPr>
          <p:nvPr>
            <p:ph type="sldNum" sz="quarter" idx="12"/>
          </p:nvPr>
        </p:nvSpPr>
        <p:spPr/>
        <p:txBody>
          <a:bodyPr/>
          <a:lstStyle/>
          <a:p>
            <a:fld id="{7B94EC18-1D2B-4535-B738-0E53AFE26620}" type="slidenum">
              <a:rPr lang="en-US" smtClean="0"/>
              <a:t>57</a:t>
            </a:fld>
            <a:endParaRPr lang="en-US"/>
          </a:p>
        </p:txBody>
      </p:sp>
      <p:sp>
        <p:nvSpPr>
          <p:cNvPr id="6" name="TextBox 5">
            <a:extLst>
              <a:ext uri="{FF2B5EF4-FFF2-40B4-BE49-F238E27FC236}">
                <a16:creationId xmlns:a16="http://schemas.microsoft.com/office/drawing/2014/main" id="{36E95EBF-16C8-4057-B24F-ACA03D1694B9}"/>
              </a:ext>
            </a:extLst>
          </p:cNvPr>
          <p:cNvSpPr txBox="1"/>
          <p:nvPr/>
        </p:nvSpPr>
        <p:spPr>
          <a:xfrm>
            <a:off x="407625" y="925498"/>
            <a:ext cx="10377888" cy="815167"/>
          </a:xfrm>
          <a:prstGeom prst="rect">
            <a:avLst/>
          </a:prstGeom>
          <a:noFill/>
        </p:spPr>
        <p:txBody>
          <a:bodyPr wrap="square" lIns="0" tIns="0" rIns="0" bIns="0" rtlCol="0">
            <a:noAutofit/>
          </a:bodyPr>
          <a:lstStyle/>
          <a:p>
            <a:pPr marL="285750" indent="-285750" algn="l">
              <a:spcBef>
                <a:spcPts val="800"/>
              </a:spcBef>
              <a:buFont typeface="Arial" panose="020B0604020202020204" pitchFamily="34" charset="0"/>
              <a:buChar char="•"/>
            </a:pPr>
            <a:r>
              <a:rPr lang="en-US" sz="1600" spc="-5" dirty="0">
                <a:cs typeface="Arial"/>
              </a:rPr>
              <a:t>Event Monitor Excel Report: It shows the Asset wise Fault-Symptoms details wit its recommended actions.</a:t>
            </a:r>
            <a:endParaRPr lang="en-US" sz="1600" dirty="0">
              <a:solidFill>
                <a:schemeClr val="accent4"/>
              </a:solidFill>
            </a:endParaRPr>
          </a:p>
        </p:txBody>
      </p:sp>
      <p:pic>
        <p:nvPicPr>
          <p:cNvPr id="7" name="Picture 6">
            <a:extLst>
              <a:ext uri="{FF2B5EF4-FFF2-40B4-BE49-F238E27FC236}">
                <a16:creationId xmlns:a16="http://schemas.microsoft.com/office/drawing/2014/main" id="{2799C738-B347-49BB-A30C-A8C2706DB5D6}"/>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30000" y="1471749"/>
            <a:ext cx="11180211" cy="4754879"/>
          </a:xfrm>
          <a:prstGeom prst="rect">
            <a:avLst/>
          </a:prstGeom>
        </p:spPr>
      </p:pic>
    </p:spTree>
    <p:extLst>
      <p:ext uri="{BB962C8B-B14F-4D97-AF65-F5344CB8AC3E}">
        <p14:creationId xmlns:p14="http://schemas.microsoft.com/office/powerpoint/2010/main" val="30954540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6076E-43BD-4947-BD59-D3FF86EDC50E}"/>
              </a:ext>
            </a:extLst>
          </p:cNvPr>
          <p:cNvSpPr>
            <a:spLocks noGrp="1"/>
          </p:cNvSpPr>
          <p:nvPr>
            <p:ph type="title"/>
          </p:nvPr>
        </p:nvSpPr>
        <p:spPr>
          <a:xfrm>
            <a:off x="495299" y="146883"/>
            <a:ext cx="11201401" cy="492443"/>
          </a:xfrm>
        </p:spPr>
        <p:txBody>
          <a:bodyPr/>
          <a:lstStyle/>
          <a:p>
            <a:r>
              <a:rPr lang="en-US" sz="3200" dirty="0"/>
              <a:t>Event history</a:t>
            </a:r>
          </a:p>
        </p:txBody>
      </p:sp>
      <p:sp>
        <p:nvSpPr>
          <p:cNvPr id="4" name="Slide Number Placeholder 3">
            <a:extLst>
              <a:ext uri="{FF2B5EF4-FFF2-40B4-BE49-F238E27FC236}">
                <a16:creationId xmlns:a16="http://schemas.microsoft.com/office/drawing/2014/main" id="{05149263-435F-4C45-AD83-5AF49AE6F23B}"/>
              </a:ext>
            </a:extLst>
          </p:cNvPr>
          <p:cNvSpPr>
            <a:spLocks noGrp="1"/>
          </p:cNvSpPr>
          <p:nvPr>
            <p:ph type="sldNum" sz="quarter" idx="12"/>
          </p:nvPr>
        </p:nvSpPr>
        <p:spPr/>
        <p:txBody>
          <a:bodyPr/>
          <a:lstStyle/>
          <a:p>
            <a:fld id="{7B94EC18-1D2B-4535-B738-0E53AFE26620}" type="slidenum">
              <a:rPr lang="en-US" smtClean="0"/>
              <a:t>58</a:t>
            </a:fld>
            <a:endParaRPr lang="en-US"/>
          </a:p>
        </p:txBody>
      </p:sp>
      <p:sp>
        <p:nvSpPr>
          <p:cNvPr id="6" name="TextBox 5">
            <a:extLst>
              <a:ext uri="{FF2B5EF4-FFF2-40B4-BE49-F238E27FC236}">
                <a16:creationId xmlns:a16="http://schemas.microsoft.com/office/drawing/2014/main" id="{146771AD-5407-4073-A275-948CF1D3DF3F}"/>
              </a:ext>
            </a:extLst>
          </p:cNvPr>
          <p:cNvSpPr txBox="1"/>
          <p:nvPr/>
        </p:nvSpPr>
        <p:spPr>
          <a:xfrm>
            <a:off x="407625" y="925498"/>
            <a:ext cx="10147925" cy="815167"/>
          </a:xfrm>
          <a:prstGeom prst="rect">
            <a:avLst/>
          </a:prstGeom>
          <a:noFill/>
        </p:spPr>
        <p:txBody>
          <a:bodyPr wrap="square" lIns="0" tIns="0" rIns="0" bIns="0" rtlCol="0">
            <a:noAutofit/>
          </a:bodyPr>
          <a:lstStyle/>
          <a:p>
            <a:pPr marL="285750" indent="-285750" algn="l">
              <a:spcBef>
                <a:spcPts val="800"/>
              </a:spcBef>
              <a:buFont typeface="Arial" panose="020B0604020202020204" pitchFamily="34" charset="0"/>
              <a:buChar char="•"/>
            </a:pPr>
            <a:r>
              <a:rPr lang="en-US" sz="1600" spc="-5" dirty="0">
                <a:cs typeface="Arial"/>
              </a:rPr>
              <a:t>Event history Excel Report can be extracted from Asset </a:t>
            </a:r>
            <a:r>
              <a:rPr lang="en-US" sz="1600" spc="-5">
                <a:cs typeface="Arial"/>
              </a:rPr>
              <a:t>Performance Manager </a:t>
            </a:r>
            <a:r>
              <a:rPr lang="en-US" sz="1600" spc="-5" dirty="0">
                <a:cs typeface="Arial"/>
              </a:rPr>
              <a:t>Event Monitor Page for time period.</a:t>
            </a:r>
            <a:endParaRPr lang="en-US" sz="1600" dirty="0">
              <a:solidFill>
                <a:schemeClr val="accent4"/>
              </a:solidFill>
            </a:endParaRPr>
          </a:p>
        </p:txBody>
      </p:sp>
      <p:graphicFrame>
        <p:nvGraphicFramePr>
          <p:cNvPr id="8" name="Object 7">
            <a:extLst>
              <a:ext uri="{FF2B5EF4-FFF2-40B4-BE49-F238E27FC236}">
                <a16:creationId xmlns:a16="http://schemas.microsoft.com/office/drawing/2014/main" id="{87511C31-8403-45EB-A64C-997C412C9771}"/>
              </a:ext>
            </a:extLst>
          </p:cNvPr>
          <p:cNvGraphicFramePr>
            <a:graphicFrameLocks noChangeAspect="1"/>
          </p:cNvGraphicFramePr>
          <p:nvPr>
            <p:extLst>
              <p:ext uri="{D42A27DB-BD31-4B8C-83A1-F6EECF244321}">
                <p14:modId xmlns:p14="http://schemas.microsoft.com/office/powerpoint/2010/main" val="2293956404"/>
              </p:ext>
            </p:extLst>
          </p:nvPr>
        </p:nvGraphicFramePr>
        <p:xfrm>
          <a:off x="10037180" y="838185"/>
          <a:ext cx="914400" cy="771525"/>
        </p:xfrm>
        <a:graphic>
          <a:graphicData uri="http://schemas.openxmlformats.org/presentationml/2006/ole">
            <mc:AlternateContent xmlns:mc="http://schemas.openxmlformats.org/markup-compatibility/2006">
              <mc:Choice xmlns:v="urn:schemas-microsoft-com:vml" Requires="v">
                <p:oleObj name="Worksheet" showAsIcon="1" r:id="rId2" imgW="914400" imgH="771480" progId="Excel.Sheet.12">
                  <p:embed/>
                </p:oleObj>
              </mc:Choice>
              <mc:Fallback>
                <p:oleObj name="Worksheet" showAsIcon="1" r:id="rId2" imgW="914400" imgH="771480" progId="Excel.Sheet.12">
                  <p:embed/>
                  <p:pic>
                    <p:nvPicPr>
                      <p:cNvPr id="8" name="Object 7">
                        <a:extLst>
                          <a:ext uri="{FF2B5EF4-FFF2-40B4-BE49-F238E27FC236}">
                            <a16:creationId xmlns:a16="http://schemas.microsoft.com/office/drawing/2014/main" id="{87511C31-8403-45EB-A64C-997C412C9771}"/>
                          </a:ext>
                        </a:extLst>
                      </p:cNvPr>
                      <p:cNvPicPr/>
                      <p:nvPr/>
                    </p:nvPicPr>
                    <p:blipFill>
                      <a:blip r:embed="rId3"/>
                      <a:stretch>
                        <a:fillRect/>
                      </a:stretch>
                    </p:blipFill>
                    <p:spPr>
                      <a:xfrm>
                        <a:off x="10037180" y="838185"/>
                        <a:ext cx="914400" cy="771525"/>
                      </a:xfrm>
                      <a:prstGeom prst="rect">
                        <a:avLst/>
                      </a:prstGeom>
                    </p:spPr>
                  </p:pic>
                </p:oleObj>
              </mc:Fallback>
            </mc:AlternateContent>
          </a:graphicData>
        </a:graphic>
      </p:graphicFrame>
      <p:pic>
        <p:nvPicPr>
          <p:cNvPr id="5" name="Picture 4">
            <a:extLst>
              <a:ext uri="{FF2B5EF4-FFF2-40B4-BE49-F238E27FC236}">
                <a16:creationId xmlns:a16="http://schemas.microsoft.com/office/drawing/2014/main" id="{1BD4FCE5-A6E8-4309-897B-FA5ED06995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65703" y="1467155"/>
            <a:ext cx="11026394" cy="5086350"/>
          </a:xfrm>
          <a:prstGeom prst="rect">
            <a:avLst/>
          </a:prstGeom>
        </p:spPr>
      </p:pic>
      <p:sp>
        <p:nvSpPr>
          <p:cNvPr id="3" name="TextBox 2">
            <a:extLst>
              <a:ext uri="{FF2B5EF4-FFF2-40B4-BE49-F238E27FC236}">
                <a16:creationId xmlns:a16="http://schemas.microsoft.com/office/drawing/2014/main" id="{8713CF82-B3A7-7A18-DE5F-7953F7D67785}"/>
              </a:ext>
            </a:extLst>
          </p:cNvPr>
          <p:cNvSpPr txBox="1"/>
          <p:nvPr/>
        </p:nvSpPr>
        <p:spPr>
          <a:xfrm>
            <a:off x="4362995" y="1916850"/>
            <a:ext cx="148046" cy="173207"/>
          </a:xfrm>
          <a:prstGeom prst="rect">
            <a:avLst/>
          </a:prstGeom>
          <a:noFill/>
          <a:ln w="19050">
            <a:solidFill>
              <a:schemeClr val="tx2"/>
            </a:solidFill>
          </a:ln>
        </p:spPr>
        <p:txBody>
          <a:bodyPr wrap="square" rtlCol="0">
            <a:spAutoFit/>
          </a:bodyPr>
          <a:lstStyle/>
          <a:p>
            <a:endParaRPr lang="en-US" b="1" dirty="0">
              <a:solidFill>
                <a:schemeClr val="tx2"/>
              </a:solidFill>
            </a:endParaRPr>
          </a:p>
        </p:txBody>
      </p:sp>
      <p:sp>
        <p:nvSpPr>
          <p:cNvPr id="7" name="TextBox 6">
            <a:extLst>
              <a:ext uri="{FF2B5EF4-FFF2-40B4-BE49-F238E27FC236}">
                <a16:creationId xmlns:a16="http://schemas.microsoft.com/office/drawing/2014/main" id="{AAB79E49-77CA-1AA1-4391-B2C027A26798}"/>
              </a:ext>
            </a:extLst>
          </p:cNvPr>
          <p:cNvSpPr txBox="1"/>
          <p:nvPr/>
        </p:nvSpPr>
        <p:spPr>
          <a:xfrm>
            <a:off x="836023" y="3631474"/>
            <a:ext cx="452846" cy="130629"/>
          </a:xfrm>
          <a:prstGeom prst="rect">
            <a:avLst/>
          </a:prstGeom>
          <a:noFill/>
          <a:ln w="19050">
            <a:solidFill>
              <a:schemeClr val="tx2"/>
            </a:solidFill>
          </a:ln>
        </p:spPr>
        <p:txBody>
          <a:bodyPr wrap="square" rtlCol="0">
            <a:spAutoFit/>
          </a:bodyPr>
          <a:lstStyle/>
          <a:p>
            <a:endParaRPr lang="en-US" b="1" dirty="0">
              <a:solidFill>
                <a:schemeClr val="tx2"/>
              </a:solidFill>
            </a:endParaRPr>
          </a:p>
        </p:txBody>
      </p:sp>
      <p:sp>
        <p:nvSpPr>
          <p:cNvPr id="9" name="TextBox 8">
            <a:extLst>
              <a:ext uri="{FF2B5EF4-FFF2-40B4-BE49-F238E27FC236}">
                <a16:creationId xmlns:a16="http://schemas.microsoft.com/office/drawing/2014/main" id="{DD0BAE5A-5686-D9FE-CA41-754F2C91E875}"/>
              </a:ext>
            </a:extLst>
          </p:cNvPr>
          <p:cNvSpPr txBox="1"/>
          <p:nvPr/>
        </p:nvSpPr>
        <p:spPr>
          <a:xfrm>
            <a:off x="5255163" y="1916850"/>
            <a:ext cx="2356127" cy="173207"/>
          </a:xfrm>
          <a:prstGeom prst="rect">
            <a:avLst/>
          </a:prstGeom>
          <a:noFill/>
          <a:ln w="19050">
            <a:solidFill>
              <a:schemeClr val="tx2"/>
            </a:solidFill>
          </a:ln>
        </p:spPr>
        <p:txBody>
          <a:bodyPr wrap="square" rtlCol="0">
            <a:spAutoFit/>
          </a:bodyPr>
          <a:lstStyle/>
          <a:p>
            <a:endParaRPr lang="en-US" b="1" dirty="0">
              <a:solidFill>
                <a:schemeClr val="tx2"/>
              </a:solidFill>
            </a:endParaRPr>
          </a:p>
        </p:txBody>
      </p:sp>
    </p:spTree>
    <p:extLst>
      <p:ext uri="{BB962C8B-B14F-4D97-AF65-F5344CB8AC3E}">
        <p14:creationId xmlns:p14="http://schemas.microsoft.com/office/powerpoint/2010/main" val="14154610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A2EB4-1173-48FD-B346-D5845C77D61D}"/>
              </a:ext>
            </a:extLst>
          </p:cNvPr>
          <p:cNvSpPr>
            <a:spLocks noGrp="1"/>
          </p:cNvSpPr>
          <p:nvPr>
            <p:ph type="title"/>
          </p:nvPr>
        </p:nvSpPr>
        <p:spPr>
          <a:xfrm>
            <a:off x="495299" y="364655"/>
            <a:ext cx="11201401" cy="492443"/>
          </a:xfrm>
        </p:spPr>
        <p:txBody>
          <a:bodyPr/>
          <a:lstStyle/>
          <a:p>
            <a:r>
              <a:rPr lang="en-US" sz="3200" dirty="0"/>
              <a:t>Event history</a:t>
            </a:r>
          </a:p>
        </p:txBody>
      </p:sp>
      <p:sp>
        <p:nvSpPr>
          <p:cNvPr id="4" name="Slide Number Placeholder 3">
            <a:extLst>
              <a:ext uri="{FF2B5EF4-FFF2-40B4-BE49-F238E27FC236}">
                <a16:creationId xmlns:a16="http://schemas.microsoft.com/office/drawing/2014/main" id="{3A90089B-2256-4424-BEAC-E5F989FBFD26}"/>
              </a:ext>
            </a:extLst>
          </p:cNvPr>
          <p:cNvSpPr>
            <a:spLocks noGrp="1"/>
          </p:cNvSpPr>
          <p:nvPr>
            <p:ph type="sldNum" sz="quarter" idx="12"/>
          </p:nvPr>
        </p:nvSpPr>
        <p:spPr/>
        <p:txBody>
          <a:bodyPr/>
          <a:lstStyle/>
          <a:p>
            <a:fld id="{7B94EC18-1D2B-4535-B738-0E53AFE26620}" type="slidenum">
              <a:rPr lang="en-US" smtClean="0"/>
              <a:t>59</a:t>
            </a:fld>
            <a:endParaRPr lang="en-US"/>
          </a:p>
        </p:txBody>
      </p:sp>
      <p:sp>
        <p:nvSpPr>
          <p:cNvPr id="6" name="TextBox 5">
            <a:extLst>
              <a:ext uri="{FF2B5EF4-FFF2-40B4-BE49-F238E27FC236}">
                <a16:creationId xmlns:a16="http://schemas.microsoft.com/office/drawing/2014/main" id="{929F7B9F-4742-41D2-A362-41D8C5B6971A}"/>
              </a:ext>
            </a:extLst>
          </p:cNvPr>
          <p:cNvSpPr txBox="1"/>
          <p:nvPr/>
        </p:nvSpPr>
        <p:spPr>
          <a:xfrm>
            <a:off x="407625" y="925498"/>
            <a:ext cx="10377888" cy="815167"/>
          </a:xfrm>
          <a:prstGeom prst="rect">
            <a:avLst/>
          </a:prstGeom>
          <a:noFill/>
        </p:spPr>
        <p:txBody>
          <a:bodyPr wrap="square" lIns="0" tIns="0" rIns="0" bIns="0" rtlCol="0">
            <a:noAutofit/>
          </a:bodyPr>
          <a:lstStyle/>
          <a:p>
            <a:pPr marL="285750" indent="-285750" algn="l">
              <a:spcBef>
                <a:spcPts val="800"/>
              </a:spcBef>
              <a:buFont typeface="Arial" panose="020B0604020202020204" pitchFamily="34" charset="0"/>
              <a:buChar char="•"/>
            </a:pPr>
            <a:r>
              <a:rPr lang="en-US" sz="1600" spc="-5" dirty="0">
                <a:cs typeface="Arial"/>
              </a:rPr>
              <a:t>Event History Excel Report: It shows the Asset wise Fault-Symptoms details wit its recommended actions.</a:t>
            </a:r>
          </a:p>
        </p:txBody>
      </p:sp>
      <p:pic>
        <p:nvPicPr>
          <p:cNvPr id="7" name="Picture 6">
            <a:extLst>
              <a:ext uri="{FF2B5EF4-FFF2-40B4-BE49-F238E27FC236}">
                <a16:creationId xmlns:a16="http://schemas.microsoft.com/office/drawing/2014/main" id="{BF677D16-2A3B-47BA-8BF0-A12B433EE4A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9121" y="1445623"/>
            <a:ext cx="11105254" cy="4955177"/>
          </a:xfrm>
          <a:prstGeom prst="rect">
            <a:avLst/>
          </a:prstGeom>
        </p:spPr>
      </p:pic>
    </p:spTree>
    <p:extLst>
      <p:ext uri="{BB962C8B-B14F-4D97-AF65-F5344CB8AC3E}">
        <p14:creationId xmlns:p14="http://schemas.microsoft.com/office/powerpoint/2010/main" val="22174162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BEBCD-AB1C-4A74-818B-81930952BA38}"/>
              </a:ext>
            </a:extLst>
          </p:cNvPr>
          <p:cNvSpPr>
            <a:spLocks noGrp="1"/>
          </p:cNvSpPr>
          <p:nvPr>
            <p:ph type="title"/>
          </p:nvPr>
        </p:nvSpPr>
        <p:spPr>
          <a:xfrm>
            <a:off x="495299" y="2114779"/>
            <a:ext cx="11201401" cy="3671583"/>
          </a:xfrm>
        </p:spPr>
        <p:txBody>
          <a:bodyPr/>
          <a:lstStyle/>
          <a:p>
            <a:pPr algn="ctr">
              <a:lnSpc>
                <a:spcPct val="150000"/>
              </a:lnSpc>
            </a:pPr>
            <a:r>
              <a:rPr lang="en-US" sz="4000" b="1" dirty="0"/>
              <a:t>Module 5</a:t>
            </a:r>
            <a:br>
              <a:rPr lang="en-US" sz="4000" b="1" dirty="0"/>
            </a:br>
            <a:r>
              <a:rPr lang="en-US" sz="4000" b="1" dirty="0"/>
              <a:t>APM - Type of Users &amp; Roles</a:t>
            </a:r>
            <a:br>
              <a:rPr lang="en-US" sz="4000" b="1" dirty="0"/>
            </a:br>
            <a:br>
              <a:rPr lang="en-US" b="1" dirty="0"/>
            </a:br>
            <a:endParaRPr lang="en-US" dirty="0"/>
          </a:p>
        </p:txBody>
      </p:sp>
      <p:sp>
        <p:nvSpPr>
          <p:cNvPr id="4" name="Slide Number Placeholder 3">
            <a:extLst>
              <a:ext uri="{FF2B5EF4-FFF2-40B4-BE49-F238E27FC236}">
                <a16:creationId xmlns:a16="http://schemas.microsoft.com/office/drawing/2014/main" id="{75A460D8-5693-420B-AE61-C7D5B7AA3C80}"/>
              </a:ext>
            </a:extLst>
          </p:cNvPr>
          <p:cNvSpPr>
            <a:spLocks noGrp="1"/>
          </p:cNvSpPr>
          <p:nvPr>
            <p:ph type="sldNum" sz="quarter" idx="12"/>
          </p:nvPr>
        </p:nvSpPr>
        <p:spPr/>
        <p:txBody>
          <a:bodyPr/>
          <a:lstStyle/>
          <a:p>
            <a:fld id="{7B94EC18-1D2B-4535-B738-0E53AFE26620}" type="slidenum">
              <a:rPr lang="en-US" smtClean="0"/>
              <a:t>60</a:t>
            </a:fld>
            <a:endParaRPr lang="en-US"/>
          </a:p>
        </p:txBody>
      </p:sp>
    </p:spTree>
    <p:extLst>
      <p:ext uri="{BB962C8B-B14F-4D97-AF65-F5344CB8AC3E}">
        <p14:creationId xmlns:p14="http://schemas.microsoft.com/office/powerpoint/2010/main" val="25074769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329D6-F79C-400A-9A64-978A96C50802}"/>
              </a:ext>
            </a:extLst>
          </p:cNvPr>
          <p:cNvSpPr>
            <a:spLocks noGrp="1"/>
          </p:cNvSpPr>
          <p:nvPr>
            <p:ph type="title"/>
          </p:nvPr>
        </p:nvSpPr>
        <p:spPr>
          <a:xfrm>
            <a:off x="495299" y="495299"/>
            <a:ext cx="11201401" cy="984885"/>
          </a:xfrm>
        </p:spPr>
        <p:txBody>
          <a:bodyPr/>
          <a:lstStyle/>
          <a:p>
            <a:r>
              <a:rPr lang="en-US" sz="3200" dirty="0"/>
              <a:t>User access control</a:t>
            </a:r>
            <a:br>
              <a:rPr lang="en-US" sz="3200" dirty="0"/>
            </a:br>
            <a:endParaRPr lang="en-US" sz="3200" dirty="0"/>
          </a:p>
        </p:txBody>
      </p:sp>
      <p:sp>
        <p:nvSpPr>
          <p:cNvPr id="4" name="Slide Number Placeholder 3">
            <a:extLst>
              <a:ext uri="{FF2B5EF4-FFF2-40B4-BE49-F238E27FC236}">
                <a16:creationId xmlns:a16="http://schemas.microsoft.com/office/drawing/2014/main" id="{5678076E-EC5E-4310-8233-B71C0DCCBC5E}"/>
              </a:ext>
            </a:extLst>
          </p:cNvPr>
          <p:cNvSpPr>
            <a:spLocks noGrp="1"/>
          </p:cNvSpPr>
          <p:nvPr>
            <p:ph type="sldNum" sz="quarter" idx="12"/>
          </p:nvPr>
        </p:nvSpPr>
        <p:spPr/>
        <p:txBody>
          <a:bodyPr/>
          <a:lstStyle/>
          <a:p>
            <a:fld id="{7B94EC18-1D2B-4535-B738-0E53AFE26620}" type="slidenum">
              <a:rPr lang="en-US" smtClean="0"/>
              <a:t>61</a:t>
            </a:fld>
            <a:endParaRPr lang="en-US"/>
          </a:p>
        </p:txBody>
      </p:sp>
      <p:sp>
        <p:nvSpPr>
          <p:cNvPr id="6" name="TextBox 5">
            <a:extLst>
              <a:ext uri="{FF2B5EF4-FFF2-40B4-BE49-F238E27FC236}">
                <a16:creationId xmlns:a16="http://schemas.microsoft.com/office/drawing/2014/main" id="{CC347D1B-12F8-4911-8BBD-0DBCBAB41D6B}"/>
              </a:ext>
            </a:extLst>
          </p:cNvPr>
          <p:cNvSpPr txBox="1"/>
          <p:nvPr/>
        </p:nvSpPr>
        <p:spPr>
          <a:xfrm>
            <a:off x="480897" y="1252557"/>
            <a:ext cx="10334171" cy="3761018"/>
          </a:xfrm>
          <a:prstGeom prst="rect">
            <a:avLst/>
          </a:prstGeom>
          <a:noFill/>
        </p:spPr>
        <p:txBody>
          <a:bodyPr wrap="square" lIns="0" tIns="0" rIns="0" bIns="0" rtlCol="0">
            <a:noAutofit/>
          </a:bodyPr>
          <a:lstStyle/>
          <a:p>
            <a:pPr marL="285750" indent="-285750">
              <a:buFont typeface="Arial" panose="020B0604020202020204" pitchFamily="34" charset="0"/>
              <a:buChar char="•"/>
            </a:pPr>
            <a:r>
              <a:rPr lang="en-GB" sz="1600" dirty="0"/>
              <a:t>APM  application will provide access to HQ staff as per below roles.</a:t>
            </a:r>
          </a:p>
          <a:p>
            <a:pPr marL="285750" indent="-285750">
              <a:buFont typeface="Arial" panose="020B0604020202020204" pitchFamily="34" charset="0"/>
              <a:buChar char="•"/>
            </a:pPr>
            <a:endParaRPr lang="en-GB" sz="1600" dirty="0"/>
          </a:p>
          <a:p>
            <a:r>
              <a:rPr lang="en-GB" sz="1600" dirty="0"/>
              <a:t>1) Administrator – Access to all dashboards, application &amp; maintenance.</a:t>
            </a:r>
          </a:p>
          <a:p>
            <a:r>
              <a:rPr lang="en-GB" sz="1600" dirty="0"/>
              <a:t>2) Operations – View only Access will be given fleet wise.</a:t>
            </a:r>
          </a:p>
          <a:p>
            <a:r>
              <a:rPr lang="en-GB" sz="1600" dirty="0"/>
              <a:t>3) Engineer – Application Configuration</a:t>
            </a:r>
          </a:p>
          <a:p>
            <a:pPr marL="285750" indent="-285750">
              <a:buFont typeface="Arial" panose="020B0604020202020204" pitchFamily="34" charset="0"/>
              <a:buChar char="•"/>
            </a:pPr>
            <a:endParaRPr lang="en-GB" sz="1600" dirty="0"/>
          </a:p>
          <a:p>
            <a:r>
              <a:rPr lang="en-GB" sz="1600" b="1" dirty="0"/>
              <a:t>Role:  </a:t>
            </a:r>
            <a:r>
              <a:rPr lang="en-GB" sz="1600" dirty="0"/>
              <a:t>A role defines a set of tasks that a user can perform and the data that a user can access. After a role is created, it is associated with a scope (set of equipment). When users are assigned, they automatically obtain the right to perform the tasks and gain access to the data. </a:t>
            </a:r>
          </a:p>
          <a:p>
            <a:r>
              <a:rPr lang="en-GB" sz="1600" dirty="0"/>
              <a:t>Application default roles - Engineer, Operator, System Administrator, and View Only.</a:t>
            </a:r>
          </a:p>
          <a:p>
            <a:pPr marL="285750" indent="-285750">
              <a:buFont typeface="Arial" panose="020B0604020202020204" pitchFamily="34" charset="0"/>
              <a:buChar char="•"/>
            </a:pPr>
            <a:endParaRPr lang="en-GB" sz="1600" dirty="0"/>
          </a:p>
          <a:p>
            <a:r>
              <a:rPr lang="en-GB" sz="1600" dirty="0"/>
              <a:t> </a:t>
            </a:r>
            <a:endParaRPr lang="en-US" sz="1600" dirty="0"/>
          </a:p>
        </p:txBody>
      </p:sp>
      <p:graphicFrame>
        <p:nvGraphicFramePr>
          <p:cNvPr id="7" name="Table 6">
            <a:extLst>
              <a:ext uri="{FF2B5EF4-FFF2-40B4-BE49-F238E27FC236}">
                <a16:creationId xmlns:a16="http://schemas.microsoft.com/office/drawing/2014/main" id="{943ECA4C-B0A5-4A17-A53B-CA65FD6288EA}"/>
              </a:ext>
            </a:extLst>
          </p:cNvPr>
          <p:cNvGraphicFramePr>
            <a:graphicFrameLocks noGrp="1"/>
          </p:cNvGraphicFramePr>
          <p:nvPr/>
        </p:nvGraphicFramePr>
        <p:xfrm>
          <a:off x="549153" y="4884538"/>
          <a:ext cx="9240557" cy="1448023"/>
        </p:xfrm>
        <a:graphic>
          <a:graphicData uri="http://schemas.openxmlformats.org/drawingml/2006/table">
            <a:tbl>
              <a:tblPr firstRow="1" bandRow="1">
                <a:tableStyleId>{5C22544A-7EE6-4342-B048-85BDC9FD1C3A}</a:tableStyleId>
              </a:tblPr>
              <a:tblGrid>
                <a:gridCol w="1144140">
                  <a:extLst>
                    <a:ext uri="{9D8B030D-6E8A-4147-A177-3AD203B41FA5}">
                      <a16:colId xmlns:a16="http://schemas.microsoft.com/office/drawing/2014/main" val="4073766713"/>
                    </a:ext>
                  </a:extLst>
                </a:gridCol>
                <a:gridCol w="2258324">
                  <a:extLst>
                    <a:ext uri="{9D8B030D-6E8A-4147-A177-3AD203B41FA5}">
                      <a16:colId xmlns:a16="http://schemas.microsoft.com/office/drawing/2014/main" val="3952824367"/>
                    </a:ext>
                  </a:extLst>
                </a:gridCol>
                <a:gridCol w="5838093">
                  <a:extLst>
                    <a:ext uri="{9D8B030D-6E8A-4147-A177-3AD203B41FA5}">
                      <a16:colId xmlns:a16="http://schemas.microsoft.com/office/drawing/2014/main" val="3250007973"/>
                    </a:ext>
                  </a:extLst>
                </a:gridCol>
              </a:tblGrid>
              <a:tr h="306926">
                <a:tc>
                  <a:txBody>
                    <a:bodyPr/>
                    <a:lstStyle/>
                    <a:p>
                      <a:pPr algn="ctr"/>
                      <a:r>
                        <a:rPr lang="en-US"/>
                        <a:t>Sr. No.</a:t>
                      </a:r>
                    </a:p>
                  </a:txBody>
                  <a:tcPr/>
                </a:tc>
                <a:tc>
                  <a:txBody>
                    <a:bodyPr/>
                    <a:lstStyle/>
                    <a:p>
                      <a:pPr algn="ctr"/>
                      <a:r>
                        <a:rPr lang="en-US"/>
                        <a:t>User</a:t>
                      </a:r>
                    </a:p>
                  </a:txBody>
                  <a:tcPr/>
                </a:tc>
                <a:tc>
                  <a:txBody>
                    <a:bodyPr/>
                    <a:lstStyle/>
                    <a:p>
                      <a:pPr algn="ctr"/>
                      <a:r>
                        <a:rPr lang="en-US"/>
                        <a:t>Description</a:t>
                      </a:r>
                    </a:p>
                  </a:txBody>
                  <a:tcPr/>
                </a:tc>
                <a:extLst>
                  <a:ext uri="{0D108BD9-81ED-4DB2-BD59-A6C34878D82A}">
                    <a16:rowId xmlns:a16="http://schemas.microsoft.com/office/drawing/2014/main" val="3336835853"/>
                  </a:ext>
                </a:extLst>
              </a:tr>
              <a:tr h="453613">
                <a:tc>
                  <a:txBody>
                    <a:bodyPr/>
                    <a:lstStyle/>
                    <a:p>
                      <a:pPr algn="ctr" fontAlgn="b"/>
                      <a:r>
                        <a:rPr lang="en-US" sz="2000" b="0" i="0" u="none" strike="noStrike">
                          <a:solidFill>
                            <a:srgbClr val="000000"/>
                          </a:solidFill>
                          <a:effectLst/>
                          <a:latin typeface="Calibri" panose="020F0502020204030204" pitchFamily="34" charset="0"/>
                        </a:rPr>
                        <a:t>1</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Operation User </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Monitoring- Operations.</a:t>
                      </a:r>
                    </a:p>
                  </a:txBody>
                  <a:tcPr marL="9525" marR="9525" marT="9525" marB="0" anchor="b"/>
                </a:tc>
                <a:extLst>
                  <a:ext uri="{0D108BD9-81ED-4DB2-BD59-A6C34878D82A}">
                    <a16:rowId xmlns:a16="http://schemas.microsoft.com/office/drawing/2014/main" val="13220661"/>
                  </a:ext>
                </a:extLst>
              </a:tr>
              <a:tr h="271703">
                <a:tc>
                  <a:txBody>
                    <a:bodyPr/>
                    <a:lstStyle/>
                    <a:p>
                      <a:pPr algn="ctr" fontAlgn="b"/>
                      <a:r>
                        <a:rPr lang="en-US" sz="2000" b="0" i="0" u="none" strike="noStrike">
                          <a:solidFill>
                            <a:srgbClr val="000000"/>
                          </a:solidFill>
                          <a:effectLst/>
                          <a:latin typeface="Calibri" panose="020F0502020204030204" pitchFamily="34" charset="0"/>
                        </a:rPr>
                        <a:t>2</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Engineer</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Engineering &amp; Tech Peoples</a:t>
                      </a:r>
                    </a:p>
                  </a:txBody>
                  <a:tcPr marL="9525" marR="9525" marT="9525" marB="0" anchor="b"/>
                </a:tc>
                <a:extLst>
                  <a:ext uri="{0D108BD9-81ED-4DB2-BD59-A6C34878D82A}">
                    <a16:rowId xmlns:a16="http://schemas.microsoft.com/office/drawing/2014/main" val="1432696997"/>
                  </a:ext>
                </a:extLst>
              </a:tr>
              <a:tr h="271703">
                <a:tc>
                  <a:txBody>
                    <a:bodyPr/>
                    <a:lstStyle/>
                    <a:p>
                      <a:pPr algn="ctr" fontAlgn="b"/>
                      <a:r>
                        <a:rPr lang="en-US" sz="2000" b="0" i="0" u="none" strike="noStrike">
                          <a:solidFill>
                            <a:srgbClr val="000000"/>
                          </a:solidFill>
                          <a:effectLst/>
                          <a:latin typeface="Calibri" panose="020F0502020204030204" pitchFamily="34" charset="0"/>
                        </a:rPr>
                        <a:t>3</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Administration</a:t>
                      </a:r>
                    </a:p>
                  </a:txBody>
                  <a:tcPr marL="9525" marR="9525" marT="9525" marB="0" anchor="b"/>
                </a:tc>
                <a:tc>
                  <a:txBody>
                    <a:bodyPr/>
                    <a:lstStyle/>
                    <a:p>
                      <a:pPr algn="ctr" fontAlgn="b"/>
                      <a:r>
                        <a:rPr lang="en-US" sz="2000" b="0" i="0" u="none" strike="noStrike">
                          <a:solidFill>
                            <a:srgbClr val="000000"/>
                          </a:solidFill>
                          <a:effectLst/>
                          <a:latin typeface="Calibri" panose="020F0502020204030204" pitchFamily="34" charset="0"/>
                        </a:rPr>
                        <a:t>IT, I&amp;C and Automation Engineers</a:t>
                      </a:r>
                    </a:p>
                  </a:txBody>
                  <a:tcPr marL="9525" marR="9525" marT="9525" marB="0" anchor="b"/>
                </a:tc>
                <a:extLst>
                  <a:ext uri="{0D108BD9-81ED-4DB2-BD59-A6C34878D82A}">
                    <a16:rowId xmlns:a16="http://schemas.microsoft.com/office/drawing/2014/main" val="3143353117"/>
                  </a:ext>
                </a:extLst>
              </a:tr>
            </a:tbl>
          </a:graphicData>
        </a:graphic>
      </p:graphicFrame>
    </p:spTree>
    <p:extLst>
      <p:ext uri="{BB962C8B-B14F-4D97-AF65-F5344CB8AC3E}">
        <p14:creationId xmlns:p14="http://schemas.microsoft.com/office/powerpoint/2010/main" val="39973779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14171-29AD-4F2C-92CD-F257723C7839}"/>
              </a:ext>
            </a:extLst>
          </p:cNvPr>
          <p:cNvSpPr>
            <a:spLocks noGrp="1"/>
          </p:cNvSpPr>
          <p:nvPr>
            <p:ph type="title"/>
          </p:nvPr>
        </p:nvSpPr>
        <p:spPr>
          <a:xfrm>
            <a:off x="495299" y="495299"/>
            <a:ext cx="11201401" cy="984885"/>
          </a:xfrm>
        </p:spPr>
        <p:txBody>
          <a:bodyPr/>
          <a:lstStyle/>
          <a:p>
            <a:r>
              <a:rPr lang="en-US" sz="3200" b="1" dirty="0"/>
              <a:t>Reference Documents</a:t>
            </a:r>
            <a:br>
              <a:rPr lang="en-US" sz="3200" b="1" dirty="0"/>
            </a:br>
            <a:endParaRPr lang="en-US" sz="3200" dirty="0"/>
          </a:p>
        </p:txBody>
      </p:sp>
      <p:sp>
        <p:nvSpPr>
          <p:cNvPr id="4" name="Slide Number Placeholder 3">
            <a:extLst>
              <a:ext uri="{FF2B5EF4-FFF2-40B4-BE49-F238E27FC236}">
                <a16:creationId xmlns:a16="http://schemas.microsoft.com/office/drawing/2014/main" id="{081D77DC-A915-4279-ADCA-F1B71C9FBD2E}"/>
              </a:ext>
            </a:extLst>
          </p:cNvPr>
          <p:cNvSpPr>
            <a:spLocks noGrp="1"/>
          </p:cNvSpPr>
          <p:nvPr>
            <p:ph type="sldNum" sz="quarter" idx="12"/>
          </p:nvPr>
        </p:nvSpPr>
        <p:spPr/>
        <p:txBody>
          <a:bodyPr/>
          <a:lstStyle/>
          <a:p>
            <a:fld id="{7B94EC18-1D2B-4535-B738-0E53AFE26620}" type="slidenum">
              <a:rPr lang="en-US" smtClean="0"/>
              <a:t>62</a:t>
            </a:fld>
            <a:endParaRPr lang="en-US"/>
          </a:p>
        </p:txBody>
      </p:sp>
      <p:graphicFrame>
        <p:nvGraphicFramePr>
          <p:cNvPr id="6" name="Table 5">
            <a:extLst>
              <a:ext uri="{FF2B5EF4-FFF2-40B4-BE49-F238E27FC236}">
                <a16:creationId xmlns:a16="http://schemas.microsoft.com/office/drawing/2014/main" id="{4AA44E3E-C1CE-4F8E-95D4-204AA4CBBA3B}"/>
              </a:ext>
            </a:extLst>
          </p:cNvPr>
          <p:cNvGraphicFramePr>
            <a:graphicFrameLocks noGrp="1"/>
          </p:cNvGraphicFramePr>
          <p:nvPr>
            <p:extLst>
              <p:ext uri="{D42A27DB-BD31-4B8C-83A1-F6EECF244321}">
                <p14:modId xmlns:p14="http://schemas.microsoft.com/office/powerpoint/2010/main" val="917714261"/>
              </p:ext>
            </p:extLst>
          </p:nvPr>
        </p:nvGraphicFramePr>
        <p:xfrm>
          <a:off x="630000" y="1629295"/>
          <a:ext cx="10292924" cy="2233355"/>
        </p:xfrm>
        <a:graphic>
          <a:graphicData uri="http://schemas.openxmlformats.org/drawingml/2006/table">
            <a:tbl>
              <a:tblPr firstRow="1" firstCol="1" bandRow="1">
                <a:tableStyleId>{5C22544A-7EE6-4342-B048-85BDC9FD1C3A}</a:tableStyleId>
              </a:tblPr>
              <a:tblGrid>
                <a:gridCol w="3229754">
                  <a:extLst>
                    <a:ext uri="{9D8B030D-6E8A-4147-A177-3AD203B41FA5}">
                      <a16:colId xmlns:a16="http://schemas.microsoft.com/office/drawing/2014/main" val="601777707"/>
                    </a:ext>
                  </a:extLst>
                </a:gridCol>
                <a:gridCol w="5423450">
                  <a:extLst>
                    <a:ext uri="{9D8B030D-6E8A-4147-A177-3AD203B41FA5}">
                      <a16:colId xmlns:a16="http://schemas.microsoft.com/office/drawing/2014/main" val="2648740884"/>
                    </a:ext>
                  </a:extLst>
                </a:gridCol>
                <a:gridCol w="1639720">
                  <a:extLst>
                    <a:ext uri="{9D8B030D-6E8A-4147-A177-3AD203B41FA5}">
                      <a16:colId xmlns:a16="http://schemas.microsoft.com/office/drawing/2014/main" val="259917662"/>
                    </a:ext>
                  </a:extLst>
                </a:gridCol>
              </a:tblGrid>
              <a:tr h="349135">
                <a:tc>
                  <a:txBody>
                    <a:bodyPr/>
                    <a:lstStyle/>
                    <a:p>
                      <a:pPr marL="0" marR="0" algn="just">
                        <a:spcBef>
                          <a:spcPts val="300"/>
                        </a:spcBef>
                        <a:spcAft>
                          <a:spcPts val="300"/>
                        </a:spcAft>
                      </a:pPr>
                      <a:r>
                        <a:rPr lang="en-US" sz="1600">
                          <a:effectLst/>
                        </a:rPr>
                        <a:t>Doc/Dwg No/Ref</a:t>
                      </a:r>
                      <a:endParaRPr lang="en-US" sz="160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a:effectLst/>
                        </a:rPr>
                        <a:t>Title</a:t>
                      </a:r>
                      <a:endParaRPr lang="en-US" sz="160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a:effectLst/>
                        </a:rPr>
                        <a:t>Revision</a:t>
                      </a:r>
                      <a:endParaRPr lang="en-US" sz="160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extLst>
                  <a:ext uri="{0D108BD9-81ED-4DB2-BD59-A6C34878D82A}">
                    <a16:rowId xmlns:a16="http://schemas.microsoft.com/office/drawing/2014/main" val="695565192"/>
                  </a:ext>
                </a:extLst>
              </a:tr>
              <a:tr h="349135">
                <a:tc>
                  <a:txBody>
                    <a:bodyPr/>
                    <a:lstStyle/>
                    <a:p>
                      <a:pPr marL="0" marR="0" algn="just">
                        <a:spcBef>
                          <a:spcPts val="300"/>
                        </a:spcBef>
                        <a:spcAft>
                          <a:spcPts val="300"/>
                        </a:spcAft>
                      </a:pPr>
                      <a:r>
                        <a:rPr lang="en-US" sz="1600" dirty="0">
                          <a:effectLst/>
                        </a:rPr>
                        <a:t>APMDOC-X481-en-R540.2</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Asset Performance Management Model Library Guide.pdf</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R540.2</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extLst>
                  <a:ext uri="{0D108BD9-81ED-4DB2-BD59-A6C34878D82A}">
                    <a16:rowId xmlns:a16="http://schemas.microsoft.com/office/drawing/2014/main" val="786212883"/>
                  </a:ext>
                </a:extLst>
              </a:tr>
              <a:tr h="349135">
                <a:tc>
                  <a:txBody>
                    <a:bodyPr/>
                    <a:lstStyle/>
                    <a:p>
                      <a:pPr marL="0" marR="0" algn="just">
                        <a:spcBef>
                          <a:spcPts val="300"/>
                        </a:spcBef>
                        <a:spcAft>
                          <a:spcPts val="300"/>
                        </a:spcAft>
                      </a:pPr>
                      <a:r>
                        <a:rPr lang="en-US" sz="1600" dirty="0">
                          <a:effectLst/>
                        </a:rPr>
                        <a:t>APMDOC-X391-en-R540.2</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Asset Performance Management Configuration Guide.pdf</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R540.2</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extLst>
                  <a:ext uri="{0D108BD9-81ED-4DB2-BD59-A6C34878D82A}">
                    <a16:rowId xmlns:a16="http://schemas.microsoft.com/office/drawing/2014/main" val="697224134"/>
                  </a:ext>
                </a:extLst>
              </a:tr>
              <a:tr h="349135">
                <a:tc>
                  <a:txBody>
                    <a:bodyPr/>
                    <a:lstStyle/>
                    <a:p>
                      <a:pPr marL="0" marR="0" algn="just">
                        <a:spcBef>
                          <a:spcPts val="300"/>
                        </a:spcBef>
                        <a:spcAft>
                          <a:spcPts val="300"/>
                        </a:spcAft>
                      </a:pPr>
                      <a:r>
                        <a:rPr lang="en-US" sz="1600" dirty="0">
                          <a:effectLst/>
                        </a:rPr>
                        <a:t>APMDOC-X390-en-R540.2</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Asset Performance Management Installation Guide.pdf</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R540.2</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extLst>
                  <a:ext uri="{0D108BD9-81ED-4DB2-BD59-A6C34878D82A}">
                    <a16:rowId xmlns:a16="http://schemas.microsoft.com/office/drawing/2014/main" val="1702059096"/>
                  </a:ext>
                </a:extLst>
              </a:tr>
              <a:tr h="349135">
                <a:tc>
                  <a:txBody>
                    <a:bodyPr/>
                    <a:lstStyle/>
                    <a:p>
                      <a:pPr marL="0" marR="0" algn="just">
                        <a:spcBef>
                          <a:spcPts val="300"/>
                        </a:spcBef>
                        <a:spcAft>
                          <a:spcPts val="300"/>
                        </a:spcAft>
                      </a:pPr>
                      <a:r>
                        <a:rPr lang="en-US" sz="1600" dirty="0">
                          <a:effectLst/>
                        </a:rPr>
                        <a:t>APMDOC-X392-en-R540.2</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Asset Performance Management User’s Guide.pdf</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R540.2</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extLst>
                  <a:ext uri="{0D108BD9-81ED-4DB2-BD59-A6C34878D82A}">
                    <a16:rowId xmlns:a16="http://schemas.microsoft.com/office/drawing/2014/main" val="3100515508"/>
                  </a:ext>
                </a:extLst>
              </a:tr>
              <a:tr h="349135">
                <a:tc>
                  <a:txBody>
                    <a:bodyPr/>
                    <a:lstStyle/>
                    <a:p>
                      <a:pPr marL="0" marR="0" algn="just">
                        <a:spcBef>
                          <a:spcPts val="300"/>
                        </a:spcBef>
                        <a:spcAft>
                          <a:spcPts val="300"/>
                        </a:spcAft>
                      </a:pPr>
                      <a:r>
                        <a:rPr lang="en-US" sz="1600" dirty="0">
                          <a:effectLst/>
                        </a:rPr>
                        <a:t>APMDOC-X448-en-R540.2</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Asset Performance Management DAS Plugin User Guide.pdf</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tc>
                  <a:txBody>
                    <a:bodyPr/>
                    <a:lstStyle/>
                    <a:p>
                      <a:pPr marL="0" marR="0" algn="just">
                        <a:spcBef>
                          <a:spcPts val="300"/>
                        </a:spcBef>
                        <a:spcAft>
                          <a:spcPts val="300"/>
                        </a:spcAft>
                      </a:pPr>
                      <a:r>
                        <a:rPr lang="en-US" sz="1600" dirty="0">
                          <a:effectLst/>
                        </a:rPr>
                        <a:t>R540.2</a:t>
                      </a:r>
                      <a:endParaRPr lang="en-US" sz="1600" dirty="0">
                        <a:effectLst/>
                        <a:latin typeface="Arial" panose="020B0604020202020204" pitchFamily="34" charset="0"/>
                        <a:ea typeface="Calibri" panose="020F0502020204030204" pitchFamily="34" charset="0"/>
                        <a:cs typeface="Times New Roman" panose="02020603050405020304" pitchFamily="18" charset="0"/>
                      </a:endParaRPr>
                    </a:p>
                  </a:txBody>
                  <a:tcPr marL="57109" marR="57109" marT="0" marB="0" anchor="ctr"/>
                </a:tc>
                <a:extLst>
                  <a:ext uri="{0D108BD9-81ED-4DB2-BD59-A6C34878D82A}">
                    <a16:rowId xmlns:a16="http://schemas.microsoft.com/office/drawing/2014/main" val="2193344040"/>
                  </a:ext>
                </a:extLst>
              </a:tr>
            </a:tbl>
          </a:graphicData>
        </a:graphic>
      </p:graphicFrame>
    </p:spTree>
    <p:extLst>
      <p:ext uri="{BB962C8B-B14F-4D97-AF65-F5344CB8AC3E}">
        <p14:creationId xmlns:p14="http://schemas.microsoft.com/office/powerpoint/2010/main" val="10859702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0219CA5-4C94-4AB4-BC96-19296873B96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7" imgH="348" progId="TCLayout.ActiveDocument.1">
                  <p:embed/>
                </p:oleObj>
              </mc:Choice>
              <mc:Fallback>
                <p:oleObj name="think-cell Slide" r:id="rId4" imgW="347" imgH="348" progId="TCLayout.ActiveDocument.1">
                  <p:embed/>
                  <p:pic>
                    <p:nvPicPr>
                      <p:cNvPr id="6" name="Object 5" hidden="1">
                        <a:extLst>
                          <a:ext uri="{FF2B5EF4-FFF2-40B4-BE49-F238E27FC236}">
                            <a16:creationId xmlns:a16="http://schemas.microsoft.com/office/drawing/2014/main" id="{10219CA5-4C94-4AB4-BC96-19296873B96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3B702ED1-68A4-4C4C-8AB8-131E1BAB333A}"/>
              </a:ext>
            </a:extLst>
          </p:cNvPr>
          <p:cNvSpPr/>
          <p:nvPr>
            <p:custDataLst>
              <p:tags r:id="rId2"/>
            </p:custDataLst>
          </p:nvPr>
        </p:nvSpPr>
        <p:spPr>
          <a:xfrm>
            <a:off x="0" y="0"/>
            <a:ext cx="158750" cy="15875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endParaRPr lang="en-US" sz="4400" dirty="0" err="1">
              <a:solidFill>
                <a:schemeClr val="tx1"/>
              </a:solidFill>
              <a:latin typeface="Arial Black" panose="020B0A04020102020204" pitchFamily="34" charset="0"/>
              <a:ea typeface="+mj-ea"/>
              <a:cs typeface="+mj-cs"/>
              <a:sym typeface="Arial Black" panose="020B0A04020102020204" pitchFamily="34" charset="0"/>
            </a:endParaRPr>
          </a:p>
        </p:txBody>
      </p:sp>
      <p:sp>
        <p:nvSpPr>
          <p:cNvPr id="2" name="Title 1">
            <a:extLst>
              <a:ext uri="{FF2B5EF4-FFF2-40B4-BE49-F238E27FC236}">
                <a16:creationId xmlns:a16="http://schemas.microsoft.com/office/drawing/2014/main" id="{23423282-47ED-48A9-BB4D-CF63D190058B}"/>
              </a:ext>
            </a:extLst>
          </p:cNvPr>
          <p:cNvSpPr>
            <a:spLocks noGrp="1"/>
          </p:cNvSpPr>
          <p:nvPr>
            <p:ph type="title"/>
          </p:nvPr>
        </p:nvSpPr>
        <p:spPr>
          <a:xfrm>
            <a:off x="495300" y="3848099"/>
            <a:ext cx="11700254" cy="677108"/>
          </a:xfrm>
        </p:spPr>
        <p:txBody>
          <a:bodyPr/>
          <a:lstStyle/>
          <a:p>
            <a:r>
              <a:rPr lang="en-US" altLang="en-US" dirty="0"/>
              <a:t>Q &amp; A</a:t>
            </a:r>
          </a:p>
        </p:txBody>
      </p:sp>
      <p:pic>
        <p:nvPicPr>
          <p:cNvPr id="8" name="Picture Placeholder 7">
            <a:extLst>
              <a:ext uri="{FF2B5EF4-FFF2-40B4-BE49-F238E27FC236}">
                <a16:creationId xmlns:a16="http://schemas.microsoft.com/office/drawing/2014/main" id="{1ED6C810-C6EF-423D-812D-65DEA83B27A3}"/>
              </a:ext>
            </a:extLst>
          </p:cNvPr>
          <p:cNvPicPr>
            <a:picLocks noGrp="1" noChangeAspect="1"/>
          </p:cNvPicPr>
          <p:nvPr>
            <p:ph type="pic" sz="quarter" idx="13"/>
          </p:nvPr>
        </p:nvPicPr>
        <p:blipFill rotWithShape="1">
          <a:blip r:embed="rId6" cstate="print">
            <a:extLst>
              <a:ext uri="{28A0092B-C50C-407E-A947-70E740481C1C}">
                <a14:useLocalDpi xmlns:a14="http://schemas.microsoft.com/office/drawing/2010/main"/>
              </a:ext>
            </a:extLst>
          </a:blip>
          <a:srcRect t="6" b="6"/>
          <a:stretch/>
        </p:blipFill>
        <p:spPr/>
      </p:pic>
    </p:spTree>
    <p:extLst>
      <p:ext uri="{BB962C8B-B14F-4D97-AF65-F5344CB8AC3E}">
        <p14:creationId xmlns:p14="http://schemas.microsoft.com/office/powerpoint/2010/main" val="2814892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23934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1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8.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2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fD1ZsHZybwBHB3NFGab2x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ujE5zQajOvoTWXTllZwrsg"/>
</p:tagLst>
</file>

<file path=ppt/tags/tag4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Honeywell Internal"/>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k.dc4bCsp5kbWFvl42V5Dg"/>
</p:tagLst>
</file>

<file path=ppt/theme/theme1.xml><?xml version="1.0" encoding="utf-8"?>
<a:theme xmlns:a="http://schemas.openxmlformats.org/drawingml/2006/main" name="Honeywell Single Image Cover">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cmpd="sng">
          <a:solidFill>
            <a:srgbClr val="7F7F7F"/>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A46E5CB9-61F2-4002-8D5D-82FCE510D994}"/>
    </a:ext>
  </a:extLst>
</a:theme>
</file>

<file path=ppt/theme/theme2.xml><?xml version="1.0" encoding="utf-8"?>
<a:theme xmlns:a="http://schemas.openxmlformats.org/drawingml/2006/main" name="Honeywell PPT Template 16X9 Wide V3.5">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w="9525" cmpd="sng">
          <a:solidFill>
            <a:srgbClr val="7F7F7F"/>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FF3B1608-4820-49AC-A191-42C42200868D}"/>
    </a:ext>
  </a:extLst>
</a:theme>
</file>

<file path=ppt/theme/theme3.xml><?xml version="1.0" encoding="utf-8"?>
<a:theme xmlns:a="http://schemas.openxmlformats.org/drawingml/2006/main" name="Honeywell Theme">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pPr>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lgn="ctr">
          <a:defRPr dirty="0" smtClean="0">
            <a:solidFill>
              <a:schemeClr val="accent3"/>
            </a:solidFill>
          </a:defRPr>
        </a:defPPr>
      </a:lstStyle>
      <a:style>
        <a:lnRef idx="2">
          <a:schemeClr val="accent3"/>
        </a:lnRef>
        <a:fillRef idx="1">
          <a:schemeClr val="lt1"/>
        </a:fillRef>
        <a:effectRef idx="0">
          <a:schemeClr val="accent3"/>
        </a:effectRef>
        <a:fontRef idx="minor">
          <a:schemeClr val="dk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629F3C93-1033-47FA-975F-B4D6656B8A81}"/>
    </a:ext>
  </a:extLst>
</a:theme>
</file>

<file path=ppt/theme/theme4.xml><?xml version="1.0" encoding="utf-8"?>
<a:theme xmlns:a="http://schemas.openxmlformats.org/drawingml/2006/main" name="1_Honeywell Theme">
  <a:themeElements>
    <a:clrScheme name="Colors - Honeywell's Brand">
      <a:dk1>
        <a:srgbClr val="000000"/>
      </a:dk1>
      <a:lt1>
        <a:srgbClr val="FFFFFF"/>
      </a:lt1>
      <a:dk2>
        <a:srgbClr val="E1261C"/>
      </a:dk2>
      <a:lt2>
        <a:srgbClr val="FFFFFF"/>
      </a:lt2>
      <a:accent1>
        <a:srgbClr val="E1261C"/>
      </a:accent1>
      <a:accent2>
        <a:srgbClr val="FFC627"/>
      </a:accent2>
      <a:accent3>
        <a:srgbClr val="707070"/>
      </a:accent3>
      <a:accent4>
        <a:srgbClr val="F37021"/>
      </a:accent4>
      <a:accent5>
        <a:srgbClr val="1792E5"/>
      </a:accent5>
      <a:accent6>
        <a:srgbClr val="000000"/>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spPr>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defPPr algn="ctr">
          <a:defRPr dirty="0" smtClean="0">
            <a:solidFill>
              <a:schemeClr val="accent3"/>
            </a:solidFill>
          </a:defRPr>
        </a:defPPr>
      </a:lstStyle>
      <a:style>
        <a:lnRef idx="2">
          <a:schemeClr val="accent3"/>
        </a:lnRef>
        <a:fillRef idx="1">
          <a:schemeClr val="lt1"/>
        </a:fillRef>
        <a:effectRef idx="0">
          <a:schemeClr val="accent3"/>
        </a:effectRef>
        <a:fontRef idx="minor">
          <a:schemeClr val="dk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Honeywell PPT Template 16X9 Wide V3.8" id="{C268176B-4344-405A-9E18-E75C7FEE20D7}" vid="{5D0043DD-25DB-4999-8F41-D9CD3E5D122F}"/>
    </a:ext>
  </a:extLst>
</a:theme>
</file>

<file path=ppt/theme/theme5.xml><?xml version="1.0" encoding="utf-8"?>
<a:theme xmlns:a="http://schemas.openxmlformats.org/drawingml/2006/main" name="Uniformance Suite Template 16x9 2016">
  <a:themeElements>
    <a:clrScheme name="Honeywell Branded Colors">
      <a:dk1>
        <a:srgbClr val="000000"/>
      </a:dk1>
      <a:lt1>
        <a:srgbClr val="FFFFFF"/>
      </a:lt1>
      <a:dk2>
        <a:srgbClr val="E1261C"/>
      </a:dk2>
      <a:lt2>
        <a:srgbClr val="FFFFFF"/>
      </a:lt2>
      <a:accent1>
        <a:srgbClr val="000000"/>
      </a:accent1>
      <a:accent2>
        <a:srgbClr val="707070"/>
      </a:accent2>
      <a:accent3>
        <a:srgbClr val="E1261C"/>
      </a:accent3>
      <a:accent4>
        <a:srgbClr val="F37021"/>
      </a:accent4>
      <a:accent5>
        <a:srgbClr val="FFC627"/>
      </a:accent5>
      <a:accent6>
        <a:srgbClr val="1792E5"/>
      </a:accent6>
      <a:hlink>
        <a:srgbClr val="707070"/>
      </a:hlink>
      <a:folHlink>
        <a:srgbClr val="E1261C"/>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85000"/>
          </a:schemeClr>
        </a:solidFill>
        <a:ln w="9525" cmpd="sng">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2700" cmpd="sng">
          <a:solidFill>
            <a:schemeClr val="bg1">
              <a:lumMod val="50000"/>
            </a:schemeClr>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Uniformance Suite Template 16x9 2016" id="{00CC5119-FAE4-4223-A78E-21C035F2F570}" vid="{52C0AB9A-E6D4-4EFA-8103-788B77A677E4}"/>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sisl xmlns:xsd="http://www.w3.org/2001/XMLSchema" xmlns:xsi="http://www.w3.org/2001/XMLSchema-instance" xmlns="http://www.boldonjames.com/2008/01/sie/internal/label" sislVersion="0" policy="bf276872-af07-4968-a71d-1c83e80bd0bf" origin="userSelected">
  <element uid="id_protectivemarking_protect" value=""/>
</sisl>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213af126-92eb-4bb5-8bfd-1661103a2928" xsi:nil="true"/>
    <_ip_UnifiedCompliancePolicyProperties xmlns="http://schemas.microsoft.com/sharepoint/v3" xsi:nil="true"/>
    <lcf76f155ced4ddcb4097134ff3c332f xmlns="b8c76253-90db-4ba9-a7f2-9ad644a92a7d">
      <Terms xmlns="http://schemas.microsoft.com/office/infopath/2007/PartnerControls"/>
    </lcf76f155ced4ddcb4097134ff3c332f>
    <SharedWithUsers xmlns="320503c4-c8b6-41b8-96d7-fd11e83f324e">
      <UserInfo>
        <DisplayName/>
        <AccountId xsi:nil="true"/>
        <AccountType/>
      </UserInfo>
    </SharedWithUsers>
    <MediaLengthInSeconds xmlns="b8c76253-90db-4ba9-a7f2-9ad644a92a7d" xsi:nil="true"/>
  </documentManagement>
</p:properties>
</file>

<file path=customXml/item4.xml><?xml version="1.0" encoding="utf-8"?>
<ct:contentTypeSchema xmlns:ct="http://schemas.microsoft.com/office/2006/metadata/contentType" xmlns:ma="http://schemas.microsoft.com/office/2006/metadata/properties/metaAttributes" ct:_="" ma:_="" ma:contentTypeName="Document" ma:contentTypeID="0x0101005BD3B0FE2260AD4E9D647CA19CD43082" ma:contentTypeVersion="19" ma:contentTypeDescription="Create a new document." ma:contentTypeScope="" ma:versionID="06bc411f51365bda14318519cc3f82d4">
  <xsd:schema xmlns:xsd="http://www.w3.org/2001/XMLSchema" xmlns:xs="http://www.w3.org/2001/XMLSchema" xmlns:p="http://schemas.microsoft.com/office/2006/metadata/properties" xmlns:ns1="http://schemas.microsoft.com/sharepoint/v3" xmlns:ns2="b8c76253-90db-4ba9-a7f2-9ad644a92a7d" xmlns:ns3="320503c4-c8b6-41b8-96d7-fd11e83f324e" xmlns:ns4="213af126-92eb-4bb5-8bfd-1661103a2928" targetNamespace="http://schemas.microsoft.com/office/2006/metadata/properties" ma:root="true" ma:fieldsID="80619e4ad4f73b621c8a5dd39dd9b384" ns1:_="" ns2:_="" ns3:_="" ns4:_="">
    <xsd:import namespace="http://schemas.microsoft.com/sharepoint/v3"/>
    <xsd:import namespace="b8c76253-90db-4ba9-a7f2-9ad644a92a7d"/>
    <xsd:import namespace="320503c4-c8b6-41b8-96d7-fd11e83f324e"/>
    <xsd:import namespace="213af126-92eb-4bb5-8bfd-1661103a292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LengthInSeconds" minOccurs="0"/>
                <xsd:element ref="ns1:_ip_UnifiedCompliancePolicyProperties" minOccurs="0"/>
                <xsd:element ref="ns1:_ip_UnifiedCompliancePolicyUIAction"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8c76253-90db-4ba9-a7f2-9ad644a92a7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8bc46713-8fa2-488a-ac8b-ad618560c9d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20503c4-c8b6-41b8-96d7-fd11e83f324e"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13af126-92eb-4bb5-8bfd-1661103a2928" elementFormDefault="qualified">
    <xsd:import namespace="http://schemas.microsoft.com/office/2006/documentManagement/types"/>
    <xsd:import namespace="http://schemas.microsoft.com/office/infopath/2007/PartnerControls"/>
    <xsd:element name="TaxCatchAll" ma:index="24" nillable="true" ma:displayName="Taxonomy Catch All Column" ma:hidden="true" ma:list="{06144f2f-3b8d-4359-aee3-11dd9fecbf3c}" ma:internalName="TaxCatchAll" ma:showField="CatchAllData" ma:web="320503c4-c8b6-41b8-96d7-fd11e83f324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26270A4-DBAA-4B2C-9A17-0E481C866110}">
  <ds:schemaRefs>
    <ds:schemaRef ds:uri="http://schemas.microsoft.com/sharepoint/v3/contenttype/forms"/>
  </ds:schemaRefs>
</ds:datastoreItem>
</file>

<file path=customXml/itemProps2.xml><?xml version="1.0" encoding="utf-8"?>
<ds:datastoreItem xmlns:ds="http://schemas.openxmlformats.org/officeDocument/2006/customXml" ds:itemID="{BA4FBFFB-6B19-4F41-A16D-823A0A73ED8D}">
  <ds:schemaRefs>
    <ds:schemaRef ds:uri="http://www.w3.org/2001/XMLSchema"/>
    <ds:schemaRef ds:uri="http://www.boldonjames.com/2008/01/sie/internal/label"/>
  </ds:schemaRefs>
</ds:datastoreItem>
</file>

<file path=customXml/itemProps3.xml><?xml version="1.0" encoding="utf-8"?>
<ds:datastoreItem xmlns:ds="http://schemas.openxmlformats.org/officeDocument/2006/customXml" ds:itemID="{5A1CA79F-0DCA-42D5-83EB-3BF17581FFDC}">
  <ds:schemaRefs>
    <ds:schemaRef ds:uri="http://purl.org/dc/elements/1.1/"/>
    <ds:schemaRef ds:uri="http://schemas.microsoft.com/office/infopath/2007/PartnerControls"/>
    <ds:schemaRef ds:uri="http://purl.org/dc/terms/"/>
    <ds:schemaRef ds:uri="http://schemas.microsoft.com/office/2006/metadata/properties"/>
    <ds:schemaRef ds:uri="http://www.w3.org/XML/1998/namespace"/>
    <ds:schemaRef ds:uri="http://schemas.microsoft.com/sharepoint/v3"/>
    <ds:schemaRef ds:uri="http://schemas.openxmlformats.org/package/2006/metadata/core-properties"/>
    <ds:schemaRef ds:uri="b8c76253-90db-4ba9-a7f2-9ad644a92a7d"/>
    <ds:schemaRef ds:uri="http://schemas.microsoft.com/office/2006/documentManagement/types"/>
    <ds:schemaRef ds:uri="213af126-92eb-4bb5-8bfd-1661103a2928"/>
    <ds:schemaRef ds:uri="320503c4-c8b6-41b8-96d7-fd11e83f324e"/>
    <ds:schemaRef ds:uri="http://purl.org/dc/dcmitype/"/>
    <ds:schemaRef ds:uri="6d76ae7f-c10f-430d-a0cc-135ba9f0776b"/>
    <ds:schemaRef ds:uri="077b9548-efac-458b-9a39-0dcad2d25a4d"/>
  </ds:schemaRefs>
</ds:datastoreItem>
</file>

<file path=customXml/itemProps4.xml><?xml version="1.0" encoding="utf-8"?>
<ds:datastoreItem xmlns:ds="http://schemas.openxmlformats.org/officeDocument/2006/customXml" ds:itemID="{6A72C936-A37D-4C1A-A863-817DF7DB7D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8c76253-90db-4ba9-a7f2-9ad644a92a7d"/>
    <ds:schemaRef ds:uri="320503c4-c8b6-41b8-96d7-fd11e83f324e"/>
    <ds:schemaRef ds:uri="213af126-92eb-4bb5-8bfd-1661103a292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546e5e1-5d42-4630-bacd-c69bfdcbd5e8}" enabled="1" method="Standard" siteId="{96ece526-9c7d-48b0-8daf-8b93c90a5d18}" removed="0"/>
</clbl:labelList>
</file>

<file path=docProps/app.xml><?xml version="1.0" encoding="utf-8"?>
<Properties xmlns="http://schemas.openxmlformats.org/officeDocument/2006/extended-properties" xmlns:vt="http://schemas.openxmlformats.org/officeDocument/2006/docPropsVTypes">
  <Template>HON_Honeywell PPT Template 16X9_F pptx</Template>
  <TotalTime>20888</TotalTime>
  <Words>4393</Words>
  <Application>Microsoft Office PowerPoint</Application>
  <PresentationFormat>Widescreen</PresentationFormat>
  <Paragraphs>755</Paragraphs>
  <Slides>64</Slides>
  <Notes>2</Notes>
  <HiddenSlides>0</HiddenSlides>
  <MMClips>0</MMClips>
  <ScaleCrop>false</ScaleCrop>
  <HeadingPairs>
    <vt:vector size="8" baseType="variant">
      <vt:variant>
        <vt:lpstr>Fonts Used</vt:lpstr>
      </vt:variant>
      <vt:variant>
        <vt:i4>12</vt:i4>
      </vt:variant>
      <vt:variant>
        <vt:lpstr>Theme</vt:lpstr>
      </vt:variant>
      <vt:variant>
        <vt:i4>5</vt:i4>
      </vt:variant>
      <vt:variant>
        <vt:lpstr>Embedded OLE Servers</vt:lpstr>
      </vt:variant>
      <vt:variant>
        <vt:i4>2</vt:i4>
      </vt:variant>
      <vt:variant>
        <vt:lpstr>Slide Titles</vt:lpstr>
      </vt:variant>
      <vt:variant>
        <vt:i4>64</vt:i4>
      </vt:variant>
    </vt:vector>
  </HeadingPairs>
  <TitlesOfParts>
    <vt:vector size="83" baseType="lpstr">
      <vt:lpstr>ＭＳ Ｐゴシック</vt:lpstr>
      <vt:lpstr>Arial</vt:lpstr>
      <vt:lpstr>Arial Black</vt:lpstr>
      <vt:lpstr>Calibri</vt:lpstr>
      <vt:lpstr>Courier New</vt:lpstr>
      <vt:lpstr>Helvetica 55 Roman</vt:lpstr>
      <vt:lpstr>Helvetica Neue</vt:lpstr>
      <vt:lpstr>HelveticaNeue BoldCond</vt:lpstr>
      <vt:lpstr>HelveticaNeue MediumCond</vt:lpstr>
      <vt:lpstr>Symbol</vt:lpstr>
      <vt:lpstr>Times New Roman</vt:lpstr>
      <vt:lpstr>Wingdings</vt:lpstr>
      <vt:lpstr>Honeywell Single Image Cover</vt:lpstr>
      <vt:lpstr>Honeywell PPT Template 16X9 Wide V3.5</vt:lpstr>
      <vt:lpstr>Honeywell Theme</vt:lpstr>
      <vt:lpstr>1_Honeywell Theme</vt:lpstr>
      <vt:lpstr>Uniformance Suite Template 16x9 2016</vt:lpstr>
      <vt:lpstr>think-cell Slide</vt:lpstr>
      <vt:lpstr>Worksheet</vt:lpstr>
      <vt:lpstr>PowerPoint Presentation</vt:lpstr>
      <vt:lpstr>Agenda</vt:lpstr>
      <vt:lpstr>  Module 1 Asset Performance Management - Introduction </vt:lpstr>
      <vt:lpstr>Learning Objective &amp; Audience</vt:lpstr>
      <vt:lpstr>Asset Performance Monitoring Overview</vt:lpstr>
      <vt:lpstr>Performance Models </vt:lpstr>
      <vt:lpstr>Health &amp; Fault Models </vt:lpstr>
      <vt:lpstr>Advantages/Scope of APM  </vt:lpstr>
      <vt:lpstr>Module 2 APM - Typical Architecture  </vt:lpstr>
      <vt:lpstr>APM Typical Architecture’s </vt:lpstr>
      <vt:lpstr>APM Typical Architecture’s </vt:lpstr>
      <vt:lpstr>APM Typical Architecture’s </vt:lpstr>
      <vt:lpstr>APM Typical Architecture’s </vt:lpstr>
      <vt:lpstr>  Module 3 APM -  Overview  </vt:lpstr>
      <vt:lpstr>Asset Performance Management  </vt:lpstr>
      <vt:lpstr>Process and Equipment Surveillance </vt:lpstr>
      <vt:lpstr>Asset Performance Management  </vt:lpstr>
      <vt:lpstr>Asset Performance Management  </vt:lpstr>
      <vt:lpstr>Asset Performance Management  </vt:lpstr>
      <vt:lpstr>Asset Performance Management  </vt:lpstr>
      <vt:lpstr>Equipment Performance Overview </vt:lpstr>
      <vt:lpstr>Equipment Performance Overview</vt:lpstr>
      <vt:lpstr>Asset Class</vt:lpstr>
      <vt:lpstr>Asset type</vt:lpstr>
      <vt:lpstr>Asset</vt:lpstr>
      <vt:lpstr>Dashboard – Asset Status</vt:lpstr>
      <vt:lpstr>Dashboard – Asset Status</vt:lpstr>
      <vt:lpstr>Dashboard – Asset Status</vt:lpstr>
      <vt:lpstr>Dashboard – Asset Status</vt:lpstr>
      <vt:lpstr>Asset Type Attribute</vt:lpstr>
      <vt:lpstr>Dashboards – Attribute Overview </vt:lpstr>
      <vt:lpstr>Dashboards – Attribute Overview </vt:lpstr>
      <vt:lpstr>Asset Hierarchy </vt:lpstr>
      <vt:lpstr>Asset Hierarchy </vt:lpstr>
      <vt:lpstr>Attribute overview </vt:lpstr>
      <vt:lpstr>Attribute overview </vt:lpstr>
      <vt:lpstr>Attribute overview </vt:lpstr>
      <vt:lpstr>Fault status</vt:lpstr>
      <vt:lpstr>Fault or symptom state</vt:lpstr>
      <vt:lpstr>Fault tree</vt:lpstr>
      <vt:lpstr>Event Monitoring</vt:lpstr>
      <vt:lpstr>Equipment Performance - Event Management</vt:lpstr>
      <vt:lpstr>Equipment Performance – Event Management</vt:lpstr>
      <vt:lpstr>Event Management – Monitor</vt:lpstr>
      <vt:lpstr>Event Management – INVESTIGATE</vt:lpstr>
      <vt:lpstr>Event Management – History</vt:lpstr>
      <vt:lpstr>Details View</vt:lpstr>
      <vt:lpstr>Details View - Fault Tree</vt:lpstr>
      <vt:lpstr>Details View - Asset Details</vt:lpstr>
      <vt:lpstr>Details View - Calculation status</vt:lpstr>
      <vt:lpstr>Details View - Datasource Status</vt:lpstr>
      <vt:lpstr>  Module 4 APM - Report View  </vt:lpstr>
      <vt:lpstr>Attribute overview</vt:lpstr>
      <vt:lpstr>Attribute overview</vt:lpstr>
      <vt:lpstr>Attribute overview</vt:lpstr>
      <vt:lpstr>Event monitor</vt:lpstr>
      <vt:lpstr>Event monitor</vt:lpstr>
      <vt:lpstr>Event history</vt:lpstr>
      <vt:lpstr>Event history</vt:lpstr>
      <vt:lpstr>Module 5 APM - Type of Users &amp; Roles  </vt:lpstr>
      <vt:lpstr>User access control </vt:lpstr>
      <vt:lpstr>Reference Documents </vt:lpstr>
      <vt:lpstr>Q &amp; A</vt:lpstr>
      <vt:lpstr>PowerPoint Presentation</vt:lpstr>
    </vt:vector>
  </TitlesOfParts>
  <Manager>Salim Navaskhan</Manager>
  <Company>Honeywell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UAS End User Training</dc:title>
  <dc:creator>Honeywell</dc:creator>
  <cp:lastModifiedBy>Lohakare, Amit</cp:lastModifiedBy>
  <cp:revision>157</cp:revision>
  <dcterms:created xsi:type="dcterms:W3CDTF">2017-07-05T08:47:16Z</dcterms:created>
  <dcterms:modified xsi:type="dcterms:W3CDTF">2025-10-06T08:26:10Z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936474c3-38c3-49b2-ab93-9588b6930ffa</vt:lpwstr>
  </property>
  <property fmtid="{D5CDD505-2E9C-101B-9397-08002B2CF9AE}" pid="3" name="bjSaver">
    <vt:lpwstr>V0b7q78v43NednO1fphKtnnd/im1h9K4</vt:lpwstr>
  </property>
  <property fmtid="{D5CDD505-2E9C-101B-9397-08002B2CF9AE}" pid="4" name="bjDocumentLabelXML">
    <vt:lpwstr>&lt;?xml version="1.0" encoding="us-ascii"?&gt;&lt;sisl xmlns:xsd="http://www.w3.org/2001/XMLSchema" xmlns:xsi="http://www.w3.org/2001/XMLSchema-instance" sislVersion="0" policy="bf276872-af07-4968-a71d-1c83e80bd0bf" origin="userSelected" xmlns="http://www.boldonj</vt:lpwstr>
  </property>
  <property fmtid="{D5CDD505-2E9C-101B-9397-08002B2CF9AE}" pid="5" name="bjDocumentLabelXML-0">
    <vt:lpwstr>ames.com/2008/01/sie/internal/label"&gt;&lt;element uid="id_protectivemarking_protect" value="" /&gt;&lt;/sisl&gt;</vt:lpwstr>
  </property>
  <property fmtid="{D5CDD505-2E9C-101B-9397-08002B2CF9AE}" pid="6" name="bjDocumentSecurityLabel">
    <vt:lpwstr>Honeywell Internal</vt:lpwstr>
  </property>
  <property fmtid="{D5CDD505-2E9C-101B-9397-08002B2CF9AE}" pid="7" name="BJClassification">
    <vt:lpwstr>Honeywell Internal</vt:lpwstr>
  </property>
  <property fmtid="{D5CDD505-2E9C-101B-9397-08002B2CF9AE}" pid="8" name="bjSlideMasterFooterText">
    <vt:lpwstr>Honeywell Internal</vt:lpwstr>
  </property>
  <property fmtid="{D5CDD505-2E9C-101B-9397-08002B2CF9AE}" pid="9" name="ContentTypeId">
    <vt:lpwstr>0x0101005BD3B0FE2260AD4E9D647CA19CD43082</vt:lpwstr>
  </property>
  <property fmtid="{D5CDD505-2E9C-101B-9397-08002B2CF9AE}" pid="10" name="MSIP_Label_d546e5e1-5d42-4630-bacd-c69bfdcbd5e8_Enabled">
    <vt:lpwstr>true</vt:lpwstr>
  </property>
  <property fmtid="{D5CDD505-2E9C-101B-9397-08002B2CF9AE}" pid="11" name="MSIP_Label_d546e5e1-5d42-4630-bacd-c69bfdcbd5e8_SetDate">
    <vt:lpwstr>2021-04-18T09:56:59Z</vt:lpwstr>
  </property>
  <property fmtid="{D5CDD505-2E9C-101B-9397-08002B2CF9AE}" pid="12" name="MSIP_Label_d546e5e1-5d42-4630-bacd-c69bfdcbd5e8_Method">
    <vt:lpwstr>Standard</vt:lpwstr>
  </property>
  <property fmtid="{D5CDD505-2E9C-101B-9397-08002B2CF9AE}" pid="13" name="MSIP_Label_d546e5e1-5d42-4630-bacd-c69bfdcbd5e8_Name">
    <vt:lpwstr>d546e5e1-5d42-4630-bacd-c69bfdcbd5e8</vt:lpwstr>
  </property>
  <property fmtid="{D5CDD505-2E9C-101B-9397-08002B2CF9AE}" pid="14" name="MSIP_Label_d546e5e1-5d42-4630-bacd-c69bfdcbd5e8_SiteId">
    <vt:lpwstr>96ece526-9c7d-48b0-8daf-8b93c90a5d18</vt:lpwstr>
  </property>
  <property fmtid="{D5CDD505-2E9C-101B-9397-08002B2CF9AE}" pid="15" name="MSIP_Label_d546e5e1-5d42-4630-bacd-c69bfdcbd5e8_ActionId">
    <vt:lpwstr>d53c6399-737b-413e-a527-76314349be7d</vt:lpwstr>
  </property>
  <property fmtid="{D5CDD505-2E9C-101B-9397-08002B2CF9AE}" pid="16" name="MSIP_Label_d546e5e1-5d42-4630-bacd-c69bfdcbd5e8_ContentBits">
    <vt:lpwstr>0</vt:lpwstr>
  </property>
  <property fmtid="{D5CDD505-2E9C-101B-9397-08002B2CF9AE}" pid="17" name="SmartTag">
    <vt:lpwstr>4</vt:lpwstr>
  </property>
  <property fmtid="{D5CDD505-2E9C-101B-9397-08002B2CF9AE}" pid="18" name="MediaServiceImageTags">
    <vt:lpwstr/>
  </property>
  <property fmtid="{D5CDD505-2E9C-101B-9397-08002B2CF9AE}" pid="19" name="Order">
    <vt:r8>549800</vt:r8>
  </property>
  <property fmtid="{D5CDD505-2E9C-101B-9397-08002B2CF9AE}" pid="20" name="xd_Signature">
    <vt:bool>false</vt:bool>
  </property>
  <property fmtid="{D5CDD505-2E9C-101B-9397-08002B2CF9AE}" pid="21" name="xd_ProgID">
    <vt:lpwstr/>
  </property>
  <property fmtid="{D5CDD505-2E9C-101B-9397-08002B2CF9AE}" pid="22" name="ComplianceAssetId">
    <vt:lpwstr/>
  </property>
  <property fmtid="{D5CDD505-2E9C-101B-9397-08002B2CF9AE}" pid="23" name="TemplateUrl">
    <vt:lpwstr/>
  </property>
  <property fmtid="{D5CDD505-2E9C-101B-9397-08002B2CF9AE}" pid="24" name="_ExtendedDescription">
    <vt:lpwstr/>
  </property>
  <property fmtid="{D5CDD505-2E9C-101B-9397-08002B2CF9AE}" pid="25" name="TriggerFlowInfo">
    <vt:lpwstr/>
  </property>
</Properties>
</file>