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heme/theme6.xml" ContentType="application/vnd.openxmlformats-officedocument.theme+xml"/>
  <Override PartName="/ppt/tags/tag39.xml" ContentType="application/vnd.openxmlformats-officedocument.presentationml.tags+xml"/>
  <Override PartName="/ppt/theme/theme7.xml" ContentType="application/vnd.openxmlformats-officedocument.theme+xml"/>
  <Override PartName="/ppt/tags/tag40.xml" ContentType="application/vnd.openxmlformats-officedocument.presentationml.tags+xml"/>
  <Override PartName="/ppt/tags/tag4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3" r:id="rId6"/>
    <p:sldMasterId id="2147483665" r:id="rId7"/>
    <p:sldMasterId id="2147483671" r:id="rId8"/>
    <p:sldMasterId id="2147483676" r:id="rId9"/>
  </p:sldMasterIdLst>
  <p:notesMasterIdLst>
    <p:notesMasterId r:id="rId116"/>
  </p:notesMasterIdLst>
  <p:handoutMasterIdLst>
    <p:handoutMasterId r:id="rId117"/>
  </p:handoutMasterIdLst>
  <p:sldIdLst>
    <p:sldId id="256" r:id="rId10"/>
    <p:sldId id="825" r:id="rId11"/>
    <p:sldId id="438" r:id="rId12"/>
    <p:sldId id="957" r:id="rId13"/>
    <p:sldId id="956" r:id="rId14"/>
    <p:sldId id="1990" r:id="rId15"/>
    <p:sldId id="986" r:id="rId16"/>
    <p:sldId id="858" r:id="rId17"/>
    <p:sldId id="859" r:id="rId18"/>
    <p:sldId id="860" r:id="rId19"/>
    <p:sldId id="856" r:id="rId20"/>
    <p:sldId id="972" r:id="rId21"/>
    <p:sldId id="973" r:id="rId22"/>
    <p:sldId id="975" r:id="rId23"/>
    <p:sldId id="1991" r:id="rId24"/>
    <p:sldId id="891" r:id="rId25"/>
    <p:sldId id="893" r:id="rId26"/>
    <p:sldId id="894" r:id="rId27"/>
    <p:sldId id="959" r:id="rId28"/>
    <p:sldId id="895" r:id="rId29"/>
    <p:sldId id="2004" r:id="rId30"/>
    <p:sldId id="890" r:id="rId31"/>
    <p:sldId id="2009" r:id="rId32"/>
    <p:sldId id="2005" r:id="rId33"/>
    <p:sldId id="976" r:id="rId34"/>
    <p:sldId id="978" r:id="rId35"/>
    <p:sldId id="983" r:id="rId36"/>
    <p:sldId id="1992" r:id="rId37"/>
    <p:sldId id="905" r:id="rId38"/>
    <p:sldId id="971" r:id="rId39"/>
    <p:sldId id="906" r:id="rId40"/>
    <p:sldId id="907" r:id="rId41"/>
    <p:sldId id="908" r:id="rId42"/>
    <p:sldId id="909" r:id="rId43"/>
    <p:sldId id="1993" r:id="rId44"/>
    <p:sldId id="903" r:id="rId45"/>
    <p:sldId id="910" r:id="rId46"/>
    <p:sldId id="911" r:id="rId47"/>
    <p:sldId id="912" r:id="rId48"/>
    <p:sldId id="913" r:id="rId49"/>
    <p:sldId id="977" r:id="rId50"/>
    <p:sldId id="984" r:id="rId51"/>
    <p:sldId id="985" r:id="rId52"/>
    <p:sldId id="1995" r:id="rId53"/>
    <p:sldId id="950" r:id="rId54"/>
    <p:sldId id="951" r:id="rId55"/>
    <p:sldId id="952" r:id="rId56"/>
    <p:sldId id="953" r:id="rId57"/>
    <p:sldId id="955" r:id="rId58"/>
    <p:sldId id="954" r:id="rId59"/>
    <p:sldId id="970" r:id="rId60"/>
    <p:sldId id="1996" r:id="rId61"/>
    <p:sldId id="916" r:id="rId62"/>
    <p:sldId id="917" r:id="rId63"/>
    <p:sldId id="918" r:id="rId64"/>
    <p:sldId id="919" r:id="rId65"/>
    <p:sldId id="920" r:id="rId66"/>
    <p:sldId id="980" r:id="rId67"/>
    <p:sldId id="981" r:id="rId68"/>
    <p:sldId id="1997" r:id="rId69"/>
    <p:sldId id="892" r:id="rId70"/>
    <p:sldId id="902" r:id="rId71"/>
    <p:sldId id="1998" r:id="rId72"/>
    <p:sldId id="845" r:id="rId73"/>
    <p:sldId id="846" r:id="rId74"/>
    <p:sldId id="847" r:id="rId75"/>
    <p:sldId id="848" r:id="rId76"/>
    <p:sldId id="849" r:id="rId77"/>
    <p:sldId id="850" r:id="rId78"/>
    <p:sldId id="851" r:id="rId79"/>
    <p:sldId id="852" r:id="rId80"/>
    <p:sldId id="853" r:id="rId81"/>
    <p:sldId id="854" r:id="rId82"/>
    <p:sldId id="855" r:id="rId83"/>
    <p:sldId id="1999" r:id="rId84"/>
    <p:sldId id="870" r:id="rId85"/>
    <p:sldId id="871" r:id="rId86"/>
    <p:sldId id="872" r:id="rId87"/>
    <p:sldId id="873" r:id="rId88"/>
    <p:sldId id="874" r:id="rId89"/>
    <p:sldId id="877" r:id="rId90"/>
    <p:sldId id="875" r:id="rId91"/>
    <p:sldId id="876" r:id="rId92"/>
    <p:sldId id="878" r:id="rId93"/>
    <p:sldId id="868" r:id="rId94"/>
    <p:sldId id="2000" r:id="rId95"/>
    <p:sldId id="880" r:id="rId96"/>
    <p:sldId id="881" r:id="rId97"/>
    <p:sldId id="921" r:id="rId98"/>
    <p:sldId id="2001" r:id="rId99"/>
    <p:sldId id="884" r:id="rId100"/>
    <p:sldId id="885" r:id="rId101"/>
    <p:sldId id="882" r:id="rId102"/>
    <p:sldId id="888" r:id="rId103"/>
    <p:sldId id="889" r:id="rId104"/>
    <p:sldId id="886" r:id="rId105"/>
    <p:sldId id="887" r:id="rId106"/>
    <p:sldId id="982" r:id="rId107"/>
    <p:sldId id="2002" r:id="rId108"/>
    <p:sldId id="471" r:id="rId109"/>
    <p:sldId id="2006" r:id="rId110"/>
    <p:sldId id="863" r:id="rId111"/>
    <p:sldId id="865" r:id="rId112"/>
    <p:sldId id="864" r:id="rId113"/>
    <p:sldId id="2003" r:id="rId114"/>
    <p:sldId id="842"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0F3FD89-3E22-E6AF-191F-B6EAC9BD42E0}" name="Lohakare, Amit" initials="LA" userId="S::AmitHiramanjiLohakare.Lohakare@Honeywell.com::d0c59914-2652-45d2-9cc8-c7584646f742" providerId="AD"/>
  <p188:author id="{8B045ECA-DB19-16EB-47E4-9566064D1C23}" name="Navaskhan, Salim (TC02)" initials="NS(" userId="S::Salim.Navaskhan@Honeywell.com::bf4bdd0b-c749-4d0a-89a9-5bb18547fa40" providerId="AD"/>
  <p188:author id="{BD673AD0-305F-B3BD-6546-DB813CCDBACF}" name="Alam, Naushad" initials="AN" userId="S::naushad.alam@honeywell.com::29d02005-c929-4d9d-bcfd-7988fbb13f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68BD05-03D4-46D5-84FE-B33475BA188C}" v="4" dt="2024-05-24T09:14:30.248"/>
    <p1510:client id="{B6507157-D93E-4546-9967-EC6320F70F66}" v="47" dt="2024-05-24T07:36:43.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7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117" Type="http://schemas.openxmlformats.org/officeDocument/2006/relationships/handoutMaster" Target="handoutMasters/handoutMaster1.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12" Type="http://schemas.openxmlformats.org/officeDocument/2006/relationships/slide" Target="slides/slide103.xml"/><Relationship Id="rId16" Type="http://schemas.openxmlformats.org/officeDocument/2006/relationships/slide" Target="slides/slide7.xml"/><Relationship Id="rId107" Type="http://schemas.openxmlformats.org/officeDocument/2006/relationships/slide" Target="slides/slide98.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123" Type="http://schemas.microsoft.com/office/2015/10/relationships/revisionInfo" Target="revisionInfo.xml"/><Relationship Id="rId5" Type="http://schemas.openxmlformats.org/officeDocument/2006/relationships/slideMaster" Target="slideMasters/slideMaster1.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113" Type="http://schemas.openxmlformats.org/officeDocument/2006/relationships/slide" Target="slides/slide104.xml"/><Relationship Id="rId118" Type="http://schemas.openxmlformats.org/officeDocument/2006/relationships/presProps" Target="presProps.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slide" Target="slides/slide94.xml"/><Relationship Id="rId108" Type="http://schemas.openxmlformats.org/officeDocument/2006/relationships/slide" Target="slides/slide99.xml"/><Relationship Id="rId124" Type="http://schemas.microsoft.com/office/2018/10/relationships/authors" Target="authors.xml"/><Relationship Id="rId54" Type="http://schemas.openxmlformats.org/officeDocument/2006/relationships/slide" Target="slides/slide45.xml"/><Relationship Id="rId70" Type="http://schemas.openxmlformats.org/officeDocument/2006/relationships/slide" Target="slides/slide61.xml"/><Relationship Id="rId75" Type="http://schemas.openxmlformats.org/officeDocument/2006/relationships/slide" Target="slides/slide66.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customXml" Target="../customXml/item1.xml"/><Relationship Id="rId6" Type="http://schemas.openxmlformats.org/officeDocument/2006/relationships/slideMaster" Target="slideMasters/slideMaster2.xml"/><Relationship Id="rId23" Type="http://schemas.openxmlformats.org/officeDocument/2006/relationships/slide" Target="slides/slide14.xml"/><Relationship Id="rId28" Type="http://schemas.openxmlformats.org/officeDocument/2006/relationships/slide" Target="slides/slide19.xml"/><Relationship Id="rId49" Type="http://schemas.openxmlformats.org/officeDocument/2006/relationships/slide" Target="slides/slide40.xml"/><Relationship Id="rId114" Type="http://schemas.openxmlformats.org/officeDocument/2006/relationships/slide" Target="slides/slide105.xml"/><Relationship Id="rId119" Type="http://schemas.openxmlformats.org/officeDocument/2006/relationships/viewProps" Target="viewProps.xml"/><Relationship Id="rId44" Type="http://schemas.openxmlformats.org/officeDocument/2006/relationships/slide" Target="slides/slide35.xml"/><Relationship Id="rId60" Type="http://schemas.openxmlformats.org/officeDocument/2006/relationships/slide" Target="slides/slide51.xml"/><Relationship Id="rId65" Type="http://schemas.openxmlformats.org/officeDocument/2006/relationships/slide" Target="slides/slide56.xml"/><Relationship Id="rId81" Type="http://schemas.openxmlformats.org/officeDocument/2006/relationships/slide" Target="slides/slide72.xml"/><Relationship Id="rId86" Type="http://schemas.openxmlformats.org/officeDocument/2006/relationships/slide" Target="slides/slide77.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109" Type="http://schemas.openxmlformats.org/officeDocument/2006/relationships/slide" Target="slides/slide10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slide" Target="slides/slide95.xml"/><Relationship Id="rId120" Type="http://schemas.openxmlformats.org/officeDocument/2006/relationships/theme" Target="theme/theme1.xml"/><Relationship Id="rId7" Type="http://schemas.openxmlformats.org/officeDocument/2006/relationships/slideMaster" Target="slideMasters/slideMaster3.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110" Type="http://schemas.openxmlformats.org/officeDocument/2006/relationships/slide" Target="slides/slide101.xml"/><Relationship Id="rId115" Type="http://schemas.openxmlformats.org/officeDocument/2006/relationships/slide" Target="slides/slide106.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slide" Target="slides/slide96.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121"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 Id="rId116" Type="http://schemas.openxmlformats.org/officeDocument/2006/relationships/notesMaster" Target="notesMasters/notesMaster1.xml"/><Relationship Id="rId20" Type="http://schemas.openxmlformats.org/officeDocument/2006/relationships/slide" Target="slides/slide11.xml"/><Relationship Id="rId41" Type="http://schemas.openxmlformats.org/officeDocument/2006/relationships/slide" Target="slides/slide32.xml"/><Relationship Id="rId62" Type="http://schemas.openxmlformats.org/officeDocument/2006/relationships/slide" Target="slides/slide53.xml"/><Relationship Id="rId83" Type="http://schemas.openxmlformats.org/officeDocument/2006/relationships/slide" Target="slides/slide74.xml"/><Relationship Id="rId88" Type="http://schemas.openxmlformats.org/officeDocument/2006/relationships/slide" Target="slides/slide79.xml"/><Relationship Id="rId111" Type="http://schemas.openxmlformats.org/officeDocument/2006/relationships/slide" Target="slides/slide102.xml"/><Relationship Id="rId15" Type="http://schemas.openxmlformats.org/officeDocument/2006/relationships/slide" Target="slides/slide6.xml"/><Relationship Id="rId36" Type="http://schemas.openxmlformats.org/officeDocument/2006/relationships/slide" Target="slides/slide27.xml"/><Relationship Id="rId57" Type="http://schemas.openxmlformats.org/officeDocument/2006/relationships/slide" Target="slides/slide48.xml"/><Relationship Id="rId106" Type="http://schemas.openxmlformats.org/officeDocument/2006/relationships/slide" Target="slides/slide97.xml"/><Relationship Id="rId10" Type="http://schemas.openxmlformats.org/officeDocument/2006/relationships/slide" Target="slides/slide1.xml"/><Relationship Id="rId31" Type="http://schemas.openxmlformats.org/officeDocument/2006/relationships/slide" Target="slides/slide22.xml"/><Relationship Id="rId52" Type="http://schemas.openxmlformats.org/officeDocument/2006/relationships/slide" Target="slides/slide43.xml"/><Relationship Id="rId73" Type="http://schemas.openxmlformats.org/officeDocument/2006/relationships/slide" Target="slides/slide64.xml"/><Relationship Id="rId78" Type="http://schemas.openxmlformats.org/officeDocument/2006/relationships/slide" Target="slides/slide69.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savan, Suresh" userId="249a176b-f49f-4de8-94ee-502d27afd651" providerId="ADAL" clId="{6468BD05-03D4-46D5-84FE-B33475BA188C}"/>
    <pc:docChg chg="custSel modSld">
      <pc:chgData name="Kesavan, Suresh" userId="249a176b-f49f-4de8-94ee-502d27afd651" providerId="ADAL" clId="{6468BD05-03D4-46D5-84FE-B33475BA188C}" dt="2024-05-24T09:22:59.774" v="22" actId="478"/>
      <pc:docMkLst>
        <pc:docMk/>
      </pc:docMkLst>
      <pc:sldChg chg="modSp mod">
        <pc:chgData name="Kesavan, Suresh" userId="249a176b-f49f-4de8-94ee-502d27afd651" providerId="ADAL" clId="{6468BD05-03D4-46D5-84FE-B33475BA188C}" dt="2024-05-24T09:12:39.846" v="21" actId="6549"/>
        <pc:sldMkLst>
          <pc:docMk/>
          <pc:sldMk cId="2376356744" sldId="256"/>
        </pc:sldMkLst>
        <pc:spChg chg="mod">
          <ac:chgData name="Kesavan, Suresh" userId="249a176b-f49f-4de8-94ee-502d27afd651" providerId="ADAL" clId="{6468BD05-03D4-46D5-84FE-B33475BA188C}" dt="2024-05-24T09:12:39.846" v="21" actId="6549"/>
          <ac:spMkLst>
            <pc:docMk/>
            <pc:sldMk cId="2376356744" sldId="256"/>
            <ac:spMk id="2" creationId="{00000000-0000-0000-0000-000000000000}"/>
          </ac:spMkLst>
        </pc:spChg>
      </pc:sldChg>
      <pc:sldChg chg="delSp mod">
        <pc:chgData name="Kesavan, Suresh" userId="249a176b-f49f-4de8-94ee-502d27afd651" providerId="ADAL" clId="{6468BD05-03D4-46D5-84FE-B33475BA188C}" dt="2024-05-24T09:22:59.774" v="22" actId="478"/>
        <pc:sldMkLst>
          <pc:docMk/>
          <pc:sldMk cId="4021265949" sldId="825"/>
        </pc:sldMkLst>
        <pc:spChg chg="del">
          <ac:chgData name="Kesavan, Suresh" userId="249a176b-f49f-4de8-94ee-502d27afd651" providerId="ADAL" clId="{6468BD05-03D4-46D5-84FE-B33475BA188C}" dt="2024-05-24T09:22:59.774" v="22" actId="478"/>
          <ac:spMkLst>
            <pc:docMk/>
            <pc:sldMk cId="4021265949" sldId="825"/>
            <ac:spMk id="3" creationId="{428974C3-6468-4082-A516-D9E5E42DB926}"/>
          </ac:spMkLst>
        </pc:spChg>
      </pc:sldChg>
    </pc:docChg>
  </pc:docChgLst>
  <pc:docChgLst>
    <pc:chgData name="Kesavan, Suresh" userId="249a176b-f49f-4de8-94ee-502d27afd651" providerId="ADAL" clId="{4A28CC94-0B8D-44FE-B11A-5F284ADDC8B4}"/>
    <pc:docChg chg="">
      <pc:chgData name="Kesavan, Suresh" userId="249a176b-f49f-4de8-94ee-502d27afd651" providerId="ADAL" clId="{4A28CC94-0B8D-44FE-B11A-5F284ADDC8B4}" dt="2024-04-15T11:55:56.104" v="0"/>
      <pc:docMkLst>
        <pc:docMk/>
      </pc:docMkLst>
      <pc:sldChg chg="delCm">
        <pc:chgData name="Kesavan, Suresh" userId="249a176b-f49f-4de8-94ee-502d27afd651" providerId="ADAL" clId="{4A28CC94-0B8D-44FE-B11A-5F284ADDC8B4}" dt="2024-04-15T11:55:56.104" v="0"/>
        <pc:sldMkLst>
          <pc:docMk/>
          <pc:sldMk cId="2376356744" sldId="256"/>
        </pc:sldMkLst>
        <pc:extLst>
          <p:ext xmlns:p="http://schemas.openxmlformats.org/presentationml/2006/main" uri="{D6D511B9-2390-475A-947B-AFAB55BFBCF1}">
            <pc226:cmChg xmlns:pc226="http://schemas.microsoft.com/office/powerpoint/2022/06/main/command" chg="del">
              <pc226:chgData name="Kesavan, Suresh" userId="249a176b-f49f-4de8-94ee-502d27afd651" providerId="ADAL" clId="{4A28CC94-0B8D-44FE-B11A-5F284ADDC8B4}" dt="2024-04-15T11:55:56.104" v="0"/>
              <pc2:cmMkLst xmlns:pc2="http://schemas.microsoft.com/office/powerpoint/2019/9/main/command">
                <pc:docMk/>
                <pc:sldMk cId="2376356744" sldId="256"/>
                <pc2:cmMk id="{E1F4E8D9-13CD-431C-94AF-48AEB45E9707}"/>
              </pc2:cmMkLst>
            </pc226:cmChg>
          </p:ext>
        </pc:extLst>
      </pc:sldChg>
    </pc:docChg>
  </pc:docChgLst>
  <pc:docChgLst>
    <pc:chgData name="Lohakare, Amit" userId="d0c59914-2652-45d2-9cc8-c7584646f742" providerId="ADAL" clId="{F32CD5EA-07C2-452A-81A1-8D43A13F5428}"/>
    <pc:docChg chg="undo redo custSel addSld modSld modSection">
      <pc:chgData name="Lohakare, Amit" userId="d0c59914-2652-45d2-9cc8-c7584646f742" providerId="ADAL" clId="{F32CD5EA-07C2-452A-81A1-8D43A13F5428}" dt="2024-03-24T13:54:46.264" v="643"/>
      <pc:docMkLst>
        <pc:docMk/>
      </pc:docMkLst>
      <pc:sldChg chg="modSp mod modCm">
        <pc:chgData name="Lohakare, Amit" userId="d0c59914-2652-45d2-9cc8-c7584646f742" providerId="ADAL" clId="{F32CD5EA-07C2-452A-81A1-8D43A13F5428}" dt="2024-03-24T11:12:57.909" v="50" actId="20577"/>
        <pc:sldMkLst>
          <pc:docMk/>
          <pc:sldMk cId="2376356744" sldId="256"/>
        </pc:sldMkLst>
        <pc:spChg chg="mod">
          <ac:chgData name="Lohakare, Amit" userId="d0c59914-2652-45d2-9cc8-c7584646f742" providerId="ADAL" clId="{F32CD5EA-07C2-452A-81A1-8D43A13F5428}" dt="2024-03-24T11:12:57.909" v="50" actId="20577"/>
          <ac:spMkLst>
            <pc:docMk/>
            <pc:sldMk cId="2376356744" sldId="256"/>
            <ac:spMk id="2" creationId="{00000000-0000-0000-0000-000000000000}"/>
          </ac:spMkLst>
        </pc:spChg>
        <pc:spChg chg="mod">
          <ac:chgData name="Lohakare, Amit" userId="d0c59914-2652-45d2-9cc8-c7584646f742" providerId="ADAL" clId="{F32CD5EA-07C2-452A-81A1-8D43A13F5428}" dt="2024-03-24T11:12:31.466" v="5" actId="20577"/>
          <ac:spMkLst>
            <pc:docMk/>
            <pc:sldMk cId="2376356744" sldId="256"/>
            <ac:spMk id="3" creationId="{00000000-0000-0000-0000-000000000000}"/>
          </ac:spMkLst>
        </pc:spChg>
        <pc:extLst>
          <p:ext xmlns:p="http://schemas.openxmlformats.org/presentationml/2006/main" uri="{D6D511B9-2390-475A-947B-AFAB55BFBCF1}">
            <pc226:cmChg xmlns:pc226="http://schemas.microsoft.com/office/powerpoint/2022/06/main/command" chg="mod">
              <pc226:chgData name="Lohakare, Amit" userId="d0c59914-2652-45d2-9cc8-c7584646f742" providerId="ADAL" clId="{F32CD5EA-07C2-452A-81A1-8D43A13F5428}" dt="2024-03-24T11:12:57.909" v="50" actId="20577"/>
              <pc2:cmMkLst xmlns:pc2="http://schemas.microsoft.com/office/powerpoint/2019/9/main/command">
                <pc:docMk/>
                <pc:sldMk cId="2376356744" sldId="256"/>
                <pc2:cmMk id="{E1F4E8D9-13CD-431C-94AF-48AEB45E9707}"/>
              </pc2:cmMkLst>
            </pc226:cmChg>
          </p:ext>
        </pc:extLst>
      </pc:sldChg>
      <pc:sldChg chg="modSp mod">
        <pc:chgData name="Lohakare, Amit" userId="d0c59914-2652-45d2-9cc8-c7584646f742" providerId="ADAL" clId="{F32CD5EA-07C2-452A-81A1-8D43A13F5428}" dt="2024-03-24T12:52:32.810" v="94"/>
        <pc:sldMkLst>
          <pc:docMk/>
          <pc:sldMk cId="809690931" sldId="266"/>
        </pc:sldMkLst>
        <pc:spChg chg="mod">
          <ac:chgData name="Lohakare, Amit" userId="d0c59914-2652-45d2-9cc8-c7584646f742" providerId="ADAL" clId="{F32CD5EA-07C2-452A-81A1-8D43A13F5428}" dt="2024-03-24T12:52:32.810" v="94"/>
          <ac:spMkLst>
            <pc:docMk/>
            <pc:sldMk cId="809690931" sldId="266"/>
            <ac:spMk id="5" creationId="{00000000-0000-0000-0000-000000000000}"/>
          </ac:spMkLst>
        </pc:spChg>
      </pc:sldChg>
      <pc:sldChg chg="modSp mod">
        <pc:chgData name="Lohakare, Amit" userId="d0c59914-2652-45d2-9cc8-c7584646f742" providerId="ADAL" clId="{F32CD5EA-07C2-452A-81A1-8D43A13F5428}" dt="2024-03-24T12:52:56.210" v="121" actId="20577"/>
        <pc:sldMkLst>
          <pc:docMk/>
          <pc:sldMk cId="3041054638" sldId="538"/>
        </pc:sldMkLst>
        <pc:spChg chg="mod">
          <ac:chgData name="Lohakare, Amit" userId="d0c59914-2652-45d2-9cc8-c7584646f742" providerId="ADAL" clId="{F32CD5EA-07C2-452A-81A1-8D43A13F5428}" dt="2024-03-24T12:52:56.210" v="121" actId="20577"/>
          <ac:spMkLst>
            <pc:docMk/>
            <pc:sldMk cId="3041054638" sldId="538"/>
            <ac:spMk id="2" creationId="{8DD64707-8FB4-4837-8F2A-424463829031}"/>
          </ac:spMkLst>
        </pc:spChg>
      </pc:sldChg>
      <pc:sldChg chg="addSp delSp modSp mod modCm">
        <pc:chgData name="Lohakare, Amit" userId="d0c59914-2652-45d2-9cc8-c7584646f742" providerId="ADAL" clId="{F32CD5EA-07C2-452A-81A1-8D43A13F5428}" dt="2024-03-24T12:57:05.970" v="218"/>
        <pc:sldMkLst>
          <pc:docMk/>
          <pc:sldMk cId="455914289" sldId="539"/>
        </pc:sldMkLst>
        <pc:spChg chg="mod">
          <ac:chgData name="Lohakare, Amit" userId="d0c59914-2652-45d2-9cc8-c7584646f742" providerId="ADAL" clId="{F32CD5EA-07C2-452A-81A1-8D43A13F5428}" dt="2024-03-24T12:56:38.944" v="215" actId="122"/>
          <ac:spMkLst>
            <pc:docMk/>
            <pc:sldMk cId="455914289" sldId="539"/>
            <ac:spMk id="2" creationId="{B9353F1B-6376-441E-9B0B-A1647DB38846}"/>
          </ac:spMkLst>
        </pc:spChg>
        <pc:picChg chg="add mod">
          <ac:chgData name="Lohakare, Amit" userId="d0c59914-2652-45d2-9cc8-c7584646f742" providerId="ADAL" clId="{F32CD5EA-07C2-452A-81A1-8D43A13F5428}" dt="2024-03-24T12:56:54.720" v="217"/>
          <ac:picMkLst>
            <pc:docMk/>
            <pc:sldMk cId="455914289" sldId="539"/>
            <ac:picMk id="3" creationId="{2DDCD955-A4E3-A53A-155E-F49B5DA40562}"/>
          </ac:picMkLst>
        </pc:picChg>
        <pc:picChg chg="del">
          <ac:chgData name="Lohakare, Amit" userId="d0c59914-2652-45d2-9cc8-c7584646f742" providerId="ADAL" clId="{F32CD5EA-07C2-452A-81A1-8D43A13F5428}" dt="2024-03-24T12:56:47.979" v="216" actId="478"/>
          <ac:picMkLst>
            <pc:docMk/>
            <pc:sldMk cId="455914289" sldId="539"/>
            <ac:picMk id="5" creationId="{80F760AA-1A61-43A5-8344-9C73CC35C2AE}"/>
          </ac:picMkLst>
        </pc:picChg>
        <pc:picChg chg="add mod">
          <ac:chgData name="Lohakare, Amit" userId="d0c59914-2652-45d2-9cc8-c7584646f742" providerId="ADAL" clId="{F32CD5EA-07C2-452A-81A1-8D43A13F5428}" dt="2024-03-24T12:57:05.970" v="218"/>
          <ac:picMkLst>
            <pc:docMk/>
            <pc:sldMk cId="455914289" sldId="539"/>
            <ac:picMk id="6" creationId="{1E4A2BEE-AAEA-F53A-8E38-5946CF9959F1}"/>
          </ac:picMkLst>
        </pc:picChg>
        <pc:extLst>
          <p:ext xmlns:p="http://schemas.openxmlformats.org/presentationml/2006/main" uri="{D6D511B9-2390-475A-947B-AFAB55BFBCF1}">
            <pc226:cmChg xmlns:pc226="http://schemas.microsoft.com/office/powerpoint/2022/06/main/command" chg="mod">
              <pc226:chgData name="Lohakare, Amit" userId="d0c59914-2652-45d2-9cc8-c7584646f742" providerId="ADAL" clId="{F32CD5EA-07C2-452A-81A1-8D43A13F5428}" dt="2024-03-24T12:56:30.406" v="214" actId="20577"/>
              <pc2:cmMkLst xmlns:pc2="http://schemas.microsoft.com/office/powerpoint/2019/9/main/command">
                <pc:docMk/>
                <pc:sldMk cId="455914289" sldId="539"/>
                <pc2:cmMk id="{10A73C1E-9239-42B3-93F9-7E3302A5D215}"/>
              </pc2:cmMkLst>
            </pc226:cmChg>
          </p:ext>
        </pc:extLst>
      </pc:sldChg>
      <pc:sldChg chg="modSp mod">
        <pc:chgData name="Lohakare, Amit" userId="d0c59914-2652-45d2-9cc8-c7584646f742" providerId="ADAL" clId="{F32CD5EA-07C2-452A-81A1-8D43A13F5428}" dt="2024-03-24T12:59:08.351" v="263" actId="20577"/>
        <pc:sldMkLst>
          <pc:docMk/>
          <pc:sldMk cId="285090969" sldId="540"/>
        </pc:sldMkLst>
        <pc:spChg chg="mod">
          <ac:chgData name="Lohakare, Amit" userId="d0c59914-2652-45d2-9cc8-c7584646f742" providerId="ADAL" clId="{F32CD5EA-07C2-452A-81A1-8D43A13F5428}" dt="2024-03-24T12:59:08.351" v="263" actId="20577"/>
          <ac:spMkLst>
            <pc:docMk/>
            <pc:sldMk cId="285090969" sldId="540"/>
            <ac:spMk id="3" creationId="{DE9843D5-B717-4BF2-AF6E-91D4CD0626D1}"/>
          </ac:spMkLst>
        </pc:spChg>
      </pc:sldChg>
      <pc:sldChg chg="addSp delSp modSp mod">
        <pc:chgData name="Lohakare, Amit" userId="d0c59914-2652-45d2-9cc8-c7584646f742" providerId="ADAL" clId="{F32CD5EA-07C2-452A-81A1-8D43A13F5428}" dt="2024-03-24T13:01:19.007" v="302"/>
        <pc:sldMkLst>
          <pc:docMk/>
          <pc:sldMk cId="1095965356" sldId="545"/>
        </pc:sldMkLst>
        <pc:picChg chg="add mod">
          <ac:chgData name="Lohakare, Amit" userId="d0c59914-2652-45d2-9cc8-c7584646f742" providerId="ADAL" clId="{F32CD5EA-07C2-452A-81A1-8D43A13F5428}" dt="2024-03-24T13:01:11.648" v="301"/>
          <ac:picMkLst>
            <pc:docMk/>
            <pc:sldMk cId="1095965356" sldId="545"/>
            <ac:picMk id="3" creationId="{BE737157-625E-69AD-0C63-30D536052EAE}"/>
          </ac:picMkLst>
        </pc:picChg>
        <pc:picChg chg="add mod">
          <ac:chgData name="Lohakare, Amit" userId="d0c59914-2652-45d2-9cc8-c7584646f742" providerId="ADAL" clId="{F32CD5EA-07C2-452A-81A1-8D43A13F5428}" dt="2024-03-24T13:01:19.007" v="302"/>
          <ac:picMkLst>
            <pc:docMk/>
            <pc:sldMk cId="1095965356" sldId="545"/>
            <ac:picMk id="6" creationId="{4FAD2565-F190-AF3E-A4DA-E7EFA5388810}"/>
          </ac:picMkLst>
        </pc:picChg>
        <pc:picChg chg="del">
          <ac:chgData name="Lohakare, Amit" userId="d0c59914-2652-45d2-9cc8-c7584646f742" providerId="ADAL" clId="{F32CD5EA-07C2-452A-81A1-8D43A13F5428}" dt="2024-03-24T13:01:10.432" v="300" actId="478"/>
          <ac:picMkLst>
            <pc:docMk/>
            <pc:sldMk cId="1095965356" sldId="545"/>
            <ac:picMk id="67" creationId="{E4460299-A22D-4409-964D-B69A0D506A25}"/>
          </ac:picMkLst>
        </pc:picChg>
      </pc:sldChg>
      <pc:sldChg chg="modSp mod">
        <pc:chgData name="Lohakare, Amit" userId="d0c59914-2652-45d2-9cc8-c7584646f742" providerId="ADAL" clId="{F32CD5EA-07C2-452A-81A1-8D43A13F5428}" dt="2024-03-24T13:02:25.899" v="310" actId="20577"/>
        <pc:sldMkLst>
          <pc:docMk/>
          <pc:sldMk cId="1299606018" sldId="547"/>
        </pc:sldMkLst>
        <pc:spChg chg="mod">
          <ac:chgData name="Lohakare, Amit" userId="d0c59914-2652-45d2-9cc8-c7584646f742" providerId="ADAL" clId="{F32CD5EA-07C2-452A-81A1-8D43A13F5428}" dt="2024-03-24T13:02:25.899" v="310" actId="20577"/>
          <ac:spMkLst>
            <pc:docMk/>
            <pc:sldMk cId="1299606018" sldId="547"/>
            <ac:spMk id="2" creationId="{585E1320-2529-4064-9439-E0AD406D9E84}"/>
          </ac:spMkLst>
        </pc:spChg>
      </pc:sldChg>
      <pc:sldChg chg="modSp mod">
        <pc:chgData name="Lohakare, Amit" userId="d0c59914-2652-45d2-9cc8-c7584646f742" providerId="ADAL" clId="{F32CD5EA-07C2-452A-81A1-8D43A13F5428}" dt="2024-03-24T12:54:00.962" v="190"/>
        <pc:sldMkLst>
          <pc:docMk/>
          <pc:sldMk cId="3744329296" sldId="552"/>
        </pc:sldMkLst>
        <pc:spChg chg="mod">
          <ac:chgData name="Lohakare, Amit" userId="d0c59914-2652-45d2-9cc8-c7584646f742" providerId="ADAL" clId="{F32CD5EA-07C2-452A-81A1-8D43A13F5428}" dt="2024-03-24T12:54:00.962" v="190"/>
          <ac:spMkLst>
            <pc:docMk/>
            <pc:sldMk cId="3744329296" sldId="552"/>
            <ac:spMk id="3" creationId="{FB402644-EB69-491D-856F-6DC8A5EC8E98}"/>
          </ac:spMkLst>
        </pc:spChg>
      </pc:sldChg>
      <pc:sldChg chg="modSp mod">
        <pc:chgData name="Lohakare, Amit" userId="d0c59914-2652-45d2-9cc8-c7584646f742" providerId="ADAL" clId="{F32CD5EA-07C2-452A-81A1-8D43A13F5428}" dt="2024-03-24T12:55:03.178" v="203"/>
        <pc:sldMkLst>
          <pc:docMk/>
          <pc:sldMk cId="3453583063" sldId="554"/>
        </pc:sldMkLst>
        <pc:spChg chg="mod">
          <ac:chgData name="Lohakare, Amit" userId="d0c59914-2652-45d2-9cc8-c7584646f742" providerId="ADAL" clId="{F32CD5EA-07C2-452A-81A1-8D43A13F5428}" dt="2024-03-24T12:54:39.742" v="200"/>
          <ac:spMkLst>
            <pc:docMk/>
            <pc:sldMk cId="3453583063" sldId="554"/>
            <ac:spMk id="2" creationId="{106AFD28-67CD-4096-9AF0-42E844D5099C}"/>
          </ac:spMkLst>
        </pc:spChg>
        <pc:spChg chg="mod">
          <ac:chgData name="Lohakare, Amit" userId="d0c59914-2652-45d2-9cc8-c7584646f742" providerId="ADAL" clId="{F32CD5EA-07C2-452A-81A1-8D43A13F5428}" dt="2024-03-24T12:55:03.178" v="203"/>
          <ac:spMkLst>
            <pc:docMk/>
            <pc:sldMk cId="3453583063" sldId="554"/>
            <ac:spMk id="3" creationId="{60C088D1-3B30-47D7-ABCC-7C97C262C4C7}"/>
          </ac:spMkLst>
        </pc:spChg>
      </pc:sldChg>
      <pc:sldChg chg="modSp mod">
        <pc:chgData name="Lohakare, Amit" userId="d0c59914-2652-45d2-9cc8-c7584646f742" providerId="ADAL" clId="{F32CD5EA-07C2-452A-81A1-8D43A13F5428}" dt="2024-03-24T12:58:43.751" v="231" actId="20577"/>
        <pc:sldMkLst>
          <pc:docMk/>
          <pc:sldMk cId="265317705" sldId="616"/>
        </pc:sldMkLst>
        <pc:spChg chg="mod">
          <ac:chgData name="Lohakare, Amit" userId="d0c59914-2652-45d2-9cc8-c7584646f742" providerId="ADAL" clId="{F32CD5EA-07C2-452A-81A1-8D43A13F5428}" dt="2024-03-24T12:58:43.751" v="231" actId="20577"/>
          <ac:spMkLst>
            <pc:docMk/>
            <pc:sldMk cId="265317705" sldId="616"/>
            <ac:spMk id="2" creationId="{F91D499D-159C-49A6-A242-73B11799E0AA}"/>
          </ac:spMkLst>
        </pc:spChg>
      </pc:sldChg>
      <pc:sldChg chg="modSp mod">
        <pc:chgData name="Lohakare, Amit" userId="d0c59914-2652-45d2-9cc8-c7584646f742" providerId="ADAL" clId="{F32CD5EA-07C2-452A-81A1-8D43A13F5428}" dt="2024-03-24T12:59:51.838" v="299" actId="20577"/>
        <pc:sldMkLst>
          <pc:docMk/>
          <pc:sldMk cId="100113643" sldId="617"/>
        </pc:sldMkLst>
        <pc:spChg chg="mod">
          <ac:chgData name="Lohakare, Amit" userId="d0c59914-2652-45d2-9cc8-c7584646f742" providerId="ADAL" clId="{F32CD5EA-07C2-452A-81A1-8D43A13F5428}" dt="2024-03-24T12:59:51.838" v="299" actId="20577"/>
          <ac:spMkLst>
            <pc:docMk/>
            <pc:sldMk cId="100113643" sldId="617"/>
            <ac:spMk id="3" creationId="{2AE15501-FF02-4F9D-B592-ACEE78F6FDB5}"/>
          </ac:spMkLst>
        </pc:spChg>
      </pc:sldChg>
      <pc:sldChg chg="modSp mod">
        <pc:chgData name="Lohakare, Amit" userId="d0c59914-2652-45d2-9cc8-c7584646f742" providerId="ADAL" clId="{F32CD5EA-07C2-452A-81A1-8D43A13F5428}" dt="2024-03-24T13:01:56.265" v="304" actId="14826"/>
        <pc:sldMkLst>
          <pc:docMk/>
          <pc:sldMk cId="3633314723" sldId="619"/>
        </pc:sldMkLst>
        <pc:spChg chg="mod">
          <ac:chgData name="Lohakare, Amit" userId="d0c59914-2652-45d2-9cc8-c7584646f742" providerId="ADAL" clId="{F32CD5EA-07C2-452A-81A1-8D43A13F5428}" dt="2024-03-24T13:01:47.167" v="303"/>
          <ac:spMkLst>
            <pc:docMk/>
            <pc:sldMk cId="3633314723" sldId="619"/>
            <ac:spMk id="3" creationId="{FC14B7D6-5B28-4DFF-A9CB-74ED393B5F09}"/>
          </ac:spMkLst>
        </pc:spChg>
        <pc:picChg chg="mod">
          <ac:chgData name="Lohakare, Amit" userId="d0c59914-2652-45d2-9cc8-c7584646f742" providerId="ADAL" clId="{F32CD5EA-07C2-452A-81A1-8D43A13F5428}" dt="2024-03-24T13:01:56.265" v="304" actId="14826"/>
          <ac:picMkLst>
            <pc:docMk/>
            <pc:sldMk cId="3633314723" sldId="619"/>
            <ac:picMk id="6" creationId="{F759A568-4424-4927-8318-20E5ECBE3516}"/>
          </ac:picMkLst>
        </pc:picChg>
      </pc:sldChg>
      <pc:sldChg chg="modSp mod">
        <pc:chgData name="Lohakare, Amit" userId="d0c59914-2652-45d2-9cc8-c7584646f742" providerId="ADAL" clId="{F32CD5EA-07C2-452A-81A1-8D43A13F5428}" dt="2024-03-24T13:29:17.867" v="425" actId="14826"/>
        <pc:sldMkLst>
          <pc:docMk/>
          <pc:sldMk cId="1540346964" sldId="666"/>
        </pc:sldMkLst>
        <pc:picChg chg="mod">
          <ac:chgData name="Lohakare, Amit" userId="d0c59914-2652-45d2-9cc8-c7584646f742" providerId="ADAL" clId="{F32CD5EA-07C2-452A-81A1-8D43A13F5428}" dt="2024-03-24T13:29:17.867" v="425" actId="14826"/>
          <ac:picMkLst>
            <pc:docMk/>
            <pc:sldMk cId="1540346964" sldId="666"/>
            <ac:picMk id="8" creationId="{B90C28C7-D366-401D-9CBF-8DCBDFAFB8A4}"/>
          </ac:picMkLst>
        </pc:picChg>
      </pc:sldChg>
      <pc:sldChg chg="modSp mod">
        <pc:chgData name="Lohakare, Amit" userId="d0c59914-2652-45d2-9cc8-c7584646f742" providerId="ADAL" clId="{F32CD5EA-07C2-452A-81A1-8D43A13F5428}" dt="2024-03-24T13:30:44.902" v="432" actId="20577"/>
        <pc:sldMkLst>
          <pc:docMk/>
          <pc:sldMk cId="629219408" sldId="667"/>
        </pc:sldMkLst>
        <pc:spChg chg="mod">
          <ac:chgData name="Lohakare, Amit" userId="d0c59914-2652-45d2-9cc8-c7584646f742" providerId="ADAL" clId="{F32CD5EA-07C2-452A-81A1-8D43A13F5428}" dt="2024-03-24T13:30:44.902" v="432" actId="20577"/>
          <ac:spMkLst>
            <pc:docMk/>
            <pc:sldMk cId="629219408" sldId="667"/>
            <ac:spMk id="2" creationId="{464EE9BF-6660-4BBA-AC42-09D84C8C68F6}"/>
          </ac:spMkLst>
        </pc:spChg>
      </pc:sldChg>
      <pc:sldChg chg="modSp mod">
        <pc:chgData name="Lohakare, Amit" userId="d0c59914-2652-45d2-9cc8-c7584646f742" providerId="ADAL" clId="{F32CD5EA-07C2-452A-81A1-8D43A13F5428}" dt="2024-03-24T13:54:46.264" v="643"/>
        <pc:sldMkLst>
          <pc:docMk/>
          <pc:sldMk cId="905936130" sldId="669"/>
        </pc:sldMkLst>
        <pc:graphicFrameChg chg="mod modGraphic">
          <ac:chgData name="Lohakare, Amit" userId="d0c59914-2652-45d2-9cc8-c7584646f742" providerId="ADAL" clId="{F32CD5EA-07C2-452A-81A1-8D43A13F5428}" dt="2024-03-24T13:54:46.264" v="643"/>
          <ac:graphicFrameMkLst>
            <pc:docMk/>
            <pc:sldMk cId="905936130" sldId="669"/>
            <ac:graphicFrameMk id="6" creationId="{A5549CB0-2EC2-43B3-B567-BB5DAB8755EE}"/>
          </ac:graphicFrameMkLst>
        </pc:graphicFrameChg>
      </pc:sldChg>
      <pc:sldChg chg="modSp mod">
        <pc:chgData name="Lohakare, Amit" userId="d0c59914-2652-45d2-9cc8-c7584646f742" providerId="ADAL" clId="{F32CD5EA-07C2-452A-81A1-8D43A13F5428}" dt="2024-03-24T13:02:20.520" v="307" actId="20577"/>
        <pc:sldMkLst>
          <pc:docMk/>
          <pc:sldMk cId="2231072477" sldId="695"/>
        </pc:sldMkLst>
        <pc:spChg chg="mod">
          <ac:chgData name="Lohakare, Amit" userId="d0c59914-2652-45d2-9cc8-c7584646f742" providerId="ADAL" clId="{F32CD5EA-07C2-452A-81A1-8D43A13F5428}" dt="2024-03-24T13:02:20.520" v="307" actId="20577"/>
          <ac:spMkLst>
            <pc:docMk/>
            <pc:sldMk cId="2231072477" sldId="695"/>
            <ac:spMk id="2" creationId="{C8B84794-A609-4FD8-BD08-1D8A2403A71E}"/>
          </ac:spMkLst>
        </pc:spChg>
      </pc:sldChg>
      <pc:sldChg chg="modSp mod">
        <pc:chgData name="Lohakare, Amit" userId="d0c59914-2652-45d2-9cc8-c7584646f742" providerId="ADAL" clId="{F32CD5EA-07C2-452A-81A1-8D43A13F5428}" dt="2024-03-24T13:02:43.009" v="313" actId="20577"/>
        <pc:sldMkLst>
          <pc:docMk/>
          <pc:sldMk cId="259550566" sldId="696"/>
        </pc:sldMkLst>
        <pc:spChg chg="mod">
          <ac:chgData name="Lohakare, Amit" userId="d0c59914-2652-45d2-9cc8-c7584646f742" providerId="ADAL" clId="{F32CD5EA-07C2-452A-81A1-8D43A13F5428}" dt="2024-03-24T13:02:43.009" v="313" actId="20577"/>
          <ac:spMkLst>
            <pc:docMk/>
            <pc:sldMk cId="259550566" sldId="696"/>
            <ac:spMk id="2" creationId="{635CA250-662C-4C33-95C6-17D1FC9D32ED}"/>
          </ac:spMkLst>
        </pc:spChg>
      </pc:sldChg>
      <pc:sldChg chg="addSp modSp mod">
        <pc:chgData name="Lohakare, Amit" userId="d0c59914-2652-45d2-9cc8-c7584646f742" providerId="ADAL" clId="{F32CD5EA-07C2-452A-81A1-8D43A13F5428}" dt="2024-03-24T13:08:30.254" v="340" actId="1582"/>
        <pc:sldMkLst>
          <pc:docMk/>
          <pc:sldMk cId="597463761" sldId="698"/>
        </pc:sldMkLst>
        <pc:spChg chg="mod">
          <ac:chgData name="Lohakare, Amit" userId="d0c59914-2652-45d2-9cc8-c7584646f742" providerId="ADAL" clId="{F32CD5EA-07C2-452A-81A1-8D43A13F5428}" dt="2024-03-24T13:03:36.587" v="316" actId="20577"/>
          <ac:spMkLst>
            <pc:docMk/>
            <pc:sldMk cId="597463761" sldId="698"/>
            <ac:spMk id="2" creationId="{6C880FBE-6AAE-4671-A898-FFD64CCD398E}"/>
          </ac:spMkLst>
        </pc:spChg>
        <pc:spChg chg="add mod">
          <ac:chgData name="Lohakare, Amit" userId="d0c59914-2652-45d2-9cc8-c7584646f742" providerId="ADAL" clId="{F32CD5EA-07C2-452A-81A1-8D43A13F5428}" dt="2024-03-24T13:08:30.254" v="340" actId="1582"/>
          <ac:spMkLst>
            <pc:docMk/>
            <pc:sldMk cId="597463761" sldId="698"/>
            <ac:spMk id="3" creationId="{318CEA61-A108-8170-92C1-674ED2F5B1A5}"/>
          </ac:spMkLst>
        </pc:spChg>
        <pc:spChg chg="mod">
          <ac:chgData name="Lohakare, Amit" userId="d0c59914-2652-45d2-9cc8-c7584646f742" providerId="ADAL" clId="{F32CD5EA-07C2-452A-81A1-8D43A13F5428}" dt="2024-03-24T13:06:15.857" v="330" actId="1036"/>
          <ac:spMkLst>
            <pc:docMk/>
            <pc:sldMk cId="597463761" sldId="698"/>
            <ac:spMk id="9" creationId="{0055B017-E63E-42D9-9D3E-92B97B928679}"/>
          </ac:spMkLst>
        </pc:spChg>
        <pc:picChg chg="mod">
          <ac:chgData name="Lohakare, Amit" userId="d0c59914-2652-45d2-9cc8-c7584646f742" providerId="ADAL" clId="{F32CD5EA-07C2-452A-81A1-8D43A13F5428}" dt="2024-03-24T13:06:00.579" v="320" actId="1076"/>
          <ac:picMkLst>
            <pc:docMk/>
            <pc:sldMk cId="597463761" sldId="698"/>
            <ac:picMk id="6" creationId="{BD6E8DA8-74E9-4241-8098-CFB6CDF3B3B1}"/>
          </ac:picMkLst>
        </pc:picChg>
        <pc:cxnChg chg="mod">
          <ac:chgData name="Lohakare, Amit" userId="d0c59914-2652-45d2-9cc8-c7584646f742" providerId="ADAL" clId="{F32CD5EA-07C2-452A-81A1-8D43A13F5428}" dt="2024-03-24T13:06:22.947" v="331" actId="1076"/>
          <ac:cxnSpMkLst>
            <pc:docMk/>
            <pc:sldMk cId="597463761" sldId="698"/>
            <ac:cxnSpMk id="8" creationId="{543D0396-5281-4055-8FC4-498772DAC8B2}"/>
          </ac:cxnSpMkLst>
        </pc:cxnChg>
      </pc:sldChg>
      <pc:sldChg chg="addSp modSp mod">
        <pc:chgData name="Lohakare, Amit" userId="d0c59914-2652-45d2-9cc8-c7584646f742" providerId="ADAL" clId="{F32CD5EA-07C2-452A-81A1-8D43A13F5428}" dt="2024-03-24T13:20:33.683" v="352" actId="20577"/>
        <pc:sldMkLst>
          <pc:docMk/>
          <pc:sldMk cId="4212884565" sldId="707"/>
        </pc:sldMkLst>
        <pc:spChg chg="mod">
          <ac:chgData name="Lohakare, Amit" userId="d0c59914-2652-45d2-9cc8-c7584646f742" providerId="ADAL" clId="{F32CD5EA-07C2-452A-81A1-8D43A13F5428}" dt="2024-03-24T13:20:33.683" v="352" actId="20577"/>
          <ac:spMkLst>
            <pc:docMk/>
            <pc:sldMk cId="4212884565" sldId="707"/>
            <ac:spMk id="2" creationId="{CB642705-A9BB-4C17-A31D-7AF251D5A244}"/>
          </ac:spMkLst>
        </pc:spChg>
        <pc:spChg chg="add mod">
          <ac:chgData name="Lohakare, Amit" userId="d0c59914-2652-45d2-9cc8-c7584646f742" providerId="ADAL" clId="{F32CD5EA-07C2-452A-81A1-8D43A13F5428}" dt="2024-03-24T13:20:06.459" v="346" actId="14100"/>
          <ac:spMkLst>
            <pc:docMk/>
            <pc:sldMk cId="4212884565" sldId="707"/>
            <ac:spMk id="3" creationId="{E8625041-79F8-F3E3-DD21-AB7E60B7ED12}"/>
          </ac:spMkLst>
        </pc:spChg>
        <pc:spChg chg="mod">
          <ac:chgData name="Lohakare, Amit" userId="d0c59914-2652-45d2-9cc8-c7584646f742" providerId="ADAL" clId="{F32CD5EA-07C2-452A-81A1-8D43A13F5428}" dt="2024-03-24T13:20:16.385" v="349" actId="1076"/>
          <ac:spMkLst>
            <pc:docMk/>
            <pc:sldMk cId="4212884565" sldId="707"/>
            <ac:spMk id="7" creationId="{2B41E387-5D29-4AEC-AF36-A98F7CE7AAAF}"/>
          </ac:spMkLst>
        </pc:spChg>
        <pc:picChg chg="mod">
          <ac:chgData name="Lohakare, Amit" userId="d0c59914-2652-45d2-9cc8-c7584646f742" providerId="ADAL" clId="{F32CD5EA-07C2-452A-81A1-8D43A13F5428}" dt="2024-03-24T13:19:25.335" v="342" actId="14100"/>
          <ac:picMkLst>
            <pc:docMk/>
            <pc:sldMk cId="4212884565" sldId="707"/>
            <ac:picMk id="8" creationId="{C2AADBDB-9857-4248-B160-BB407D1C797F}"/>
          </ac:picMkLst>
        </pc:picChg>
        <pc:cxnChg chg="mod">
          <ac:chgData name="Lohakare, Amit" userId="d0c59914-2652-45d2-9cc8-c7584646f742" providerId="ADAL" clId="{F32CD5EA-07C2-452A-81A1-8D43A13F5428}" dt="2024-03-24T13:20:13.310" v="348" actId="1076"/>
          <ac:cxnSpMkLst>
            <pc:docMk/>
            <pc:sldMk cId="4212884565" sldId="707"/>
            <ac:cxnSpMk id="9" creationId="{8A7F9170-ED79-460C-B93C-AEB79B8D788D}"/>
          </ac:cxnSpMkLst>
        </pc:cxnChg>
      </pc:sldChg>
      <pc:sldChg chg="modSp mod">
        <pc:chgData name="Lohakare, Amit" userId="d0c59914-2652-45d2-9cc8-c7584646f742" providerId="ADAL" clId="{F32CD5EA-07C2-452A-81A1-8D43A13F5428}" dt="2024-03-24T13:20:53.188" v="355" actId="20577"/>
        <pc:sldMkLst>
          <pc:docMk/>
          <pc:sldMk cId="3900322454" sldId="709"/>
        </pc:sldMkLst>
        <pc:spChg chg="mod">
          <ac:chgData name="Lohakare, Amit" userId="d0c59914-2652-45d2-9cc8-c7584646f742" providerId="ADAL" clId="{F32CD5EA-07C2-452A-81A1-8D43A13F5428}" dt="2024-03-24T13:20:53.188" v="355" actId="20577"/>
          <ac:spMkLst>
            <pc:docMk/>
            <pc:sldMk cId="3900322454" sldId="709"/>
            <ac:spMk id="2" creationId="{651AB286-7967-4931-AFEB-6ECBDD6BC3B3}"/>
          </ac:spMkLst>
        </pc:spChg>
      </pc:sldChg>
      <pc:sldChg chg="modSp mod">
        <pc:chgData name="Lohakare, Amit" userId="d0c59914-2652-45d2-9cc8-c7584646f742" providerId="ADAL" clId="{F32CD5EA-07C2-452A-81A1-8D43A13F5428}" dt="2024-03-24T13:31:07.387" v="435" actId="20577"/>
        <pc:sldMkLst>
          <pc:docMk/>
          <pc:sldMk cId="613578769" sldId="711"/>
        </pc:sldMkLst>
        <pc:spChg chg="mod">
          <ac:chgData name="Lohakare, Amit" userId="d0c59914-2652-45d2-9cc8-c7584646f742" providerId="ADAL" clId="{F32CD5EA-07C2-452A-81A1-8D43A13F5428}" dt="2024-03-24T13:31:07.387" v="435" actId="20577"/>
          <ac:spMkLst>
            <pc:docMk/>
            <pc:sldMk cId="613578769" sldId="711"/>
            <ac:spMk id="2" creationId="{31DB1528-933F-400A-B86E-7FC9408C0C11}"/>
          </ac:spMkLst>
        </pc:spChg>
      </pc:sldChg>
      <pc:sldChg chg="modSp mod">
        <pc:chgData name="Lohakare, Amit" userId="d0c59914-2652-45d2-9cc8-c7584646f742" providerId="ADAL" clId="{F32CD5EA-07C2-452A-81A1-8D43A13F5428}" dt="2024-03-24T13:27:17.336" v="412" actId="14826"/>
        <pc:sldMkLst>
          <pc:docMk/>
          <pc:sldMk cId="3492960541" sldId="744"/>
        </pc:sldMkLst>
        <pc:spChg chg="mod">
          <ac:chgData name="Lohakare, Amit" userId="d0c59914-2652-45d2-9cc8-c7584646f742" providerId="ADAL" clId="{F32CD5EA-07C2-452A-81A1-8D43A13F5428}" dt="2024-03-24T13:26:55.126" v="411" actId="20577"/>
          <ac:spMkLst>
            <pc:docMk/>
            <pc:sldMk cId="3492960541" sldId="744"/>
            <ac:spMk id="2" creationId="{EC028250-C7CD-420C-A09A-DFF677F2744A}"/>
          </ac:spMkLst>
        </pc:spChg>
        <pc:picChg chg="mod">
          <ac:chgData name="Lohakare, Amit" userId="d0c59914-2652-45d2-9cc8-c7584646f742" providerId="ADAL" clId="{F32CD5EA-07C2-452A-81A1-8D43A13F5428}" dt="2024-03-24T13:27:17.336" v="412" actId="14826"/>
          <ac:picMkLst>
            <pc:docMk/>
            <pc:sldMk cId="3492960541" sldId="744"/>
            <ac:picMk id="8" creationId="{AEEB99A7-3303-45F4-B46A-2289431FB9F9}"/>
          </ac:picMkLst>
        </pc:picChg>
      </pc:sldChg>
      <pc:sldChg chg="modSp mod">
        <pc:chgData name="Lohakare, Amit" userId="d0c59914-2652-45d2-9cc8-c7584646f742" providerId="ADAL" clId="{F32CD5EA-07C2-452A-81A1-8D43A13F5428}" dt="2024-03-24T13:27:57.606" v="422" actId="14826"/>
        <pc:sldMkLst>
          <pc:docMk/>
          <pc:sldMk cId="3267314726" sldId="745"/>
        </pc:sldMkLst>
        <pc:spChg chg="mod">
          <ac:chgData name="Lohakare, Amit" userId="d0c59914-2652-45d2-9cc8-c7584646f742" providerId="ADAL" clId="{F32CD5EA-07C2-452A-81A1-8D43A13F5428}" dt="2024-03-24T13:27:33.145" v="421" actId="20577"/>
          <ac:spMkLst>
            <pc:docMk/>
            <pc:sldMk cId="3267314726" sldId="745"/>
            <ac:spMk id="2" creationId="{FF2D609D-C56E-4E26-ABEE-8BDC6567BEAC}"/>
          </ac:spMkLst>
        </pc:spChg>
        <pc:picChg chg="mod">
          <ac:chgData name="Lohakare, Amit" userId="d0c59914-2652-45d2-9cc8-c7584646f742" providerId="ADAL" clId="{F32CD5EA-07C2-452A-81A1-8D43A13F5428}" dt="2024-03-24T13:27:57.606" v="422" actId="14826"/>
          <ac:picMkLst>
            <pc:docMk/>
            <pc:sldMk cId="3267314726" sldId="745"/>
            <ac:picMk id="8" creationId="{B916693A-3A5C-4EF4-8741-5C378E8689AD}"/>
          </ac:picMkLst>
        </pc:picChg>
      </pc:sldChg>
      <pc:sldChg chg="modSp mod">
        <pc:chgData name="Lohakare, Amit" userId="d0c59914-2652-45d2-9cc8-c7584646f742" providerId="ADAL" clId="{F32CD5EA-07C2-452A-81A1-8D43A13F5428}" dt="2024-03-24T13:28:57.066" v="424" actId="14826"/>
        <pc:sldMkLst>
          <pc:docMk/>
          <pc:sldMk cId="1435532064" sldId="746"/>
        </pc:sldMkLst>
        <pc:spChg chg="mod">
          <ac:chgData name="Lohakare, Amit" userId="d0c59914-2652-45d2-9cc8-c7584646f742" providerId="ADAL" clId="{F32CD5EA-07C2-452A-81A1-8D43A13F5428}" dt="2024-03-24T13:28:38.609" v="423"/>
          <ac:spMkLst>
            <pc:docMk/>
            <pc:sldMk cId="1435532064" sldId="746"/>
            <ac:spMk id="6" creationId="{EC0232E1-D6C6-41A8-BBA2-6B0BA4A3CB3D}"/>
          </ac:spMkLst>
        </pc:spChg>
        <pc:picChg chg="mod">
          <ac:chgData name="Lohakare, Amit" userId="d0c59914-2652-45d2-9cc8-c7584646f742" providerId="ADAL" clId="{F32CD5EA-07C2-452A-81A1-8D43A13F5428}" dt="2024-03-24T13:28:57.066" v="424" actId="14826"/>
          <ac:picMkLst>
            <pc:docMk/>
            <pc:sldMk cId="1435532064" sldId="746"/>
            <ac:picMk id="5" creationId="{6716ABA0-5E34-4942-9D3D-99D5DCDD1EBC}"/>
          </ac:picMkLst>
        </pc:picChg>
      </pc:sldChg>
      <pc:sldChg chg="modSp mod">
        <pc:chgData name="Lohakare, Amit" userId="d0c59914-2652-45d2-9cc8-c7584646f742" providerId="ADAL" clId="{F32CD5EA-07C2-452A-81A1-8D43A13F5428}" dt="2024-03-24T13:26:42.289" v="402" actId="14826"/>
        <pc:sldMkLst>
          <pc:docMk/>
          <pc:sldMk cId="2528626424" sldId="752"/>
        </pc:sldMkLst>
        <pc:spChg chg="mod">
          <ac:chgData name="Lohakare, Amit" userId="d0c59914-2652-45d2-9cc8-c7584646f742" providerId="ADAL" clId="{F32CD5EA-07C2-452A-81A1-8D43A13F5428}" dt="2024-03-24T13:25:14.427" v="359"/>
          <ac:spMkLst>
            <pc:docMk/>
            <pc:sldMk cId="2528626424" sldId="752"/>
            <ac:spMk id="2" creationId="{AAEE5EFB-FB7B-435B-9AF6-22550D7580BB}"/>
          </ac:spMkLst>
        </pc:spChg>
        <pc:spChg chg="mod">
          <ac:chgData name="Lohakare, Amit" userId="d0c59914-2652-45d2-9cc8-c7584646f742" providerId="ADAL" clId="{F32CD5EA-07C2-452A-81A1-8D43A13F5428}" dt="2024-03-24T13:26:27.552" v="401"/>
          <ac:spMkLst>
            <pc:docMk/>
            <pc:sldMk cId="2528626424" sldId="752"/>
            <ac:spMk id="6" creationId="{391F7C76-FB7E-4064-975C-374FC54AA5B9}"/>
          </ac:spMkLst>
        </pc:spChg>
        <pc:picChg chg="mod">
          <ac:chgData name="Lohakare, Amit" userId="d0c59914-2652-45d2-9cc8-c7584646f742" providerId="ADAL" clId="{F32CD5EA-07C2-452A-81A1-8D43A13F5428}" dt="2024-03-24T13:26:42.289" v="402" actId="14826"/>
          <ac:picMkLst>
            <pc:docMk/>
            <pc:sldMk cId="2528626424" sldId="752"/>
            <ac:picMk id="5" creationId="{449670CE-F4E0-44DD-A4C4-1276C22895DD}"/>
          </ac:picMkLst>
        </pc:picChg>
      </pc:sldChg>
      <pc:sldChg chg="modSp mod">
        <pc:chgData name="Lohakare, Amit" userId="d0c59914-2652-45d2-9cc8-c7584646f742" providerId="ADAL" clId="{F32CD5EA-07C2-452A-81A1-8D43A13F5428}" dt="2024-03-24T13:30:14.003" v="428" actId="14826"/>
        <pc:sldMkLst>
          <pc:docMk/>
          <pc:sldMk cId="2926698492" sldId="753"/>
        </pc:sldMkLst>
        <pc:spChg chg="mod">
          <ac:chgData name="Lohakare, Amit" userId="d0c59914-2652-45d2-9cc8-c7584646f742" providerId="ADAL" clId="{F32CD5EA-07C2-452A-81A1-8D43A13F5428}" dt="2024-03-24T13:29:54.593" v="426"/>
          <ac:spMkLst>
            <pc:docMk/>
            <pc:sldMk cId="2926698492" sldId="753"/>
            <ac:spMk id="6" creationId="{794F2D19-B9F9-4B01-AAB2-BBD3FE57091D}"/>
          </ac:spMkLst>
        </pc:spChg>
        <pc:picChg chg="mod">
          <ac:chgData name="Lohakare, Amit" userId="d0c59914-2652-45d2-9cc8-c7584646f742" providerId="ADAL" clId="{F32CD5EA-07C2-452A-81A1-8D43A13F5428}" dt="2024-03-24T13:30:14.003" v="428" actId="14826"/>
          <ac:picMkLst>
            <pc:docMk/>
            <pc:sldMk cId="2926698492" sldId="753"/>
            <ac:picMk id="5" creationId="{CD53ED6D-0CDE-4240-950A-D6B5A54E0D0B}"/>
          </ac:picMkLst>
        </pc:picChg>
      </pc:sldChg>
      <pc:sldChg chg="modSp mod">
        <pc:chgData name="Lohakare, Amit" userId="d0c59914-2652-45d2-9cc8-c7584646f742" providerId="ADAL" clId="{F32CD5EA-07C2-452A-81A1-8D43A13F5428}" dt="2024-03-24T13:30:31.614" v="429" actId="14826"/>
        <pc:sldMkLst>
          <pc:docMk/>
          <pc:sldMk cId="3200346064" sldId="754"/>
        </pc:sldMkLst>
        <pc:picChg chg="mod">
          <ac:chgData name="Lohakare, Amit" userId="d0c59914-2652-45d2-9cc8-c7584646f742" providerId="ADAL" clId="{F32CD5EA-07C2-452A-81A1-8D43A13F5428}" dt="2024-03-24T13:30:31.614" v="429" actId="14826"/>
          <ac:picMkLst>
            <pc:docMk/>
            <pc:sldMk cId="3200346064" sldId="754"/>
            <ac:picMk id="8" creationId="{AE860009-C5A0-420D-B2E1-14727D30BBF3}"/>
          </ac:picMkLst>
        </pc:picChg>
      </pc:sldChg>
      <pc:sldChg chg="addSp modSp mod">
        <pc:chgData name="Lohakare, Amit" userId="d0c59914-2652-45d2-9cc8-c7584646f742" providerId="ADAL" clId="{F32CD5EA-07C2-452A-81A1-8D43A13F5428}" dt="2024-03-24T13:51:05.299" v="553" actId="14100"/>
        <pc:sldMkLst>
          <pc:docMk/>
          <pc:sldMk cId="2839409192" sldId="758"/>
        </pc:sldMkLst>
        <pc:spChg chg="add mod">
          <ac:chgData name="Lohakare, Amit" userId="d0c59914-2652-45d2-9cc8-c7584646f742" providerId="ADAL" clId="{F32CD5EA-07C2-452A-81A1-8D43A13F5428}" dt="2024-03-24T13:49:12.894" v="528" actId="404"/>
          <ac:spMkLst>
            <pc:docMk/>
            <pc:sldMk cId="2839409192" sldId="758"/>
            <ac:spMk id="5" creationId="{40A491CA-EAF0-55D1-87F1-399AF148DA86}"/>
          </ac:spMkLst>
        </pc:spChg>
        <pc:spChg chg="add mod">
          <ac:chgData name="Lohakare, Amit" userId="d0c59914-2652-45d2-9cc8-c7584646f742" providerId="ADAL" clId="{F32CD5EA-07C2-452A-81A1-8D43A13F5428}" dt="2024-03-24T13:51:05.299" v="553" actId="14100"/>
          <ac:spMkLst>
            <pc:docMk/>
            <pc:sldMk cId="2839409192" sldId="758"/>
            <ac:spMk id="9" creationId="{FEF14565-C607-663D-2685-1DF29EBFD7DD}"/>
          </ac:spMkLst>
        </pc:spChg>
        <pc:picChg chg="mod">
          <ac:chgData name="Lohakare, Amit" userId="d0c59914-2652-45d2-9cc8-c7584646f742" providerId="ADAL" clId="{F32CD5EA-07C2-452A-81A1-8D43A13F5428}" dt="2024-03-24T13:50:22.097" v="531" actId="14100"/>
          <ac:picMkLst>
            <pc:docMk/>
            <pc:sldMk cId="2839409192" sldId="758"/>
            <ac:picMk id="6" creationId="{85551CFD-3C38-4E3D-9BCA-0E4D48C3E2CA}"/>
          </ac:picMkLst>
        </pc:picChg>
        <pc:picChg chg="mod">
          <ac:chgData name="Lohakare, Amit" userId="d0c59914-2652-45d2-9cc8-c7584646f742" providerId="ADAL" clId="{F32CD5EA-07C2-452A-81A1-8D43A13F5428}" dt="2024-03-24T13:47:25.031" v="505" actId="14100"/>
          <ac:picMkLst>
            <pc:docMk/>
            <pc:sldMk cId="2839409192" sldId="758"/>
            <ac:picMk id="8" creationId="{D1A04EE0-3704-4280-BB05-68C88B862C77}"/>
          </ac:picMkLst>
        </pc:picChg>
      </pc:sldChg>
      <pc:sldChg chg="modSp mod">
        <pc:chgData name="Lohakare, Amit" userId="d0c59914-2652-45d2-9cc8-c7584646f742" providerId="ADAL" clId="{F32CD5EA-07C2-452A-81A1-8D43A13F5428}" dt="2024-03-24T13:33:18.724" v="497" actId="20577"/>
        <pc:sldMkLst>
          <pc:docMk/>
          <pc:sldMk cId="4145895517" sldId="759"/>
        </pc:sldMkLst>
        <pc:spChg chg="mod">
          <ac:chgData name="Lohakare, Amit" userId="d0c59914-2652-45d2-9cc8-c7584646f742" providerId="ADAL" clId="{F32CD5EA-07C2-452A-81A1-8D43A13F5428}" dt="2024-03-24T13:32:48.620" v="464" actId="20577"/>
          <ac:spMkLst>
            <pc:docMk/>
            <pc:sldMk cId="4145895517" sldId="759"/>
            <ac:spMk id="2" creationId="{C1B1A8BD-3471-48CC-A7AD-556B23007C28}"/>
          </ac:spMkLst>
        </pc:spChg>
        <pc:spChg chg="mod">
          <ac:chgData name="Lohakare, Amit" userId="d0c59914-2652-45d2-9cc8-c7584646f742" providerId="ADAL" clId="{F32CD5EA-07C2-452A-81A1-8D43A13F5428}" dt="2024-03-24T13:33:18.724" v="497" actId="20577"/>
          <ac:spMkLst>
            <pc:docMk/>
            <pc:sldMk cId="4145895517" sldId="759"/>
            <ac:spMk id="3" creationId="{A42A85D8-3BE5-4AAB-970B-83EABA1B8E8A}"/>
          </ac:spMkLst>
        </pc:spChg>
      </pc:sldChg>
      <pc:sldChg chg="modSp mod">
        <pc:chgData name="Lohakare, Amit" userId="d0c59914-2652-45d2-9cc8-c7584646f742" providerId="ADAL" clId="{F32CD5EA-07C2-452A-81A1-8D43A13F5428}" dt="2024-03-24T12:53:22.500" v="158" actId="20577"/>
        <pc:sldMkLst>
          <pc:docMk/>
          <pc:sldMk cId="2571513658" sldId="1990"/>
        </pc:sldMkLst>
        <pc:spChg chg="mod">
          <ac:chgData name="Lohakare, Amit" userId="d0c59914-2652-45d2-9cc8-c7584646f742" providerId="ADAL" clId="{F32CD5EA-07C2-452A-81A1-8D43A13F5428}" dt="2024-03-24T12:53:22.500" v="158" actId="20577"/>
          <ac:spMkLst>
            <pc:docMk/>
            <pc:sldMk cId="2571513658" sldId="1990"/>
            <ac:spMk id="3" creationId="{A0A2537C-374A-4A2B-A428-0E9E28DB52A1}"/>
          </ac:spMkLst>
        </pc:spChg>
      </pc:sldChg>
      <pc:sldChg chg="modSp mod">
        <pc:chgData name="Lohakare, Amit" userId="d0c59914-2652-45d2-9cc8-c7584646f742" providerId="ADAL" clId="{F32CD5EA-07C2-452A-81A1-8D43A13F5428}" dt="2024-03-24T12:53:46.113" v="189" actId="20577"/>
        <pc:sldMkLst>
          <pc:docMk/>
          <pc:sldMk cId="3774027735" sldId="1992"/>
        </pc:sldMkLst>
        <pc:spChg chg="mod">
          <ac:chgData name="Lohakare, Amit" userId="d0c59914-2652-45d2-9cc8-c7584646f742" providerId="ADAL" clId="{F32CD5EA-07C2-452A-81A1-8D43A13F5428}" dt="2024-03-24T12:53:46.113" v="189" actId="20577"/>
          <ac:spMkLst>
            <pc:docMk/>
            <pc:sldMk cId="3774027735" sldId="1992"/>
            <ac:spMk id="3" creationId="{A42A85D8-3BE5-4AAB-970B-83EABA1B8E8A}"/>
          </ac:spMkLst>
        </pc:spChg>
      </pc:sldChg>
      <pc:sldChg chg="modSp mod">
        <pc:chgData name="Lohakare, Amit" userId="d0c59914-2652-45d2-9cc8-c7584646f742" providerId="ADAL" clId="{F32CD5EA-07C2-452A-81A1-8D43A13F5428}" dt="2024-03-24T12:54:17.581" v="193" actId="20577"/>
        <pc:sldMkLst>
          <pc:docMk/>
          <pc:sldMk cId="4199854852" sldId="1993"/>
        </pc:sldMkLst>
        <pc:spChg chg="mod">
          <ac:chgData name="Lohakare, Amit" userId="d0c59914-2652-45d2-9cc8-c7584646f742" providerId="ADAL" clId="{F32CD5EA-07C2-452A-81A1-8D43A13F5428}" dt="2024-03-24T12:54:17.581" v="193" actId="20577"/>
          <ac:spMkLst>
            <pc:docMk/>
            <pc:sldMk cId="4199854852" sldId="1993"/>
            <ac:spMk id="2" creationId="{DA874D19-2DAC-4ACF-B1D1-C249E0805002}"/>
          </ac:spMkLst>
        </pc:spChg>
      </pc:sldChg>
      <pc:sldChg chg="modSp mod">
        <pc:chgData name="Lohakare, Amit" userId="d0c59914-2652-45d2-9cc8-c7584646f742" providerId="ADAL" clId="{F32CD5EA-07C2-452A-81A1-8D43A13F5428}" dt="2024-03-24T12:54:23.359" v="196" actId="20577"/>
        <pc:sldMkLst>
          <pc:docMk/>
          <pc:sldMk cId="1119227717" sldId="1994"/>
        </pc:sldMkLst>
        <pc:spChg chg="mod">
          <ac:chgData name="Lohakare, Amit" userId="d0c59914-2652-45d2-9cc8-c7584646f742" providerId="ADAL" clId="{F32CD5EA-07C2-452A-81A1-8D43A13F5428}" dt="2024-03-24T12:54:23.359" v="196" actId="20577"/>
          <ac:spMkLst>
            <pc:docMk/>
            <pc:sldMk cId="1119227717" sldId="1994"/>
            <ac:spMk id="2" creationId="{8DD64707-8FB4-4837-8F2A-424463829031}"/>
          </ac:spMkLst>
        </pc:spChg>
      </pc:sldChg>
      <pc:sldChg chg="modSp mod">
        <pc:chgData name="Lohakare, Amit" userId="d0c59914-2652-45d2-9cc8-c7584646f742" providerId="ADAL" clId="{F32CD5EA-07C2-452A-81A1-8D43A13F5428}" dt="2024-03-24T13:31:44.402" v="438" actId="20577"/>
        <pc:sldMkLst>
          <pc:docMk/>
          <pc:sldMk cId="813851492" sldId="1995"/>
        </pc:sldMkLst>
        <pc:spChg chg="mod">
          <ac:chgData name="Lohakare, Amit" userId="d0c59914-2652-45d2-9cc8-c7584646f742" providerId="ADAL" clId="{F32CD5EA-07C2-452A-81A1-8D43A13F5428}" dt="2024-03-24T13:31:44.402" v="438" actId="20577"/>
          <ac:spMkLst>
            <pc:docMk/>
            <pc:sldMk cId="813851492" sldId="1995"/>
            <ac:spMk id="2" creationId="{8DD64707-8FB4-4837-8F2A-424463829031}"/>
          </ac:spMkLst>
        </pc:spChg>
      </pc:sldChg>
      <pc:sldChg chg="modSp mod">
        <pc:chgData name="Lohakare, Amit" userId="d0c59914-2652-45d2-9cc8-c7584646f742" providerId="ADAL" clId="{F32CD5EA-07C2-452A-81A1-8D43A13F5428}" dt="2024-03-24T12:54:29.732" v="199" actId="20577"/>
        <pc:sldMkLst>
          <pc:docMk/>
          <pc:sldMk cId="2099398738" sldId="1996"/>
        </pc:sldMkLst>
        <pc:spChg chg="mod">
          <ac:chgData name="Lohakare, Amit" userId="d0c59914-2652-45d2-9cc8-c7584646f742" providerId="ADAL" clId="{F32CD5EA-07C2-452A-81A1-8D43A13F5428}" dt="2024-03-24T12:54:29.732" v="199" actId="20577"/>
          <ac:spMkLst>
            <pc:docMk/>
            <pc:sldMk cId="2099398738" sldId="1996"/>
            <ac:spMk id="2" creationId="{8DD64707-8FB4-4837-8F2A-424463829031}"/>
          </ac:spMkLst>
        </pc:spChg>
      </pc:sldChg>
      <pc:sldChg chg="modSp mod">
        <pc:chgData name="Lohakare, Amit" userId="d0c59914-2652-45d2-9cc8-c7584646f742" providerId="ADAL" clId="{F32CD5EA-07C2-452A-81A1-8D43A13F5428}" dt="2024-03-24T13:21:31.612" v="358" actId="20577"/>
        <pc:sldMkLst>
          <pc:docMk/>
          <pc:sldMk cId="1832878456" sldId="1997"/>
        </pc:sldMkLst>
        <pc:spChg chg="mod">
          <ac:chgData name="Lohakare, Amit" userId="d0c59914-2652-45d2-9cc8-c7584646f742" providerId="ADAL" clId="{F32CD5EA-07C2-452A-81A1-8D43A13F5428}" dt="2024-03-24T13:21:31.612" v="358" actId="20577"/>
          <ac:spMkLst>
            <pc:docMk/>
            <pc:sldMk cId="1832878456" sldId="1997"/>
            <ac:spMk id="2" creationId="{585E1320-2529-4064-9439-E0AD406D9E84}"/>
          </ac:spMkLst>
        </pc:spChg>
      </pc:sldChg>
      <pc:sldChg chg="addSp delSp modSp add mod">
        <pc:chgData name="Lohakare, Amit" userId="d0c59914-2652-45d2-9cc8-c7584646f742" providerId="ADAL" clId="{F32CD5EA-07C2-452A-81A1-8D43A13F5428}" dt="2024-03-24T12:57:51.666" v="222"/>
        <pc:sldMkLst>
          <pc:docMk/>
          <pc:sldMk cId="3829302018" sldId="1998"/>
        </pc:sldMkLst>
        <pc:picChg chg="del">
          <ac:chgData name="Lohakare, Amit" userId="d0c59914-2652-45d2-9cc8-c7584646f742" providerId="ADAL" clId="{F32CD5EA-07C2-452A-81A1-8D43A13F5428}" dt="2024-03-24T12:57:43.827" v="221" actId="478"/>
          <ac:picMkLst>
            <pc:docMk/>
            <pc:sldMk cId="3829302018" sldId="1998"/>
            <ac:picMk id="3" creationId="{AEC5D4BD-A3B0-F016-4F5A-609A08EF19D1}"/>
          </ac:picMkLst>
        </pc:picChg>
        <pc:picChg chg="add mod">
          <ac:chgData name="Lohakare, Amit" userId="d0c59914-2652-45d2-9cc8-c7584646f742" providerId="ADAL" clId="{F32CD5EA-07C2-452A-81A1-8D43A13F5428}" dt="2024-03-24T12:57:51.666" v="222"/>
          <ac:picMkLst>
            <pc:docMk/>
            <pc:sldMk cId="3829302018" sldId="1998"/>
            <ac:picMk id="5" creationId="{ECD88356-7C8A-DBA8-9DD6-E5B057F825F2}"/>
          </ac:picMkLst>
        </pc:picChg>
        <pc:picChg chg="del">
          <ac:chgData name="Lohakare, Amit" userId="d0c59914-2652-45d2-9cc8-c7584646f742" providerId="ADAL" clId="{F32CD5EA-07C2-452A-81A1-8D43A13F5428}" dt="2024-03-24T12:57:41.358" v="220" actId="478"/>
          <ac:picMkLst>
            <pc:docMk/>
            <pc:sldMk cId="3829302018" sldId="1998"/>
            <ac:picMk id="6" creationId="{CECCF3E9-1EBB-2276-5915-728D0531EC0B}"/>
          </ac:picMkLst>
        </pc:picChg>
      </pc:sldChg>
      <pc:sldChg chg="addSp delSp modSp add mod">
        <pc:chgData name="Lohakare, Amit" userId="d0c59914-2652-45d2-9cc8-c7584646f742" providerId="ADAL" clId="{F32CD5EA-07C2-452A-81A1-8D43A13F5428}" dt="2024-03-24T12:58:14.635" v="225"/>
        <pc:sldMkLst>
          <pc:docMk/>
          <pc:sldMk cId="747903158" sldId="1999"/>
        </pc:sldMkLst>
        <pc:picChg chg="add mod">
          <ac:chgData name="Lohakare, Amit" userId="d0c59914-2652-45d2-9cc8-c7584646f742" providerId="ADAL" clId="{F32CD5EA-07C2-452A-81A1-8D43A13F5428}" dt="2024-03-24T12:58:14.635" v="225"/>
          <ac:picMkLst>
            <pc:docMk/>
            <pc:sldMk cId="747903158" sldId="1999"/>
            <ac:picMk id="3" creationId="{DE3820EC-B2C0-4F32-F82B-345A3C51534D}"/>
          </ac:picMkLst>
        </pc:picChg>
        <pc:picChg chg="del">
          <ac:chgData name="Lohakare, Amit" userId="d0c59914-2652-45d2-9cc8-c7584646f742" providerId="ADAL" clId="{F32CD5EA-07C2-452A-81A1-8D43A13F5428}" dt="2024-03-24T12:58:04.720" v="224" actId="478"/>
          <ac:picMkLst>
            <pc:docMk/>
            <pc:sldMk cId="747903158" sldId="1999"/>
            <ac:picMk id="5" creationId="{2DE2F58D-0E85-3BD9-9D66-BA897901CFCC}"/>
          </ac:picMkLst>
        </pc:picChg>
      </pc:sldChg>
      <pc:sldChg chg="addSp delSp modSp add mod">
        <pc:chgData name="Lohakare, Amit" userId="d0c59914-2652-45d2-9cc8-c7584646f742" providerId="ADAL" clId="{F32CD5EA-07C2-452A-81A1-8D43A13F5428}" dt="2024-03-24T12:58:29.003" v="228"/>
        <pc:sldMkLst>
          <pc:docMk/>
          <pc:sldMk cId="1573171300" sldId="2000"/>
        </pc:sldMkLst>
        <pc:picChg chg="del">
          <ac:chgData name="Lohakare, Amit" userId="d0c59914-2652-45d2-9cc8-c7584646f742" providerId="ADAL" clId="{F32CD5EA-07C2-452A-81A1-8D43A13F5428}" dt="2024-03-24T12:58:22.300" v="227" actId="478"/>
          <ac:picMkLst>
            <pc:docMk/>
            <pc:sldMk cId="1573171300" sldId="2000"/>
            <ac:picMk id="3" creationId="{D01AA83D-7682-9D98-B838-D2ADB67CE15E}"/>
          </ac:picMkLst>
        </pc:picChg>
        <pc:picChg chg="add mod">
          <ac:chgData name="Lohakare, Amit" userId="d0c59914-2652-45d2-9cc8-c7584646f742" providerId="ADAL" clId="{F32CD5EA-07C2-452A-81A1-8D43A13F5428}" dt="2024-03-24T12:58:29.003" v="228"/>
          <ac:picMkLst>
            <pc:docMk/>
            <pc:sldMk cId="1573171300" sldId="2000"/>
            <ac:picMk id="5" creationId="{BE77A2E9-46B9-B2B7-3476-41DB1F473088}"/>
          </ac:picMkLst>
        </pc:picChg>
      </pc:sldChg>
    </pc:docChg>
  </pc:docChgLst>
  <pc:docChgLst>
    <pc:chgData name="Kesavan, Suresh" userId="249a176b-f49f-4de8-94ee-502d27afd651" providerId="ADAL" clId="{B6507157-D93E-4546-9967-EC6320F70F66}"/>
    <pc:docChg chg="undo custSel addSld delSld modSld sldOrd addSection delSection modSection">
      <pc:chgData name="Kesavan, Suresh" userId="249a176b-f49f-4de8-94ee-502d27afd651" providerId="ADAL" clId="{B6507157-D93E-4546-9967-EC6320F70F66}" dt="2024-05-24T08:49:31.745" v="508" actId="20577"/>
      <pc:docMkLst>
        <pc:docMk/>
      </pc:docMkLst>
      <pc:sldChg chg="modSp mod">
        <pc:chgData name="Kesavan, Suresh" userId="249a176b-f49f-4de8-94ee-502d27afd651" providerId="ADAL" clId="{B6507157-D93E-4546-9967-EC6320F70F66}" dt="2024-05-24T08:49:31.745" v="508" actId="20577"/>
        <pc:sldMkLst>
          <pc:docMk/>
          <pc:sldMk cId="2376356744" sldId="256"/>
        </pc:sldMkLst>
        <pc:spChg chg="mod">
          <ac:chgData name="Kesavan, Suresh" userId="249a176b-f49f-4de8-94ee-502d27afd651" providerId="ADAL" clId="{B6507157-D93E-4546-9967-EC6320F70F66}" dt="2024-05-24T08:49:31.745" v="508" actId="20577"/>
          <ac:spMkLst>
            <pc:docMk/>
            <pc:sldMk cId="2376356744" sldId="256"/>
            <ac:spMk id="5" creationId="{00000000-0000-0000-0000-000000000000}"/>
          </ac:spMkLst>
        </pc:spChg>
      </pc:sldChg>
      <pc:sldChg chg="modSp add del mod">
        <pc:chgData name="Kesavan, Suresh" userId="249a176b-f49f-4de8-94ee-502d27afd651" providerId="ADAL" clId="{B6507157-D93E-4546-9967-EC6320F70F66}" dt="2024-05-24T06:15:13.239" v="177" actId="2696"/>
        <pc:sldMkLst>
          <pc:docMk/>
          <pc:sldMk cId="2334846650" sldId="262"/>
        </pc:sldMkLst>
        <pc:spChg chg="mod">
          <ac:chgData name="Kesavan, Suresh" userId="249a176b-f49f-4de8-94ee-502d27afd651" providerId="ADAL" clId="{B6507157-D93E-4546-9967-EC6320F70F66}" dt="2024-05-24T06:13:16.776" v="164" actId="20577"/>
          <ac:spMkLst>
            <pc:docMk/>
            <pc:sldMk cId="2334846650" sldId="262"/>
            <ac:spMk id="2" creationId="{23423282-47ED-48A9-BB4D-CF63D190058B}"/>
          </ac:spMkLst>
        </pc:spChg>
      </pc:sldChg>
      <pc:sldChg chg="del">
        <pc:chgData name="Kesavan, Suresh" userId="249a176b-f49f-4de8-94ee-502d27afd651" providerId="ADAL" clId="{B6507157-D93E-4546-9967-EC6320F70F66}" dt="2024-05-24T06:05:33.341" v="26" actId="47"/>
        <pc:sldMkLst>
          <pc:docMk/>
          <pc:sldMk cId="809690931" sldId="266"/>
        </pc:sldMkLst>
      </pc:sldChg>
      <pc:sldChg chg="del">
        <pc:chgData name="Kesavan, Suresh" userId="249a176b-f49f-4de8-94ee-502d27afd651" providerId="ADAL" clId="{B6507157-D93E-4546-9967-EC6320F70F66}" dt="2024-05-24T06:07:18.810" v="34" actId="2696"/>
        <pc:sldMkLst>
          <pc:docMk/>
          <pc:sldMk cId="1412393458" sldId="390"/>
        </pc:sldMkLst>
      </pc:sldChg>
      <pc:sldChg chg="modSp add mod">
        <pc:chgData name="Kesavan, Suresh" userId="249a176b-f49f-4de8-94ee-502d27afd651" providerId="ADAL" clId="{B6507157-D93E-4546-9967-EC6320F70F66}" dt="2024-05-24T06:48:07.992" v="234" actId="255"/>
        <pc:sldMkLst>
          <pc:docMk/>
          <pc:sldMk cId="4106696886" sldId="438"/>
        </pc:sldMkLst>
        <pc:spChg chg="mod">
          <ac:chgData name="Kesavan, Suresh" userId="249a176b-f49f-4de8-94ee-502d27afd651" providerId="ADAL" clId="{B6507157-D93E-4546-9967-EC6320F70F66}" dt="2024-05-24T06:48:07.992" v="234" actId="255"/>
          <ac:spMkLst>
            <pc:docMk/>
            <pc:sldMk cId="4106696886" sldId="438"/>
            <ac:spMk id="2" creationId="{6A9EFB7D-4E71-4B8E-B7F1-2169963A0D3D}"/>
          </ac:spMkLst>
        </pc:spChg>
        <pc:spChg chg="mod">
          <ac:chgData name="Kesavan, Suresh" userId="249a176b-f49f-4de8-94ee-502d27afd651" providerId="ADAL" clId="{B6507157-D93E-4546-9967-EC6320F70F66}" dt="2024-05-24T06:11:53.786" v="119" actId="12"/>
          <ac:spMkLst>
            <pc:docMk/>
            <pc:sldMk cId="4106696886" sldId="438"/>
            <ac:spMk id="6" creationId="{F0124E5F-30D3-4B0D-8BBB-A1B0FBBFD4D1}"/>
          </ac:spMkLst>
        </pc:spChg>
        <pc:spChg chg="mod">
          <ac:chgData name="Kesavan, Suresh" userId="249a176b-f49f-4de8-94ee-502d27afd651" providerId="ADAL" clId="{B6507157-D93E-4546-9967-EC6320F70F66}" dt="2024-05-24T06:11:40.724" v="117" actId="12"/>
          <ac:spMkLst>
            <pc:docMk/>
            <pc:sldMk cId="4106696886" sldId="438"/>
            <ac:spMk id="8" creationId="{372A0801-9E77-4B90-937C-282D056ABF7F}"/>
          </ac:spMkLst>
        </pc:spChg>
      </pc:sldChg>
      <pc:sldChg chg="modSp add mod">
        <pc:chgData name="Kesavan, Suresh" userId="249a176b-f49f-4de8-94ee-502d27afd651" providerId="ADAL" clId="{B6507157-D93E-4546-9967-EC6320F70F66}" dt="2024-05-24T07:35:40.994" v="484" actId="2711"/>
        <pc:sldMkLst>
          <pc:docMk/>
          <pc:sldMk cId="2256837563" sldId="471"/>
        </pc:sldMkLst>
        <pc:spChg chg="mod">
          <ac:chgData name="Kesavan, Suresh" userId="249a176b-f49f-4de8-94ee-502d27afd651" providerId="ADAL" clId="{B6507157-D93E-4546-9967-EC6320F70F66}" dt="2024-05-24T07:35:40.994" v="484" actId="2711"/>
          <ac:spMkLst>
            <pc:docMk/>
            <pc:sldMk cId="2256837563" sldId="471"/>
            <ac:spMk id="8" creationId="{00000000-0000-0000-0000-000000000000}"/>
          </ac:spMkLst>
        </pc:spChg>
      </pc:sldChg>
      <pc:sldChg chg="del">
        <pc:chgData name="Kesavan, Suresh" userId="249a176b-f49f-4de8-94ee-502d27afd651" providerId="ADAL" clId="{B6507157-D93E-4546-9967-EC6320F70F66}" dt="2024-05-24T06:06:22.218" v="28" actId="2696"/>
        <pc:sldMkLst>
          <pc:docMk/>
          <pc:sldMk cId="3041054638" sldId="538"/>
        </pc:sldMkLst>
      </pc:sldChg>
      <pc:sldChg chg="del">
        <pc:chgData name="Kesavan, Suresh" userId="249a176b-f49f-4de8-94ee-502d27afd651" providerId="ADAL" clId="{B6507157-D93E-4546-9967-EC6320F70F66}" dt="2024-05-24T06:06:22.218" v="28" actId="2696"/>
        <pc:sldMkLst>
          <pc:docMk/>
          <pc:sldMk cId="455914289" sldId="539"/>
        </pc:sldMkLst>
      </pc:sldChg>
      <pc:sldChg chg="del">
        <pc:chgData name="Kesavan, Suresh" userId="249a176b-f49f-4de8-94ee-502d27afd651" providerId="ADAL" clId="{B6507157-D93E-4546-9967-EC6320F70F66}" dt="2024-05-24T06:06:22.218" v="28" actId="2696"/>
        <pc:sldMkLst>
          <pc:docMk/>
          <pc:sldMk cId="285090969" sldId="540"/>
        </pc:sldMkLst>
      </pc:sldChg>
      <pc:sldChg chg="del">
        <pc:chgData name="Kesavan, Suresh" userId="249a176b-f49f-4de8-94ee-502d27afd651" providerId="ADAL" clId="{B6507157-D93E-4546-9967-EC6320F70F66}" dt="2024-05-24T06:06:22.218" v="28" actId="2696"/>
        <pc:sldMkLst>
          <pc:docMk/>
          <pc:sldMk cId="4223666808" sldId="541"/>
        </pc:sldMkLst>
      </pc:sldChg>
      <pc:sldChg chg="del">
        <pc:chgData name="Kesavan, Suresh" userId="249a176b-f49f-4de8-94ee-502d27afd651" providerId="ADAL" clId="{B6507157-D93E-4546-9967-EC6320F70F66}" dt="2024-05-24T06:06:22.218" v="28" actId="2696"/>
        <pc:sldMkLst>
          <pc:docMk/>
          <pc:sldMk cId="848004288" sldId="542"/>
        </pc:sldMkLst>
      </pc:sldChg>
      <pc:sldChg chg="del">
        <pc:chgData name="Kesavan, Suresh" userId="249a176b-f49f-4de8-94ee-502d27afd651" providerId="ADAL" clId="{B6507157-D93E-4546-9967-EC6320F70F66}" dt="2024-05-24T06:06:22.218" v="28" actId="2696"/>
        <pc:sldMkLst>
          <pc:docMk/>
          <pc:sldMk cId="913474273" sldId="544"/>
        </pc:sldMkLst>
      </pc:sldChg>
      <pc:sldChg chg="del">
        <pc:chgData name="Kesavan, Suresh" userId="249a176b-f49f-4de8-94ee-502d27afd651" providerId="ADAL" clId="{B6507157-D93E-4546-9967-EC6320F70F66}" dt="2024-05-24T06:06:22.218" v="28" actId="2696"/>
        <pc:sldMkLst>
          <pc:docMk/>
          <pc:sldMk cId="1095965356" sldId="545"/>
        </pc:sldMkLst>
      </pc:sldChg>
      <pc:sldChg chg="del">
        <pc:chgData name="Kesavan, Suresh" userId="249a176b-f49f-4de8-94ee-502d27afd651" providerId="ADAL" clId="{B6507157-D93E-4546-9967-EC6320F70F66}" dt="2024-05-24T06:06:22.218" v="28" actId="2696"/>
        <pc:sldMkLst>
          <pc:docMk/>
          <pc:sldMk cId="1299606018" sldId="547"/>
        </pc:sldMkLst>
      </pc:sldChg>
      <pc:sldChg chg="del">
        <pc:chgData name="Kesavan, Suresh" userId="249a176b-f49f-4de8-94ee-502d27afd651" providerId="ADAL" clId="{B6507157-D93E-4546-9967-EC6320F70F66}" dt="2024-05-24T06:06:22.218" v="28" actId="2696"/>
        <pc:sldMkLst>
          <pc:docMk/>
          <pc:sldMk cId="3744329296" sldId="552"/>
        </pc:sldMkLst>
      </pc:sldChg>
      <pc:sldChg chg="del">
        <pc:chgData name="Kesavan, Suresh" userId="249a176b-f49f-4de8-94ee-502d27afd651" providerId="ADAL" clId="{B6507157-D93E-4546-9967-EC6320F70F66}" dt="2024-05-24T06:06:22.218" v="28" actId="2696"/>
        <pc:sldMkLst>
          <pc:docMk/>
          <pc:sldMk cId="3453583063" sldId="554"/>
        </pc:sldMkLst>
      </pc:sldChg>
      <pc:sldChg chg="del">
        <pc:chgData name="Kesavan, Suresh" userId="249a176b-f49f-4de8-94ee-502d27afd651" providerId="ADAL" clId="{B6507157-D93E-4546-9967-EC6320F70F66}" dt="2024-05-24T06:06:22.218" v="28" actId="2696"/>
        <pc:sldMkLst>
          <pc:docMk/>
          <pc:sldMk cId="265317705" sldId="616"/>
        </pc:sldMkLst>
      </pc:sldChg>
      <pc:sldChg chg="del">
        <pc:chgData name="Kesavan, Suresh" userId="249a176b-f49f-4de8-94ee-502d27afd651" providerId="ADAL" clId="{B6507157-D93E-4546-9967-EC6320F70F66}" dt="2024-05-24T06:06:22.218" v="28" actId="2696"/>
        <pc:sldMkLst>
          <pc:docMk/>
          <pc:sldMk cId="100113643" sldId="617"/>
        </pc:sldMkLst>
      </pc:sldChg>
      <pc:sldChg chg="del">
        <pc:chgData name="Kesavan, Suresh" userId="249a176b-f49f-4de8-94ee-502d27afd651" providerId="ADAL" clId="{B6507157-D93E-4546-9967-EC6320F70F66}" dt="2024-05-24T06:06:22.218" v="28" actId="2696"/>
        <pc:sldMkLst>
          <pc:docMk/>
          <pc:sldMk cId="1750741824" sldId="618"/>
        </pc:sldMkLst>
      </pc:sldChg>
      <pc:sldChg chg="del">
        <pc:chgData name="Kesavan, Suresh" userId="249a176b-f49f-4de8-94ee-502d27afd651" providerId="ADAL" clId="{B6507157-D93E-4546-9967-EC6320F70F66}" dt="2024-05-24T06:06:22.218" v="28" actId="2696"/>
        <pc:sldMkLst>
          <pc:docMk/>
          <pc:sldMk cId="3633314723" sldId="619"/>
        </pc:sldMkLst>
      </pc:sldChg>
      <pc:sldChg chg="del">
        <pc:chgData name="Kesavan, Suresh" userId="249a176b-f49f-4de8-94ee-502d27afd651" providerId="ADAL" clId="{B6507157-D93E-4546-9967-EC6320F70F66}" dt="2024-05-24T06:06:22.218" v="28" actId="2696"/>
        <pc:sldMkLst>
          <pc:docMk/>
          <pc:sldMk cId="1540346964" sldId="666"/>
        </pc:sldMkLst>
      </pc:sldChg>
      <pc:sldChg chg="modSp del mod">
        <pc:chgData name="Kesavan, Suresh" userId="249a176b-f49f-4de8-94ee-502d27afd651" providerId="ADAL" clId="{B6507157-D93E-4546-9967-EC6320F70F66}" dt="2024-05-24T06:06:22.218" v="28" actId="2696"/>
        <pc:sldMkLst>
          <pc:docMk/>
          <pc:sldMk cId="629219408" sldId="667"/>
        </pc:sldMkLst>
        <pc:spChg chg="mod">
          <ac:chgData name="Kesavan, Suresh" userId="249a176b-f49f-4de8-94ee-502d27afd651" providerId="ADAL" clId="{B6507157-D93E-4546-9967-EC6320F70F66}" dt="2024-05-03T07:23:10.608" v="18" actId="20577"/>
          <ac:spMkLst>
            <pc:docMk/>
            <pc:sldMk cId="629219408" sldId="667"/>
            <ac:spMk id="2" creationId="{464EE9BF-6660-4BBA-AC42-09D84C8C68F6}"/>
          </ac:spMkLst>
        </pc:spChg>
      </pc:sldChg>
      <pc:sldChg chg="del">
        <pc:chgData name="Kesavan, Suresh" userId="249a176b-f49f-4de8-94ee-502d27afd651" providerId="ADAL" clId="{B6507157-D93E-4546-9967-EC6320F70F66}" dt="2024-05-24T06:06:22.218" v="28" actId="2696"/>
        <pc:sldMkLst>
          <pc:docMk/>
          <pc:sldMk cId="1404496398" sldId="668"/>
        </pc:sldMkLst>
      </pc:sldChg>
      <pc:sldChg chg="del">
        <pc:chgData name="Kesavan, Suresh" userId="249a176b-f49f-4de8-94ee-502d27afd651" providerId="ADAL" clId="{B6507157-D93E-4546-9967-EC6320F70F66}" dt="2024-05-24T06:06:22.218" v="28" actId="2696"/>
        <pc:sldMkLst>
          <pc:docMk/>
          <pc:sldMk cId="905936130" sldId="669"/>
        </pc:sldMkLst>
      </pc:sldChg>
      <pc:sldChg chg="del">
        <pc:chgData name="Kesavan, Suresh" userId="249a176b-f49f-4de8-94ee-502d27afd651" providerId="ADAL" clId="{B6507157-D93E-4546-9967-EC6320F70F66}" dt="2024-05-24T06:06:22.218" v="28" actId="2696"/>
        <pc:sldMkLst>
          <pc:docMk/>
          <pc:sldMk cId="2563614545" sldId="694"/>
        </pc:sldMkLst>
      </pc:sldChg>
      <pc:sldChg chg="modSp del mod">
        <pc:chgData name="Kesavan, Suresh" userId="249a176b-f49f-4de8-94ee-502d27afd651" providerId="ADAL" clId="{B6507157-D93E-4546-9967-EC6320F70F66}" dt="2024-05-24T06:06:22.218" v="28" actId="2696"/>
        <pc:sldMkLst>
          <pc:docMk/>
          <pc:sldMk cId="2231072477" sldId="695"/>
        </pc:sldMkLst>
        <pc:spChg chg="mod">
          <ac:chgData name="Kesavan, Suresh" userId="249a176b-f49f-4de8-94ee-502d27afd651" providerId="ADAL" clId="{B6507157-D93E-4546-9967-EC6320F70F66}" dt="2024-05-03T07:22:40.914" v="13" actId="20577"/>
          <ac:spMkLst>
            <pc:docMk/>
            <pc:sldMk cId="2231072477" sldId="695"/>
            <ac:spMk id="2" creationId="{C8B84794-A609-4FD8-BD08-1D8A2403A71E}"/>
          </ac:spMkLst>
        </pc:spChg>
      </pc:sldChg>
      <pc:sldChg chg="del">
        <pc:chgData name="Kesavan, Suresh" userId="249a176b-f49f-4de8-94ee-502d27afd651" providerId="ADAL" clId="{B6507157-D93E-4546-9967-EC6320F70F66}" dt="2024-05-24T06:06:22.218" v="28" actId="2696"/>
        <pc:sldMkLst>
          <pc:docMk/>
          <pc:sldMk cId="259550566" sldId="696"/>
        </pc:sldMkLst>
      </pc:sldChg>
      <pc:sldChg chg="del">
        <pc:chgData name="Kesavan, Suresh" userId="249a176b-f49f-4de8-94ee-502d27afd651" providerId="ADAL" clId="{B6507157-D93E-4546-9967-EC6320F70F66}" dt="2024-05-24T06:06:22.218" v="28" actId="2696"/>
        <pc:sldMkLst>
          <pc:docMk/>
          <pc:sldMk cId="4202869439" sldId="697"/>
        </pc:sldMkLst>
      </pc:sldChg>
      <pc:sldChg chg="del">
        <pc:chgData name="Kesavan, Suresh" userId="249a176b-f49f-4de8-94ee-502d27afd651" providerId="ADAL" clId="{B6507157-D93E-4546-9967-EC6320F70F66}" dt="2024-05-24T06:06:22.218" v="28" actId="2696"/>
        <pc:sldMkLst>
          <pc:docMk/>
          <pc:sldMk cId="597463761" sldId="698"/>
        </pc:sldMkLst>
      </pc:sldChg>
      <pc:sldChg chg="del">
        <pc:chgData name="Kesavan, Suresh" userId="249a176b-f49f-4de8-94ee-502d27afd651" providerId="ADAL" clId="{B6507157-D93E-4546-9967-EC6320F70F66}" dt="2024-05-24T06:06:22.218" v="28" actId="2696"/>
        <pc:sldMkLst>
          <pc:docMk/>
          <pc:sldMk cId="4218945389" sldId="699"/>
        </pc:sldMkLst>
      </pc:sldChg>
      <pc:sldChg chg="del">
        <pc:chgData name="Kesavan, Suresh" userId="249a176b-f49f-4de8-94ee-502d27afd651" providerId="ADAL" clId="{B6507157-D93E-4546-9967-EC6320F70F66}" dt="2024-05-24T06:06:22.218" v="28" actId="2696"/>
        <pc:sldMkLst>
          <pc:docMk/>
          <pc:sldMk cId="3994246170" sldId="700"/>
        </pc:sldMkLst>
      </pc:sldChg>
      <pc:sldChg chg="del">
        <pc:chgData name="Kesavan, Suresh" userId="249a176b-f49f-4de8-94ee-502d27afd651" providerId="ADAL" clId="{B6507157-D93E-4546-9967-EC6320F70F66}" dt="2024-05-24T06:06:22.218" v="28" actId="2696"/>
        <pc:sldMkLst>
          <pc:docMk/>
          <pc:sldMk cId="2048625374" sldId="701"/>
        </pc:sldMkLst>
      </pc:sldChg>
      <pc:sldChg chg="del">
        <pc:chgData name="Kesavan, Suresh" userId="249a176b-f49f-4de8-94ee-502d27afd651" providerId="ADAL" clId="{B6507157-D93E-4546-9967-EC6320F70F66}" dt="2024-05-24T06:06:22.218" v="28" actId="2696"/>
        <pc:sldMkLst>
          <pc:docMk/>
          <pc:sldMk cId="1299717301" sldId="703"/>
        </pc:sldMkLst>
      </pc:sldChg>
      <pc:sldChg chg="del">
        <pc:chgData name="Kesavan, Suresh" userId="249a176b-f49f-4de8-94ee-502d27afd651" providerId="ADAL" clId="{B6507157-D93E-4546-9967-EC6320F70F66}" dt="2024-05-24T06:06:22.218" v="28" actId="2696"/>
        <pc:sldMkLst>
          <pc:docMk/>
          <pc:sldMk cId="3620677226" sldId="704"/>
        </pc:sldMkLst>
      </pc:sldChg>
      <pc:sldChg chg="del">
        <pc:chgData name="Kesavan, Suresh" userId="249a176b-f49f-4de8-94ee-502d27afd651" providerId="ADAL" clId="{B6507157-D93E-4546-9967-EC6320F70F66}" dt="2024-05-24T06:06:22.218" v="28" actId="2696"/>
        <pc:sldMkLst>
          <pc:docMk/>
          <pc:sldMk cId="3891040716" sldId="705"/>
        </pc:sldMkLst>
      </pc:sldChg>
      <pc:sldChg chg="del">
        <pc:chgData name="Kesavan, Suresh" userId="249a176b-f49f-4de8-94ee-502d27afd651" providerId="ADAL" clId="{B6507157-D93E-4546-9967-EC6320F70F66}" dt="2024-05-24T06:06:22.218" v="28" actId="2696"/>
        <pc:sldMkLst>
          <pc:docMk/>
          <pc:sldMk cId="477843737" sldId="706"/>
        </pc:sldMkLst>
      </pc:sldChg>
      <pc:sldChg chg="del">
        <pc:chgData name="Kesavan, Suresh" userId="249a176b-f49f-4de8-94ee-502d27afd651" providerId="ADAL" clId="{B6507157-D93E-4546-9967-EC6320F70F66}" dt="2024-05-24T06:06:22.218" v="28" actId="2696"/>
        <pc:sldMkLst>
          <pc:docMk/>
          <pc:sldMk cId="4212884565" sldId="707"/>
        </pc:sldMkLst>
      </pc:sldChg>
      <pc:sldChg chg="del">
        <pc:chgData name="Kesavan, Suresh" userId="249a176b-f49f-4de8-94ee-502d27afd651" providerId="ADAL" clId="{B6507157-D93E-4546-9967-EC6320F70F66}" dt="2024-05-24T06:06:22.218" v="28" actId="2696"/>
        <pc:sldMkLst>
          <pc:docMk/>
          <pc:sldMk cId="3811130956" sldId="708"/>
        </pc:sldMkLst>
      </pc:sldChg>
      <pc:sldChg chg="del">
        <pc:chgData name="Kesavan, Suresh" userId="249a176b-f49f-4de8-94ee-502d27afd651" providerId="ADAL" clId="{B6507157-D93E-4546-9967-EC6320F70F66}" dt="2024-05-24T06:06:22.218" v="28" actId="2696"/>
        <pc:sldMkLst>
          <pc:docMk/>
          <pc:sldMk cId="3900322454" sldId="709"/>
        </pc:sldMkLst>
      </pc:sldChg>
      <pc:sldChg chg="del">
        <pc:chgData name="Kesavan, Suresh" userId="249a176b-f49f-4de8-94ee-502d27afd651" providerId="ADAL" clId="{B6507157-D93E-4546-9967-EC6320F70F66}" dt="2024-05-24T06:06:22.218" v="28" actId="2696"/>
        <pc:sldMkLst>
          <pc:docMk/>
          <pc:sldMk cId="4039379375" sldId="710"/>
        </pc:sldMkLst>
      </pc:sldChg>
      <pc:sldChg chg="modSp del mod">
        <pc:chgData name="Kesavan, Suresh" userId="249a176b-f49f-4de8-94ee-502d27afd651" providerId="ADAL" clId="{B6507157-D93E-4546-9967-EC6320F70F66}" dt="2024-05-24T06:06:22.218" v="28" actId="2696"/>
        <pc:sldMkLst>
          <pc:docMk/>
          <pc:sldMk cId="613578769" sldId="711"/>
        </pc:sldMkLst>
        <pc:spChg chg="mod">
          <ac:chgData name="Kesavan, Suresh" userId="249a176b-f49f-4de8-94ee-502d27afd651" providerId="ADAL" clId="{B6507157-D93E-4546-9967-EC6320F70F66}" dt="2024-05-03T07:23:21.343" v="21" actId="20577"/>
          <ac:spMkLst>
            <pc:docMk/>
            <pc:sldMk cId="613578769" sldId="711"/>
            <ac:spMk id="2" creationId="{31DB1528-933F-400A-B86E-7FC9408C0C11}"/>
          </ac:spMkLst>
        </pc:spChg>
      </pc:sldChg>
      <pc:sldChg chg="del">
        <pc:chgData name="Kesavan, Suresh" userId="249a176b-f49f-4de8-94ee-502d27afd651" providerId="ADAL" clId="{B6507157-D93E-4546-9967-EC6320F70F66}" dt="2024-05-24T06:06:22.218" v="28" actId="2696"/>
        <pc:sldMkLst>
          <pc:docMk/>
          <pc:sldMk cId="781148809" sldId="712"/>
        </pc:sldMkLst>
      </pc:sldChg>
      <pc:sldChg chg="del">
        <pc:chgData name="Kesavan, Suresh" userId="249a176b-f49f-4de8-94ee-502d27afd651" providerId="ADAL" clId="{B6507157-D93E-4546-9967-EC6320F70F66}" dt="2024-05-24T06:06:22.218" v="28" actId="2696"/>
        <pc:sldMkLst>
          <pc:docMk/>
          <pc:sldMk cId="2217423869" sldId="713"/>
        </pc:sldMkLst>
      </pc:sldChg>
      <pc:sldChg chg="del">
        <pc:chgData name="Kesavan, Suresh" userId="249a176b-f49f-4de8-94ee-502d27afd651" providerId="ADAL" clId="{B6507157-D93E-4546-9967-EC6320F70F66}" dt="2024-05-24T06:06:22.218" v="28" actId="2696"/>
        <pc:sldMkLst>
          <pc:docMk/>
          <pc:sldMk cId="3492960541" sldId="744"/>
        </pc:sldMkLst>
      </pc:sldChg>
      <pc:sldChg chg="del">
        <pc:chgData name="Kesavan, Suresh" userId="249a176b-f49f-4de8-94ee-502d27afd651" providerId="ADAL" clId="{B6507157-D93E-4546-9967-EC6320F70F66}" dt="2024-05-24T06:06:22.218" v="28" actId="2696"/>
        <pc:sldMkLst>
          <pc:docMk/>
          <pc:sldMk cId="3267314726" sldId="745"/>
        </pc:sldMkLst>
      </pc:sldChg>
      <pc:sldChg chg="del">
        <pc:chgData name="Kesavan, Suresh" userId="249a176b-f49f-4de8-94ee-502d27afd651" providerId="ADAL" clId="{B6507157-D93E-4546-9967-EC6320F70F66}" dt="2024-05-24T06:06:22.218" v="28" actId="2696"/>
        <pc:sldMkLst>
          <pc:docMk/>
          <pc:sldMk cId="1435532064" sldId="746"/>
        </pc:sldMkLst>
      </pc:sldChg>
      <pc:sldChg chg="del">
        <pc:chgData name="Kesavan, Suresh" userId="249a176b-f49f-4de8-94ee-502d27afd651" providerId="ADAL" clId="{B6507157-D93E-4546-9967-EC6320F70F66}" dt="2024-05-24T06:06:22.218" v="28" actId="2696"/>
        <pc:sldMkLst>
          <pc:docMk/>
          <pc:sldMk cId="2528626424" sldId="752"/>
        </pc:sldMkLst>
      </pc:sldChg>
      <pc:sldChg chg="del">
        <pc:chgData name="Kesavan, Suresh" userId="249a176b-f49f-4de8-94ee-502d27afd651" providerId="ADAL" clId="{B6507157-D93E-4546-9967-EC6320F70F66}" dt="2024-05-24T06:06:22.218" v="28" actId="2696"/>
        <pc:sldMkLst>
          <pc:docMk/>
          <pc:sldMk cId="2926698492" sldId="753"/>
        </pc:sldMkLst>
      </pc:sldChg>
      <pc:sldChg chg="del">
        <pc:chgData name="Kesavan, Suresh" userId="249a176b-f49f-4de8-94ee-502d27afd651" providerId="ADAL" clId="{B6507157-D93E-4546-9967-EC6320F70F66}" dt="2024-05-24T06:06:22.218" v="28" actId="2696"/>
        <pc:sldMkLst>
          <pc:docMk/>
          <pc:sldMk cId="3200346064" sldId="754"/>
        </pc:sldMkLst>
      </pc:sldChg>
      <pc:sldChg chg="del">
        <pc:chgData name="Kesavan, Suresh" userId="249a176b-f49f-4de8-94ee-502d27afd651" providerId="ADAL" clId="{B6507157-D93E-4546-9967-EC6320F70F66}" dt="2024-05-24T06:06:22.218" v="28" actId="2696"/>
        <pc:sldMkLst>
          <pc:docMk/>
          <pc:sldMk cId="1189180477" sldId="756"/>
        </pc:sldMkLst>
      </pc:sldChg>
      <pc:sldChg chg="del">
        <pc:chgData name="Kesavan, Suresh" userId="249a176b-f49f-4de8-94ee-502d27afd651" providerId="ADAL" clId="{B6507157-D93E-4546-9967-EC6320F70F66}" dt="2024-05-24T06:06:22.218" v="28" actId="2696"/>
        <pc:sldMkLst>
          <pc:docMk/>
          <pc:sldMk cId="1866378242" sldId="757"/>
        </pc:sldMkLst>
      </pc:sldChg>
      <pc:sldChg chg="del">
        <pc:chgData name="Kesavan, Suresh" userId="249a176b-f49f-4de8-94ee-502d27afd651" providerId="ADAL" clId="{B6507157-D93E-4546-9967-EC6320F70F66}" dt="2024-05-24T06:06:22.218" v="28" actId="2696"/>
        <pc:sldMkLst>
          <pc:docMk/>
          <pc:sldMk cId="2839409192" sldId="758"/>
        </pc:sldMkLst>
      </pc:sldChg>
      <pc:sldChg chg="del">
        <pc:chgData name="Kesavan, Suresh" userId="249a176b-f49f-4de8-94ee-502d27afd651" providerId="ADAL" clId="{B6507157-D93E-4546-9967-EC6320F70F66}" dt="2024-05-24T06:06:22.218" v="28" actId="2696"/>
        <pc:sldMkLst>
          <pc:docMk/>
          <pc:sldMk cId="4145895517" sldId="759"/>
        </pc:sldMkLst>
      </pc:sldChg>
      <pc:sldChg chg="del">
        <pc:chgData name="Kesavan, Suresh" userId="249a176b-f49f-4de8-94ee-502d27afd651" providerId="ADAL" clId="{B6507157-D93E-4546-9967-EC6320F70F66}" dt="2024-05-24T06:06:22.218" v="28" actId="2696"/>
        <pc:sldMkLst>
          <pc:docMk/>
          <pc:sldMk cId="600020540" sldId="761"/>
        </pc:sldMkLst>
      </pc:sldChg>
      <pc:sldChg chg="add">
        <pc:chgData name="Kesavan, Suresh" userId="249a176b-f49f-4de8-94ee-502d27afd651" providerId="ADAL" clId="{B6507157-D93E-4546-9967-EC6320F70F66}" dt="2024-05-24T06:05:30.568" v="25"/>
        <pc:sldMkLst>
          <pc:docMk/>
          <pc:sldMk cId="4021265949" sldId="825"/>
        </pc:sldMkLst>
      </pc:sldChg>
      <pc:sldChg chg="add">
        <pc:chgData name="Kesavan, Suresh" userId="249a176b-f49f-4de8-94ee-502d27afd651" providerId="ADAL" clId="{B6507157-D93E-4546-9967-EC6320F70F66}" dt="2024-05-24T06:05:49.888" v="27"/>
        <pc:sldMkLst>
          <pc:docMk/>
          <pc:sldMk cId="3192727240" sldId="842"/>
        </pc:sldMkLst>
      </pc:sldChg>
      <pc:sldChg chg="modSp add mod">
        <pc:chgData name="Kesavan, Suresh" userId="249a176b-f49f-4de8-94ee-502d27afd651" providerId="ADAL" clId="{B6507157-D93E-4546-9967-EC6320F70F66}" dt="2024-05-24T07:26:31.506" v="375" actId="255"/>
        <pc:sldMkLst>
          <pc:docMk/>
          <pc:sldMk cId="2638540501" sldId="845"/>
        </pc:sldMkLst>
        <pc:spChg chg="mod">
          <ac:chgData name="Kesavan, Suresh" userId="249a176b-f49f-4de8-94ee-502d27afd651" providerId="ADAL" clId="{B6507157-D93E-4546-9967-EC6320F70F66}" dt="2024-05-24T07:26:31.506" v="375" actId="255"/>
          <ac:spMkLst>
            <pc:docMk/>
            <pc:sldMk cId="2638540501" sldId="845"/>
            <ac:spMk id="2" creationId="{6318A966-A631-4E97-84E8-4B177544910D}"/>
          </ac:spMkLst>
        </pc:spChg>
      </pc:sldChg>
      <pc:sldChg chg="modSp add mod">
        <pc:chgData name="Kesavan, Suresh" userId="249a176b-f49f-4de8-94ee-502d27afd651" providerId="ADAL" clId="{B6507157-D93E-4546-9967-EC6320F70F66}" dt="2024-05-24T07:26:41.933" v="377" actId="255"/>
        <pc:sldMkLst>
          <pc:docMk/>
          <pc:sldMk cId="1579921045" sldId="846"/>
        </pc:sldMkLst>
        <pc:spChg chg="mod">
          <ac:chgData name="Kesavan, Suresh" userId="249a176b-f49f-4de8-94ee-502d27afd651" providerId="ADAL" clId="{B6507157-D93E-4546-9967-EC6320F70F66}" dt="2024-05-24T07:26:41.933" v="377" actId="255"/>
          <ac:spMkLst>
            <pc:docMk/>
            <pc:sldMk cId="1579921045" sldId="846"/>
            <ac:spMk id="2" creationId="{6318A966-A631-4E97-84E8-4B177544910D}"/>
          </ac:spMkLst>
        </pc:spChg>
      </pc:sldChg>
      <pc:sldChg chg="modSp add mod">
        <pc:chgData name="Kesavan, Suresh" userId="249a176b-f49f-4de8-94ee-502d27afd651" providerId="ADAL" clId="{B6507157-D93E-4546-9967-EC6320F70F66}" dt="2024-05-24T07:26:51.521" v="379" actId="255"/>
        <pc:sldMkLst>
          <pc:docMk/>
          <pc:sldMk cId="2218524967" sldId="847"/>
        </pc:sldMkLst>
        <pc:spChg chg="mod">
          <ac:chgData name="Kesavan, Suresh" userId="249a176b-f49f-4de8-94ee-502d27afd651" providerId="ADAL" clId="{B6507157-D93E-4546-9967-EC6320F70F66}" dt="2024-05-24T07:26:51.521" v="379" actId="255"/>
          <ac:spMkLst>
            <pc:docMk/>
            <pc:sldMk cId="2218524967" sldId="847"/>
            <ac:spMk id="2" creationId="{6318A966-A631-4E97-84E8-4B177544910D}"/>
          </ac:spMkLst>
        </pc:spChg>
      </pc:sldChg>
      <pc:sldChg chg="modSp add mod">
        <pc:chgData name="Kesavan, Suresh" userId="249a176b-f49f-4de8-94ee-502d27afd651" providerId="ADAL" clId="{B6507157-D93E-4546-9967-EC6320F70F66}" dt="2024-05-24T07:27:06.927" v="381" actId="255"/>
        <pc:sldMkLst>
          <pc:docMk/>
          <pc:sldMk cId="864125161" sldId="848"/>
        </pc:sldMkLst>
        <pc:spChg chg="mod">
          <ac:chgData name="Kesavan, Suresh" userId="249a176b-f49f-4de8-94ee-502d27afd651" providerId="ADAL" clId="{B6507157-D93E-4546-9967-EC6320F70F66}" dt="2024-05-24T07:27:06.927" v="381" actId="255"/>
          <ac:spMkLst>
            <pc:docMk/>
            <pc:sldMk cId="864125161" sldId="848"/>
            <ac:spMk id="2" creationId="{6318A966-A631-4E97-84E8-4B177544910D}"/>
          </ac:spMkLst>
        </pc:spChg>
      </pc:sldChg>
      <pc:sldChg chg="modSp add mod">
        <pc:chgData name="Kesavan, Suresh" userId="249a176b-f49f-4de8-94ee-502d27afd651" providerId="ADAL" clId="{B6507157-D93E-4546-9967-EC6320F70F66}" dt="2024-05-24T07:27:18.672" v="384" actId="255"/>
        <pc:sldMkLst>
          <pc:docMk/>
          <pc:sldMk cId="3054991091" sldId="849"/>
        </pc:sldMkLst>
        <pc:spChg chg="mod">
          <ac:chgData name="Kesavan, Suresh" userId="249a176b-f49f-4de8-94ee-502d27afd651" providerId="ADAL" clId="{B6507157-D93E-4546-9967-EC6320F70F66}" dt="2024-05-24T07:27:18.672" v="384" actId="255"/>
          <ac:spMkLst>
            <pc:docMk/>
            <pc:sldMk cId="3054991091" sldId="849"/>
            <ac:spMk id="2" creationId="{6318A966-A631-4E97-84E8-4B177544910D}"/>
          </ac:spMkLst>
        </pc:spChg>
      </pc:sldChg>
      <pc:sldChg chg="modSp add mod">
        <pc:chgData name="Kesavan, Suresh" userId="249a176b-f49f-4de8-94ee-502d27afd651" providerId="ADAL" clId="{B6507157-D93E-4546-9967-EC6320F70F66}" dt="2024-05-24T07:27:29.256" v="387" actId="255"/>
        <pc:sldMkLst>
          <pc:docMk/>
          <pc:sldMk cId="4249413621" sldId="850"/>
        </pc:sldMkLst>
        <pc:spChg chg="mod">
          <ac:chgData name="Kesavan, Suresh" userId="249a176b-f49f-4de8-94ee-502d27afd651" providerId="ADAL" clId="{B6507157-D93E-4546-9967-EC6320F70F66}" dt="2024-05-24T07:27:29.256" v="387" actId="255"/>
          <ac:spMkLst>
            <pc:docMk/>
            <pc:sldMk cId="4249413621" sldId="850"/>
            <ac:spMk id="2" creationId="{6318A966-A631-4E97-84E8-4B177544910D}"/>
          </ac:spMkLst>
        </pc:spChg>
      </pc:sldChg>
      <pc:sldChg chg="modSp add mod">
        <pc:chgData name="Kesavan, Suresh" userId="249a176b-f49f-4de8-94ee-502d27afd651" providerId="ADAL" clId="{B6507157-D93E-4546-9967-EC6320F70F66}" dt="2024-05-24T07:27:40.851" v="390" actId="2711"/>
        <pc:sldMkLst>
          <pc:docMk/>
          <pc:sldMk cId="2833821637" sldId="851"/>
        </pc:sldMkLst>
        <pc:spChg chg="mod">
          <ac:chgData name="Kesavan, Suresh" userId="249a176b-f49f-4de8-94ee-502d27afd651" providerId="ADAL" clId="{B6507157-D93E-4546-9967-EC6320F70F66}" dt="2024-05-24T07:27:40.851" v="390" actId="2711"/>
          <ac:spMkLst>
            <pc:docMk/>
            <pc:sldMk cId="2833821637" sldId="851"/>
            <ac:spMk id="2" creationId="{6318A966-A631-4E97-84E8-4B177544910D}"/>
          </ac:spMkLst>
        </pc:spChg>
      </pc:sldChg>
      <pc:sldChg chg="modSp add mod">
        <pc:chgData name="Kesavan, Suresh" userId="249a176b-f49f-4de8-94ee-502d27afd651" providerId="ADAL" clId="{B6507157-D93E-4546-9967-EC6320F70F66}" dt="2024-05-24T07:27:49.255" v="393" actId="255"/>
        <pc:sldMkLst>
          <pc:docMk/>
          <pc:sldMk cId="2427665961" sldId="852"/>
        </pc:sldMkLst>
        <pc:spChg chg="mod">
          <ac:chgData name="Kesavan, Suresh" userId="249a176b-f49f-4de8-94ee-502d27afd651" providerId="ADAL" clId="{B6507157-D93E-4546-9967-EC6320F70F66}" dt="2024-05-24T07:27:49.255" v="393" actId="255"/>
          <ac:spMkLst>
            <pc:docMk/>
            <pc:sldMk cId="2427665961" sldId="852"/>
            <ac:spMk id="2" creationId="{6318A966-A631-4E97-84E8-4B177544910D}"/>
          </ac:spMkLst>
        </pc:spChg>
      </pc:sldChg>
      <pc:sldChg chg="modSp add mod">
        <pc:chgData name="Kesavan, Suresh" userId="249a176b-f49f-4de8-94ee-502d27afd651" providerId="ADAL" clId="{B6507157-D93E-4546-9967-EC6320F70F66}" dt="2024-05-24T07:28:00.082" v="396" actId="255"/>
        <pc:sldMkLst>
          <pc:docMk/>
          <pc:sldMk cId="3872417356" sldId="853"/>
        </pc:sldMkLst>
        <pc:spChg chg="mod">
          <ac:chgData name="Kesavan, Suresh" userId="249a176b-f49f-4de8-94ee-502d27afd651" providerId="ADAL" clId="{B6507157-D93E-4546-9967-EC6320F70F66}" dt="2024-05-24T07:28:00.082" v="396" actId="255"/>
          <ac:spMkLst>
            <pc:docMk/>
            <pc:sldMk cId="3872417356" sldId="853"/>
            <ac:spMk id="2" creationId="{6318A966-A631-4E97-84E8-4B177544910D}"/>
          </ac:spMkLst>
        </pc:spChg>
      </pc:sldChg>
      <pc:sldChg chg="modSp add mod">
        <pc:chgData name="Kesavan, Suresh" userId="249a176b-f49f-4de8-94ee-502d27afd651" providerId="ADAL" clId="{B6507157-D93E-4546-9967-EC6320F70F66}" dt="2024-05-24T07:28:14.514" v="399" actId="255"/>
        <pc:sldMkLst>
          <pc:docMk/>
          <pc:sldMk cId="1883270522" sldId="854"/>
        </pc:sldMkLst>
        <pc:spChg chg="mod">
          <ac:chgData name="Kesavan, Suresh" userId="249a176b-f49f-4de8-94ee-502d27afd651" providerId="ADAL" clId="{B6507157-D93E-4546-9967-EC6320F70F66}" dt="2024-05-24T07:28:14.514" v="399" actId="255"/>
          <ac:spMkLst>
            <pc:docMk/>
            <pc:sldMk cId="1883270522" sldId="854"/>
            <ac:spMk id="2" creationId="{6318A966-A631-4E97-84E8-4B177544910D}"/>
          </ac:spMkLst>
        </pc:spChg>
      </pc:sldChg>
      <pc:sldChg chg="modSp add mod">
        <pc:chgData name="Kesavan, Suresh" userId="249a176b-f49f-4de8-94ee-502d27afd651" providerId="ADAL" clId="{B6507157-D93E-4546-9967-EC6320F70F66}" dt="2024-05-24T07:28:27.036" v="402" actId="255"/>
        <pc:sldMkLst>
          <pc:docMk/>
          <pc:sldMk cId="1999835799" sldId="855"/>
        </pc:sldMkLst>
        <pc:spChg chg="mod">
          <ac:chgData name="Kesavan, Suresh" userId="249a176b-f49f-4de8-94ee-502d27afd651" providerId="ADAL" clId="{B6507157-D93E-4546-9967-EC6320F70F66}" dt="2024-05-24T07:28:27.036" v="402" actId="255"/>
          <ac:spMkLst>
            <pc:docMk/>
            <pc:sldMk cId="1999835799" sldId="855"/>
            <ac:spMk id="2" creationId="{6318A966-A631-4E97-84E8-4B177544910D}"/>
          </ac:spMkLst>
        </pc:spChg>
      </pc:sldChg>
      <pc:sldChg chg="modSp add mod">
        <pc:chgData name="Kesavan, Suresh" userId="249a176b-f49f-4de8-94ee-502d27afd651" providerId="ADAL" clId="{B6507157-D93E-4546-9967-EC6320F70F66}" dt="2024-05-24T06:45:00.855" v="207" actId="14"/>
        <pc:sldMkLst>
          <pc:docMk/>
          <pc:sldMk cId="2727395769" sldId="856"/>
        </pc:sldMkLst>
        <pc:spChg chg="mod">
          <ac:chgData name="Kesavan, Suresh" userId="249a176b-f49f-4de8-94ee-502d27afd651" providerId="ADAL" clId="{B6507157-D93E-4546-9967-EC6320F70F66}" dt="2024-05-24T06:45:00.855" v="207" actId="14"/>
          <ac:spMkLst>
            <pc:docMk/>
            <pc:sldMk cId="2727395769" sldId="856"/>
            <ac:spMk id="2" creationId="{6318A966-A631-4E97-84E8-4B177544910D}"/>
          </ac:spMkLst>
        </pc:spChg>
      </pc:sldChg>
      <pc:sldChg chg="modSp add mod">
        <pc:chgData name="Kesavan, Suresh" userId="249a176b-f49f-4de8-94ee-502d27afd651" providerId="ADAL" clId="{B6507157-D93E-4546-9967-EC6320F70F66}" dt="2024-05-24T06:47:22.886" v="226" actId="113"/>
        <pc:sldMkLst>
          <pc:docMk/>
          <pc:sldMk cId="3554238344" sldId="858"/>
        </pc:sldMkLst>
        <pc:spChg chg="mod">
          <ac:chgData name="Kesavan, Suresh" userId="249a176b-f49f-4de8-94ee-502d27afd651" providerId="ADAL" clId="{B6507157-D93E-4546-9967-EC6320F70F66}" dt="2024-05-24T06:47:22.886" v="226" actId="113"/>
          <ac:spMkLst>
            <pc:docMk/>
            <pc:sldMk cId="3554238344" sldId="858"/>
            <ac:spMk id="2" creationId="{6318A966-A631-4E97-84E8-4B177544910D}"/>
          </ac:spMkLst>
        </pc:spChg>
      </pc:sldChg>
      <pc:sldChg chg="modSp add mod">
        <pc:chgData name="Kesavan, Suresh" userId="249a176b-f49f-4de8-94ee-502d27afd651" providerId="ADAL" clId="{B6507157-D93E-4546-9967-EC6320F70F66}" dt="2024-05-24T06:46:08.818" v="223" actId="113"/>
        <pc:sldMkLst>
          <pc:docMk/>
          <pc:sldMk cId="1530547827" sldId="859"/>
        </pc:sldMkLst>
        <pc:spChg chg="mod">
          <ac:chgData name="Kesavan, Suresh" userId="249a176b-f49f-4de8-94ee-502d27afd651" providerId="ADAL" clId="{B6507157-D93E-4546-9967-EC6320F70F66}" dt="2024-05-24T06:46:08.818" v="223" actId="113"/>
          <ac:spMkLst>
            <pc:docMk/>
            <pc:sldMk cId="1530547827" sldId="859"/>
            <ac:spMk id="2" creationId="{6318A966-A631-4E97-84E8-4B177544910D}"/>
          </ac:spMkLst>
        </pc:spChg>
      </pc:sldChg>
      <pc:sldChg chg="modSp add mod">
        <pc:chgData name="Kesavan, Suresh" userId="249a176b-f49f-4de8-94ee-502d27afd651" providerId="ADAL" clId="{B6507157-D93E-4546-9967-EC6320F70F66}" dt="2024-05-24T06:45:52.996" v="220" actId="20577"/>
        <pc:sldMkLst>
          <pc:docMk/>
          <pc:sldMk cId="2200182399" sldId="860"/>
        </pc:sldMkLst>
        <pc:spChg chg="mod">
          <ac:chgData name="Kesavan, Suresh" userId="249a176b-f49f-4de8-94ee-502d27afd651" providerId="ADAL" clId="{B6507157-D93E-4546-9967-EC6320F70F66}" dt="2024-05-24T06:45:52.996" v="220" actId="20577"/>
          <ac:spMkLst>
            <pc:docMk/>
            <pc:sldMk cId="2200182399" sldId="860"/>
            <ac:spMk id="2" creationId="{6318A966-A631-4E97-84E8-4B177544910D}"/>
          </ac:spMkLst>
        </pc:spChg>
      </pc:sldChg>
      <pc:sldChg chg="modSp add mod">
        <pc:chgData name="Kesavan, Suresh" userId="249a176b-f49f-4de8-94ee-502d27afd651" providerId="ADAL" clId="{B6507157-D93E-4546-9967-EC6320F70F66}" dt="2024-05-24T07:35:51.540" v="485" actId="2711"/>
        <pc:sldMkLst>
          <pc:docMk/>
          <pc:sldMk cId="498365529" sldId="863"/>
        </pc:sldMkLst>
        <pc:spChg chg="mod">
          <ac:chgData name="Kesavan, Suresh" userId="249a176b-f49f-4de8-94ee-502d27afd651" providerId="ADAL" clId="{B6507157-D93E-4546-9967-EC6320F70F66}" dt="2024-05-24T07:35:51.540" v="485" actId="2711"/>
          <ac:spMkLst>
            <pc:docMk/>
            <pc:sldMk cId="498365529" sldId="863"/>
            <ac:spMk id="8" creationId="{00000000-0000-0000-0000-000000000000}"/>
          </ac:spMkLst>
        </pc:spChg>
      </pc:sldChg>
      <pc:sldChg chg="modSp add mod">
        <pc:chgData name="Kesavan, Suresh" userId="249a176b-f49f-4de8-94ee-502d27afd651" providerId="ADAL" clId="{B6507157-D93E-4546-9967-EC6320F70F66}" dt="2024-05-24T07:36:04.685" v="487" actId="2711"/>
        <pc:sldMkLst>
          <pc:docMk/>
          <pc:sldMk cId="2775915437" sldId="864"/>
        </pc:sldMkLst>
        <pc:spChg chg="mod">
          <ac:chgData name="Kesavan, Suresh" userId="249a176b-f49f-4de8-94ee-502d27afd651" providerId="ADAL" clId="{B6507157-D93E-4546-9967-EC6320F70F66}" dt="2024-05-24T07:36:04.685" v="487" actId="2711"/>
          <ac:spMkLst>
            <pc:docMk/>
            <pc:sldMk cId="2775915437" sldId="864"/>
            <ac:spMk id="8" creationId="{00000000-0000-0000-0000-000000000000}"/>
          </ac:spMkLst>
        </pc:spChg>
      </pc:sldChg>
      <pc:sldChg chg="modSp add mod">
        <pc:chgData name="Kesavan, Suresh" userId="249a176b-f49f-4de8-94ee-502d27afd651" providerId="ADAL" clId="{B6507157-D93E-4546-9967-EC6320F70F66}" dt="2024-05-24T07:35:57.867" v="486" actId="2711"/>
        <pc:sldMkLst>
          <pc:docMk/>
          <pc:sldMk cId="3922934207" sldId="865"/>
        </pc:sldMkLst>
        <pc:spChg chg="mod">
          <ac:chgData name="Kesavan, Suresh" userId="249a176b-f49f-4de8-94ee-502d27afd651" providerId="ADAL" clId="{B6507157-D93E-4546-9967-EC6320F70F66}" dt="2024-05-24T07:35:57.867" v="486" actId="2711"/>
          <ac:spMkLst>
            <pc:docMk/>
            <pc:sldMk cId="3922934207" sldId="865"/>
            <ac:spMk id="8" creationId="{00000000-0000-0000-0000-000000000000}"/>
          </ac:spMkLst>
        </pc:spChg>
      </pc:sldChg>
      <pc:sldChg chg="modSp add mod">
        <pc:chgData name="Kesavan, Suresh" userId="249a176b-f49f-4de8-94ee-502d27afd651" providerId="ADAL" clId="{B6507157-D93E-4546-9967-EC6320F70F66}" dt="2024-05-24T07:31:58.163" v="438" actId="2711"/>
        <pc:sldMkLst>
          <pc:docMk/>
          <pc:sldMk cId="3711314206" sldId="868"/>
        </pc:sldMkLst>
        <pc:spChg chg="mod">
          <ac:chgData name="Kesavan, Suresh" userId="249a176b-f49f-4de8-94ee-502d27afd651" providerId="ADAL" clId="{B6507157-D93E-4546-9967-EC6320F70F66}" dt="2024-05-24T07:31:58.163" v="438" actId="2711"/>
          <ac:spMkLst>
            <pc:docMk/>
            <pc:sldMk cId="3711314206" sldId="868"/>
            <ac:spMk id="2" creationId="{6318A966-A631-4E97-84E8-4B177544910D}"/>
          </ac:spMkLst>
        </pc:spChg>
      </pc:sldChg>
      <pc:sldChg chg="modSp add mod">
        <pc:chgData name="Kesavan, Suresh" userId="249a176b-f49f-4de8-94ee-502d27afd651" providerId="ADAL" clId="{B6507157-D93E-4546-9967-EC6320F70F66}" dt="2024-05-24T07:30:16.848" v="411" actId="2711"/>
        <pc:sldMkLst>
          <pc:docMk/>
          <pc:sldMk cId="1706454777" sldId="870"/>
        </pc:sldMkLst>
        <pc:spChg chg="mod">
          <ac:chgData name="Kesavan, Suresh" userId="249a176b-f49f-4de8-94ee-502d27afd651" providerId="ADAL" clId="{B6507157-D93E-4546-9967-EC6320F70F66}" dt="2024-05-24T07:30:16.848" v="411" actId="2711"/>
          <ac:spMkLst>
            <pc:docMk/>
            <pc:sldMk cId="1706454777" sldId="870"/>
            <ac:spMk id="2" creationId="{6318A966-A631-4E97-84E8-4B177544910D}"/>
          </ac:spMkLst>
        </pc:spChg>
      </pc:sldChg>
      <pc:sldChg chg="modSp add mod">
        <pc:chgData name="Kesavan, Suresh" userId="249a176b-f49f-4de8-94ee-502d27afd651" providerId="ADAL" clId="{B6507157-D93E-4546-9967-EC6320F70F66}" dt="2024-05-24T07:30:25.325" v="414" actId="2711"/>
        <pc:sldMkLst>
          <pc:docMk/>
          <pc:sldMk cId="1853818589" sldId="871"/>
        </pc:sldMkLst>
        <pc:spChg chg="mod">
          <ac:chgData name="Kesavan, Suresh" userId="249a176b-f49f-4de8-94ee-502d27afd651" providerId="ADAL" clId="{B6507157-D93E-4546-9967-EC6320F70F66}" dt="2024-05-24T07:30:25.325" v="414" actId="2711"/>
          <ac:spMkLst>
            <pc:docMk/>
            <pc:sldMk cId="1853818589" sldId="871"/>
            <ac:spMk id="2" creationId="{6318A966-A631-4E97-84E8-4B177544910D}"/>
          </ac:spMkLst>
        </pc:spChg>
      </pc:sldChg>
      <pc:sldChg chg="modSp add mod">
        <pc:chgData name="Kesavan, Suresh" userId="249a176b-f49f-4de8-94ee-502d27afd651" providerId="ADAL" clId="{B6507157-D93E-4546-9967-EC6320F70F66}" dt="2024-05-24T07:30:36.409" v="417" actId="2711"/>
        <pc:sldMkLst>
          <pc:docMk/>
          <pc:sldMk cId="2161733337" sldId="872"/>
        </pc:sldMkLst>
        <pc:spChg chg="mod">
          <ac:chgData name="Kesavan, Suresh" userId="249a176b-f49f-4de8-94ee-502d27afd651" providerId="ADAL" clId="{B6507157-D93E-4546-9967-EC6320F70F66}" dt="2024-05-24T07:30:36.409" v="417" actId="2711"/>
          <ac:spMkLst>
            <pc:docMk/>
            <pc:sldMk cId="2161733337" sldId="872"/>
            <ac:spMk id="2" creationId="{6318A966-A631-4E97-84E8-4B177544910D}"/>
          </ac:spMkLst>
        </pc:spChg>
      </pc:sldChg>
      <pc:sldChg chg="modSp add mod">
        <pc:chgData name="Kesavan, Suresh" userId="249a176b-f49f-4de8-94ee-502d27afd651" providerId="ADAL" clId="{B6507157-D93E-4546-9967-EC6320F70F66}" dt="2024-05-24T07:30:58.851" v="420" actId="2711"/>
        <pc:sldMkLst>
          <pc:docMk/>
          <pc:sldMk cId="107247603" sldId="873"/>
        </pc:sldMkLst>
        <pc:spChg chg="mod">
          <ac:chgData name="Kesavan, Suresh" userId="249a176b-f49f-4de8-94ee-502d27afd651" providerId="ADAL" clId="{B6507157-D93E-4546-9967-EC6320F70F66}" dt="2024-05-24T07:30:58.851" v="420" actId="2711"/>
          <ac:spMkLst>
            <pc:docMk/>
            <pc:sldMk cId="107247603" sldId="873"/>
            <ac:spMk id="26" creationId="{3E09E5A8-37D8-42AE-BD19-4EB8ACEC3B8E}"/>
          </ac:spMkLst>
        </pc:spChg>
      </pc:sldChg>
      <pc:sldChg chg="modSp add mod">
        <pc:chgData name="Kesavan, Suresh" userId="249a176b-f49f-4de8-94ee-502d27afd651" providerId="ADAL" clId="{B6507157-D93E-4546-9967-EC6320F70F66}" dt="2024-05-24T07:31:07.485" v="423" actId="2711"/>
        <pc:sldMkLst>
          <pc:docMk/>
          <pc:sldMk cId="1242898059" sldId="874"/>
        </pc:sldMkLst>
        <pc:spChg chg="mod">
          <ac:chgData name="Kesavan, Suresh" userId="249a176b-f49f-4de8-94ee-502d27afd651" providerId="ADAL" clId="{B6507157-D93E-4546-9967-EC6320F70F66}" dt="2024-05-24T07:31:07.485" v="423" actId="2711"/>
          <ac:spMkLst>
            <pc:docMk/>
            <pc:sldMk cId="1242898059" sldId="874"/>
            <ac:spMk id="26" creationId="{3E09E5A8-37D8-42AE-BD19-4EB8ACEC3B8E}"/>
          </ac:spMkLst>
        </pc:spChg>
      </pc:sldChg>
      <pc:sldChg chg="modSp add mod">
        <pc:chgData name="Kesavan, Suresh" userId="249a176b-f49f-4de8-94ee-502d27afd651" providerId="ADAL" clId="{B6507157-D93E-4546-9967-EC6320F70F66}" dt="2024-05-24T07:31:26.098" v="429" actId="2711"/>
        <pc:sldMkLst>
          <pc:docMk/>
          <pc:sldMk cId="3496191679" sldId="875"/>
        </pc:sldMkLst>
        <pc:spChg chg="mod">
          <ac:chgData name="Kesavan, Suresh" userId="249a176b-f49f-4de8-94ee-502d27afd651" providerId="ADAL" clId="{B6507157-D93E-4546-9967-EC6320F70F66}" dt="2024-05-24T07:31:26.098" v="429" actId="2711"/>
          <ac:spMkLst>
            <pc:docMk/>
            <pc:sldMk cId="3496191679" sldId="875"/>
            <ac:spMk id="26" creationId="{3E09E5A8-37D8-42AE-BD19-4EB8ACEC3B8E}"/>
          </ac:spMkLst>
        </pc:spChg>
      </pc:sldChg>
      <pc:sldChg chg="modSp add mod">
        <pc:chgData name="Kesavan, Suresh" userId="249a176b-f49f-4de8-94ee-502d27afd651" providerId="ADAL" clId="{B6507157-D93E-4546-9967-EC6320F70F66}" dt="2024-05-24T07:31:37.373" v="432" actId="2711"/>
        <pc:sldMkLst>
          <pc:docMk/>
          <pc:sldMk cId="1806687720" sldId="876"/>
        </pc:sldMkLst>
        <pc:spChg chg="mod">
          <ac:chgData name="Kesavan, Suresh" userId="249a176b-f49f-4de8-94ee-502d27afd651" providerId="ADAL" clId="{B6507157-D93E-4546-9967-EC6320F70F66}" dt="2024-05-24T07:31:37.373" v="432" actId="2711"/>
          <ac:spMkLst>
            <pc:docMk/>
            <pc:sldMk cId="1806687720" sldId="876"/>
            <ac:spMk id="26" creationId="{3E09E5A8-37D8-42AE-BD19-4EB8ACEC3B8E}"/>
          </ac:spMkLst>
        </pc:spChg>
      </pc:sldChg>
      <pc:sldChg chg="modSp add mod">
        <pc:chgData name="Kesavan, Suresh" userId="249a176b-f49f-4de8-94ee-502d27afd651" providerId="ADAL" clId="{B6507157-D93E-4546-9967-EC6320F70F66}" dt="2024-05-24T07:31:18.391" v="426" actId="255"/>
        <pc:sldMkLst>
          <pc:docMk/>
          <pc:sldMk cId="2409738411" sldId="877"/>
        </pc:sldMkLst>
        <pc:spChg chg="mod">
          <ac:chgData name="Kesavan, Suresh" userId="249a176b-f49f-4de8-94ee-502d27afd651" providerId="ADAL" clId="{B6507157-D93E-4546-9967-EC6320F70F66}" dt="2024-05-24T07:31:18.391" v="426" actId="255"/>
          <ac:spMkLst>
            <pc:docMk/>
            <pc:sldMk cId="2409738411" sldId="877"/>
            <ac:spMk id="26" creationId="{3E09E5A8-37D8-42AE-BD19-4EB8ACEC3B8E}"/>
          </ac:spMkLst>
        </pc:spChg>
      </pc:sldChg>
      <pc:sldChg chg="modSp add mod">
        <pc:chgData name="Kesavan, Suresh" userId="249a176b-f49f-4de8-94ee-502d27afd651" providerId="ADAL" clId="{B6507157-D93E-4546-9967-EC6320F70F66}" dt="2024-05-24T07:31:47.199" v="435" actId="2711"/>
        <pc:sldMkLst>
          <pc:docMk/>
          <pc:sldMk cId="3832628966" sldId="878"/>
        </pc:sldMkLst>
        <pc:spChg chg="mod">
          <ac:chgData name="Kesavan, Suresh" userId="249a176b-f49f-4de8-94ee-502d27afd651" providerId="ADAL" clId="{B6507157-D93E-4546-9967-EC6320F70F66}" dt="2024-05-24T07:31:47.199" v="435" actId="2711"/>
          <ac:spMkLst>
            <pc:docMk/>
            <pc:sldMk cId="3832628966" sldId="878"/>
            <ac:spMk id="26" creationId="{3E09E5A8-37D8-42AE-BD19-4EB8ACEC3B8E}"/>
          </ac:spMkLst>
        </pc:spChg>
      </pc:sldChg>
      <pc:sldChg chg="modSp add mod">
        <pc:chgData name="Kesavan, Suresh" userId="249a176b-f49f-4de8-94ee-502d27afd651" providerId="ADAL" clId="{B6507157-D93E-4546-9967-EC6320F70F66}" dt="2024-05-24T07:32:31.122" v="445" actId="2711"/>
        <pc:sldMkLst>
          <pc:docMk/>
          <pc:sldMk cId="1650578940" sldId="880"/>
        </pc:sldMkLst>
        <pc:spChg chg="mod">
          <ac:chgData name="Kesavan, Suresh" userId="249a176b-f49f-4de8-94ee-502d27afd651" providerId="ADAL" clId="{B6507157-D93E-4546-9967-EC6320F70F66}" dt="2024-05-24T07:32:31.122" v="445" actId="2711"/>
          <ac:spMkLst>
            <pc:docMk/>
            <pc:sldMk cId="1650578940" sldId="880"/>
            <ac:spMk id="2" creationId="{6318A966-A631-4E97-84E8-4B177544910D}"/>
          </ac:spMkLst>
        </pc:spChg>
      </pc:sldChg>
      <pc:sldChg chg="modSp add mod">
        <pc:chgData name="Kesavan, Suresh" userId="249a176b-f49f-4de8-94ee-502d27afd651" providerId="ADAL" clId="{B6507157-D93E-4546-9967-EC6320F70F66}" dt="2024-05-24T07:32:46.478" v="448" actId="255"/>
        <pc:sldMkLst>
          <pc:docMk/>
          <pc:sldMk cId="602728249" sldId="881"/>
        </pc:sldMkLst>
        <pc:spChg chg="mod">
          <ac:chgData name="Kesavan, Suresh" userId="249a176b-f49f-4de8-94ee-502d27afd651" providerId="ADAL" clId="{B6507157-D93E-4546-9967-EC6320F70F66}" dt="2024-05-24T07:32:46.478" v="448" actId="255"/>
          <ac:spMkLst>
            <pc:docMk/>
            <pc:sldMk cId="602728249" sldId="881"/>
            <ac:spMk id="2" creationId="{6318A966-A631-4E97-84E8-4B177544910D}"/>
          </ac:spMkLst>
        </pc:spChg>
      </pc:sldChg>
      <pc:sldChg chg="modSp add mod">
        <pc:chgData name="Kesavan, Suresh" userId="249a176b-f49f-4de8-94ee-502d27afd651" providerId="ADAL" clId="{B6507157-D93E-4546-9967-EC6320F70F66}" dt="2024-05-24T07:34:07.708" v="466" actId="2711"/>
        <pc:sldMkLst>
          <pc:docMk/>
          <pc:sldMk cId="1469194101" sldId="882"/>
        </pc:sldMkLst>
        <pc:spChg chg="mod">
          <ac:chgData name="Kesavan, Suresh" userId="249a176b-f49f-4de8-94ee-502d27afd651" providerId="ADAL" clId="{B6507157-D93E-4546-9967-EC6320F70F66}" dt="2024-05-24T07:34:07.708" v="466" actId="2711"/>
          <ac:spMkLst>
            <pc:docMk/>
            <pc:sldMk cId="1469194101" sldId="882"/>
            <ac:spMk id="2" creationId="{6318A966-A631-4E97-84E8-4B177544910D}"/>
          </ac:spMkLst>
        </pc:spChg>
      </pc:sldChg>
      <pc:sldChg chg="modSp add mod">
        <pc:chgData name="Kesavan, Suresh" userId="249a176b-f49f-4de8-94ee-502d27afd651" providerId="ADAL" clId="{B6507157-D93E-4546-9967-EC6320F70F66}" dt="2024-05-24T07:33:47.617" v="460" actId="255"/>
        <pc:sldMkLst>
          <pc:docMk/>
          <pc:sldMk cId="3280143034" sldId="884"/>
        </pc:sldMkLst>
        <pc:spChg chg="mod">
          <ac:chgData name="Kesavan, Suresh" userId="249a176b-f49f-4de8-94ee-502d27afd651" providerId="ADAL" clId="{B6507157-D93E-4546-9967-EC6320F70F66}" dt="2024-05-24T07:33:47.617" v="460" actId="255"/>
          <ac:spMkLst>
            <pc:docMk/>
            <pc:sldMk cId="3280143034" sldId="884"/>
            <ac:spMk id="2" creationId="{6318A966-A631-4E97-84E8-4B177544910D}"/>
          </ac:spMkLst>
        </pc:spChg>
      </pc:sldChg>
      <pc:sldChg chg="modSp add mod">
        <pc:chgData name="Kesavan, Suresh" userId="249a176b-f49f-4de8-94ee-502d27afd651" providerId="ADAL" clId="{B6507157-D93E-4546-9967-EC6320F70F66}" dt="2024-05-24T07:33:56.604" v="463" actId="255"/>
        <pc:sldMkLst>
          <pc:docMk/>
          <pc:sldMk cId="2640140225" sldId="885"/>
        </pc:sldMkLst>
        <pc:spChg chg="mod">
          <ac:chgData name="Kesavan, Suresh" userId="249a176b-f49f-4de8-94ee-502d27afd651" providerId="ADAL" clId="{B6507157-D93E-4546-9967-EC6320F70F66}" dt="2024-05-24T07:33:56.604" v="463" actId="255"/>
          <ac:spMkLst>
            <pc:docMk/>
            <pc:sldMk cId="2640140225" sldId="885"/>
            <ac:spMk id="2" creationId="{6318A966-A631-4E97-84E8-4B177544910D}"/>
          </ac:spMkLst>
        </pc:spChg>
      </pc:sldChg>
      <pc:sldChg chg="modSp add mod">
        <pc:chgData name="Kesavan, Suresh" userId="249a176b-f49f-4de8-94ee-502d27afd651" providerId="ADAL" clId="{B6507157-D93E-4546-9967-EC6320F70F66}" dt="2024-05-24T07:34:46.502" v="475" actId="2711"/>
        <pc:sldMkLst>
          <pc:docMk/>
          <pc:sldMk cId="4121102973" sldId="886"/>
        </pc:sldMkLst>
        <pc:spChg chg="mod">
          <ac:chgData name="Kesavan, Suresh" userId="249a176b-f49f-4de8-94ee-502d27afd651" providerId="ADAL" clId="{B6507157-D93E-4546-9967-EC6320F70F66}" dt="2024-05-24T07:34:46.502" v="475" actId="2711"/>
          <ac:spMkLst>
            <pc:docMk/>
            <pc:sldMk cId="4121102973" sldId="886"/>
            <ac:spMk id="2" creationId="{6318A966-A631-4E97-84E8-4B177544910D}"/>
          </ac:spMkLst>
        </pc:spChg>
      </pc:sldChg>
      <pc:sldChg chg="modSp add mod">
        <pc:chgData name="Kesavan, Suresh" userId="249a176b-f49f-4de8-94ee-502d27afd651" providerId="ADAL" clId="{B6507157-D93E-4546-9967-EC6320F70F66}" dt="2024-05-24T07:34:55.832" v="478" actId="2711"/>
        <pc:sldMkLst>
          <pc:docMk/>
          <pc:sldMk cId="1566674662" sldId="887"/>
        </pc:sldMkLst>
        <pc:spChg chg="mod">
          <ac:chgData name="Kesavan, Suresh" userId="249a176b-f49f-4de8-94ee-502d27afd651" providerId="ADAL" clId="{B6507157-D93E-4546-9967-EC6320F70F66}" dt="2024-05-24T07:34:55.832" v="478" actId="2711"/>
          <ac:spMkLst>
            <pc:docMk/>
            <pc:sldMk cId="1566674662" sldId="887"/>
            <ac:spMk id="2" creationId="{6318A966-A631-4E97-84E8-4B177544910D}"/>
          </ac:spMkLst>
        </pc:spChg>
      </pc:sldChg>
      <pc:sldChg chg="modSp add mod">
        <pc:chgData name="Kesavan, Suresh" userId="249a176b-f49f-4de8-94ee-502d27afd651" providerId="ADAL" clId="{B6507157-D93E-4546-9967-EC6320F70F66}" dt="2024-05-24T07:34:22.575" v="469" actId="2711"/>
        <pc:sldMkLst>
          <pc:docMk/>
          <pc:sldMk cId="1331337770" sldId="888"/>
        </pc:sldMkLst>
        <pc:spChg chg="mod">
          <ac:chgData name="Kesavan, Suresh" userId="249a176b-f49f-4de8-94ee-502d27afd651" providerId="ADAL" clId="{B6507157-D93E-4546-9967-EC6320F70F66}" dt="2024-05-24T07:34:22.575" v="469" actId="2711"/>
          <ac:spMkLst>
            <pc:docMk/>
            <pc:sldMk cId="1331337770" sldId="888"/>
            <ac:spMk id="2" creationId="{6318A966-A631-4E97-84E8-4B177544910D}"/>
          </ac:spMkLst>
        </pc:spChg>
      </pc:sldChg>
      <pc:sldChg chg="modSp add mod">
        <pc:chgData name="Kesavan, Suresh" userId="249a176b-f49f-4de8-94ee-502d27afd651" providerId="ADAL" clId="{B6507157-D93E-4546-9967-EC6320F70F66}" dt="2024-05-24T07:34:34.092" v="472" actId="2711"/>
        <pc:sldMkLst>
          <pc:docMk/>
          <pc:sldMk cId="2259086532" sldId="889"/>
        </pc:sldMkLst>
        <pc:spChg chg="mod">
          <ac:chgData name="Kesavan, Suresh" userId="249a176b-f49f-4de8-94ee-502d27afd651" providerId="ADAL" clId="{B6507157-D93E-4546-9967-EC6320F70F66}" dt="2024-05-24T07:34:34.092" v="472" actId="2711"/>
          <ac:spMkLst>
            <pc:docMk/>
            <pc:sldMk cId="2259086532" sldId="889"/>
            <ac:spMk id="2" creationId="{6318A966-A631-4E97-84E8-4B177544910D}"/>
          </ac:spMkLst>
        </pc:spChg>
      </pc:sldChg>
      <pc:sldChg chg="modSp add mod">
        <pc:chgData name="Kesavan, Suresh" userId="249a176b-f49f-4de8-94ee-502d27afd651" providerId="ADAL" clId="{B6507157-D93E-4546-9967-EC6320F70F66}" dt="2024-05-24T06:51:27.777" v="250" actId="255"/>
        <pc:sldMkLst>
          <pc:docMk/>
          <pc:sldMk cId="993344292" sldId="890"/>
        </pc:sldMkLst>
        <pc:spChg chg="mod">
          <ac:chgData name="Kesavan, Suresh" userId="249a176b-f49f-4de8-94ee-502d27afd651" providerId="ADAL" clId="{B6507157-D93E-4546-9967-EC6320F70F66}" dt="2024-05-24T06:51:27.777" v="250" actId="255"/>
          <ac:spMkLst>
            <pc:docMk/>
            <pc:sldMk cId="993344292" sldId="890"/>
            <ac:spMk id="2" creationId="{6318A966-A631-4E97-84E8-4B177544910D}"/>
          </ac:spMkLst>
        </pc:spChg>
      </pc:sldChg>
      <pc:sldChg chg="modSp add mod">
        <pc:chgData name="Kesavan, Suresh" userId="249a176b-f49f-4de8-94ee-502d27afd651" providerId="ADAL" clId="{B6507157-D93E-4546-9967-EC6320F70F66}" dt="2024-05-24T06:43:21.354" v="187" actId="2711"/>
        <pc:sldMkLst>
          <pc:docMk/>
          <pc:sldMk cId="2953264188" sldId="891"/>
        </pc:sldMkLst>
        <pc:spChg chg="mod">
          <ac:chgData name="Kesavan, Suresh" userId="249a176b-f49f-4de8-94ee-502d27afd651" providerId="ADAL" clId="{B6507157-D93E-4546-9967-EC6320F70F66}" dt="2024-05-24T06:43:21.354" v="187" actId="2711"/>
          <ac:spMkLst>
            <pc:docMk/>
            <pc:sldMk cId="2953264188" sldId="891"/>
            <ac:spMk id="2" creationId="{6318A966-A631-4E97-84E8-4B177544910D}"/>
          </ac:spMkLst>
        </pc:spChg>
      </pc:sldChg>
      <pc:sldChg chg="modSp add mod">
        <pc:chgData name="Kesavan, Suresh" userId="249a176b-f49f-4de8-94ee-502d27afd651" providerId="ADAL" clId="{B6507157-D93E-4546-9967-EC6320F70F66}" dt="2024-05-24T07:25:12.881" v="367" actId="255"/>
        <pc:sldMkLst>
          <pc:docMk/>
          <pc:sldMk cId="1101369129" sldId="892"/>
        </pc:sldMkLst>
        <pc:spChg chg="mod">
          <ac:chgData name="Kesavan, Suresh" userId="249a176b-f49f-4de8-94ee-502d27afd651" providerId="ADAL" clId="{B6507157-D93E-4546-9967-EC6320F70F66}" dt="2024-05-24T07:25:12.881" v="367" actId="255"/>
          <ac:spMkLst>
            <pc:docMk/>
            <pc:sldMk cId="1101369129" sldId="892"/>
            <ac:spMk id="4" creationId="{FBE50822-B55F-49C5-8F56-4D8799ED4CFA}"/>
          </ac:spMkLst>
        </pc:spChg>
      </pc:sldChg>
      <pc:sldChg chg="modSp add mod">
        <pc:chgData name="Kesavan, Suresh" userId="249a176b-f49f-4de8-94ee-502d27afd651" providerId="ADAL" clId="{B6507157-D93E-4546-9967-EC6320F70F66}" dt="2024-05-24T06:48:39.768" v="237" actId="113"/>
        <pc:sldMkLst>
          <pc:docMk/>
          <pc:sldMk cId="1208603889" sldId="893"/>
        </pc:sldMkLst>
        <pc:spChg chg="mod">
          <ac:chgData name="Kesavan, Suresh" userId="249a176b-f49f-4de8-94ee-502d27afd651" providerId="ADAL" clId="{B6507157-D93E-4546-9967-EC6320F70F66}" dt="2024-05-24T06:48:39.768" v="237" actId="113"/>
          <ac:spMkLst>
            <pc:docMk/>
            <pc:sldMk cId="1208603889" sldId="893"/>
            <ac:spMk id="2" creationId="{6318A966-A631-4E97-84E8-4B177544910D}"/>
          </ac:spMkLst>
        </pc:spChg>
      </pc:sldChg>
      <pc:sldChg chg="modSp add mod">
        <pc:chgData name="Kesavan, Suresh" userId="249a176b-f49f-4de8-94ee-502d27afd651" providerId="ADAL" clId="{B6507157-D93E-4546-9967-EC6320F70F66}" dt="2024-05-24T06:49:21.156" v="240" actId="113"/>
        <pc:sldMkLst>
          <pc:docMk/>
          <pc:sldMk cId="4239385082" sldId="894"/>
        </pc:sldMkLst>
        <pc:spChg chg="mod">
          <ac:chgData name="Kesavan, Suresh" userId="249a176b-f49f-4de8-94ee-502d27afd651" providerId="ADAL" clId="{B6507157-D93E-4546-9967-EC6320F70F66}" dt="2024-05-24T06:49:21.156" v="240" actId="113"/>
          <ac:spMkLst>
            <pc:docMk/>
            <pc:sldMk cId="4239385082" sldId="894"/>
            <ac:spMk id="2" creationId="{6318A966-A631-4E97-84E8-4B177544910D}"/>
          </ac:spMkLst>
        </pc:spChg>
      </pc:sldChg>
      <pc:sldChg chg="modSp add mod">
        <pc:chgData name="Kesavan, Suresh" userId="249a176b-f49f-4de8-94ee-502d27afd651" providerId="ADAL" clId="{B6507157-D93E-4546-9967-EC6320F70F66}" dt="2024-05-24T06:50:57.850" v="246" actId="255"/>
        <pc:sldMkLst>
          <pc:docMk/>
          <pc:sldMk cId="3396835329" sldId="895"/>
        </pc:sldMkLst>
        <pc:spChg chg="mod">
          <ac:chgData name="Kesavan, Suresh" userId="249a176b-f49f-4de8-94ee-502d27afd651" providerId="ADAL" clId="{B6507157-D93E-4546-9967-EC6320F70F66}" dt="2024-05-24T06:50:57.850" v="246" actId="255"/>
          <ac:spMkLst>
            <pc:docMk/>
            <pc:sldMk cId="3396835329" sldId="895"/>
            <ac:spMk id="2" creationId="{6318A966-A631-4E97-84E8-4B177544910D}"/>
          </ac:spMkLst>
        </pc:spChg>
      </pc:sldChg>
      <pc:sldChg chg="modSp add mod">
        <pc:chgData name="Kesavan, Suresh" userId="249a176b-f49f-4de8-94ee-502d27afd651" providerId="ADAL" clId="{B6507157-D93E-4546-9967-EC6320F70F66}" dt="2024-05-24T06:51:48.265" v="253" actId="2711"/>
        <pc:sldMkLst>
          <pc:docMk/>
          <pc:sldMk cId="3279816680" sldId="896"/>
        </pc:sldMkLst>
        <pc:spChg chg="mod">
          <ac:chgData name="Kesavan, Suresh" userId="249a176b-f49f-4de8-94ee-502d27afd651" providerId="ADAL" clId="{B6507157-D93E-4546-9967-EC6320F70F66}" dt="2024-05-24T06:51:48.265" v="253" actId="2711"/>
          <ac:spMkLst>
            <pc:docMk/>
            <pc:sldMk cId="3279816680" sldId="896"/>
            <ac:spMk id="2" creationId="{6318A966-A631-4E97-84E8-4B177544910D}"/>
          </ac:spMkLst>
        </pc:spChg>
      </pc:sldChg>
      <pc:sldChg chg="modSp add mod">
        <pc:chgData name="Kesavan, Suresh" userId="249a176b-f49f-4de8-94ee-502d27afd651" providerId="ADAL" clId="{B6507157-D93E-4546-9967-EC6320F70F66}" dt="2024-05-24T06:51:17.980" v="247" actId="255"/>
        <pc:sldMkLst>
          <pc:docMk/>
          <pc:sldMk cId="675839043" sldId="897"/>
        </pc:sldMkLst>
        <pc:spChg chg="mod">
          <ac:chgData name="Kesavan, Suresh" userId="249a176b-f49f-4de8-94ee-502d27afd651" providerId="ADAL" clId="{B6507157-D93E-4546-9967-EC6320F70F66}" dt="2024-05-24T06:51:17.980" v="247" actId="255"/>
          <ac:spMkLst>
            <pc:docMk/>
            <pc:sldMk cId="675839043" sldId="897"/>
            <ac:spMk id="2" creationId="{6318A966-A631-4E97-84E8-4B177544910D}"/>
          </ac:spMkLst>
        </pc:spChg>
      </pc:sldChg>
      <pc:sldChg chg="modSp add mod">
        <pc:chgData name="Kesavan, Suresh" userId="249a176b-f49f-4de8-94ee-502d27afd651" providerId="ADAL" clId="{B6507157-D93E-4546-9967-EC6320F70F66}" dt="2024-05-24T06:51:59.088" v="256" actId="113"/>
        <pc:sldMkLst>
          <pc:docMk/>
          <pc:sldMk cId="1261562253" sldId="898"/>
        </pc:sldMkLst>
        <pc:spChg chg="mod">
          <ac:chgData name="Kesavan, Suresh" userId="249a176b-f49f-4de8-94ee-502d27afd651" providerId="ADAL" clId="{B6507157-D93E-4546-9967-EC6320F70F66}" dt="2024-05-24T06:51:59.088" v="256" actId="113"/>
          <ac:spMkLst>
            <pc:docMk/>
            <pc:sldMk cId="1261562253" sldId="898"/>
            <ac:spMk id="2" creationId="{6318A966-A631-4E97-84E8-4B177544910D}"/>
          </ac:spMkLst>
        </pc:spChg>
      </pc:sldChg>
      <pc:sldChg chg="modSp add mod">
        <pc:chgData name="Kesavan, Suresh" userId="249a176b-f49f-4de8-94ee-502d27afd651" providerId="ADAL" clId="{B6507157-D93E-4546-9967-EC6320F70F66}" dt="2024-05-24T06:52:18.671" v="259" actId="14100"/>
        <pc:sldMkLst>
          <pc:docMk/>
          <pc:sldMk cId="24389891" sldId="899"/>
        </pc:sldMkLst>
        <pc:spChg chg="mod">
          <ac:chgData name="Kesavan, Suresh" userId="249a176b-f49f-4de8-94ee-502d27afd651" providerId="ADAL" clId="{B6507157-D93E-4546-9967-EC6320F70F66}" dt="2024-05-24T06:52:18.671" v="259" actId="14100"/>
          <ac:spMkLst>
            <pc:docMk/>
            <pc:sldMk cId="24389891" sldId="899"/>
            <ac:spMk id="2" creationId="{6318A966-A631-4E97-84E8-4B177544910D}"/>
          </ac:spMkLst>
        </pc:spChg>
      </pc:sldChg>
      <pc:sldChg chg="modSp add mod">
        <pc:chgData name="Kesavan, Suresh" userId="249a176b-f49f-4de8-94ee-502d27afd651" providerId="ADAL" clId="{B6507157-D93E-4546-9967-EC6320F70F66}" dt="2024-05-24T07:25:25.379" v="369" actId="255"/>
        <pc:sldMkLst>
          <pc:docMk/>
          <pc:sldMk cId="679103992" sldId="902"/>
        </pc:sldMkLst>
        <pc:spChg chg="mod">
          <ac:chgData name="Kesavan, Suresh" userId="249a176b-f49f-4de8-94ee-502d27afd651" providerId="ADAL" clId="{B6507157-D93E-4546-9967-EC6320F70F66}" dt="2024-05-24T07:25:25.379" v="369" actId="255"/>
          <ac:spMkLst>
            <pc:docMk/>
            <pc:sldMk cId="679103992" sldId="902"/>
            <ac:spMk id="4" creationId="{FBE50822-B55F-49C5-8F56-4D8799ED4CFA}"/>
          </ac:spMkLst>
        </pc:spChg>
      </pc:sldChg>
      <pc:sldChg chg="modSp add mod">
        <pc:chgData name="Kesavan, Suresh" userId="249a176b-f49f-4de8-94ee-502d27afd651" providerId="ADAL" clId="{B6507157-D93E-4546-9967-EC6320F70F66}" dt="2024-05-24T07:00:45.032" v="309" actId="255"/>
        <pc:sldMkLst>
          <pc:docMk/>
          <pc:sldMk cId="1425285217" sldId="903"/>
        </pc:sldMkLst>
        <pc:spChg chg="mod">
          <ac:chgData name="Kesavan, Suresh" userId="249a176b-f49f-4de8-94ee-502d27afd651" providerId="ADAL" clId="{B6507157-D93E-4546-9967-EC6320F70F66}" dt="2024-05-24T07:00:45.032" v="309" actId="255"/>
          <ac:spMkLst>
            <pc:docMk/>
            <pc:sldMk cId="1425285217" sldId="903"/>
            <ac:spMk id="2" creationId="{6318A966-A631-4E97-84E8-4B177544910D}"/>
          </ac:spMkLst>
        </pc:spChg>
      </pc:sldChg>
      <pc:sldChg chg="modSp add mod">
        <pc:chgData name="Kesavan, Suresh" userId="249a176b-f49f-4de8-94ee-502d27afd651" providerId="ADAL" clId="{B6507157-D93E-4546-9967-EC6320F70F66}" dt="2024-05-24T06:54:08.220" v="273" actId="14100"/>
        <pc:sldMkLst>
          <pc:docMk/>
          <pc:sldMk cId="2539838142" sldId="905"/>
        </pc:sldMkLst>
        <pc:spChg chg="mod">
          <ac:chgData name="Kesavan, Suresh" userId="249a176b-f49f-4de8-94ee-502d27afd651" providerId="ADAL" clId="{B6507157-D93E-4546-9967-EC6320F70F66}" dt="2024-05-24T06:54:08.220" v="273" actId="14100"/>
          <ac:spMkLst>
            <pc:docMk/>
            <pc:sldMk cId="2539838142" sldId="905"/>
            <ac:spMk id="2" creationId="{6318A966-A631-4E97-84E8-4B177544910D}"/>
          </ac:spMkLst>
        </pc:spChg>
      </pc:sldChg>
      <pc:sldChg chg="modSp add mod">
        <pc:chgData name="Kesavan, Suresh" userId="249a176b-f49f-4de8-94ee-502d27afd651" providerId="ADAL" clId="{B6507157-D93E-4546-9967-EC6320F70F66}" dt="2024-05-24T06:55:10.539" v="275" actId="255"/>
        <pc:sldMkLst>
          <pc:docMk/>
          <pc:sldMk cId="1503577759" sldId="906"/>
        </pc:sldMkLst>
        <pc:spChg chg="mod">
          <ac:chgData name="Kesavan, Suresh" userId="249a176b-f49f-4de8-94ee-502d27afd651" providerId="ADAL" clId="{B6507157-D93E-4546-9967-EC6320F70F66}" dt="2024-05-24T06:55:10.539" v="275" actId="255"/>
          <ac:spMkLst>
            <pc:docMk/>
            <pc:sldMk cId="1503577759" sldId="906"/>
            <ac:spMk id="2" creationId="{6318A966-A631-4E97-84E8-4B177544910D}"/>
          </ac:spMkLst>
        </pc:spChg>
      </pc:sldChg>
      <pc:sldChg chg="add">
        <pc:chgData name="Kesavan, Suresh" userId="249a176b-f49f-4de8-94ee-502d27afd651" providerId="ADAL" clId="{B6507157-D93E-4546-9967-EC6320F70F66}" dt="2024-05-24T06:05:49.888" v="27"/>
        <pc:sldMkLst>
          <pc:docMk/>
          <pc:sldMk cId="3953894247" sldId="907"/>
        </pc:sldMkLst>
      </pc:sldChg>
      <pc:sldChg chg="add">
        <pc:chgData name="Kesavan, Suresh" userId="249a176b-f49f-4de8-94ee-502d27afd651" providerId="ADAL" clId="{B6507157-D93E-4546-9967-EC6320F70F66}" dt="2024-05-24T06:05:49.888" v="27"/>
        <pc:sldMkLst>
          <pc:docMk/>
          <pc:sldMk cId="3132639572" sldId="908"/>
        </pc:sldMkLst>
      </pc:sldChg>
      <pc:sldChg chg="modSp add mod">
        <pc:chgData name="Kesavan, Suresh" userId="249a176b-f49f-4de8-94ee-502d27afd651" providerId="ADAL" clId="{B6507157-D93E-4546-9967-EC6320F70F66}" dt="2024-05-24T06:55:58.561" v="279" actId="2711"/>
        <pc:sldMkLst>
          <pc:docMk/>
          <pc:sldMk cId="2470013975" sldId="909"/>
        </pc:sldMkLst>
        <pc:spChg chg="mod">
          <ac:chgData name="Kesavan, Suresh" userId="249a176b-f49f-4de8-94ee-502d27afd651" providerId="ADAL" clId="{B6507157-D93E-4546-9967-EC6320F70F66}" dt="2024-05-24T06:55:58.561" v="279" actId="2711"/>
          <ac:spMkLst>
            <pc:docMk/>
            <pc:sldMk cId="2470013975" sldId="909"/>
            <ac:spMk id="2" creationId="{6318A966-A631-4E97-84E8-4B177544910D}"/>
          </ac:spMkLst>
        </pc:spChg>
      </pc:sldChg>
      <pc:sldChg chg="modSp add mod">
        <pc:chgData name="Kesavan, Suresh" userId="249a176b-f49f-4de8-94ee-502d27afd651" providerId="ADAL" clId="{B6507157-D93E-4546-9967-EC6320F70F66}" dt="2024-05-24T07:00:54.620" v="312" actId="255"/>
        <pc:sldMkLst>
          <pc:docMk/>
          <pc:sldMk cId="9263920" sldId="910"/>
        </pc:sldMkLst>
        <pc:spChg chg="mod">
          <ac:chgData name="Kesavan, Suresh" userId="249a176b-f49f-4de8-94ee-502d27afd651" providerId="ADAL" clId="{B6507157-D93E-4546-9967-EC6320F70F66}" dt="2024-05-24T07:00:54.620" v="312" actId="255"/>
          <ac:spMkLst>
            <pc:docMk/>
            <pc:sldMk cId="9263920" sldId="910"/>
            <ac:spMk id="2" creationId="{6318A966-A631-4E97-84E8-4B177544910D}"/>
          </ac:spMkLst>
        </pc:spChg>
      </pc:sldChg>
      <pc:sldChg chg="modSp add mod">
        <pc:chgData name="Kesavan, Suresh" userId="249a176b-f49f-4de8-94ee-502d27afd651" providerId="ADAL" clId="{B6507157-D93E-4546-9967-EC6320F70F66}" dt="2024-05-24T07:01:03.925" v="315" actId="255"/>
        <pc:sldMkLst>
          <pc:docMk/>
          <pc:sldMk cId="2979847491" sldId="911"/>
        </pc:sldMkLst>
        <pc:spChg chg="mod">
          <ac:chgData name="Kesavan, Suresh" userId="249a176b-f49f-4de8-94ee-502d27afd651" providerId="ADAL" clId="{B6507157-D93E-4546-9967-EC6320F70F66}" dt="2024-05-24T07:01:03.925" v="315" actId="255"/>
          <ac:spMkLst>
            <pc:docMk/>
            <pc:sldMk cId="2979847491" sldId="911"/>
            <ac:spMk id="2" creationId="{6318A966-A631-4E97-84E8-4B177544910D}"/>
          </ac:spMkLst>
        </pc:spChg>
      </pc:sldChg>
      <pc:sldChg chg="modSp add mod">
        <pc:chgData name="Kesavan, Suresh" userId="249a176b-f49f-4de8-94ee-502d27afd651" providerId="ADAL" clId="{B6507157-D93E-4546-9967-EC6320F70F66}" dt="2024-05-24T07:01:18.306" v="318" actId="255"/>
        <pc:sldMkLst>
          <pc:docMk/>
          <pc:sldMk cId="974904458" sldId="912"/>
        </pc:sldMkLst>
        <pc:spChg chg="mod">
          <ac:chgData name="Kesavan, Suresh" userId="249a176b-f49f-4de8-94ee-502d27afd651" providerId="ADAL" clId="{B6507157-D93E-4546-9967-EC6320F70F66}" dt="2024-05-24T07:01:18.306" v="318" actId="255"/>
          <ac:spMkLst>
            <pc:docMk/>
            <pc:sldMk cId="974904458" sldId="912"/>
            <ac:spMk id="2" creationId="{6318A966-A631-4E97-84E8-4B177544910D}"/>
          </ac:spMkLst>
        </pc:spChg>
      </pc:sldChg>
      <pc:sldChg chg="modSp add mod">
        <pc:chgData name="Kesavan, Suresh" userId="249a176b-f49f-4de8-94ee-502d27afd651" providerId="ADAL" clId="{B6507157-D93E-4546-9967-EC6320F70F66}" dt="2024-05-24T07:01:33.876" v="321" actId="255"/>
        <pc:sldMkLst>
          <pc:docMk/>
          <pc:sldMk cId="2647099550" sldId="913"/>
        </pc:sldMkLst>
        <pc:spChg chg="mod">
          <ac:chgData name="Kesavan, Suresh" userId="249a176b-f49f-4de8-94ee-502d27afd651" providerId="ADAL" clId="{B6507157-D93E-4546-9967-EC6320F70F66}" dt="2024-05-24T07:01:33.876" v="321" actId="255"/>
          <ac:spMkLst>
            <pc:docMk/>
            <pc:sldMk cId="2647099550" sldId="913"/>
            <ac:spMk id="2" creationId="{6318A966-A631-4E97-84E8-4B177544910D}"/>
          </ac:spMkLst>
        </pc:spChg>
      </pc:sldChg>
      <pc:sldChg chg="modSp add mod">
        <pc:chgData name="Kesavan, Suresh" userId="249a176b-f49f-4de8-94ee-502d27afd651" providerId="ADAL" clId="{B6507157-D93E-4546-9967-EC6320F70F66}" dt="2024-05-24T07:22:57.327" v="343" actId="255"/>
        <pc:sldMkLst>
          <pc:docMk/>
          <pc:sldMk cId="1764490209" sldId="916"/>
        </pc:sldMkLst>
        <pc:spChg chg="mod">
          <ac:chgData name="Kesavan, Suresh" userId="249a176b-f49f-4de8-94ee-502d27afd651" providerId="ADAL" clId="{B6507157-D93E-4546-9967-EC6320F70F66}" dt="2024-05-24T07:22:57.327" v="343" actId="255"/>
          <ac:spMkLst>
            <pc:docMk/>
            <pc:sldMk cId="1764490209" sldId="916"/>
            <ac:spMk id="2" creationId="{6318A966-A631-4E97-84E8-4B177544910D}"/>
          </ac:spMkLst>
        </pc:spChg>
      </pc:sldChg>
      <pc:sldChg chg="modSp add mod">
        <pc:chgData name="Kesavan, Suresh" userId="249a176b-f49f-4de8-94ee-502d27afd651" providerId="ADAL" clId="{B6507157-D93E-4546-9967-EC6320F70F66}" dt="2024-05-24T07:23:12.265" v="347" actId="14100"/>
        <pc:sldMkLst>
          <pc:docMk/>
          <pc:sldMk cId="1892803520" sldId="917"/>
        </pc:sldMkLst>
        <pc:spChg chg="mod">
          <ac:chgData name="Kesavan, Suresh" userId="249a176b-f49f-4de8-94ee-502d27afd651" providerId="ADAL" clId="{B6507157-D93E-4546-9967-EC6320F70F66}" dt="2024-05-24T07:23:12.265" v="347" actId="14100"/>
          <ac:spMkLst>
            <pc:docMk/>
            <pc:sldMk cId="1892803520" sldId="917"/>
            <ac:spMk id="2" creationId="{6318A966-A631-4E97-84E8-4B177544910D}"/>
          </ac:spMkLst>
        </pc:spChg>
      </pc:sldChg>
      <pc:sldChg chg="modSp add mod">
        <pc:chgData name="Kesavan, Suresh" userId="249a176b-f49f-4de8-94ee-502d27afd651" providerId="ADAL" clId="{B6507157-D93E-4546-9967-EC6320F70F66}" dt="2024-05-24T07:22:43.202" v="340" actId="255"/>
        <pc:sldMkLst>
          <pc:docMk/>
          <pc:sldMk cId="2340953250" sldId="918"/>
        </pc:sldMkLst>
        <pc:spChg chg="mod">
          <ac:chgData name="Kesavan, Suresh" userId="249a176b-f49f-4de8-94ee-502d27afd651" providerId="ADAL" clId="{B6507157-D93E-4546-9967-EC6320F70F66}" dt="2024-05-24T07:22:43.202" v="340" actId="255"/>
          <ac:spMkLst>
            <pc:docMk/>
            <pc:sldMk cId="2340953250" sldId="918"/>
            <ac:spMk id="2" creationId="{6318A966-A631-4E97-84E8-4B177544910D}"/>
          </ac:spMkLst>
        </pc:spChg>
      </pc:sldChg>
      <pc:sldChg chg="modSp add mod">
        <pc:chgData name="Kesavan, Suresh" userId="249a176b-f49f-4de8-94ee-502d27afd651" providerId="ADAL" clId="{B6507157-D93E-4546-9967-EC6320F70F66}" dt="2024-05-24T07:23:38.569" v="352" actId="14"/>
        <pc:sldMkLst>
          <pc:docMk/>
          <pc:sldMk cId="2650850861" sldId="919"/>
        </pc:sldMkLst>
        <pc:spChg chg="mod">
          <ac:chgData name="Kesavan, Suresh" userId="249a176b-f49f-4de8-94ee-502d27afd651" providerId="ADAL" clId="{B6507157-D93E-4546-9967-EC6320F70F66}" dt="2024-05-24T07:23:38.569" v="352" actId="14"/>
          <ac:spMkLst>
            <pc:docMk/>
            <pc:sldMk cId="2650850861" sldId="919"/>
            <ac:spMk id="2" creationId="{6318A966-A631-4E97-84E8-4B177544910D}"/>
          </ac:spMkLst>
        </pc:spChg>
      </pc:sldChg>
      <pc:sldChg chg="modSp add mod">
        <pc:chgData name="Kesavan, Suresh" userId="249a176b-f49f-4de8-94ee-502d27afd651" providerId="ADAL" clId="{B6507157-D93E-4546-9967-EC6320F70F66}" dt="2024-05-24T07:23:53.825" v="356" actId="14100"/>
        <pc:sldMkLst>
          <pc:docMk/>
          <pc:sldMk cId="4058184609" sldId="920"/>
        </pc:sldMkLst>
        <pc:spChg chg="mod">
          <ac:chgData name="Kesavan, Suresh" userId="249a176b-f49f-4de8-94ee-502d27afd651" providerId="ADAL" clId="{B6507157-D93E-4546-9967-EC6320F70F66}" dt="2024-05-24T07:23:53.825" v="356" actId="14100"/>
          <ac:spMkLst>
            <pc:docMk/>
            <pc:sldMk cId="4058184609" sldId="920"/>
            <ac:spMk id="2" creationId="{6318A966-A631-4E97-84E8-4B177544910D}"/>
          </ac:spMkLst>
        </pc:spChg>
      </pc:sldChg>
      <pc:sldChg chg="addSp delSp modSp add mod">
        <pc:chgData name="Kesavan, Suresh" userId="249a176b-f49f-4de8-94ee-502d27afd651" providerId="ADAL" clId="{B6507157-D93E-4546-9967-EC6320F70F66}" dt="2024-05-24T07:33:09.189" v="453" actId="22"/>
        <pc:sldMkLst>
          <pc:docMk/>
          <pc:sldMk cId="3493339057" sldId="921"/>
        </pc:sldMkLst>
        <pc:spChg chg="mod">
          <ac:chgData name="Kesavan, Suresh" userId="249a176b-f49f-4de8-94ee-502d27afd651" providerId="ADAL" clId="{B6507157-D93E-4546-9967-EC6320F70F66}" dt="2024-05-24T07:32:58.096" v="451" actId="2711"/>
          <ac:spMkLst>
            <pc:docMk/>
            <pc:sldMk cId="3493339057" sldId="921"/>
            <ac:spMk id="2" creationId="{6318A966-A631-4E97-84E8-4B177544910D}"/>
          </ac:spMkLst>
        </pc:spChg>
        <pc:spChg chg="add del">
          <ac:chgData name="Kesavan, Suresh" userId="249a176b-f49f-4de8-94ee-502d27afd651" providerId="ADAL" clId="{B6507157-D93E-4546-9967-EC6320F70F66}" dt="2024-05-24T07:33:09.189" v="453" actId="22"/>
          <ac:spMkLst>
            <pc:docMk/>
            <pc:sldMk cId="3493339057" sldId="921"/>
            <ac:spMk id="5" creationId="{21D7F373-DB43-F86C-A6AA-9BD84943F97F}"/>
          </ac:spMkLst>
        </pc:spChg>
      </pc:sldChg>
      <pc:sldChg chg="modSp add mod">
        <pc:chgData name="Kesavan, Suresh" userId="249a176b-f49f-4de8-94ee-502d27afd651" providerId="ADAL" clId="{B6507157-D93E-4546-9967-EC6320F70F66}" dt="2024-05-24T06:59:07.130" v="288" actId="113"/>
        <pc:sldMkLst>
          <pc:docMk/>
          <pc:sldMk cId="2147239747" sldId="950"/>
        </pc:sldMkLst>
        <pc:spChg chg="mod">
          <ac:chgData name="Kesavan, Suresh" userId="249a176b-f49f-4de8-94ee-502d27afd651" providerId="ADAL" clId="{B6507157-D93E-4546-9967-EC6320F70F66}" dt="2024-05-24T06:59:07.130" v="288" actId="113"/>
          <ac:spMkLst>
            <pc:docMk/>
            <pc:sldMk cId="2147239747" sldId="950"/>
            <ac:spMk id="2" creationId="{6318A966-A631-4E97-84E8-4B177544910D}"/>
          </ac:spMkLst>
        </pc:spChg>
      </pc:sldChg>
      <pc:sldChg chg="modSp add mod">
        <pc:chgData name="Kesavan, Suresh" userId="249a176b-f49f-4de8-94ee-502d27afd651" providerId="ADAL" clId="{B6507157-D93E-4546-9967-EC6320F70F66}" dt="2024-05-24T06:59:18.503" v="291" actId="255"/>
        <pc:sldMkLst>
          <pc:docMk/>
          <pc:sldMk cId="2809599840" sldId="951"/>
        </pc:sldMkLst>
        <pc:spChg chg="mod">
          <ac:chgData name="Kesavan, Suresh" userId="249a176b-f49f-4de8-94ee-502d27afd651" providerId="ADAL" clId="{B6507157-D93E-4546-9967-EC6320F70F66}" dt="2024-05-24T06:59:18.503" v="291" actId="255"/>
          <ac:spMkLst>
            <pc:docMk/>
            <pc:sldMk cId="2809599840" sldId="951"/>
            <ac:spMk id="2" creationId="{6318A966-A631-4E97-84E8-4B177544910D}"/>
          </ac:spMkLst>
        </pc:spChg>
      </pc:sldChg>
      <pc:sldChg chg="modSp add mod">
        <pc:chgData name="Kesavan, Suresh" userId="249a176b-f49f-4de8-94ee-502d27afd651" providerId="ADAL" clId="{B6507157-D93E-4546-9967-EC6320F70F66}" dt="2024-05-24T06:59:28.420" v="294" actId="255"/>
        <pc:sldMkLst>
          <pc:docMk/>
          <pc:sldMk cId="1419892415" sldId="952"/>
        </pc:sldMkLst>
        <pc:spChg chg="mod">
          <ac:chgData name="Kesavan, Suresh" userId="249a176b-f49f-4de8-94ee-502d27afd651" providerId="ADAL" clId="{B6507157-D93E-4546-9967-EC6320F70F66}" dt="2024-05-24T06:59:28.420" v="294" actId="255"/>
          <ac:spMkLst>
            <pc:docMk/>
            <pc:sldMk cId="1419892415" sldId="952"/>
            <ac:spMk id="2" creationId="{6318A966-A631-4E97-84E8-4B177544910D}"/>
          </ac:spMkLst>
        </pc:spChg>
      </pc:sldChg>
      <pc:sldChg chg="modSp add mod">
        <pc:chgData name="Kesavan, Suresh" userId="249a176b-f49f-4de8-94ee-502d27afd651" providerId="ADAL" clId="{B6507157-D93E-4546-9967-EC6320F70F66}" dt="2024-05-24T06:59:42.920" v="297" actId="113"/>
        <pc:sldMkLst>
          <pc:docMk/>
          <pc:sldMk cId="3518996231" sldId="953"/>
        </pc:sldMkLst>
        <pc:spChg chg="mod">
          <ac:chgData name="Kesavan, Suresh" userId="249a176b-f49f-4de8-94ee-502d27afd651" providerId="ADAL" clId="{B6507157-D93E-4546-9967-EC6320F70F66}" dt="2024-05-24T06:59:42.920" v="297" actId="113"/>
          <ac:spMkLst>
            <pc:docMk/>
            <pc:sldMk cId="3518996231" sldId="953"/>
            <ac:spMk id="2" creationId="{6318A966-A631-4E97-84E8-4B177544910D}"/>
          </ac:spMkLst>
        </pc:spChg>
      </pc:sldChg>
      <pc:sldChg chg="modSp add mod">
        <pc:chgData name="Kesavan, Suresh" userId="249a176b-f49f-4de8-94ee-502d27afd651" providerId="ADAL" clId="{B6507157-D93E-4546-9967-EC6320F70F66}" dt="2024-05-24T07:00:02.321" v="302" actId="255"/>
        <pc:sldMkLst>
          <pc:docMk/>
          <pc:sldMk cId="3675955767" sldId="954"/>
        </pc:sldMkLst>
        <pc:spChg chg="mod">
          <ac:chgData name="Kesavan, Suresh" userId="249a176b-f49f-4de8-94ee-502d27afd651" providerId="ADAL" clId="{B6507157-D93E-4546-9967-EC6320F70F66}" dt="2024-05-24T07:00:02.321" v="302" actId="255"/>
          <ac:spMkLst>
            <pc:docMk/>
            <pc:sldMk cId="3675955767" sldId="954"/>
            <ac:spMk id="2" creationId="{6318A966-A631-4E97-84E8-4B177544910D}"/>
          </ac:spMkLst>
        </pc:spChg>
      </pc:sldChg>
      <pc:sldChg chg="modSp add mod">
        <pc:chgData name="Kesavan, Suresh" userId="249a176b-f49f-4de8-94ee-502d27afd651" providerId="ADAL" clId="{B6507157-D93E-4546-9967-EC6320F70F66}" dt="2024-05-24T06:59:51.111" v="299" actId="255"/>
        <pc:sldMkLst>
          <pc:docMk/>
          <pc:sldMk cId="1097272189" sldId="955"/>
        </pc:sldMkLst>
        <pc:spChg chg="mod">
          <ac:chgData name="Kesavan, Suresh" userId="249a176b-f49f-4de8-94ee-502d27afd651" providerId="ADAL" clId="{B6507157-D93E-4546-9967-EC6320F70F66}" dt="2024-05-24T06:59:51.111" v="299" actId="255"/>
          <ac:spMkLst>
            <pc:docMk/>
            <pc:sldMk cId="1097272189" sldId="955"/>
            <ac:spMk id="2" creationId="{6318A966-A631-4E97-84E8-4B177544910D}"/>
          </ac:spMkLst>
        </pc:spChg>
      </pc:sldChg>
      <pc:sldChg chg="modSp add mod">
        <pc:chgData name="Kesavan, Suresh" userId="249a176b-f49f-4de8-94ee-502d27afd651" providerId="ADAL" clId="{B6507157-D93E-4546-9967-EC6320F70F66}" dt="2024-05-24T06:47:47.340" v="230" actId="2711"/>
        <pc:sldMkLst>
          <pc:docMk/>
          <pc:sldMk cId="355509086" sldId="956"/>
        </pc:sldMkLst>
        <pc:spChg chg="mod">
          <ac:chgData name="Kesavan, Suresh" userId="249a176b-f49f-4de8-94ee-502d27afd651" providerId="ADAL" clId="{B6507157-D93E-4546-9967-EC6320F70F66}" dt="2024-05-24T06:47:47.340" v="230" actId="2711"/>
          <ac:spMkLst>
            <pc:docMk/>
            <pc:sldMk cId="355509086" sldId="956"/>
            <ac:spMk id="2" creationId="{6A9EFB7D-4E71-4B8E-B7F1-2169963A0D3D}"/>
          </ac:spMkLst>
        </pc:spChg>
        <pc:spChg chg="mod">
          <ac:chgData name="Kesavan, Suresh" userId="249a176b-f49f-4de8-94ee-502d27afd651" providerId="ADAL" clId="{B6507157-D93E-4546-9967-EC6320F70F66}" dt="2024-05-24T06:12:52.383" v="147" actId="12"/>
          <ac:spMkLst>
            <pc:docMk/>
            <pc:sldMk cId="355509086" sldId="956"/>
            <ac:spMk id="5" creationId="{3DC0350A-550E-4ED3-A4B0-3566E53A4435}"/>
          </ac:spMkLst>
        </pc:spChg>
        <pc:spChg chg="mod">
          <ac:chgData name="Kesavan, Suresh" userId="249a176b-f49f-4de8-94ee-502d27afd651" providerId="ADAL" clId="{B6507157-D93E-4546-9967-EC6320F70F66}" dt="2024-05-24T06:13:03.936" v="150" actId="12"/>
          <ac:spMkLst>
            <pc:docMk/>
            <pc:sldMk cId="355509086" sldId="956"/>
            <ac:spMk id="6" creationId="{F0124E5F-30D3-4B0D-8BBB-A1B0FBBFD4D1}"/>
          </ac:spMkLst>
        </pc:spChg>
      </pc:sldChg>
      <pc:sldChg chg="modSp add mod">
        <pc:chgData name="Kesavan, Suresh" userId="249a176b-f49f-4de8-94ee-502d27afd651" providerId="ADAL" clId="{B6507157-D93E-4546-9967-EC6320F70F66}" dt="2024-05-24T06:47:58.405" v="232" actId="2711"/>
        <pc:sldMkLst>
          <pc:docMk/>
          <pc:sldMk cId="160077053" sldId="957"/>
        </pc:sldMkLst>
        <pc:spChg chg="mod">
          <ac:chgData name="Kesavan, Suresh" userId="249a176b-f49f-4de8-94ee-502d27afd651" providerId="ADAL" clId="{B6507157-D93E-4546-9967-EC6320F70F66}" dt="2024-05-24T06:47:58.405" v="232" actId="2711"/>
          <ac:spMkLst>
            <pc:docMk/>
            <pc:sldMk cId="160077053" sldId="957"/>
            <ac:spMk id="2" creationId="{6A9EFB7D-4E71-4B8E-B7F1-2169963A0D3D}"/>
          </ac:spMkLst>
        </pc:spChg>
        <pc:spChg chg="mod">
          <ac:chgData name="Kesavan, Suresh" userId="249a176b-f49f-4de8-94ee-502d27afd651" providerId="ADAL" clId="{B6507157-D93E-4546-9967-EC6320F70F66}" dt="2024-05-24T06:12:24.612" v="136" actId="12"/>
          <ac:spMkLst>
            <pc:docMk/>
            <pc:sldMk cId="160077053" sldId="957"/>
            <ac:spMk id="8" creationId="{372A0801-9E77-4B90-937C-282D056ABF7F}"/>
          </ac:spMkLst>
        </pc:spChg>
        <pc:spChg chg="mod">
          <ac:chgData name="Kesavan, Suresh" userId="249a176b-f49f-4de8-94ee-502d27afd651" providerId="ADAL" clId="{B6507157-D93E-4546-9967-EC6320F70F66}" dt="2024-05-24T06:12:31.108" v="137" actId="12"/>
          <ac:spMkLst>
            <pc:docMk/>
            <pc:sldMk cId="160077053" sldId="957"/>
            <ac:spMk id="9" creationId="{204CA05A-0985-4708-AEAF-5E169F945C21}"/>
          </ac:spMkLst>
        </pc:spChg>
      </pc:sldChg>
      <pc:sldChg chg="add del">
        <pc:chgData name="Kesavan, Suresh" userId="249a176b-f49f-4de8-94ee-502d27afd651" providerId="ADAL" clId="{B6507157-D93E-4546-9967-EC6320F70F66}" dt="2024-05-24T06:42:37.969" v="184" actId="2696"/>
        <pc:sldMkLst>
          <pc:docMk/>
          <pc:sldMk cId="913587260" sldId="958"/>
        </pc:sldMkLst>
      </pc:sldChg>
      <pc:sldChg chg="modSp add mod">
        <pc:chgData name="Kesavan, Suresh" userId="249a176b-f49f-4de8-94ee-502d27afd651" providerId="ADAL" clId="{B6507157-D93E-4546-9967-EC6320F70F66}" dt="2024-05-24T06:49:33.067" v="243" actId="255"/>
        <pc:sldMkLst>
          <pc:docMk/>
          <pc:sldMk cId="3691504768" sldId="959"/>
        </pc:sldMkLst>
        <pc:spChg chg="mod">
          <ac:chgData name="Kesavan, Suresh" userId="249a176b-f49f-4de8-94ee-502d27afd651" providerId="ADAL" clId="{B6507157-D93E-4546-9967-EC6320F70F66}" dt="2024-05-24T06:49:33.067" v="243" actId="255"/>
          <ac:spMkLst>
            <pc:docMk/>
            <pc:sldMk cId="3691504768" sldId="959"/>
            <ac:spMk id="2" creationId="{6318A966-A631-4E97-84E8-4B177544910D}"/>
          </ac:spMkLst>
        </pc:spChg>
      </pc:sldChg>
      <pc:sldChg chg="add del">
        <pc:chgData name="Kesavan, Suresh" userId="249a176b-f49f-4de8-94ee-502d27afd651" providerId="ADAL" clId="{B6507157-D93E-4546-9967-EC6320F70F66}" dt="2024-05-24T06:53:33.566" v="268" actId="2696"/>
        <pc:sldMkLst>
          <pc:docMk/>
          <pc:sldMk cId="2631351926" sldId="960"/>
        </pc:sldMkLst>
      </pc:sldChg>
      <pc:sldChg chg="add del">
        <pc:chgData name="Kesavan, Suresh" userId="249a176b-f49f-4de8-94ee-502d27afd651" providerId="ADAL" clId="{B6507157-D93E-4546-9967-EC6320F70F66}" dt="2024-05-24T06:56:57.700" v="285" actId="47"/>
        <pc:sldMkLst>
          <pc:docMk/>
          <pc:sldMk cId="2364527652" sldId="961"/>
        </pc:sldMkLst>
      </pc:sldChg>
      <pc:sldChg chg="modSp add del mod">
        <pc:chgData name="Kesavan, Suresh" userId="249a176b-f49f-4de8-94ee-502d27afd651" providerId="ADAL" clId="{B6507157-D93E-4546-9967-EC6320F70F66}" dt="2024-05-24T07:03:38.863" v="332" actId="47"/>
        <pc:sldMkLst>
          <pc:docMk/>
          <pc:sldMk cId="3473167768" sldId="962"/>
        </pc:sldMkLst>
        <pc:spChg chg="mod">
          <ac:chgData name="Kesavan, Suresh" userId="249a176b-f49f-4de8-94ee-502d27afd651" providerId="ADAL" clId="{B6507157-D93E-4546-9967-EC6320F70F66}" dt="2024-05-24T07:03:12.467" v="328" actId="20577"/>
          <ac:spMkLst>
            <pc:docMk/>
            <pc:sldMk cId="3473167768" sldId="962"/>
            <ac:spMk id="2" creationId="{23423282-47ED-48A9-BB4D-CF63D190058B}"/>
          </ac:spMkLst>
        </pc:spChg>
      </pc:sldChg>
      <pc:sldChg chg="add del">
        <pc:chgData name="Kesavan, Suresh" userId="249a176b-f49f-4de8-94ee-502d27afd651" providerId="ADAL" clId="{B6507157-D93E-4546-9967-EC6320F70F66}" dt="2024-05-24T07:22:13.887" v="337" actId="47"/>
        <pc:sldMkLst>
          <pc:docMk/>
          <pc:sldMk cId="785577637" sldId="963"/>
        </pc:sldMkLst>
      </pc:sldChg>
      <pc:sldChg chg="add del">
        <pc:chgData name="Kesavan, Suresh" userId="249a176b-f49f-4de8-94ee-502d27afd651" providerId="ADAL" clId="{B6507157-D93E-4546-9967-EC6320F70F66}" dt="2024-05-24T07:24:38.827" v="362" actId="47"/>
        <pc:sldMkLst>
          <pc:docMk/>
          <pc:sldMk cId="3514022738" sldId="964"/>
        </pc:sldMkLst>
      </pc:sldChg>
      <pc:sldChg chg="add del">
        <pc:chgData name="Kesavan, Suresh" userId="249a176b-f49f-4de8-94ee-502d27afd651" providerId="ADAL" clId="{B6507157-D93E-4546-9967-EC6320F70F66}" dt="2024-05-24T07:26:14.058" v="372" actId="47"/>
        <pc:sldMkLst>
          <pc:docMk/>
          <pc:sldMk cId="3113854837" sldId="965"/>
        </pc:sldMkLst>
      </pc:sldChg>
      <pc:sldChg chg="add del">
        <pc:chgData name="Kesavan, Suresh" userId="249a176b-f49f-4de8-94ee-502d27afd651" providerId="ADAL" clId="{B6507157-D93E-4546-9967-EC6320F70F66}" dt="2024-05-24T07:28:58.795" v="408" actId="47"/>
        <pc:sldMkLst>
          <pc:docMk/>
          <pc:sldMk cId="535165203" sldId="966"/>
        </pc:sldMkLst>
      </pc:sldChg>
      <pc:sldChg chg="add del">
        <pc:chgData name="Kesavan, Suresh" userId="249a176b-f49f-4de8-94ee-502d27afd651" providerId="ADAL" clId="{B6507157-D93E-4546-9967-EC6320F70F66}" dt="2024-05-24T07:32:21.468" v="442" actId="47"/>
        <pc:sldMkLst>
          <pc:docMk/>
          <pc:sldMk cId="804146182" sldId="967"/>
        </pc:sldMkLst>
      </pc:sldChg>
      <pc:sldChg chg="add del">
        <pc:chgData name="Kesavan, Suresh" userId="249a176b-f49f-4de8-94ee-502d27afd651" providerId="ADAL" clId="{B6507157-D93E-4546-9967-EC6320F70F66}" dt="2024-05-24T07:33:36.724" v="457" actId="47"/>
        <pc:sldMkLst>
          <pc:docMk/>
          <pc:sldMk cId="1123650573" sldId="968"/>
        </pc:sldMkLst>
      </pc:sldChg>
      <pc:sldChg chg="add del">
        <pc:chgData name="Kesavan, Suresh" userId="249a176b-f49f-4de8-94ee-502d27afd651" providerId="ADAL" clId="{B6507157-D93E-4546-9967-EC6320F70F66}" dt="2024-05-24T07:35:32.899" v="483" actId="2696"/>
        <pc:sldMkLst>
          <pc:docMk/>
          <pc:sldMk cId="29762432" sldId="969"/>
        </pc:sldMkLst>
      </pc:sldChg>
      <pc:sldChg chg="modSp add mod">
        <pc:chgData name="Kesavan, Suresh" userId="249a176b-f49f-4de8-94ee-502d27afd651" providerId="ADAL" clId="{B6507157-D93E-4546-9967-EC6320F70F66}" dt="2024-05-24T07:00:16.832" v="305" actId="255"/>
        <pc:sldMkLst>
          <pc:docMk/>
          <pc:sldMk cId="4077506391" sldId="970"/>
        </pc:sldMkLst>
        <pc:spChg chg="mod">
          <ac:chgData name="Kesavan, Suresh" userId="249a176b-f49f-4de8-94ee-502d27afd651" providerId="ADAL" clId="{B6507157-D93E-4546-9967-EC6320F70F66}" dt="2024-05-24T07:00:16.832" v="305" actId="255"/>
          <ac:spMkLst>
            <pc:docMk/>
            <pc:sldMk cId="4077506391" sldId="970"/>
            <ac:spMk id="2" creationId="{6318A966-A631-4E97-84E8-4B177544910D}"/>
          </ac:spMkLst>
        </pc:spChg>
      </pc:sldChg>
      <pc:sldChg chg="modSp add mod">
        <pc:chgData name="Kesavan, Suresh" userId="249a176b-f49f-4de8-94ee-502d27afd651" providerId="ADAL" clId="{B6507157-D93E-4546-9967-EC6320F70F66}" dt="2024-05-24T06:55:03.170" v="274" actId="255"/>
        <pc:sldMkLst>
          <pc:docMk/>
          <pc:sldMk cId="3769700822" sldId="971"/>
        </pc:sldMkLst>
        <pc:spChg chg="mod">
          <ac:chgData name="Kesavan, Suresh" userId="249a176b-f49f-4de8-94ee-502d27afd651" providerId="ADAL" clId="{B6507157-D93E-4546-9967-EC6320F70F66}" dt="2024-05-24T06:55:03.170" v="274" actId="255"/>
          <ac:spMkLst>
            <pc:docMk/>
            <pc:sldMk cId="3769700822" sldId="971"/>
            <ac:spMk id="2" creationId="{6318A966-A631-4E97-84E8-4B177544910D}"/>
          </ac:spMkLst>
        </pc:spChg>
      </pc:sldChg>
      <pc:sldChg chg="modSp add mod">
        <pc:chgData name="Kesavan, Suresh" userId="249a176b-f49f-4de8-94ee-502d27afd651" providerId="ADAL" clId="{B6507157-D93E-4546-9967-EC6320F70F66}" dt="2024-05-24T06:43:58.876" v="190" actId="2711"/>
        <pc:sldMkLst>
          <pc:docMk/>
          <pc:sldMk cId="4266697946" sldId="972"/>
        </pc:sldMkLst>
        <pc:spChg chg="mod">
          <ac:chgData name="Kesavan, Suresh" userId="249a176b-f49f-4de8-94ee-502d27afd651" providerId="ADAL" clId="{B6507157-D93E-4546-9967-EC6320F70F66}" dt="2024-05-24T06:43:58.876" v="190" actId="2711"/>
          <ac:spMkLst>
            <pc:docMk/>
            <pc:sldMk cId="4266697946" sldId="972"/>
            <ac:spMk id="7" creationId="{35CA6031-2E42-4FEC-BC49-40EDA16FD0CB}"/>
          </ac:spMkLst>
        </pc:spChg>
        <pc:spChg chg="mod">
          <ac:chgData name="Kesavan, Suresh" userId="249a176b-f49f-4de8-94ee-502d27afd651" providerId="ADAL" clId="{B6507157-D93E-4546-9967-EC6320F70F66}" dt="2024-05-24T06:11:05.673" v="100" actId="207"/>
          <ac:spMkLst>
            <pc:docMk/>
            <pc:sldMk cId="4266697946" sldId="972"/>
            <ac:spMk id="8" creationId="{60EA37E0-442B-4F35-8C32-8DF703B4AA71}"/>
          </ac:spMkLst>
        </pc:spChg>
        <pc:spChg chg="mod">
          <ac:chgData name="Kesavan, Suresh" userId="249a176b-f49f-4de8-94ee-502d27afd651" providerId="ADAL" clId="{B6507157-D93E-4546-9967-EC6320F70F66}" dt="2024-05-24T06:11:05.673" v="100" actId="207"/>
          <ac:spMkLst>
            <pc:docMk/>
            <pc:sldMk cId="4266697946" sldId="972"/>
            <ac:spMk id="9" creationId="{C6C28179-52B8-4FFC-9850-EE786FCF4C15}"/>
          </ac:spMkLst>
        </pc:spChg>
        <pc:spChg chg="mod">
          <ac:chgData name="Kesavan, Suresh" userId="249a176b-f49f-4de8-94ee-502d27afd651" providerId="ADAL" clId="{B6507157-D93E-4546-9967-EC6320F70F66}" dt="2024-05-24T06:11:05.673" v="100" actId="207"/>
          <ac:spMkLst>
            <pc:docMk/>
            <pc:sldMk cId="4266697946" sldId="972"/>
            <ac:spMk id="10" creationId="{EE95A89C-C632-4651-B179-1C10E76619BA}"/>
          </ac:spMkLst>
        </pc:spChg>
        <pc:spChg chg="mod">
          <ac:chgData name="Kesavan, Suresh" userId="249a176b-f49f-4de8-94ee-502d27afd651" providerId="ADAL" clId="{B6507157-D93E-4546-9967-EC6320F70F66}" dt="2024-05-24T06:11:05.673" v="100" actId="207"/>
          <ac:spMkLst>
            <pc:docMk/>
            <pc:sldMk cId="4266697946" sldId="972"/>
            <ac:spMk id="11" creationId="{7DCA6B4C-6FE6-45E1-B926-3BC3CDEBF56B}"/>
          </ac:spMkLst>
        </pc:spChg>
        <pc:spChg chg="mod">
          <ac:chgData name="Kesavan, Suresh" userId="249a176b-f49f-4de8-94ee-502d27afd651" providerId="ADAL" clId="{B6507157-D93E-4546-9967-EC6320F70F66}" dt="2024-05-24T06:11:05.673" v="100" actId="207"/>
          <ac:spMkLst>
            <pc:docMk/>
            <pc:sldMk cId="4266697946" sldId="972"/>
            <ac:spMk id="12" creationId="{05674432-6E41-4CB0-AFFA-7CAE786A3EB5}"/>
          </ac:spMkLst>
        </pc:spChg>
        <pc:spChg chg="mod">
          <ac:chgData name="Kesavan, Suresh" userId="249a176b-f49f-4de8-94ee-502d27afd651" providerId="ADAL" clId="{B6507157-D93E-4546-9967-EC6320F70F66}" dt="2024-05-24T06:11:05.673" v="100" actId="207"/>
          <ac:spMkLst>
            <pc:docMk/>
            <pc:sldMk cId="4266697946" sldId="972"/>
            <ac:spMk id="13" creationId="{A13243E0-DC19-460F-86D4-F538368B757D}"/>
          </ac:spMkLst>
        </pc:spChg>
        <pc:spChg chg="mod">
          <ac:chgData name="Kesavan, Suresh" userId="249a176b-f49f-4de8-94ee-502d27afd651" providerId="ADAL" clId="{B6507157-D93E-4546-9967-EC6320F70F66}" dt="2024-05-24T06:11:05.673" v="100" actId="207"/>
          <ac:spMkLst>
            <pc:docMk/>
            <pc:sldMk cId="4266697946" sldId="972"/>
            <ac:spMk id="14" creationId="{661F2610-34D1-46FB-87A6-59D9E1D04368}"/>
          </ac:spMkLst>
        </pc:spChg>
        <pc:spChg chg="mod">
          <ac:chgData name="Kesavan, Suresh" userId="249a176b-f49f-4de8-94ee-502d27afd651" providerId="ADAL" clId="{B6507157-D93E-4546-9967-EC6320F70F66}" dt="2024-05-24T06:11:05.673" v="100" actId="207"/>
          <ac:spMkLst>
            <pc:docMk/>
            <pc:sldMk cId="4266697946" sldId="972"/>
            <ac:spMk id="15" creationId="{9A92E1D1-0E01-4F06-89EA-E7F17B7CF8C4}"/>
          </ac:spMkLst>
        </pc:spChg>
        <pc:spChg chg="mod">
          <ac:chgData name="Kesavan, Suresh" userId="249a176b-f49f-4de8-94ee-502d27afd651" providerId="ADAL" clId="{B6507157-D93E-4546-9967-EC6320F70F66}" dt="2024-05-24T06:11:05.673" v="100" actId="207"/>
          <ac:spMkLst>
            <pc:docMk/>
            <pc:sldMk cId="4266697946" sldId="972"/>
            <ac:spMk id="16" creationId="{873067CA-7F99-484A-99C7-B33873726AC9}"/>
          </ac:spMkLst>
        </pc:spChg>
        <pc:spChg chg="mod">
          <ac:chgData name="Kesavan, Suresh" userId="249a176b-f49f-4de8-94ee-502d27afd651" providerId="ADAL" clId="{B6507157-D93E-4546-9967-EC6320F70F66}" dt="2024-05-24T06:11:05.673" v="100" actId="207"/>
          <ac:spMkLst>
            <pc:docMk/>
            <pc:sldMk cId="4266697946" sldId="972"/>
            <ac:spMk id="17" creationId="{D7A3AA10-52EB-4B70-9547-1CE1F48E82C4}"/>
          </ac:spMkLst>
        </pc:spChg>
        <pc:spChg chg="mod">
          <ac:chgData name="Kesavan, Suresh" userId="249a176b-f49f-4de8-94ee-502d27afd651" providerId="ADAL" clId="{B6507157-D93E-4546-9967-EC6320F70F66}" dt="2024-05-24T06:11:05.673" v="100" actId="207"/>
          <ac:spMkLst>
            <pc:docMk/>
            <pc:sldMk cId="4266697946" sldId="972"/>
            <ac:spMk id="18" creationId="{888387DB-4CD0-4F09-9758-6CE868399A59}"/>
          </ac:spMkLst>
        </pc:spChg>
        <pc:grpChg chg="mod">
          <ac:chgData name="Kesavan, Suresh" userId="249a176b-f49f-4de8-94ee-502d27afd651" providerId="ADAL" clId="{B6507157-D93E-4546-9967-EC6320F70F66}" dt="2024-05-24T06:11:05.673" v="100" actId="207"/>
          <ac:grpSpMkLst>
            <pc:docMk/>
            <pc:sldMk cId="4266697946" sldId="972"/>
            <ac:grpSpMk id="19" creationId="{A24E594F-AD9E-4141-B5A3-83B858E1900D}"/>
          </ac:grpSpMkLst>
        </pc:grpChg>
      </pc:sldChg>
      <pc:sldChg chg="modSp add mod">
        <pc:chgData name="Kesavan, Suresh" userId="249a176b-f49f-4de8-94ee-502d27afd651" providerId="ADAL" clId="{B6507157-D93E-4546-9967-EC6320F70F66}" dt="2024-05-24T06:43:49.134" v="189" actId="2711"/>
        <pc:sldMkLst>
          <pc:docMk/>
          <pc:sldMk cId="1671553601" sldId="973"/>
        </pc:sldMkLst>
        <pc:spChg chg="mod">
          <ac:chgData name="Kesavan, Suresh" userId="249a176b-f49f-4de8-94ee-502d27afd651" providerId="ADAL" clId="{B6507157-D93E-4546-9967-EC6320F70F66}" dt="2024-05-24T06:43:49.134" v="189" actId="2711"/>
          <ac:spMkLst>
            <pc:docMk/>
            <pc:sldMk cId="1671553601" sldId="973"/>
            <ac:spMk id="7" creationId="{35CA6031-2E42-4FEC-BC49-40EDA16FD0CB}"/>
          </ac:spMkLst>
        </pc:spChg>
        <pc:spChg chg="mod">
          <ac:chgData name="Kesavan, Suresh" userId="249a176b-f49f-4de8-94ee-502d27afd651" providerId="ADAL" clId="{B6507157-D93E-4546-9967-EC6320F70F66}" dt="2024-05-24T06:10:58.866" v="99" actId="207"/>
          <ac:spMkLst>
            <pc:docMk/>
            <pc:sldMk cId="1671553601" sldId="973"/>
            <ac:spMk id="20" creationId="{FF4A4B81-7D31-4900-8C8E-5853134A4ACB}"/>
          </ac:spMkLst>
        </pc:spChg>
        <pc:spChg chg="mod">
          <ac:chgData name="Kesavan, Suresh" userId="249a176b-f49f-4de8-94ee-502d27afd651" providerId="ADAL" clId="{B6507157-D93E-4546-9967-EC6320F70F66}" dt="2024-05-24T06:10:58.866" v="99" actId="207"/>
          <ac:spMkLst>
            <pc:docMk/>
            <pc:sldMk cId="1671553601" sldId="973"/>
            <ac:spMk id="23" creationId="{DCDCB05A-4423-4C0F-8981-C87A6F05C3B2}"/>
          </ac:spMkLst>
        </pc:spChg>
        <pc:spChg chg="mod">
          <ac:chgData name="Kesavan, Suresh" userId="249a176b-f49f-4de8-94ee-502d27afd651" providerId="ADAL" clId="{B6507157-D93E-4546-9967-EC6320F70F66}" dt="2024-05-24T06:10:58.866" v="99" actId="207"/>
          <ac:spMkLst>
            <pc:docMk/>
            <pc:sldMk cId="1671553601" sldId="973"/>
            <ac:spMk id="26" creationId="{0F3DBF76-7F73-4C5B-9F92-BD0CD8EE7672}"/>
          </ac:spMkLst>
        </pc:spChg>
        <pc:spChg chg="mod">
          <ac:chgData name="Kesavan, Suresh" userId="249a176b-f49f-4de8-94ee-502d27afd651" providerId="ADAL" clId="{B6507157-D93E-4546-9967-EC6320F70F66}" dt="2024-05-24T06:10:58.866" v="99" actId="207"/>
          <ac:spMkLst>
            <pc:docMk/>
            <pc:sldMk cId="1671553601" sldId="973"/>
            <ac:spMk id="27" creationId="{3AAF6583-68AB-492D-9672-F87DF25F3C8D}"/>
          </ac:spMkLst>
        </pc:spChg>
        <pc:spChg chg="mod">
          <ac:chgData name="Kesavan, Suresh" userId="249a176b-f49f-4de8-94ee-502d27afd651" providerId="ADAL" clId="{B6507157-D93E-4546-9967-EC6320F70F66}" dt="2024-05-24T06:10:58.866" v="99" actId="207"/>
          <ac:spMkLst>
            <pc:docMk/>
            <pc:sldMk cId="1671553601" sldId="973"/>
            <ac:spMk id="28" creationId="{743D6D56-C5C5-4BB6-8E1A-256A8404416F}"/>
          </ac:spMkLst>
        </pc:spChg>
        <pc:spChg chg="mod">
          <ac:chgData name="Kesavan, Suresh" userId="249a176b-f49f-4de8-94ee-502d27afd651" providerId="ADAL" clId="{B6507157-D93E-4546-9967-EC6320F70F66}" dt="2024-05-24T06:10:58.866" v="99" actId="207"/>
          <ac:spMkLst>
            <pc:docMk/>
            <pc:sldMk cId="1671553601" sldId="973"/>
            <ac:spMk id="29" creationId="{5BAF3225-7AA7-4742-A915-476D37B0AF10}"/>
          </ac:spMkLst>
        </pc:spChg>
        <pc:spChg chg="mod">
          <ac:chgData name="Kesavan, Suresh" userId="249a176b-f49f-4de8-94ee-502d27afd651" providerId="ADAL" clId="{B6507157-D93E-4546-9967-EC6320F70F66}" dt="2024-05-24T06:10:58.866" v="99" actId="207"/>
          <ac:spMkLst>
            <pc:docMk/>
            <pc:sldMk cId="1671553601" sldId="973"/>
            <ac:spMk id="30" creationId="{06899D07-03A3-42F0-BF91-2FC055D63738}"/>
          </ac:spMkLst>
        </pc:spChg>
        <pc:spChg chg="mod">
          <ac:chgData name="Kesavan, Suresh" userId="249a176b-f49f-4de8-94ee-502d27afd651" providerId="ADAL" clId="{B6507157-D93E-4546-9967-EC6320F70F66}" dt="2024-05-24T06:10:58.866" v="99" actId="207"/>
          <ac:spMkLst>
            <pc:docMk/>
            <pc:sldMk cId="1671553601" sldId="973"/>
            <ac:spMk id="32" creationId="{1B658225-30D9-41BE-AD80-562422D874EB}"/>
          </ac:spMkLst>
        </pc:spChg>
        <pc:spChg chg="mod">
          <ac:chgData name="Kesavan, Suresh" userId="249a176b-f49f-4de8-94ee-502d27afd651" providerId="ADAL" clId="{B6507157-D93E-4546-9967-EC6320F70F66}" dt="2024-05-24T06:10:58.866" v="99" actId="207"/>
          <ac:spMkLst>
            <pc:docMk/>
            <pc:sldMk cId="1671553601" sldId="973"/>
            <ac:spMk id="33" creationId="{015403AB-631D-43B2-B4DC-D62CA5C6212B}"/>
          </ac:spMkLst>
        </pc:spChg>
        <pc:spChg chg="mod">
          <ac:chgData name="Kesavan, Suresh" userId="249a176b-f49f-4de8-94ee-502d27afd651" providerId="ADAL" clId="{B6507157-D93E-4546-9967-EC6320F70F66}" dt="2024-05-24T06:10:58.866" v="99" actId="207"/>
          <ac:spMkLst>
            <pc:docMk/>
            <pc:sldMk cId="1671553601" sldId="973"/>
            <ac:spMk id="34" creationId="{0484E690-8C4A-4081-BEB5-E37B743639DF}"/>
          </ac:spMkLst>
        </pc:spChg>
        <pc:spChg chg="mod">
          <ac:chgData name="Kesavan, Suresh" userId="249a176b-f49f-4de8-94ee-502d27afd651" providerId="ADAL" clId="{B6507157-D93E-4546-9967-EC6320F70F66}" dt="2024-05-24T06:10:58.866" v="99" actId="207"/>
          <ac:spMkLst>
            <pc:docMk/>
            <pc:sldMk cId="1671553601" sldId="973"/>
            <ac:spMk id="35" creationId="{1686739E-4608-4C29-BF17-398580990B4F}"/>
          </ac:spMkLst>
        </pc:spChg>
        <pc:spChg chg="mod">
          <ac:chgData name="Kesavan, Suresh" userId="249a176b-f49f-4de8-94ee-502d27afd651" providerId="ADAL" clId="{B6507157-D93E-4546-9967-EC6320F70F66}" dt="2024-05-24T06:10:58.866" v="99" actId="207"/>
          <ac:spMkLst>
            <pc:docMk/>
            <pc:sldMk cId="1671553601" sldId="973"/>
            <ac:spMk id="36" creationId="{68CC3012-3BBB-492E-B6FF-5394B3F26700}"/>
          </ac:spMkLst>
        </pc:spChg>
        <pc:spChg chg="mod">
          <ac:chgData name="Kesavan, Suresh" userId="249a176b-f49f-4de8-94ee-502d27afd651" providerId="ADAL" clId="{B6507157-D93E-4546-9967-EC6320F70F66}" dt="2024-05-24T06:10:58.866" v="99" actId="207"/>
          <ac:spMkLst>
            <pc:docMk/>
            <pc:sldMk cId="1671553601" sldId="973"/>
            <ac:spMk id="58" creationId="{9361794D-F0F8-43D5-BC0F-1487569648C9}"/>
          </ac:spMkLst>
        </pc:spChg>
        <pc:spChg chg="mod">
          <ac:chgData name="Kesavan, Suresh" userId="249a176b-f49f-4de8-94ee-502d27afd651" providerId="ADAL" clId="{B6507157-D93E-4546-9967-EC6320F70F66}" dt="2024-05-24T06:10:58.866" v="99" actId="207"/>
          <ac:spMkLst>
            <pc:docMk/>
            <pc:sldMk cId="1671553601" sldId="973"/>
            <ac:spMk id="60" creationId="{CF779576-3D56-4691-AD74-AE422F6D91E1}"/>
          </ac:spMkLst>
        </pc:spChg>
        <pc:spChg chg="mod">
          <ac:chgData name="Kesavan, Suresh" userId="249a176b-f49f-4de8-94ee-502d27afd651" providerId="ADAL" clId="{B6507157-D93E-4546-9967-EC6320F70F66}" dt="2024-05-24T06:10:58.866" v="99" actId="207"/>
          <ac:spMkLst>
            <pc:docMk/>
            <pc:sldMk cId="1671553601" sldId="973"/>
            <ac:spMk id="62" creationId="{A9B50C2B-6598-492B-9294-EB75BE35B0BE}"/>
          </ac:spMkLst>
        </pc:spChg>
        <pc:spChg chg="mod">
          <ac:chgData name="Kesavan, Suresh" userId="249a176b-f49f-4de8-94ee-502d27afd651" providerId="ADAL" clId="{B6507157-D93E-4546-9967-EC6320F70F66}" dt="2024-05-24T06:10:58.866" v="99" actId="207"/>
          <ac:spMkLst>
            <pc:docMk/>
            <pc:sldMk cId="1671553601" sldId="973"/>
            <ac:spMk id="63" creationId="{515451E2-DA54-4C12-AD54-676F231C72B3}"/>
          </ac:spMkLst>
        </pc:spChg>
        <pc:spChg chg="mod">
          <ac:chgData name="Kesavan, Suresh" userId="249a176b-f49f-4de8-94ee-502d27afd651" providerId="ADAL" clId="{B6507157-D93E-4546-9967-EC6320F70F66}" dt="2024-05-24T06:10:58.866" v="99" actId="207"/>
          <ac:spMkLst>
            <pc:docMk/>
            <pc:sldMk cId="1671553601" sldId="973"/>
            <ac:spMk id="66" creationId="{84510A3E-5542-4CAF-84B6-CCB9456EB9E6}"/>
          </ac:spMkLst>
        </pc:spChg>
        <pc:spChg chg="mod">
          <ac:chgData name="Kesavan, Suresh" userId="249a176b-f49f-4de8-94ee-502d27afd651" providerId="ADAL" clId="{B6507157-D93E-4546-9967-EC6320F70F66}" dt="2024-05-24T06:10:58.866" v="99" actId="207"/>
          <ac:spMkLst>
            <pc:docMk/>
            <pc:sldMk cId="1671553601" sldId="973"/>
            <ac:spMk id="67" creationId="{1BE73362-31FD-4323-831B-E7368AE89BAD}"/>
          </ac:spMkLst>
        </pc:spChg>
        <pc:spChg chg="mod">
          <ac:chgData name="Kesavan, Suresh" userId="249a176b-f49f-4de8-94ee-502d27afd651" providerId="ADAL" clId="{B6507157-D93E-4546-9967-EC6320F70F66}" dt="2024-05-24T06:10:58.866" v="99" actId="207"/>
          <ac:spMkLst>
            <pc:docMk/>
            <pc:sldMk cId="1671553601" sldId="973"/>
            <ac:spMk id="68" creationId="{97F3052F-7971-4B37-BCFC-9F2DA9F3C3E8}"/>
          </ac:spMkLst>
        </pc:spChg>
        <pc:spChg chg="mod">
          <ac:chgData name="Kesavan, Suresh" userId="249a176b-f49f-4de8-94ee-502d27afd651" providerId="ADAL" clId="{B6507157-D93E-4546-9967-EC6320F70F66}" dt="2024-05-24T06:10:58.866" v="99" actId="207"/>
          <ac:spMkLst>
            <pc:docMk/>
            <pc:sldMk cId="1671553601" sldId="973"/>
            <ac:spMk id="69" creationId="{3A3AE316-1FB5-4D77-9415-EAF78F01B9C5}"/>
          </ac:spMkLst>
        </pc:spChg>
        <pc:spChg chg="mod">
          <ac:chgData name="Kesavan, Suresh" userId="249a176b-f49f-4de8-94ee-502d27afd651" providerId="ADAL" clId="{B6507157-D93E-4546-9967-EC6320F70F66}" dt="2024-05-24T06:10:58.866" v="99" actId="207"/>
          <ac:spMkLst>
            <pc:docMk/>
            <pc:sldMk cId="1671553601" sldId="973"/>
            <ac:spMk id="70" creationId="{FE9E1942-A507-4830-9516-5EF0322587E7}"/>
          </ac:spMkLst>
        </pc:spChg>
        <pc:spChg chg="mod">
          <ac:chgData name="Kesavan, Suresh" userId="249a176b-f49f-4de8-94ee-502d27afd651" providerId="ADAL" clId="{B6507157-D93E-4546-9967-EC6320F70F66}" dt="2024-05-24T06:10:58.866" v="99" actId="207"/>
          <ac:spMkLst>
            <pc:docMk/>
            <pc:sldMk cId="1671553601" sldId="973"/>
            <ac:spMk id="71" creationId="{379368B2-A41D-48AC-90A0-034898E2A3D7}"/>
          </ac:spMkLst>
        </pc:spChg>
        <pc:grpChg chg="mod">
          <ac:chgData name="Kesavan, Suresh" userId="249a176b-f49f-4de8-94ee-502d27afd651" providerId="ADAL" clId="{B6507157-D93E-4546-9967-EC6320F70F66}" dt="2024-05-24T06:10:58.866" v="99" actId="207"/>
          <ac:grpSpMkLst>
            <pc:docMk/>
            <pc:sldMk cId="1671553601" sldId="973"/>
            <ac:grpSpMk id="56" creationId="{7B0FF667-0E71-481B-AB3C-1B125FCAE459}"/>
          </ac:grpSpMkLst>
        </pc:grpChg>
        <pc:grpChg chg="mod">
          <ac:chgData name="Kesavan, Suresh" userId="249a176b-f49f-4de8-94ee-502d27afd651" providerId="ADAL" clId="{B6507157-D93E-4546-9967-EC6320F70F66}" dt="2024-05-24T06:10:58.866" v="99" actId="207"/>
          <ac:grpSpMkLst>
            <pc:docMk/>
            <pc:sldMk cId="1671553601" sldId="973"/>
            <ac:grpSpMk id="72" creationId="{0C38969F-64F3-4061-A64B-0332D1CB6E55}"/>
          </ac:grpSpMkLst>
        </pc:grpChg>
        <pc:cxnChg chg="mod">
          <ac:chgData name="Kesavan, Suresh" userId="249a176b-f49f-4de8-94ee-502d27afd651" providerId="ADAL" clId="{B6507157-D93E-4546-9967-EC6320F70F66}" dt="2024-05-24T06:10:58.866" v="99" actId="207"/>
          <ac:cxnSpMkLst>
            <pc:docMk/>
            <pc:sldMk cId="1671553601" sldId="973"/>
            <ac:cxnSpMk id="31" creationId="{E6CAC078-B294-4628-8FA8-7051A9429C06}"/>
          </ac:cxnSpMkLst>
        </pc:cxnChg>
        <pc:cxnChg chg="mod">
          <ac:chgData name="Kesavan, Suresh" userId="249a176b-f49f-4de8-94ee-502d27afd651" providerId="ADAL" clId="{B6507157-D93E-4546-9967-EC6320F70F66}" dt="2024-05-24T06:10:58.866" v="99" actId="207"/>
          <ac:cxnSpMkLst>
            <pc:docMk/>
            <pc:sldMk cId="1671553601" sldId="973"/>
            <ac:cxnSpMk id="65" creationId="{95082838-47C0-42DF-9426-8F26A5CEE7AE}"/>
          </ac:cxnSpMkLst>
        </pc:cxnChg>
      </pc:sldChg>
      <pc:sldChg chg="modSp add mod">
        <pc:chgData name="Kesavan, Suresh" userId="249a176b-f49f-4de8-94ee-502d27afd651" providerId="ADAL" clId="{B6507157-D93E-4546-9967-EC6320F70F66}" dt="2024-05-24T06:43:36.113" v="188" actId="2711"/>
        <pc:sldMkLst>
          <pc:docMk/>
          <pc:sldMk cId="373829975" sldId="975"/>
        </pc:sldMkLst>
        <pc:spChg chg="mod">
          <ac:chgData name="Kesavan, Suresh" userId="249a176b-f49f-4de8-94ee-502d27afd651" providerId="ADAL" clId="{B6507157-D93E-4546-9967-EC6320F70F66}" dt="2024-05-24T06:43:36.113" v="188" actId="2711"/>
          <ac:spMkLst>
            <pc:docMk/>
            <pc:sldMk cId="373829975" sldId="975"/>
            <ac:spMk id="7" creationId="{35CA6031-2E42-4FEC-BC49-40EDA16FD0CB}"/>
          </ac:spMkLst>
        </pc:spChg>
        <pc:spChg chg="mod">
          <ac:chgData name="Kesavan, Suresh" userId="249a176b-f49f-4de8-94ee-502d27afd651" providerId="ADAL" clId="{B6507157-D93E-4546-9967-EC6320F70F66}" dt="2024-05-24T06:10:34.024" v="96" actId="207"/>
          <ac:spMkLst>
            <pc:docMk/>
            <pc:sldMk cId="373829975" sldId="975"/>
            <ac:spMk id="37" creationId="{2011FA44-4FCD-46F3-BD24-E7A8F6598951}"/>
          </ac:spMkLst>
        </pc:spChg>
        <pc:spChg chg="mod">
          <ac:chgData name="Kesavan, Suresh" userId="249a176b-f49f-4de8-94ee-502d27afd651" providerId="ADAL" clId="{B6507157-D93E-4546-9967-EC6320F70F66}" dt="2024-05-24T06:10:34.024" v="96" actId="207"/>
          <ac:spMkLst>
            <pc:docMk/>
            <pc:sldMk cId="373829975" sldId="975"/>
            <ac:spMk id="58" creationId="{9361794D-F0F8-43D5-BC0F-1487569648C9}"/>
          </ac:spMkLst>
        </pc:spChg>
        <pc:spChg chg="mod">
          <ac:chgData name="Kesavan, Suresh" userId="249a176b-f49f-4de8-94ee-502d27afd651" providerId="ADAL" clId="{B6507157-D93E-4546-9967-EC6320F70F66}" dt="2024-05-24T06:10:34.024" v="96" actId="207"/>
          <ac:spMkLst>
            <pc:docMk/>
            <pc:sldMk cId="373829975" sldId="975"/>
            <ac:spMk id="60" creationId="{CF779576-3D56-4691-AD74-AE422F6D91E1}"/>
          </ac:spMkLst>
        </pc:spChg>
        <pc:spChg chg="mod">
          <ac:chgData name="Kesavan, Suresh" userId="249a176b-f49f-4de8-94ee-502d27afd651" providerId="ADAL" clId="{B6507157-D93E-4546-9967-EC6320F70F66}" dt="2024-05-24T06:10:34.024" v="96" actId="207"/>
          <ac:spMkLst>
            <pc:docMk/>
            <pc:sldMk cId="373829975" sldId="975"/>
            <ac:spMk id="62" creationId="{A9B50C2B-6598-492B-9294-EB75BE35B0BE}"/>
          </ac:spMkLst>
        </pc:spChg>
        <pc:spChg chg="mod">
          <ac:chgData name="Kesavan, Suresh" userId="249a176b-f49f-4de8-94ee-502d27afd651" providerId="ADAL" clId="{B6507157-D93E-4546-9967-EC6320F70F66}" dt="2024-05-24T06:10:34.024" v="96" actId="207"/>
          <ac:spMkLst>
            <pc:docMk/>
            <pc:sldMk cId="373829975" sldId="975"/>
            <ac:spMk id="63" creationId="{515451E2-DA54-4C12-AD54-676F231C72B3}"/>
          </ac:spMkLst>
        </pc:spChg>
        <pc:spChg chg="mod">
          <ac:chgData name="Kesavan, Suresh" userId="249a176b-f49f-4de8-94ee-502d27afd651" providerId="ADAL" clId="{B6507157-D93E-4546-9967-EC6320F70F66}" dt="2024-05-24T06:10:34.024" v="96" actId="207"/>
          <ac:spMkLst>
            <pc:docMk/>
            <pc:sldMk cId="373829975" sldId="975"/>
            <ac:spMk id="66" creationId="{84510A3E-5542-4CAF-84B6-CCB9456EB9E6}"/>
          </ac:spMkLst>
        </pc:spChg>
        <pc:spChg chg="mod">
          <ac:chgData name="Kesavan, Suresh" userId="249a176b-f49f-4de8-94ee-502d27afd651" providerId="ADAL" clId="{B6507157-D93E-4546-9967-EC6320F70F66}" dt="2024-05-24T06:10:34.024" v="96" actId="207"/>
          <ac:spMkLst>
            <pc:docMk/>
            <pc:sldMk cId="373829975" sldId="975"/>
            <ac:spMk id="67" creationId="{1BE73362-31FD-4323-831B-E7368AE89BAD}"/>
          </ac:spMkLst>
        </pc:spChg>
        <pc:spChg chg="mod">
          <ac:chgData name="Kesavan, Suresh" userId="249a176b-f49f-4de8-94ee-502d27afd651" providerId="ADAL" clId="{B6507157-D93E-4546-9967-EC6320F70F66}" dt="2024-05-24T06:10:34.024" v="96" actId="207"/>
          <ac:spMkLst>
            <pc:docMk/>
            <pc:sldMk cId="373829975" sldId="975"/>
            <ac:spMk id="68" creationId="{97F3052F-7971-4B37-BCFC-9F2DA9F3C3E8}"/>
          </ac:spMkLst>
        </pc:spChg>
        <pc:grpChg chg="mod">
          <ac:chgData name="Kesavan, Suresh" userId="249a176b-f49f-4de8-94ee-502d27afd651" providerId="ADAL" clId="{B6507157-D93E-4546-9967-EC6320F70F66}" dt="2024-05-24T06:10:34.024" v="96" actId="207"/>
          <ac:grpSpMkLst>
            <pc:docMk/>
            <pc:sldMk cId="373829975" sldId="975"/>
            <ac:grpSpMk id="9" creationId="{175B0626-B065-498C-A496-A99E576F3CCF}"/>
          </ac:grpSpMkLst>
        </pc:grpChg>
        <pc:cxnChg chg="mod">
          <ac:chgData name="Kesavan, Suresh" userId="249a176b-f49f-4de8-94ee-502d27afd651" providerId="ADAL" clId="{B6507157-D93E-4546-9967-EC6320F70F66}" dt="2024-05-24T06:10:34.024" v="96" actId="207"/>
          <ac:cxnSpMkLst>
            <pc:docMk/>
            <pc:sldMk cId="373829975" sldId="975"/>
            <ac:cxnSpMk id="65" creationId="{95082838-47C0-42DF-9426-8F26A5CEE7AE}"/>
          </ac:cxnSpMkLst>
        </pc:cxnChg>
      </pc:sldChg>
      <pc:sldChg chg="modSp add mod">
        <pc:chgData name="Kesavan, Suresh" userId="249a176b-f49f-4de8-94ee-502d27afd651" providerId="ADAL" clId="{B6507157-D93E-4546-9967-EC6320F70F66}" dt="2024-05-24T06:52:36.027" v="260" actId="2711"/>
        <pc:sldMkLst>
          <pc:docMk/>
          <pc:sldMk cId="1270616677" sldId="976"/>
        </pc:sldMkLst>
        <pc:spChg chg="mod">
          <ac:chgData name="Kesavan, Suresh" userId="249a176b-f49f-4de8-94ee-502d27afd651" providerId="ADAL" clId="{B6507157-D93E-4546-9967-EC6320F70F66}" dt="2024-05-24T06:52:36.027" v="260" actId="2711"/>
          <ac:spMkLst>
            <pc:docMk/>
            <pc:sldMk cId="1270616677" sldId="976"/>
            <ac:spMk id="7" creationId="{35CA6031-2E42-4FEC-BC49-40EDA16FD0CB}"/>
          </ac:spMkLst>
        </pc:spChg>
        <pc:spChg chg="mod">
          <ac:chgData name="Kesavan, Suresh" userId="249a176b-f49f-4de8-94ee-502d27afd651" providerId="ADAL" clId="{B6507157-D93E-4546-9967-EC6320F70F66}" dt="2024-05-24T06:09:24.951" v="62" actId="207"/>
          <ac:spMkLst>
            <pc:docMk/>
            <pc:sldMk cId="1270616677" sldId="976"/>
            <ac:spMk id="13" creationId="{969076C1-81B5-44B5-AE46-6050855D9C0E}"/>
          </ac:spMkLst>
        </pc:spChg>
        <pc:spChg chg="mod">
          <ac:chgData name="Kesavan, Suresh" userId="249a176b-f49f-4de8-94ee-502d27afd651" providerId="ADAL" clId="{B6507157-D93E-4546-9967-EC6320F70F66}" dt="2024-05-24T06:09:24.951" v="62" actId="207"/>
          <ac:spMkLst>
            <pc:docMk/>
            <pc:sldMk cId="1270616677" sldId="976"/>
            <ac:spMk id="14" creationId="{B7509E7B-9E91-4A30-A166-6349EEC096EF}"/>
          </ac:spMkLst>
        </pc:spChg>
        <pc:spChg chg="mod">
          <ac:chgData name="Kesavan, Suresh" userId="249a176b-f49f-4de8-94ee-502d27afd651" providerId="ADAL" clId="{B6507157-D93E-4546-9967-EC6320F70F66}" dt="2024-05-24T06:09:24.951" v="62" actId="207"/>
          <ac:spMkLst>
            <pc:docMk/>
            <pc:sldMk cId="1270616677" sldId="976"/>
            <ac:spMk id="16" creationId="{FD9D617D-ED70-4141-896F-90A7CC62ED9D}"/>
          </ac:spMkLst>
        </pc:spChg>
        <pc:spChg chg="mod">
          <ac:chgData name="Kesavan, Suresh" userId="249a176b-f49f-4de8-94ee-502d27afd651" providerId="ADAL" clId="{B6507157-D93E-4546-9967-EC6320F70F66}" dt="2024-05-24T06:09:24.951" v="62" actId="207"/>
          <ac:spMkLst>
            <pc:docMk/>
            <pc:sldMk cId="1270616677" sldId="976"/>
            <ac:spMk id="18" creationId="{832C43F9-1774-4238-BA22-8497ACD77337}"/>
          </ac:spMkLst>
        </pc:spChg>
        <pc:spChg chg="mod">
          <ac:chgData name="Kesavan, Suresh" userId="249a176b-f49f-4de8-94ee-502d27afd651" providerId="ADAL" clId="{B6507157-D93E-4546-9967-EC6320F70F66}" dt="2024-05-24T06:09:24.951" v="62" actId="207"/>
          <ac:spMkLst>
            <pc:docMk/>
            <pc:sldMk cId="1270616677" sldId="976"/>
            <ac:spMk id="20" creationId="{F8619BD8-7A1F-4BF1-ABAF-9F1C2D7785AD}"/>
          </ac:spMkLst>
        </pc:spChg>
        <pc:spChg chg="mod">
          <ac:chgData name="Kesavan, Suresh" userId="249a176b-f49f-4de8-94ee-502d27afd651" providerId="ADAL" clId="{B6507157-D93E-4546-9967-EC6320F70F66}" dt="2024-05-24T06:09:24.951" v="62" actId="207"/>
          <ac:spMkLst>
            <pc:docMk/>
            <pc:sldMk cId="1270616677" sldId="976"/>
            <ac:spMk id="21" creationId="{A1C51786-9DED-4862-866C-64EE7675AB68}"/>
          </ac:spMkLst>
        </pc:spChg>
        <pc:spChg chg="mod">
          <ac:chgData name="Kesavan, Suresh" userId="249a176b-f49f-4de8-94ee-502d27afd651" providerId="ADAL" clId="{B6507157-D93E-4546-9967-EC6320F70F66}" dt="2024-05-24T06:09:24.951" v="62" actId="207"/>
          <ac:spMkLst>
            <pc:docMk/>
            <pc:sldMk cId="1270616677" sldId="976"/>
            <ac:spMk id="23" creationId="{E3A9172A-2DAA-4FB8-AA88-3D5C397099BB}"/>
          </ac:spMkLst>
        </pc:spChg>
        <pc:spChg chg="mod">
          <ac:chgData name="Kesavan, Suresh" userId="249a176b-f49f-4de8-94ee-502d27afd651" providerId="ADAL" clId="{B6507157-D93E-4546-9967-EC6320F70F66}" dt="2024-05-24T06:09:24.951" v="62" actId="207"/>
          <ac:spMkLst>
            <pc:docMk/>
            <pc:sldMk cId="1270616677" sldId="976"/>
            <ac:spMk id="24" creationId="{AD324C7C-7C50-41BB-89D7-FB01CA12B2A7}"/>
          </ac:spMkLst>
        </pc:spChg>
        <pc:spChg chg="mod">
          <ac:chgData name="Kesavan, Suresh" userId="249a176b-f49f-4de8-94ee-502d27afd651" providerId="ADAL" clId="{B6507157-D93E-4546-9967-EC6320F70F66}" dt="2024-05-24T06:09:24.951" v="62" actId="207"/>
          <ac:spMkLst>
            <pc:docMk/>
            <pc:sldMk cId="1270616677" sldId="976"/>
            <ac:spMk id="25" creationId="{F4E9DD83-0806-4CDE-BC00-8D058FE041CE}"/>
          </ac:spMkLst>
        </pc:spChg>
        <pc:spChg chg="mod">
          <ac:chgData name="Kesavan, Suresh" userId="249a176b-f49f-4de8-94ee-502d27afd651" providerId="ADAL" clId="{B6507157-D93E-4546-9967-EC6320F70F66}" dt="2024-05-24T06:09:24.951" v="62" actId="207"/>
          <ac:spMkLst>
            <pc:docMk/>
            <pc:sldMk cId="1270616677" sldId="976"/>
            <ac:spMk id="26" creationId="{A57A15B3-5B8B-403B-B797-FE3A367DBC47}"/>
          </ac:spMkLst>
        </pc:spChg>
        <pc:spChg chg="mod">
          <ac:chgData name="Kesavan, Suresh" userId="249a176b-f49f-4de8-94ee-502d27afd651" providerId="ADAL" clId="{B6507157-D93E-4546-9967-EC6320F70F66}" dt="2024-05-24T06:09:24.951" v="62" actId="207"/>
          <ac:spMkLst>
            <pc:docMk/>
            <pc:sldMk cId="1270616677" sldId="976"/>
            <ac:spMk id="27" creationId="{6F50AF35-84B5-4DDB-93EC-5103AAD3055A}"/>
          </ac:spMkLst>
        </pc:spChg>
        <pc:spChg chg="mod">
          <ac:chgData name="Kesavan, Suresh" userId="249a176b-f49f-4de8-94ee-502d27afd651" providerId="ADAL" clId="{B6507157-D93E-4546-9967-EC6320F70F66}" dt="2024-05-24T06:09:24.951" v="62" actId="207"/>
          <ac:spMkLst>
            <pc:docMk/>
            <pc:sldMk cId="1270616677" sldId="976"/>
            <ac:spMk id="28" creationId="{892171DB-3938-4ECA-BBCC-73681168A531}"/>
          </ac:spMkLst>
        </pc:spChg>
        <pc:spChg chg="mod">
          <ac:chgData name="Kesavan, Suresh" userId="249a176b-f49f-4de8-94ee-502d27afd651" providerId="ADAL" clId="{B6507157-D93E-4546-9967-EC6320F70F66}" dt="2024-05-24T06:09:24.951" v="62" actId="207"/>
          <ac:spMkLst>
            <pc:docMk/>
            <pc:sldMk cId="1270616677" sldId="976"/>
            <ac:spMk id="29" creationId="{0430A5C6-4521-43E7-831F-298773596C8F}"/>
          </ac:spMkLst>
        </pc:spChg>
        <pc:spChg chg="mod">
          <ac:chgData name="Kesavan, Suresh" userId="249a176b-f49f-4de8-94ee-502d27afd651" providerId="ADAL" clId="{B6507157-D93E-4546-9967-EC6320F70F66}" dt="2024-05-24T06:09:24.951" v="62" actId="207"/>
          <ac:spMkLst>
            <pc:docMk/>
            <pc:sldMk cId="1270616677" sldId="976"/>
            <ac:spMk id="30" creationId="{24CC30BB-2651-4AB6-B3E2-96849F22ED81}"/>
          </ac:spMkLst>
        </pc:spChg>
        <pc:spChg chg="mod">
          <ac:chgData name="Kesavan, Suresh" userId="249a176b-f49f-4de8-94ee-502d27afd651" providerId="ADAL" clId="{B6507157-D93E-4546-9967-EC6320F70F66}" dt="2024-05-24T06:09:24.951" v="62" actId="207"/>
          <ac:spMkLst>
            <pc:docMk/>
            <pc:sldMk cId="1270616677" sldId="976"/>
            <ac:spMk id="42" creationId="{C5CD5A16-C712-4A2C-9A3B-4C84A49F07B7}"/>
          </ac:spMkLst>
        </pc:spChg>
        <pc:spChg chg="mod">
          <ac:chgData name="Kesavan, Suresh" userId="249a176b-f49f-4de8-94ee-502d27afd651" providerId="ADAL" clId="{B6507157-D93E-4546-9967-EC6320F70F66}" dt="2024-05-24T06:09:24.951" v="62" actId="207"/>
          <ac:spMkLst>
            <pc:docMk/>
            <pc:sldMk cId="1270616677" sldId="976"/>
            <ac:spMk id="43" creationId="{5FA9F125-0D28-4B41-B602-C42B1E84962F}"/>
          </ac:spMkLst>
        </pc:spChg>
        <pc:grpChg chg="mod">
          <ac:chgData name="Kesavan, Suresh" userId="249a176b-f49f-4de8-94ee-502d27afd651" providerId="ADAL" clId="{B6507157-D93E-4546-9967-EC6320F70F66}" dt="2024-05-24T06:09:24.951" v="62" actId="207"/>
          <ac:grpSpMkLst>
            <pc:docMk/>
            <pc:sldMk cId="1270616677" sldId="976"/>
            <ac:grpSpMk id="3" creationId="{5914C9A1-F52E-4FBD-B74A-2FBF87FCB120}"/>
          </ac:grpSpMkLst>
        </pc:grpChg>
        <pc:grpChg chg="mod">
          <ac:chgData name="Kesavan, Suresh" userId="249a176b-f49f-4de8-94ee-502d27afd651" providerId="ADAL" clId="{B6507157-D93E-4546-9967-EC6320F70F66}" dt="2024-05-24T06:09:24.951" v="62" actId="207"/>
          <ac:grpSpMkLst>
            <pc:docMk/>
            <pc:sldMk cId="1270616677" sldId="976"/>
            <ac:grpSpMk id="4" creationId="{FB3FE30D-EB65-43B4-9A6A-5677171552CA}"/>
          </ac:grpSpMkLst>
        </pc:grpChg>
        <pc:grpChg chg="mod">
          <ac:chgData name="Kesavan, Suresh" userId="249a176b-f49f-4de8-94ee-502d27afd651" providerId="ADAL" clId="{B6507157-D93E-4546-9967-EC6320F70F66}" dt="2024-05-24T06:09:24.951" v="62" actId="207"/>
          <ac:grpSpMkLst>
            <pc:docMk/>
            <pc:sldMk cId="1270616677" sldId="976"/>
            <ac:grpSpMk id="5" creationId="{6523F34A-33EC-4138-AE1C-C9D12BA3C6FD}"/>
          </ac:grpSpMkLst>
        </pc:grpChg>
        <pc:grpChg chg="mod">
          <ac:chgData name="Kesavan, Suresh" userId="249a176b-f49f-4de8-94ee-502d27afd651" providerId="ADAL" clId="{B6507157-D93E-4546-9967-EC6320F70F66}" dt="2024-05-24T06:09:24.951" v="62" actId="207"/>
          <ac:grpSpMkLst>
            <pc:docMk/>
            <pc:sldMk cId="1270616677" sldId="976"/>
            <ac:grpSpMk id="6" creationId="{67FA43C6-F00D-4E66-BE5B-B45E56C5C14C}"/>
          </ac:grpSpMkLst>
        </pc:grpChg>
        <pc:grpChg chg="mod">
          <ac:chgData name="Kesavan, Suresh" userId="249a176b-f49f-4de8-94ee-502d27afd651" providerId="ADAL" clId="{B6507157-D93E-4546-9967-EC6320F70F66}" dt="2024-05-24T06:09:24.951" v="62" actId="207"/>
          <ac:grpSpMkLst>
            <pc:docMk/>
            <pc:sldMk cId="1270616677" sldId="976"/>
            <ac:grpSpMk id="8" creationId="{D991EC33-EDC3-4430-B788-84111E6FF741}"/>
          </ac:grpSpMkLst>
        </pc:grpChg>
        <pc:grpChg chg="mod">
          <ac:chgData name="Kesavan, Suresh" userId="249a176b-f49f-4de8-94ee-502d27afd651" providerId="ADAL" clId="{B6507157-D93E-4546-9967-EC6320F70F66}" dt="2024-05-24T06:09:24.951" v="62" actId="207"/>
          <ac:grpSpMkLst>
            <pc:docMk/>
            <pc:sldMk cId="1270616677" sldId="976"/>
            <ac:grpSpMk id="10" creationId="{44D7222F-A6FC-4891-BC5D-B60125F3B86A}"/>
          </ac:grpSpMkLst>
        </pc:grpChg>
      </pc:sldChg>
      <pc:sldChg chg="modSp add mod">
        <pc:chgData name="Kesavan, Suresh" userId="249a176b-f49f-4de8-94ee-502d27afd651" providerId="ADAL" clId="{B6507157-D93E-4546-9967-EC6320F70F66}" dt="2024-05-24T07:02:45.364" v="322" actId="2711"/>
        <pc:sldMkLst>
          <pc:docMk/>
          <pc:sldMk cId="4167315583" sldId="977"/>
        </pc:sldMkLst>
        <pc:spChg chg="mod">
          <ac:chgData name="Kesavan, Suresh" userId="249a176b-f49f-4de8-94ee-502d27afd651" providerId="ADAL" clId="{B6507157-D93E-4546-9967-EC6320F70F66}" dt="2024-05-24T07:02:45.364" v="322" actId="2711"/>
          <ac:spMkLst>
            <pc:docMk/>
            <pc:sldMk cId="4167315583" sldId="977"/>
            <ac:spMk id="7" creationId="{35CA6031-2E42-4FEC-BC49-40EDA16FD0CB}"/>
          </ac:spMkLst>
        </pc:spChg>
        <pc:spChg chg="mod">
          <ac:chgData name="Kesavan, Suresh" userId="249a176b-f49f-4de8-94ee-502d27afd651" providerId="ADAL" clId="{B6507157-D93E-4546-9967-EC6320F70F66}" dt="2024-05-24T06:09:14.713" v="61" actId="207"/>
          <ac:spMkLst>
            <pc:docMk/>
            <pc:sldMk cId="4167315583" sldId="977"/>
            <ac:spMk id="13" creationId="{969076C1-81B5-44B5-AE46-6050855D9C0E}"/>
          </ac:spMkLst>
        </pc:spChg>
        <pc:spChg chg="mod">
          <ac:chgData name="Kesavan, Suresh" userId="249a176b-f49f-4de8-94ee-502d27afd651" providerId="ADAL" clId="{B6507157-D93E-4546-9967-EC6320F70F66}" dt="2024-05-24T06:09:14.713" v="61" actId="207"/>
          <ac:spMkLst>
            <pc:docMk/>
            <pc:sldMk cId="4167315583" sldId="977"/>
            <ac:spMk id="15" creationId="{784C3FD7-2198-4B5F-9434-6C7EE07E0E06}"/>
          </ac:spMkLst>
        </pc:spChg>
        <pc:spChg chg="mod">
          <ac:chgData name="Kesavan, Suresh" userId="249a176b-f49f-4de8-94ee-502d27afd651" providerId="ADAL" clId="{B6507157-D93E-4546-9967-EC6320F70F66}" dt="2024-05-24T06:09:14.713" v="61" actId="207"/>
          <ac:spMkLst>
            <pc:docMk/>
            <pc:sldMk cId="4167315583" sldId="977"/>
            <ac:spMk id="17" creationId="{287B7FE8-1631-4A12-85B1-B93A5119CD72}"/>
          </ac:spMkLst>
        </pc:spChg>
        <pc:spChg chg="mod">
          <ac:chgData name="Kesavan, Suresh" userId="249a176b-f49f-4de8-94ee-502d27afd651" providerId="ADAL" clId="{B6507157-D93E-4546-9967-EC6320F70F66}" dt="2024-05-24T06:09:14.713" v="61" actId="207"/>
          <ac:spMkLst>
            <pc:docMk/>
            <pc:sldMk cId="4167315583" sldId="977"/>
            <ac:spMk id="19" creationId="{C1C802AE-A7F4-4349-966F-789BB08AF610}"/>
          </ac:spMkLst>
        </pc:spChg>
        <pc:spChg chg="mod">
          <ac:chgData name="Kesavan, Suresh" userId="249a176b-f49f-4de8-94ee-502d27afd651" providerId="ADAL" clId="{B6507157-D93E-4546-9967-EC6320F70F66}" dt="2024-05-24T06:09:14.713" v="61" actId="207"/>
          <ac:spMkLst>
            <pc:docMk/>
            <pc:sldMk cId="4167315583" sldId="977"/>
            <ac:spMk id="22" creationId="{83A86DC7-1535-443D-A958-0BB284D2C9E4}"/>
          </ac:spMkLst>
        </pc:spChg>
        <pc:spChg chg="mod">
          <ac:chgData name="Kesavan, Suresh" userId="249a176b-f49f-4de8-94ee-502d27afd651" providerId="ADAL" clId="{B6507157-D93E-4546-9967-EC6320F70F66}" dt="2024-05-24T06:09:14.713" v="61" actId="207"/>
          <ac:spMkLst>
            <pc:docMk/>
            <pc:sldMk cId="4167315583" sldId="977"/>
            <ac:spMk id="30" creationId="{24CC30BB-2651-4AB6-B3E2-96849F22ED81}"/>
          </ac:spMkLst>
        </pc:spChg>
        <pc:spChg chg="mod">
          <ac:chgData name="Kesavan, Suresh" userId="249a176b-f49f-4de8-94ee-502d27afd651" providerId="ADAL" clId="{B6507157-D93E-4546-9967-EC6320F70F66}" dt="2024-05-24T06:09:14.713" v="61" actId="207"/>
          <ac:spMkLst>
            <pc:docMk/>
            <pc:sldMk cId="4167315583" sldId="977"/>
            <ac:spMk id="31" creationId="{FC8984E3-B0AC-4CD9-88E1-33BBEE7F3F94}"/>
          </ac:spMkLst>
        </pc:spChg>
        <pc:spChg chg="mod">
          <ac:chgData name="Kesavan, Suresh" userId="249a176b-f49f-4de8-94ee-502d27afd651" providerId="ADAL" clId="{B6507157-D93E-4546-9967-EC6320F70F66}" dt="2024-05-24T06:09:14.713" v="61" actId="207"/>
          <ac:spMkLst>
            <pc:docMk/>
            <pc:sldMk cId="4167315583" sldId="977"/>
            <ac:spMk id="32" creationId="{C952C596-B7FA-4D9D-A9FB-8E55ED4EFC49}"/>
          </ac:spMkLst>
        </pc:spChg>
        <pc:spChg chg="mod">
          <ac:chgData name="Kesavan, Suresh" userId="249a176b-f49f-4de8-94ee-502d27afd651" providerId="ADAL" clId="{B6507157-D93E-4546-9967-EC6320F70F66}" dt="2024-05-24T06:09:14.713" v="61" actId="207"/>
          <ac:spMkLst>
            <pc:docMk/>
            <pc:sldMk cId="4167315583" sldId="977"/>
            <ac:spMk id="33" creationId="{60B54A7B-7000-493A-A628-27B0F1B2A140}"/>
          </ac:spMkLst>
        </pc:spChg>
        <pc:spChg chg="mod">
          <ac:chgData name="Kesavan, Suresh" userId="249a176b-f49f-4de8-94ee-502d27afd651" providerId="ADAL" clId="{B6507157-D93E-4546-9967-EC6320F70F66}" dt="2024-05-24T06:09:14.713" v="61" actId="207"/>
          <ac:spMkLst>
            <pc:docMk/>
            <pc:sldMk cId="4167315583" sldId="977"/>
            <ac:spMk id="34" creationId="{1901A6B9-F027-46FD-BB17-B3E73A579FAF}"/>
          </ac:spMkLst>
        </pc:spChg>
        <pc:spChg chg="mod">
          <ac:chgData name="Kesavan, Suresh" userId="249a176b-f49f-4de8-94ee-502d27afd651" providerId="ADAL" clId="{B6507157-D93E-4546-9967-EC6320F70F66}" dt="2024-05-24T06:09:14.713" v="61" actId="207"/>
          <ac:spMkLst>
            <pc:docMk/>
            <pc:sldMk cId="4167315583" sldId="977"/>
            <ac:spMk id="35" creationId="{C302BE65-3EA2-4737-8FB4-492EF8BAC517}"/>
          </ac:spMkLst>
        </pc:spChg>
        <pc:spChg chg="mod">
          <ac:chgData name="Kesavan, Suresh" userId="249a176b-f49f-4de8-94ee-502d27afd651" providerId="ADAL" clId="{B6507157-D93E-4546-9967-EC6320F70F66}" dt="2024-05-24T06:09:14.713" v="61" actId="207"/>
          <ac:spMkLst>
            <pc:docMk/>
            <pc:sldMk cId="4167315583" sldId="977"/>
            <ac:spMk id="36" creationId="{0DDFF88C-42FA-41CA-AE0C-328D30ABD95F}"/>
          </ac:spMkLst>
        </pc:spChg>
        <pc:spChg chg="mod">
          <ac:chgData name="Kesavan, Suresh" userId="249a176b-f49f-4de8-94ee-502d27afd651" providerId="ADAL" clId="{B6507157-D93E-4546-9967-EC6320F70F66}" dt="2024-05-24T06:09:14.713" v="61" actId="207"/>
          <ac:spMkLst>
            <pc:docMk/>
            <pc:sldMk cId="4167315583" sldId="977"/>
            <ac:spMk id="38" creationId="{78C15C68-CD12-4B0F-8DB5-93EEC95008B7}"/>
          </ac:spMkLst>
        </pc:spChg>
        <pc:spChg chg="mod">
          <ac:chgData name="Kesavan, Suresh" userId="249a176b-f49f-4de8-94ee-502d27afd651" providerId="ADAL" clId="{B6507157-D93E-4546-9967-EC6320F70F66}" dt="2024-05-24T06:09:14.713" v="61" actId="207"/>
          <ac:spMkLst>
            <pc:docMk/>
            <pc:sldMk cId="4167315583" sldId="977"/>
            <ac:spMk id="39" creationId="{67917D97-8A79-4054-A89A-EDB5EA60C667}"/>
          </ac:spMkLst>
        </pc:spChg>
        <pc:spChg chg="mod">
          <ac:chgData name="Kesavan, Suresh" userId="249a176b-f49f-4de8-94ee-502d27afd651" providerId="ADAL" clId="{B6507157-D93E-4546-9967-EC6320F70F66}" dt="2024-05-24T06:09:14.713" v="61" actId="207"/>
          <ac:spMkLst>
            <pc:docMk/>
            <pc:sldMk cId="4167315583" sldId="977"/>
            <ac:spMk id="40" creationId="{3B00791D-5D6C-416A-BA3B-E7C89841D556}"/>
          </ac:spMkLst>
        </pc:spChg>
        <pc:spChg chg="mod">
          <ac:chgData name="Kesavan, Suresh" userId="249a176b-f49f-4de8-94ee-502d27afd651" providerId="ADAL" clId="{B6507157-D93E-4546-9967-EC6320F70F66}" dt="2024-05-24T06:09:14.713" v="61" actId="207"/>
          <ac:spMkLst>
            <pc:docMk/>
            <pc:sldMk cId="4167315583" sldId="977"/>
            <ac:spMk id="41" creationId="{B139D464-16C3-4417-B9ED-EB6E045A4C0D}"/>
          </ac:spMkLst>
        </pc:spChg>
        <pc:spChg chg="mod">
          <ac:chgData name="Kesavan, Suresh" userId="249a176b-f49f-4de8-94ee-502d27afd651" providerId="ADAL" clId="{B6507157-D93E-4546-9967-EC6320F70F66}" dt="2024-05-24T06:09:14.713" v="61" actId="207"/>
          <ac:spMkLst>
            <pc:docMk/>
            <pc:sldMk cId="4167315583" sldId="977"/>
            <ac:spMk id="45" creationId="{9AA88688-9258-4B2C-8A77-9A6751647851}"/>
          </ac:spMkLst>
        </pc:spChg>
        <pc:spChg chg="mod">
          <ac:chgData name="Kesavan, Suresh" userId="249a176b-f49f-4de8-94ee-502d27afd651" providerId="ADAL" clId="{B6507157-D93E-4546-9967-EC6320F70F66}" dt="2024-05-24T06:09:14.713" v="61" actId="207"/>
          <ac:spMkLst>
            <pc:docMk/>
            <pc:sldMk cId="4167315583" sldId="977"/>
            <ac:spMk id="46" creationId="{5490761C-CA5E-454E-BE31-5B06EB2EB0C1}"/>
          </ac:spMkLst>
        </pc:spChg>
        <pc:grpChg chg="mod">
          <ac:chgData name="Kesavan, Suresh" userId="249a176b-f49f-4de8-94ee-502d27afd651" providerId="ADAL" clId="{B6507157-D93E-4546-9967-EC6320F70F66}" dt="2024-05-24T06:09:14.713" v="61" actId="207"/>
          <ac:grpSpMkLst>
            <pc:docMk/>
            <pc:sldMk cId="4167315583" sldId="977"/>
            <ac:grpSpMk id="2" creationId="{28E166B0-8E84-4B2A-842C-6139059BDA40}"/>
          </ac:grpSpMkLst>
        </pc:grpChg>
        <pc:grpChg chg="mod">
          <ac:chgData name="Kesavan, Suresh" userId="249a176b-f49f-4de8-94ee-502d27afd651" providerId="ADAL" clId="{B6507157-D93E-4546-9967-EC6320F70F66}" dt="2024-05-24T06:09:14.713" v="61" actId="207"/>
          <ac:grpSpMkLst>
            <pc:docMk/>
            <pc:sldMk cId="4167315583" sldId="977"/>
            <ac:grpSpMk id="4" creationId="{7E21891F-7EA6-4F29-998D-A1EBAFC0C02F}"/>
          </ac:grpSpMkLst>
        </pc:grpChg>
        <pc:grpChg chg="mod">
          <ac:chgData name="Kesavan, Suresh" userId="249a176b-f49f-4de8-94ee-502d27afd651" providerId="ADAL" clId="{B6507157-D93E-4546-9967-EC6320F70F66}" dt="2024-05-24T06:09:14.713" v="61" actId="207"/>
          <ac:grpSpMkLst>
            <pc:docMk/>
            <pc:sldMk cId="4167315583" sldId="977"/>
            <ac:grpSpMk id="5" creationId="{AE69774D-F5EF-4DEA-98BD-849D3ACA448E}"/>
          </ac:grpSpMkLst>
        </pc:grpChg>
        <pc:grpChg chg="mod">
          <ac:chgData name="Kesavan, Suresh" userId="249a176b-f49f-4de8-94ee-502d27afd651" providerId="ADAL" clId="{B6507157-D93E-4546-9967-EC6320F70F66}" dt="2024-05-24T06:09:14.713" v="61" actId="207"/>
          <ac:grpSpMkLst>
            <pc:docMk/>
            <pc:sldMk cId="4167315583" sldId="977"/>
            <ac:grpSpMk id="6" creationId="{88BD1BCA-063A-41DE-ADA2-E43EC2017DE1}"/>
          </ac:grpSpMkLst>
        </pc:grpChg>
        <pc:grpChg chg="mod">
          <ac:chgData name="Kesavan, Suresh" userId="249a176b-f49f-4de8-94ee-502d27afd651" providerId="ADAL" clId="{B6507157-D93E-4546-9967-EC6320F70F66}" dt="2024-05-24T06:09:14.713" v="61" actId="207"/>
          <ac:grpSpMkLst>
            <pc:docMk/>
            <pc:sldMk cId="4167315583" sldId="977"/>
            <ac:grpSpMk id="8" creationId="{B6467D41-2CE2-439F-8A0F-D4F4062666CC}"/>
          </ac:grpSpMkLst>
        </pc:grpChg>
        <pc:grpChg chg="mod">
          <ac:chgData name="Kesavan, Suresh" userId="249a176b-f49f-4de8-94ee-502d27afd651" providerId="ADAL" clId="{B6507157-D93E-4546-9967-EC6320F70F66}" dt="2024-05-24T06:09:14.713" v="61" actId="207"/>
          <ac:grpSpMkLst>
            <pc:docMk/>
            <pc:sldMk cId="4167315583" sldId="977"/>
            <ac:grpSpMk id="9" creationId="{7FC5EA3B-11DF-4194-B752-E55CB2746D75}"/>
          </ac:grpSpMkLst>
        </pc:grpChg>
        <pc:grpChg chg="mod">
          <ac:chgData name="Kesavan, Suresh" userId="249a176b-f49f-4de8-94ee-502d27afd651" providerId="ADAL" clId="{B6507157-D93E-4546-9967-EC6320F70F66}" dt="2024-05-24T06:09:14.713" v="61" actId="207"/>
          <ac:grpSpMkLst>
            <pc:docMk/>
            <pc:sldMk cId="4167315583" sldId="977"/>
            <ac:grpSpMk id="10" creationId="{A5DBE2A8-47FC-4B49-9FB3-6EABEE20C0D6}"/>
          </ac:grpSpMkLst>
        </pc:grpChg>
      </pc:sldChg>
      <pc:sldChg chg="modSp add mod">
        <pc:chgData name="Kesavan, Suresh" userId="249a176b-f49f-4de8-94ee-502d27afd651" providerId="ADAL" clId="{B6507157-D93E-4546-9967-EC6320F70F66}" dt="2024-05-24T06:52:42.364" v="261" actId="2711"/>
        <pc:sldMkLst>
          <pc:docMk/>
          <pc:sldMk cId="2373200273" sldId="978"/>
        </pc:sldMkLst>
        <pc:spChg chg="mod">
          <ac:chgData name="Kesavan, Suresh" userId="249a176b-f49f-4de8-94ee-502d27afd651" providerId="ADAL" clId="{B6507157-D93E-4546-9967-EC6320F70F66}" dt="2024-05-24T06:52:42.364" v="261" actId="2711"/>
          <ac:spMkLst>
            <pc:docMk/>
            <pc:sldMk cId="2373200273" sldId="978"/>
            <ac:spMk id="7" creationId="{35CA6031-2E42-4FEC-BC49-40EDA16FD0CB}"/>
          </ac:spMkLst>
        </pc:spChg>
        <pc:spChg chg="mod">
          <ac:chgData name="Kesavan, Suresh" userId="249a176b-f49f-4de8-94ee-502d27afd651" providerId="ADAL" clId="{B6507157-D93E-4546-9967-EC6320F70F66}" dt="2024-05-24T06:09:40.165" v="65" actId="207"/>
          <ac:spMkLst>
            <pc:docMk/>
            <pc:sldMk cId="2373200273" sldId="978"/>
            <ac:spMk id="31" creationId="{8BF13021-5F7B-427F-8CF6-146F0A78B04E}"/>
          </ac:spMkLst>
        </pc:spChg>
        <pc:spChg chg="mod">
          <ac:chgData name="Kesavan, Suresh" userId="249a176b-f49f-4de8-94ee-502d27afd651" providerId="ADAL" clId="{B6507157-D93E-4546-9967-EC6320F70F66}" dt="2024-05-24T06:09:40.165" v="65" actId="207"/>
          <ac:spMkLst>
            <pc:docMk/>
            <pc:sldMk cId="2373200273" sldId="978"/>
            <ac:spMk id="32" creationId="{A3670564-312A-4523-99CA-05B23FE075D0}"/>
          </ac:spMkLst>
        </pc:spChg>
        <pc:spChg chg="mod">
          <ac:chgData name="Kesavan, Suresh" userId="249a176b-f49f-4de8-94ee-502d27afd651" providerId="ADAL" clId="{B6507157-D93E-4546-9967-EC6320F70F66}" dt="2024-05-24T06:09:40.165" v="65" actId="207"/>
          <ac:spMkLst>
            <pc:docMk/>
            <pc:sldMk cId="2373200273" sldId="978"/>
            <ac:spMk id="33" creationId="{4092DC45-ADC9-4CF7-A6CC-282664900DC1}"/>
          </ac:spMkLst>
        </pc:spChg>
        <pc:spChg chg="mod">
          <ac:chgData name="Kesavan, Suresh" userId="249a176b-f49f-4de8-94ee-502d27afd651" providerId="ADAL" clId="{B6507157-D93E-4546-9967-EC6320F70F66}" dt="2024-05-24T06:09:40.165" v="65" actId="207"/>
          <ac:spMkLst>
            <pc:docMk/>
            <pc:sldMk cId="2373200273" sldId="978"/>
            <ac:spMk id="34" creationId="{1FB7BE69-CB79-4F8C-807D-ECB24AA2D50C}"/>
          </ac:spMkLst>
        </pc:spChg>
        <pc:spChg chg="mod">
          <ac:chgData name="Kesavan, Suresh" userId="249a176b-f49f-4de8-94ee-502d27afd651" providerId="ADAL" clId="{B6507157-D93E-4546-9967-EC6320F70F66}" dt="2024-05-24T06:09:40.165" v="65" actId="207"/>
          <ac:spMkLst>
            <pc:docMk/>
            <pc:sldMk cId="2373200273" sldId="978"/>
            <ac:spMk id="37" creationId="{1A47FE49-611C-4D27-9EBB-89FCF6982F63}"/>
          </ac:spMkLst>
        </pc:spChg>
        <pc:spChg chg="mod">
          <ac:chgData name="Kesavan, Suresh" userId="249a176b-f49f-4de8-94ee-502d27afd651" providerId="ADAL" clId="{B6507157-D93E-4546-9967-EC6320F70F66}" dt="2024-05-24T06:09:40.165" v="65" actId="207"/>
          <ac:spMkLst>
            <pc:docMk/>
            <pc:sldMk cId="2373200273" sldId="978"/>
            <ac:spMk id="38" creationId="{E8904D0C-6A11-4EC9-BC2C-F2DFAD52ACF9}"/>
          </ac:spMkLst>
        </pc:spChg>
        <pc:spChg chg="mod">
          <ac:chgData name="Kesavan, Suresh" userId="249a176b-f49f-4de8-94ee-502d27afd651" providerId="ADAL" clId="{B6507157-D93E-4546-9967-EC6320F70F66}" dt="2024-05-24T06:09:40.165" v="65" actId="207"/>
          <ac:spMkLst>
            <pc:docMk/>
            <pc:sldMk cId="2373200273" sldId="978"/>
            <ac:spMk id="41" creationId="{A72C855F-82BE-4BE8-8CC4-ADCEE28E04AB}"/>
          </ac:spMkLst>
        </pc:spChg>
        <pc:spChg chg="mod">
          <ac:chgData name="Kesavan, Suresh" userId="249a176b-f49f-4de8-94ee-502d27afd651" providerId="ADAL" clId="{B6507157-D93E-4546-9967-EC6320F70F66}" dt="2024-05-24T06:09:40.165" v="65" actId="207"/>
          <ac:spMkLst>
            <pc:docMk/>
            <pc:sldMk cId="2373200273" sldId="978"/>
            <ac:spMk id="44" creationId="{B4C900D3-04BD-4E86-8A51-5553B2A40590}"/>
          </ac:spMkLst>
        </pc:spChg>
        <pc:spChg chg="mod">
          <ac:chgData name="Kesavan, Suresh" userId="249a176b-f49f-4de8-94ee-502d27afd651" providerId="ADAL" clId="{B6507157-D93E-4546-9967-EC6320F70F66}" dt="2024-05-24T06:09:40.165" v="65" actId="207"/>
          <ac:spMkLst>
            <pc:docMk/>
            <pc:sldMk cId="2373200273" sldId="978"/>
            <ac:spMk id="45" creationId="{97A21AA7-6779-4B12-B08F-DFE3EFBCE632}"/>
          </ac:spMkLst>
        </pc:spChg>
        <pc:spChg chg="mod">
          <ac:chgData name="Kesavan, Suresh" userId="249a176b-f49f-4de8-94ee-502d27afd651" providerId="ADAL" clId="{B6507157-D93E-4546-9967-EC6320F70F66}" dt="2024-05-24T06:09:40.165" v="65" actId="207"/>
          <ac:spMkLst>
            <pc:docMk/>
            <pc:sldMk cId="2373200273" sldId="978"/>
            <ac:spMk id="46" creationId="{994F436D-A348-49AD-B426-E85A92B085F8}"/>
          </ac:spMkLst>
        </pc:spChg>
        <pc:spChg chg="mod">
          <ac:chgData name="Kesavan, Suresh" userId="249a176b-f49f-4de8-94ee-502d27afd651" providerId="ADAL" clId="{B6507157-D93E-4546-9967-EC6320F70F66}" dt="2024-05-24T06:09:40.165" v="65" actId="207"/>
          <ac:spMkLst>
            <pc:docMk/>
            <pc:sldMk cId="2373200273" sldId="978"/>
            <ac:spMk id="47" creationId="{0F72B650-D8E3-474A-B877-381C39297214}"/>
          </ac:spMkLst>
        </pc:spChg>
        <pc:spChg chg="mod">
          <ac:chgData name="Kesavan, Suresh" userId="249a176b-f49f-4de8-94ee-502d27afd651" providerId="ADAL" clId="{B6507157-D93E-4546-9967-EC6320F70F66}" dt="2024-05-24T06:09:40.165" v="65" actId="207"/>
          <ac:spMkLst>
            <pc:docMk/>
            <pc:sldMk cId="2373200273" sldId="978"/>
            <ac:spMk id="48" creationId="{62EBAAFA-6486-4F33-9147-33B092B96D3A}"/>
          </ac:spMkLst>
        </pc:spChg>
        <pc:spChg chg="mod">
          <ac:chgData name="Kesavan, Suresh" userId="249a176b-f49f-4de8-94ee-502d27afd651" providerId="ADAL" clId="{B6507157-D93E-4546-9967-EC6320F70F66}" dt="2024-05-24T06:09:40.165" v="65" actId="207"/>
          <ac:spMkLst>
            <pc:docMk/>
            <pc:sldMk cId="2373200273" sldId="978"/>
            <ac:spMk id="49" creationId="{23BC9EE6-01C2-4F5E-8ED8-ECF321629E2C}"/>
          </ac:spMkLst>
        </pc:spChg>
        <pc:spChg chg="mod">
          <ac:chgData name="Kesavan, Suresh" userId="249a176b-f49f-4de8-94ee-502d27afd651" providerId="ADAL" clId="{B6507157-D93E-4546-9967-EC6320F70F66}" dt="2024-05-24T06:09:40.165" v="65" actId="207"/>
          <ac:spMkLst>
            <pc:docMk/>
            <pc:sldMk cId="2373200273" sldId="978"/>
            <ac:spMk id="50" creationId="{A34E171B-556F-4396-8CB4-191DD5650FD6}"/>
          </ac:spMkLst>
        </pc:spChg>
        <pc:spChg chg="mod">
          <ac:chgData name="Kesavan, Suresh" userId="249a176b-f49f-4de8-94ee-502d27afd651" providerId="ADAL" clId="{B6507157-D93E-4546-9967-EC6320F70F66}" dt="2024-05-24T06:09:40.165" v="65" actId="207"/>
          <ac:spMkLst>
            <pc:docMk/>
            <pc:sldMk cId="2373200273" sldId="978"/>
            <ac:spMk id="51" creationId="{8776F617-D0D7-4E2D-9051-ED72B0619F12}"/>
          </ac:spMkLst>
        </pc:spChg>
        <pc:spChg chg="mod">
          <ac:chgData name="Kesavan, Suresh" userId="249a176b-f49f-4de8-94ee-502d27afd651" providerId="ADAL" clId="{B6507157-D93E-4546-9967-EC6320F70F66}" dt="2024-05-24T06:09:40.165" v="65" actId="207"/>
          <ac:spMkLst>
            <pc:docMk/>
            <pc:sldMk cId="2373200273" sldId="978"/>
            <ac:spMk id="52" creationId="{570A8DF4-7C0E-4E0C-B56F-2749225693B6}"/>
          </ac:spMkLst>
        </pc:spChg>
        <pc:spChg chg="mod">
          <ac:chgData name="Kesavan, Suresh" userId="249a176b-f49f-4de8-94ee-502d27afd651" providerId="ADAL" clId="{B6507157-D93E-4546-9967-EC6320F70F66}" dt="2024-05-24T06:09:40.165" v="65" actId="207"/>
          <ac:spMkLst>
            <pc:docMk/>
            <pc:sldMk cId="2373200273" sldId="978"/>
            <ac:spMk id="53" creationId="{C84D9643-5609-4ACC-AA1E-77D1C74BDCA3}"/>
          </ac:spMkLst>
        </pc:spChg>
        <pc:spChg chg="mod">
          <ac:chgData name="Kesavan, Suresh" userId="249a176b-f49f-4de8-94ee-502d27afd651" providerId="ADAL" clId="{B6507157-D93E-4546-9967-EC6320F70F66}" dt="2024-05-24T06:09:40.165" v="65" actId="207"/>
          <ac:spMkLst>
            <pc:docMk/>
            <pc:sldMk cId="2373200273" sldId="978"/>
            <ac:spMk id="56" creationId="{7DF310D0-C2EC-401D-8496-3DA34102EFE6}"/>
          </ac:spMkLst>
        </pc:spChg>
        <pc:spChg chg="mod">
          <ac:chgData name="Kesavan, Suresh" userId="249a176b-f49f-4de8-94ee-502d27afd651" providerId="ADAL" clId="{B6507157-D93E-4546-9967-EC6320F70F66}" dt="2024-05-24T06:09:40.165" v="65" actId="207"/>
          <ac:spMkLst>
            <pc:docMk/>
            <pc:sldMk cId="2373200273" sldId="978"/>
            <ac:spMk id="57" creationId="{8EAAE67F-FECD-4850-94E8-4962A6BFC574}"/>
          </ac:spMkLst>
        </pc:spChg>
        <pc:spChg chg="mod">
          <ac:chgData name="Kesavan, Suresh" userId="249a176b-f49f-4de8-94ee-502d27afd651" providerId="ADAL" clId="{B6507157-D93E-4546-9967-EC6320F70F66}" dt="2024-05-24T06:09:40.165" v="65" actId="207"/>
          <ac:spMkLst>
            <pc:docMk/>
            <pc:sldMk cId="2373200273" sldId="978"/>
            <ac:spMk id="59" creationId="{37EA9954-E582-4466-9B3D-4905800A9935}"/>
          </ac:spMkLst>
        </pc:spChg>
        <pc:spChg chg="mod">
          <ac:chgData name="Kesavan, Suresh" userId="249a176b-f49f-4de8-94ee-502d27afd651" providerId="ADAL" clId="{B6507157-D93E-4546-9967-EC6320F70F66}" dt="2024-05-24T06:09:40.165" v="65" actId="207"/>
          <ac:spMkLst>
            <pc:docMk/>
            <pc:sldMk cId="2373200273" sldId="978"/>
            <ac:spMk id="60" creationId="{712CE290-668E-4C0F-A9B5-F95B8CDC4299}"/>
          </ac:spMkLst>
        </pc:spChg>
        <pc:spChg chg="mod">
          <ac:chgData name="Kesavan, Suresh" userId="249a176b-f49f-4de8-94ee-502d27afd651" providerId="ADAL" clId="{B6507157-D93E-4546-9967-EC6320F70F66}" dt="2024-05-24T06:09:40.165" v="65" actId="207"/>
          <ac:spMkLst>
            <pc:docMk/>
            <pc:sldMk cId="2373200273" sldId="978"/>
            <ac:spMk id="61" creationId="{68E2C8F1-2AB1-4217-8CF8-43B36B86C736}"/>
          </ac:spMkLst>
        </pc:spChg>
        <pc:spChg chg="mod">
          <ac:chgData name="Kesavan, Suresh" userId="249a176b-f49f-4de8-94ee-502d27afd651" providerId="ADAL" clId="{B6507157-D93E-4546-9967-EC6320F70F66}" dt="2024-05-24T06:09:40.165" v="65" actId="207"/>
          <ac:spMkLst>
            <pc:docMk/>
            <pc:sldMk cId="2373200273" sldId="978"/>
            <ac:spMk id="62" creationId="{ED0A535D-E12F-43CD-83EC-730A0F2D19E7}"/>
          </ac:spMkLst>
        </pc:spChg>
        <pc:spChg chg="mod">
          <ac:chgData name="Kesavan, Suresh" userId="249a176b-f49f-4de8-94ee-502d27afd651" providerId="ADAL" clId="{B6507157-D93E-4546-9967-EC6320F70F66}" dt="2024-05-24T06:09:40.165" v="65" actId="207"/>
          <ac:spMkLst>
            <pc:docMk/>
            <pc:sldMk cId="2373200273" sldId="978"/>
            <ac:spMk id="66" creationId="{488CF0FA-2F2D-4170-9749-7DA7353F9705}"/>
          </ac:spMkLst>
        </pc:spChg>
        <pc:spChg chg="mod">
          <ac:chgData name="Kesavan, Suresh" userId="249a176b-f49f-4de8-94ee-502d27afd651" providerId="ADAL" clId="{B6507157-D93E-4546-9967-EC6320F70F66}" dt="2024-05-24T06:09:40.165" v="65" actId="207"/>
          <ac:spMkLst>
            <pc:docMk/>
            <pc:sldMk cId="2373200273" sldId="978"/>
            <ac:spMk id="87" creationId="{55EAEF87-CD3D-4D00-845F-7AA327140F7D}"/>
          </ac:spMkLst>
        </pc:spChg>
        <pc:spChg chg="mod">
          <ac:chgData name="Kesavan, Suresh" userId="249a176b-f49f-4de8-94ee-502d27afd651" providerId="ADAL" clId="{B6507157-D93E-4546-9967-EC6320F70F66}" dt="2024-05-24T06:09:40.165" v="65" actId="207"/>
          <ac:spMkLst>
            <pc:docMk/>
            <pc:sldMk cId="2373200273" sldId="978"/>
            <ac:spMk id="89" creationId="{DED8A801-9941-4AA1-AEC7-4C3187701990}"/>
          </ac:spMkLst>
        </pc:spChg>
        <pc:spChg chg="mod">
          <ac:chgData name="Kesavan, Suresh" userId="249a176b-f49f-4de8-94ee-502d27afd651" providerId="ADAL" clId="{B6507157-D93E-4546-9967-EC6320F70F66}" dt="2024-05-24T06:09:40.165" v="65" actId="207"/>
          <ac:spMkLst>
            <pc:docMk/>
            <pc:sldMk cId="2373200273" sldId="978"/>
            <ac:spMk id="92" creationId="{93C9B11A-DDCC-4186-9C6A-7B2C418F99A2}"/>
          </ac:spMkLst>
        </pc:spChg>
        <pc:spChg chg="mod">
          <ac:chgData name="Kesavan, Suresh" userId="249a176b-f49f-4de8-94ee-502d27afd651" providerId="ADAL" clId="{B6507157-D93E-4546-9967-EC6320F70F66}" dt="2024-05-24T06:09:40.165" v="65" actId="207"/>
          <ac:spMkLst>
            <pc:docMk/>
            <pc:sldMk cId="2373200273" sldId="978"/>
            <ac:spMk id="93" creationId="{8E80787C-181F-46C5-9FB2-862C4A6408A0}"/>
          </ac:spMkLst>
        </pc:spChg>
        <pc:spChg chg="mod">
          <ac:chgData name="Kesavan, Suresh" userId="249a176b-f49f-4de8-94ee-502d27afd651" providerId="ADAL" clId="{B6507157-D93E-4546-9967-EC6320F70F66}" dt="2024-05-24T06:09:40.165" v="65" actId="207"/>
          <ac:spMkLst>
            <pc:docMk/>
            <pc:sldMk cId="2373200273" sldId="978"/>
            <ac:spMk id="94" creationId="{6E8A7B06-846A-48FA-8BFB-103D2C6B769A}"/>
          </ac:spMkLst>
        </pc:spChg>
        <pc:spChg chg="mod">
          <ac:chgData name="Kesavan, Suresh" userId="249a176b-f49f-4de8-94ee-502d27afd651" providerId="ADAL" clId="{B6507157-D93E-4546-9967-EC6320F70F66}" dt="2024-05-24T06:09:40.165" v="65" actId="207"/>
          <ac:spMkLst>
            <pc:docMk/>
            <pc:sldMk cId="2373200273" sldId="978"/>
            <ac:spMk id="96" creationId="{4C40CE95-F83F-401F-95A3-CEA0B1782F06}"/>
          </ac:spMkLst>
        </pc:spChg>
        <pc:spChg chg="mod">
          <ac:chgData name="Kesavan, Suresh" userId="249a176b-f49f-4de8-94ee-502d27afd651" providerId="ADAL" clId="{B6507157-D93E-4546-9967-EC6320F70F66}" dt="2024-05-24T06:09:40.165" v="65" actId="207"/>
          <ac:spMkLst>
            <pc:docMk/>
            <pc:sldMk cId="2373200273" sldId="978"/>
            <ac:spMk id="98" creationId="{F2B40547-B964-47F3-9D1F-11CBEA9338BA}"/>
          </ac:spMkLst>
        </pc:spChg>
        <pc:spChg chg="mod">
          <ac:chgData name="Kesavan, Suresh" userId="249a176b-f49f-4de8-94ee-502d27afd651" providerId="ADAL" clId="{B6507157-D93E-4546-9967-EC6320F70F66}" dt="2024-05-24T06:09:40.165" v="65" actId="207"/>
          <ac:spMkLst>
            <pc:docMk/>
            <pc:sldMk cId="2373200273" sldId="978"/>
            <ac:spMk id="99" creationId="{E9FE43BC-5332-40B2-AF9D-DA69670E5B3F}"/>
          </ac:spMkLst>
        </pc:spChg>
        <pc:spChg chg="mod">
          <ac:chgData name="Kesavan, Suresh" userId="249a176b-f49f-4de8-94ee-502d27afd651" providerId="ADAL" clId="{B6507157-D93E-4546-9967-EC6320F70F66}" dt="2024-05-24T06:09:40.165" v="65" actId="207"/>
          <ac:spMkLst>
            <pc:docMk/>
            <pc:sldMk cId="2373200273" sldId="978"/>
            <ac:spMk id="100" creationId="{10C4BF9B-4F5A-40B4-AD12-90A42815A82D}"/>
          </ac:spMkLst>
        </pc:spChg>
        <pc:spChg chg="mod">
          <ac:chgData name="Kesavan, Suresh" userId="249a176b-f49f-4de8-94ee-502d27afd651" providerId="ADAL" clId="{B6507157-D93E-4546-9967-EC6320F70F66}" dt="2024-05-24T06:09:40.165" v="65" actId="207"/>
          <ac:spMkLst>
            <pc:docMk/>
            <pc:sldMk cId="2373200273" sldId="978"/>
            <ac:spMk id="101" creationId="{E999961B-B5A2-4724-91A1-85084AC495F7}"/>
          </ac:spMkLst>
        </pc:spChg>
        <pc:spChg chg="mod">
          <ac:chgData name="Kesavan, Suresh" userId="249a176b-f49f-4de8-94ee-502d27afd651" providerId="ADAL" clId="{B6507157-D93E-4546-9967-EC6320F70F66}" dt="2024-05-24T06:09:40.165" v="65" actId="207"/>
          <ac:spMkLst>
            <pc:docMk/>
            <pc:sldMk cId="2373200273" sldId="978"/>
            <ac:spMk id="102" creationId="{73FED5EF-9450-4125-9535-8BEE98AC163E}"/>
          </ac:spMkLst>
        </pc:spChg>
        <pc:grpChg chg="mod">
          <ac:chgData name="Kesavan, Suresh" userId="249a176b-f49f-4de8-94ee-502d27afd651" providerId="ADAL" clId="{B6507157-D93E-4546-9967-EC6320F70F66}" dt="2024-05-24T06:10:00.918" v="84" actId="1035"/>
          <ac:grpSpMkLst>
            <pc:docMk/>
            <pc:sldMk cId="2373200273" sldId="978"/>
            <ac:grpSpMk id="3" creationId="{5B29B1A9-6E90-4A0F-B8E8-91869D8B6057}"/>
          </ac:grpSpMkLst>
        </pc:grpChg>
        <pc:grpChg chg="mod">
          <ac:chgData name="Kesavan, Suresh" userId="249a176b-f49f-4de8-94ee-502d27afd651" providerId="ADAL" clId="{B6507157-D93E-4546-9967-EC6320F70F66}" dt="2024-05-24T06:10:00.918" v="84" actId="1035"/>
          <ac:grpSpMkLst>
            <pc:docMk/>
            <pc:sldMk cId="2373200273" sldId="978"/>
            <ac:grpSpMk id="4" creationId="{38190D5B-4D05-46D6-9110-C0C8122FE905}"/>
          </ac:grpSpMkLst>
        </pc:grpChg>
        <pc:grpChg chg="mod">
          <ac:chgData name="Kesavan, Suresh" userId="249a176b-f49f-4de8-94ee-502d27afd651" providerId="ADAL" clId="{B6507157-D93E-4546-9967-EC6320F70F66}" dt="2024-05-24T06:10:00.918" v="84" actId="1035"/>
          <ac:grpSpMkLst>
            <pc:docMk/>
            <pc:sldMk cId="2373200273" sldId="978"/>
            <ac:grpSpMk id="5" creationId="{5F801308-F3B4-48F0-8E8C-493A927A8723}"/>
          </ac:grpSpMkLst>
        </pc:grpChg>
      </pc:sldChg>
      <pc:sldChg chg="modSp add mod">
        <pc:chgData name="Kesavan, Suresh" userId="249a176b-f49f-4de8-94ee-502d27afd651" providerId="ADAL" clId="{B6507157-D93E-4546-9967-EC6320F70F66}" dt="2024-05-24T07:24:02.637" v="357" actId="2711"/>
        <pc:sldMkLst>
          <pc:docMk/>
          <pc:sldMk cId="1901413049" sldId="980"/>
        </pc:sldMkLst>
        <pc:spChg chg="mod">
          <ac:chgData name="Kesavan, Suresh" userId="249a176b-f49f-4de8-94ee-502d27afd651" providerId="ADAL" clId="{B6507157-D93E-4546-9967-EC6320F70F66}" dt="2024-05-24T07:24:02.637" v="357" actId="2711"/>
          <ac:spMkLst>
            <pc:docMk/>
            <pc:sldMk cId="1901413049" sldId="980"/>
            <ac:spMk id="7" creationId="{35CA6031-2E42-4FEC-BC49-40EDA16FD0CB}"/>
          </ac:spMkLst>
        </pc:spChg>
        <pc:spChg chg="mod">
          <ac:chgData name="Kesavan, Suresh" userId="249a176b-f49f-4de8-94ee-502d27afd651" providerId="ADAL" clId="{B6507157-D93E-4546-9967-EC6320F70F66}" dt="2024-05-24T06:08:08.619" v="37" actId="207"/>
          <ac:spMkLst>
            <pc:docMk/>
            <pc:sldMk cId="1901413049" sldId="980"/>
            <ac:spMk id="102" creationId="{137D55B6-5A6B-43DA-9A87-292F9E67959B}"/>
          </ac:spMkLst>
        </pc:spChg>
        <pc:spChg chg="mod">
          <ac:chgData name="Kesavan, Suresh" userId="249a176b-f49f-4de8-94ee-502d27afd651" providerId="ADAL" clId="{B6507157-D93E-4546-9967-EC6320F70F66}" dt="2024-05-24T06:08:08.619" v="37" actId="207"/>
          <ac:spMkLst>
            <pc:docMk/>
            <pc:sldMk cId="1901413049" sldId="980"/>
            <ac:spMk id="103" creationId="{04B107C2-B717-4543-A559-09CDE7523351}"/>
          </ac:spMkLst>
        </pc:spChg>
        <pc:spChg chg="mod">
          <ac:chgData name="Kesavan, Suresh" userId="249a176b-f49f-4de8-94ee-502d27afd651" providerId="ADAL" clId="{B6507157-D93E-4546-9967-EC6320F70F66}" dt="2024-05-24T06:08:08.619" v="37" actId="207"/>
          <ac:spMkLst>
            <pc:docMk/>
            <pc:sldMk cId="1901413049" sldId="980"/>
            <ac:spMk id="104" creationId="{3DFDA1D5-3E64-4181-98A9-75C99917D489}"/>
          </ac:spMkLst>
        </pc:spChg>
        <pc:spChg chg="mod">
          <ac:chgData name="Kesavan, Suresh" userId="249a176b-f49f-4de8-94ee-502d27afd651" providerId="ADAL" clId="{B6507157-D93E-4546-9967-EC6320F70F66}" dt="2024-05-24T06:08:08.619" v="37" actId="207"/>
          <ac:spMkLst>
            <pc:docMk/>
            <pc:sldMk cId="1901413049" sldId="980"/>
            <ac:spMk id="105" creationId="{E90AEC51-7D4A-4620-B70E-2E5A6645C581}"/>
          </ac:spMkLst>
        </pc:spChg>
        <pc:spChg chg="mod">
          <ac:chgData name="Kesavan, Suresh" userId="249a176b-f49f-4de8-94ee-502d27afd651" providerId="ADAL" clId="{B6507157-D93E-4546-9967-EC6320F70F66}" dt="2024-05-24T06:08:08.619" v="37" actId="207"/>
          <ac:spMkLst>
            <pc:docMk/>
            <pc:sldMk cId="1901413049" sldId="980"/>
            <ac:spMk id="106" creationId="{A4A28AEE-25BC-4AC7-A3C7-D56B17093676}"/>
          </ac:spMkLst>
        </pc:spChg>
        <pc:spChg chg="mod">
          <ac:chgData name="Kesavan, Suresh" userId="249a176b-f49f-4de8-94ee-502d27afd651" providerId="ADAL" clId="{B6507157-D93E-4546-9967-EC6320F70F66}" dt="2024-05-24T06:08:08.619" v="37" actId="207"/>
          <ac:spMkLst>
            <pc:docMk/>
            <pc:sldMk cId="1901413049" sldId="980"/>
            <ac:spMk id="107" creationId="{FD8A2126-F7FC-49B4-BA71-2362498D9546}"/>
          </ac:spMkLst>
        </pc:spChg>
        <pc:spChg chg="mod">
          <ac:chgData name="Kesavan, Suresh" userId="249a176b-f49f-4de8-94ee-502d27afd651" providerId="ADAL" clId="{B6507157-D93E-4546-9967-EC6320F70F66}" dt="2024-05-24T06:08:08.619" v="37" actId="207"/>
          <ac:spMkLst>
            <pc:docMk/>
            <pc:sldMk cId="1901413049" sldId="980"/>
            <ac:spMk id="108" creationId="{506EA9B0-797C-4D6E-80CD-4C12493BBCF8}"/>
          </ac:spMkLst>
        </pc:spChg>
        <pc:spChg chg="mod">
          <ac:chgData name="Kesavan, Suresh" userId="249a176b-f49f-4de8-94ee-502d27afd651" providerId="ADAL" clId="{B6507157-D93E-4546-9967-EC6320F70F66}" dt="2024-05-24T06:08:08.619" v="37" actId="207"/>
          <ac:spMkLst>
            <pc:docMk/>
            <pc:sldMk cId="1901413049" sldId="980"/>
            <ac:spMk id="109" creationId="{7589F0D2-25A3-4F7C-AEF2-F63304EA99C3}"/>
          </ac:spMkLst>
        </pc:spChg>
        <pc:spChg chg="mod">
          <ac:chgData name="Kesavan, Suresh" userId="249a176b-f49f-4de8-94ee-502d27afd651" providerId="ADAL" clId="{B6507157-D93E-4546-9967-EC6320F70F66}" dt="2024-05-24T06:08:08.619" v="37" actId="207"/>
          <ac:spMkLst>
            <pc:docMk/>
            <pc:sldMk cId="1901413049" sldId="980"/>
            <ac:spMk id="110" creationId="{797D2E00-54FF-4B60-9806-67A6D159FBCC}"/>
          </ac:spMkLst>
        </pc:spChg>
        <pc:spChg chg="mod">
          <ac:chgData name="Kesavan, Suresh" userId="249a176b-f49f-4de8-94ee-502d27afd651" providerId="ADAL" clId="{B6507157-D93E-4546-9967-EC6320F70F66}" dt="2024-05-24T06:08:08.619" v="37" actId="207"/>
          <ac:spMkLst>
            <pc:docMk/>
            <pc:sldMk cId="1901413049" sldId="980"/>
            <ac:spMk id="114" creationId="{E6BCCE9B-DAA9-4833-86DB-C93320255DED}"/>
          </ac:spMkLst>
        </pc:spChg>
        <pc:spChg chg="mod">
          <ac:chgData name="Kesavan, Suresh" userId="249a176b-f49f-4de8-94ee-502d27afd651" providerId="ADAL" clId="{B6507157-D93E-4546-9967-EC6320F70F66}" dt="2024-05-24T06:08:08.619" v="37" actId="207"/>
          <ac:spMkLst>
            <pc:docMk/>
            <pc:sldMk cId="1901413049" sldId="980"/>
            <ac:spMk id="115" creationId="{50B47F95-97A1-4CB9-9B20-4C7CAD9515A7}"/>
          </ac:spMkLst>
        </pc:spChg>
        <pc:grpChg chg="mod">
          <ac:chgData name="Kesavan, Suresh" userId="249a176b-f49f-4de8-94ee-502d27afd651" providerId="ADAL" clId="{B6507157-D93E-4546-9967-EC6320F70F66}" dt="2024-05-24T06:08:08.619" v="37" actId="207"/>
          <ac:grpSpMkLst>
            <pc:docMk/>
            <pc:sldMk cId="1901413049" sldId="980"/>
            <ac:grpSpMk id="3" creationId="{2878A634-87B0-4594-8441-9A370D5E66BB}"/>
          </ac:grpSpMkLst>
        </pc:grpChg>
        <pc:grpChg chg="mod">
          <ac:chgData name="Kesavan, Suresh" userId="249a176b-f49f-4de8-94ee-502d27afd651" providerId="ADAL" clId="{B6507157-D93E-4546-9967-EC6320F70F66}" dt="2024-05-24T06:08:08.619" v="37" actId="207"/>
          <ac:grpSpMkLst>
            <pc:docMk/>
            <pc:sldMk cId="1901413049" sldId="980"/>
            <ac:grpSpMk id="4" creationId="{136C9687-2619-4DF4-9A39-1D6E4BB5FAE7}"/>
          </ac:grpSpMkLst>
        </pc:grpChg>
        <pc:grpChg chg="mod">
          <ac:chgData name="Kesavan, Suresh" userId="249a176b-f49f-4de8-94ee-502d27afd651" providerId="ADAL" clId="{B6507157-D93E-4546-9967-EC6320F70F66}" dt="2024-05-24T06:08:08.619" v="37" actId="207"/>
          <ac:grpSpMkLst>
            <pc:docMk/>
            <pc:sldMk cId="1901413049" sldId="980"/>
            <ac:grpSpMk id="5" creationId="{6488E91F-F86F-435E-B0CB-447F609D52C8}"/>
          </ac:grpSpMkLst>
        </pc:grpChg>
        <pc:grpChg chg="mod">
          <ac:chgData name="Kesavan, Suresh" userId="249a176b-f49f-4de8-94ee-502d27afd651" providerId="ADAL" clId="{B6507157-D93E-4546-9967-EC6320F70F66}" dt="2024-05-24T06:08:08.619" v="37" actId="207"/>
          <ac:grpSpMkLst>
            <pc:docMk/>
            <pc:sldMk cId="1901413049" sldId="980"/>
            <ac:grpSpMk id="6" creationId="{0ACEBC71-F24A-49F7-9821-78DCBF5B2820}"/>
          </ac:grpSpMkLst>
        </pc:grpChg>
        <pc:grpChg chg="mod">
          <ac:chgData name="Kesavan, Suresh" userId="249a176b-f49f-4de8-94ee-502d27afd651" providerId="ADAL" clId="{B6507157-D93E-4546-9967-EC6320F70F66}" dt="2024-05-24T06:08:08.619" v="37" actId="207"/>
          <ac:grpSpMkLst>
            <pc:docMk/>
            <pc:sldMk cId="1901413049" sldId="980"/>
            <ac:grpSpMk id="8" creationId="{DBC4C52A-6229-4DA0-9AC3-1BE33C0AAF18}"/>
          </ac:grpSpMkLst>
        </pc:grpChg>
      </pc:sldChg>
      <pc:sldChg chg="modSp add mod">
        <pc:chgData name="Kesavan, Suresh" userId="249a176b-f49f-4de8-94ee-502d27afd651" providerId="ADAL" clId="{B6507157-D93E-4546-9967-EC6320F70F66}" dt="2024-05-24T07:24:12.775" v="358" actId="2711"/>
        <pc:sldMkLst>
          <pc:docMk/>
          <pc:sldMk cId="3725198654" sldId="981"/>
        </pc:sldMkLst>
        <pc:spChg chg="mod">
          <ac:chgData name="Kesavan, Suresh" userId="249a176b-f49f-4de8-94ee-502d27afd651" providerId="ADAL" clId="{B6507157-D93E-4546-9967-EC6320F70F66}" dt="2024-05-24T07:24:12.775" v="358" actId="2711"/>
          <ac:spMkLst>
            <pc:docMk/>
            <pc:sldMk cId="3725198654" sldId="981"/>
            <ac:spMk id="7" creationId="{35CA6031-2E42-4FEC-BC49-40EDA16FD0CB}"/>
          </ac:spMkLst>
        </pc:spChg>
        <pc:spChg chg="mod">
          <ac:chgData name="Kesavan, Suresh" userId="249a176b-f49f-4de8-94ee-502d27afd651" providerId="ADAL" clId="{B6507157-D93E-4546-9967-EC6320F70F66}" dt="2024-05-24T06:08:18.431" v="38" actId="207"/>
          <ac:spMkLst>
            <pc:docMk/>
            <pc:sldMk cId="3725198654" sldId="981"/>
            <ac:spMk id="17" creationId="{C0347E6B-3BD5-46AC-969C-59266EFA8100}"/>
          </ac:spMkLst>
        </pc:spChg>
        <pc:spChg chg="mod">
          <ac:chgData name="Kesavan, Suresh" userId="249a176b-f49f-4de8-94ee-502d27afd651" providerId="ADAL" clId="{B6507157-D93E-4546-9967-EC6320F70F66}" dt="2024-05-24T06:08:18.431" v="38" actId="207"/>
          <ac:spMkLst>
            <pc:docMk/>
            <pc:sldMk cId="3725198654" sldId="981"/>
            <ac:spMk id="18" creationId="{C9A8375F-62F2-4B1A-8174-87E22D4DEDB5}"/>
          </ac:spMkLst>
        </pc:spChg>
        <pc:spChg chg="mod">
          <ac:chgData name="Kesavan, Suresh" userId="249a176b-f49f-4de8-94ee-502d27afd651" providerId="ADAL" clId="{B6507157-D93E-4546-9967-EC6320F70F66}" dt="2024-05-24T06:08:18.431" v="38" actId="207"/>
          <ac:spMkLst>
            <pc:docMk/>
            <pc:sldMk cId="3725198654" sldId="981"/>
            <ac:spMk id="19" creationId="{02145191-F96E-4A87-8F0A-7B3FAF9B2C86}"/>
          </ac:spMkLst>
        </pc:spChg>
        <pc:spChg chg="mod">
          <ac:chgData name="Kesavan, Suresh" userId="249a176b-f49f-4de8-94ee-502d27afd651" providerId="ADAL" clId="{B6507157-D93E-4546-9967-EC6320F70F66}" dt="2024-05-24T06:08:18.431" v="38" actId="207"/>
          <ac:spMkLst>
            <pc:docMk/>
            <pc:sldMk cId="3725198654" sldId="981"/>
            <ac:spMk id="20" creationId="{B327E1EB-068F-42D9-92C1-0BB643C54494}"/>
          </ac:spMkLst>
        </pc:spChg>
        <pc:spChg chg="mod">
          <ac:chgData name="Kesavan, Suresh" userId="249a176b-f49f-4de8-94ee-502d27afd651" providerId="ADAL" clId="{B6507157-D93E-4546-9967-EC6320F70F66}" dt="2024-05-24T06:08:18.431" v="38" actId="207"/>
          <ac:spMkLst>
            <pc:docMk/>
            <pc:sldMk cId="3725198654" sldId="981"/>
            <ac:spMk id="21" creationId="{D897B50E-E896-4D4F-BACF-BC09326E2247}"/>
          </ac:spMkLst>
        </pc:spChg>
        <pc:spChg chg="mod">
          <ac:chgData name="Kesavan, Suresh" userId="249a176b-f49f-4de8-94ee-502d27afd651" providerId="ADAL" clId="{B6507157-D93E-4546-9967-EC6320F70F66}" dt="2024-05-24T06:08:18.431" v="38" actId="207"/>
          <ac:spMkLst>
            <pc:docMk/>
            <pc:sldMk cId="3725198654" sldId="981"/>
            <ac:spMk id="22" creationId="{32ECD1F8-D9FF-43B5-BAEE-D39334E732AC}"/>
          </ac:spMkLst>
        </pc:spChg>
        <pc:spChg chg="mod">
          <ac:chgData name="Kesavan, Suresh" userId="249a176b-f49f-4de8-94ee-502d27afd651" providerId="ADAL" clId="{B6507157-D93E-4546-9967-EC6320F70F66}" dt="2024-05-24T06:08:18.431" v="38" actId="207"/>
          <ac:spMkLst>
            <pc:docMk/>
            <pc:sldMk cId="3725198654" sldId="981"/>
            <ac:spMk id="23" creationId="{AED8528E-FA2E-4EB8-B79E-51D037B2BDA1}"/>
          </ac:spMkLst>
        </pc:spChg>
        <pc:spChg chg="mod">
          <ac:chgData name="Kesavan, Suresh" userId="249a176b-f49f-4de8-94ee-502d27afd651" providerId="ADAL" clId="{B6507157-D93E-4546-9967-EC6320F70F66}" dt="2024-05-24T06:08:18.431" v="38" actId="207"/>
          <ac:spMkLst>
            <pc:docMk/>
            <pc:sldMk cId="3725198654" sldId="981"/>
            <ac:spMk id="24" creationId="{DA507D39-A1BE-4144-96C8-234F8C384802}"/>
          </ac:spMkLst>
        </pc:spChg>
        <pc:spChg chg="mod">
          <ac:chgData name="Kesavan, Suresh" userId="249a176b-f49f-4de8-94ee-502d27afd651" providerId="ADAL" clId="{B6507157-D93E-4546-9967-EC6320F70F66}" dt="2024-05-24T06:08:18.431" v="38" actId="207"/>
          <ac:spMkLst>
            <pc:docMk/>
            <pc:sldMk cId="3725198654" sldId="981"/>
            <ac:spMk id="27" creationId="{667B18D5-21F9-484D-B9B7-E2130B474074}"/>
          </ac:spMkLst>
        </pc:spChg>
        <pc:spChg chg="mod">
          <ac:chgData name="Kesavan, Suresh" userId="249a176b-f49f-4de8-94ee-502d27afd651" providerId="ADAL" clId="{B6507157-D93E-4546-9967-EC6320F70F66}" dt="2024-05-24T06:08:18.431" v="38" actId="207"/>
          <ac:spMkLst>
            <pc:docMk/>
            <pc:sldMk cId="3725198654" sldId="981"/>
            <ac:spMk id="28" creationId="{9AAA221A-4AED-4259-AD85-42DF04C02C32}"/>
          </ac:spMkLst>
        </pc:spChg>
        <pc:spChg chg="mod">
          <ac:chgData name="Kesavan, Suresh" userId="249a176b-f49f-4de8-94ee-502d27afd651" providerId="ADAL" clId="{B6507157-D93E-4546-9967-EC6320F70F66}" dt="2024-05-24T06:08:18.431" v="38" actId="207"/>
          <ac:spMkLst>
            <pc:docMk/>
            <pc:sldMk cId="3725198654" sldId="981"/>
            <ac:spMk id="29" creationId="{BFB86DD3-06FF-4F54-9AC0-231CBB925C8C}"/>
          </ac:spMkLst>
        </pc:spChg>
        <pc:spChg chg="mod">
          <ac:chgData name="Kesavan, Suresh" userId="249a176b-f49f-4de8-94ee-502d27afd651" providerId="ADAL" clId="{B6507157-D93E-4546-9967-EC6320F70F66}" dt="2024-05-24T06:08:18.431" v="38" actId="207"/>
          <ac:spMkLst>
            <pc:docMk/>
            <pc:sldMk cId="3725198654" sldId="981"/>
            <ac:spMk id="30" creationId="{BF3DD824-82FF-47FF-B37F-24EAEE8F8917}"/>
          </ac:spMkLst>
        </pc:spChg>
        <pc:spChg chg="mod">
          <ac:chgData name="Kesavan, Suresh" userId="249a176b-f49f-4de8-94ee-502d27afd651" providerId="ADAL" clId="{B6507157-D93E-4546-9967-EC6320F70F66}" dt="2024-05-24T06:08:18.431" v="38" actId="207"/>
          <ac:spMkLst>
            <pc:docMk/>
            <pc:sldMk cId="3725198654" sldId="981"/>
            <ac:spMk id="31" creationId="{19E02CB1-1C76-465E-A2D4-876E86A4EA7A}"/>
          </ac:spMkLst>
        </pc:spChg>
        <pc:spChg chg="mod">
          <ac:chgData name="Kesavan, Suresh" userId="249a176b-f49f-4de8-94ee-502d27afd651" providerId="ADAL" clId="{B6507157-D93E-4546-9967-EC6320F70F66}" dt="2024-05-24T06:08:18.431" v="38" actId="207"/>
          <ac:spMkLst>
            <pc:docMk/>
            <pc:sldMk cId="3725198654" sldId="981"/>
            <ac:spMk id="35" creationId="{4C5727E6-547F-4275-8EAC-BBB90071AA2F}"/>
          </ac:spMkLst>
        </pc:spChg>
        <pc:spChg chg="mod">
          <ac:chgData name="Kesavan, Suresh" userId="249a176b-f49f-4de8-94ee-502d27afd651" providerId="ADAL" clId="{B6507157-D93E-4546-9967-EC6320F70F66}" dt="2024-05-24T06:08:18.431" v="38" actId="207"/>
          <ac:spMkLst>
            <pc:docMk/>
            <pc:sldMk cId="3725198654" sldId="981"/>
            <ac:spMk id="36" creationId="{2ED9E37C-E0D6-48E6-922B-06B76450D0E2}"/>
          </ac:spMkLst>
        </pc:spChg>
        <pc:spChg chg="mod">
          <ac:chgData name="Kesavan, Suresh" userId="249a176b-f49f-4de8-94ee-502d27afd651" providerId="ADAL" clId="{B6507157-D93E-4546-9967-EC6320F70F66}" dt="2024-05-24T06:08:18.431" v="38" actId="207"/>
          <ac:spMkLst>
            <pc:docMk/>
            <pc:sldMk cId="3725198654" sldId="981"/>
            <ac:spMk id="37" creationId="{EAA5F96D-417B-458E-87B7-607AC208E80F}"/>
          </ac:spMkLst>
        </pc:spChg>
        <pc:spChg chg="mod">
          <ac:chgData name="Kesavan, Suresh" userId="249a176b-f49f-4de8-94ee-502d27afd651" providerId="ADAL" clId="{B6507157-D93E-4546-9967-EC6320F70F66}" dt="2024-05-24T06:08:18.431" v="38" actId="207"/>
          <ac:spMkLst>
            <pc:docMk/>
            <pc:sldMk cId="3725198654" sldId="981"/>
            <ac:spMk id="38" creationId="{79BE955C-2BA3-4BEE-B580-D3B75C4777B3}"/>
          </ac:spMkLst>
        </pc:spChg>
        <pc:spChg chg="mod">
          <ac:chgData name="Kesavan, Suresh" userId="249a176b-f49f-4de8-94ee-502d27afd651" providerId="ADAL" clId="{B6507157-D93E-4546-9967-EC6320F70F66}" dt="2024-05-24T06:08:18.431" v="38" actId="207"/>
          <ac:spMkLst>
            <pc:docMk/>
            <pc:sldMk cId="3725198654" sldId="981"/>
            <ac:spMk id="39" creationId="{15DD26BD-3F17-4431-88DE-ED57B726738C}"/>
          </ac:spMkLst>
        </pc:spChg>
        <pc:spChg chg="mod">
          <ac:chgData name="Kesavan, Suresh" userId="249a176b-f49f-4de8-94ee-502d27afd651" providerId="ADAL" clId="{B6507157-D93E-4546-9967-EC6320F70F66}" dt="2024-05-24T06:08:18.431" v="38" actId="207"/>
          <ac:spMkLst>
            <pc:docMk/>
            <pc:sldMk cId="3725198654" sldId="981"/>
            <ac:spMk id="41" creationId="{D439F9CE-4FA9-416C-825D-978C9DC49DA1}"/>
          </ac:spMkLst>
        </pc:spChg>
        <pc:spChg chg="mod">
          <ac:chgData name="Kesavan, Suresh" userId="249a176b-f49f-4de8-94ee-502d27afd651" providerId="ADAL" clId="{B6507157-D93E-4546-9967-EC6320F70F66}" dt="2024-05-24T06:08:18.431" v="38" actId="207"/>
          <ac:spMkLst>
            <pc:docMk/>
            <pc:sldMk cId="3725198654" sldId="981"/>
            <ac:spMk id="43" creationId="{CA6F2E5F-75B2-42CB-8B0E-CC9CF58B9A8E}"/>
          </ac:spMkLst>
        </pc:spChg>
        <pc:spChg chg="mod">
          <ac:chgData name="Kesavan, Suresh" userId="249a176b-f49f-4de8-94ee-502d27afd651" providerId="ADAL" clId="{B6507157-D93E-4546-9967-EC6320F70F66}" dt="2024-05-24T06:08:18.431" v="38" actId="207"/>
          <ac:spMkLst>
            <pc:docMk/>
            <pc:sldMk cId="3725198654" sldId="981"/>
            <ac:spMk id="45" creationId="{49BC18BB-2AD2-4AC8-B0CB-43C8694E2CE0}"/>
          </ac:spMkLst>
        </pc:spChg>
        <pc:spChg chg="mod">
          <ac:chgData name="Kesavan, Suresh" userId="249a176b-f49f-4de8-94ee-502d27afd651" providerId="ADAL" clId="{B6507157-D93E-4546-9967-EC6320F70F66}" dt="2024-05-24T06:08:18.431" v="38" actId="207"/>
          <ac:spMkLst>
            <pc:docMk/>
            <pc:sldMk cId="3725198654" sldId="981"/>
            <ac:spMk id="47" creationId="{DAAFA521-ECE0-4B66-A0E2-F82977CD98CB}"/>
          </ac:spMkLst>
        </pc:spChg>
        <pc:spChg chg="mod">
          <ac:chgData name="Kesavan, Suresh" userId="249a176b-f49f-4de8-94ee-502d27afd651" providerId="ADAL" clId="{B6507157-D93E-4546-9967-EC6320F70F66}" dt="2024-05-24T06:08:18.431" v="38" actId="207"/>
          <ac:spMkLst>
            <pc:docMk/>
            <pc:sldMk cId="3725198654" sldId="981"/>
            <ac:spMk id="49" creationId="{BBC6A3A0-14A9-4F01-BC79-750F0E2B2331}"/>
          </ac:spMkLst>
        </pc:spChg>
        <pc:spChg chg="mod">
          <ac:chgData name="Kesavan, Suresh" userId="249a176b-f49f-4de8-94ee-502d27afd651" providerId="ADAL" clId="{B6507157-D93E-4546-9967-EC6320F70F66}" dt="2024-05-24T06:08:18.431" v="38" actId="207"/>
          <ac:spMkLst>
            <pc:docMk/>
            <pc:sldMk cId="3725198654" sldId="981"/>
            <ac:spMk id="54" creationId="{2270C1A9-B324-4C5C-B5B0-7CC0B883B7BE}"/>
          </ac:spMkLst>
        </pc:spChg>
        <pc:spChg chg="mod">
          <ac:chgData name="Kesavan, Suresh" userId="249a176b-f49f-4de8-94ee-502d27afd651" providerId="ADAL" clId="{B6507157-D93E-4546-9967-EC6320F70F66}" dt="2024-05-24T06:08:18.431" v="38" actId="207"/>
          <ac:spMkLst>
            <pc:docMk/>
            <pc:sldMk cId="3725198654" sldId="981"/>
            <ac:spMk id="55" creationId="{BA7F1C2F-CAF6-40C8-B2B7-E055D97315B1}"/>
          </ac:spMkLst>
        </pc:spChg>
        <pc:spChg chg="mod">
          <ac:chgData name="Kesavan, Suresh" userId="249a176b-f49f-4de8-94ee-502d27afd651" providerId="ADAL" clId="{B6507157-D93E-4546-9967-EC6320F70F66}" dt="2024-05-24T06:08:18.431" v="38" actId="207"/>
          <ac:spMkLst>
            <pc:docMk/>
            <pc:sldMk cId="3725198654" sldId="981"/>
            <ac:spMk id="56" creationId="{58699F87-9F91-4806-88BA-8182091B9896}"/>
          </ac:spMkLst>
        </pc:spChg>
        <pc:spChg chg="mod">
          <ac:chgData name="Kesavan, Suresh" userId="249a176b-f49f-4de8-94ee-502d27afd651" providerId="ADAL" clId="{B6507157-D93E-4546-9967-EC6320F70F66}" dt="2024-05-24T06:08:18.431" v="38" actId="207"/>
          <ac:spMkLst>
            <pc:docMk/>
            <pc:sldMk cId="3725198654" sldId="981"/>
            <ac:spMk id="59" creationId="{8603F36B-C280-4CD3-9C8F-E299A871225F}"/>
          </ac:spMkLst>
        </pc:spChg>
        <pc:spChg chg="mod">
          <ac:chgData name="Kesavan, Suresh" userId="249a176b-f49f-4de8-94ee-502d27afd651" providerId="ADAL" clId="{B6507157-D93E-4546-9967-EC6320F70F66}" dt="2024-05-24T06:08:18.431" v="38" actId="207"/>
          <ac:spMkLst>
            <pc:docMk/>
            <pc:sldMk cId="3725198654" sldId="981"/>
            <ac:spMk id="61" creationId="{816F2BCA-95D8-48A8-8398-63C3F963CAE7}"/>
          </ac:spMkLst>
        </pc:spChg>
        <pc:spChg chg="mod">
          <ac:chgData name="Kesavan, Suresh" userId="249a176b-f49f-4de8-94ee-502d27afd651" providerId="ADAL" clId="{B6507157-D93E-4546-9967-EC6320F70F66}" dt="2024-05-24T06:08:18.431" v="38" actId="207"/>
          <ac:spMkLst>
            <pc:docMk/>
            <pc:sldMk cId="3725198654" sldId="981"/>
            <ac:spMk id="62" creationId="{0DED9454-42CE-4B48-97E3-DC34A20CF87A}"/>
          </ac:spMkLst>
        </pc:spChg>
        <pc:spChg chg="mod">
          <ac:chgData name="Kesavan, Suresh" userId="249a176b-f49f-4de8-94ee-502d27afd651" providerId="ADAL" clId="{B6507157-D93E-4546-9967-EC6320F70F66}" dt="2024-05-24T06:08:18.431" v="38" actId="207"/>
          <ac:spMkLst>
            <pc:docMk/>
            <pc:sldMk cId="3725198654" sldId="981"/>
            <ac:spMk id="63" creationId="{8EFB2592-A8A5-4782-9FCA-2B4B6D2D335D}"/>
          </ac:spMkLst>
        </pc:spChg>
        <pc:spChg chg="mod">
          <ac:chgData name="Kesavan, Suresh" userId="249a176b-f49f-4de8-94ee-502d27afd651" providerId="ADAL" clId="{B6507157-D93E-4546-9967-EC6320F70F66}" dt="2024-05-24T06:08:18.431" v="38" actId="207"/>
          <ac:spMkLst>
            <pc:docMk/>
            <pc:sldMk cId="3725198654" sldId="981"/>
            <ac:spMk id="64" creationId="{15EBD8EC-A717-4ACE-A1A7-F4C4C7C04D82}"/>
          </ac:spMkLst>
        </pc:spChg>
        <pc:spChg chg="mod">
          <ac:chgData name="Kesavan, Suresh" userId="249a176b-f49f-4de8-94ee-502d27afd651" providerId="ADAL" clId="{B6507157-D93E-4546-9967-EC6320F70F66}" dt="2024-05-24T06:08:18.431" v="38" actId="207"/>
          <ac:spMkLst>
            <pc:docMk/>
            <pc:sldMk cId="3725198654" sldId="981"/>
            <ac:spMk id="65" creationId="{204E17E4-BFAE-4C47-8D1A-71E6F9AC602A}"/>
          </ac:spMkLst>
        </pc:spChg>
        <pc:spChg chg="mod">
          <ac:chgData name="Kesavan, Suresh" userId="249a176b-f49f-4de8-94ee-502d27afd651" providerId="ADAL" clId="{B6507157-D93E-4546-9967-EC6320F70F66}" dt="2024-05-24T06:08:18.431" v="38" actId="207"/>
          <ac:spMkLst>
            <pc:docMk/>
            <pc:sldMk cId="3725198654" sldId="981"/>
            <ac:spMk id="66" creationId="{24653E24-F7EE-48AD-9A6F-4B727A82A638}"/>
          </ac:spMkLst>
        </pc:spChg>
        <pc:spChg chg="mod">
          <ac:chgData name="Kesavan, Suresh" userId="249a176b-f49f-4de8-94ee-502d27afd651" providerId="ADAL" clId="{B6507157-D93E-4546-9967-EC6320F70F66}" dt="2024-05-24T06:08:18.431" v="38" actId="207"/>
          <ac:spMkLst>
            <pc:docMk/>
            <pc:sldMk cId="3725198654" sldId="981"/>
            <ac:spMk id="69" creationId="{C5BD2C45-4C3C-449F-8812-03216FCA8072}"/>
          </ac:spMkLst>
        </pc:spChg>
        <pc:spChg chg="mod">
          <ac:chgData name="Kesavan, Suresh" userId="249a176b-f49f-4de8-94ee-502d27afd651" providerId="ADAL" clId="{B6507157-D93E-4546-9967-EC6320F70F66}" dt="2024-05-24T06:08:18.431" v="38" actId="207"/>
          <ac:spMkLst>
            <pc:docMk/>
            <pc:sldMk cId="3725198654" sldId="981"/>
            <ac:spMk id="70" creationId="{569B412D-B4D3-4D11-B171-B3E42360E99F}"/>
          </ac:spMkLst>
        </pc:spChg>
        <pc:spChg chg="mod">
          <ac:chgData name="Kesavan, Suresh" userId="249a176b-f49f-4de8-94ee-502d27afd651" providerId="ADAL" clId="{B6507157-D93E-4546-9967-EC6320F70F66}" dt="2024-05-24T06:08:18.431" v="38" actId="207"/>
          <ac:spMkLst>
            <pc:docMk/>
            <pc:sldMk cId="3725198654" sldId="981"/>
            <ac:spMk id="72" creationId="{A91887C9-D720-4287-88BA-BBC6A422A1B4}"/>
          </ac:spMkLst>
        </pc:spChg>
        <pc:spChg chg="mod">
          <ac:chgData name="Kesavan, Suresh" userId="249a176b-f49f-4de8-94ee-502d27afd651" providerId="ADAL" clId="{B6507157-D93E-4546-9967-EC6320F70F66}" dt="2024-05-24T06:08:18.431" v="38" actId="207"/>
          <ac:spMkLst>
            <pc:docMk/>
            <pc:sldMk cId="3725198654" sldId="981"/>
            <ac:spMk id="73" creationId="{EA415F23-69C8-4B3D-AE80-60422D904C37}"/>
          </ac:spMkLst>
        </pc:spChg>
        <pc:spChg chg="mod">
          <ac:chgData name="Kesavan, Suresh" userId="249a176b-f49f-4de8-94ee-502d27afd651" providerId="ADAL" clId="{B6507157-D93E-4546-9967-EC6320F70F66}" dt="2024-05-24T06:08:18.431" v="38" actId="207"/>
          <ac:spMkLst>
            <pc:docMk/>
            <pc:sldMk cId="3725198654" sldId="981"/>
            <ac:spMk id="74" creationId="{CEBA0AC0-2C4B-4F72-BE6B-AED56B16B6F2}"/>
          </ac:spMkLst>
        </pc:spChg>
        <pc:spChg chg="mod">
          <ac:chgData name="Kesavan, Suresh" userId="249a176b-f49f-4de8-94ee-502d27afd651" providerId="ADAL" clId="{B6507157-D93E-4546-9967-EC6320F70F66}" dt="2024-05-24T06:08:18.431" v="38" actId="207"/>
          <ac:spMkLst>
            <pc:docMk/>
            <pc:sldMk cId="3725198654" sldId="981"/>
            <ac:spMk id="75" creationId="{0CFDA1E6-A7A9-49C9-8310-ADC5F04850B3}"/>
          </ac:spMkLst>
        </pc:spChg>
        <pc:spChg chg="mod">
          <ac:chgData name="Kesavan, Suresh" userId="249a176b-f49f-4de8-94ee-502d27afd651" providerId="ADAL" clId="{B6507157-D93E-4546-9967-EC6320F70F66}" dt="2024-05-24T06:08:18.431" v="38" actId="207"/>
          <ac:spMkLst>
            <pc:docMk/>
            <pc:sldMk cId="3725198654" sldId="981"/>
            <ac:spMk id="76" creationId="{698BD5A4-4901-44E8-BB1C-C36D63FCC14A}"/>
          </ac:spMkLst>
        </pc:spChg>
        <pc:grpChg chg="mod">
          <ac:chgData name="Kesavan, Suresh" userId="249a176b-f49f-4de8-94ee-502d27afd651" providerId="ADAL" clId="{B6507157-D93E-4546-9967-EC6320F70F66}" dt="2024-05-24T06:08:18.431" v="38" actId="207"/>
          <ac:grpSpMkLst>
            <pc:docMk/>
            <pc:sldMk cId="3725198654" sldId="981"/>
            <ac:grpSpMk id="3" creationId="{79C26A14-8439-4CB8-9186-9A30E5BA36A8}"/>
          </ac:grpSpMkLst>
        </pc:grpChg>
        <pc:grpChg chg="mod">
          <ac:chgData name="Kesavan, Suresh" userId="249a176b-f49f-4de8-94ee-502d27afd651" providerId="ADAL" clId="{B6507157-D93E-4546-9967-EC6320F70F66}" dt="2024-05-24T06:08:18.431" v="38" actId="207"/>
          <ac:grpSpMkLst>
            <pc:docMk/>
            <pc:sldMk cId="3725198654" sldId="981"/>
            <ac:grpSpMk id="4" creationId="{5D601D99-F6CD-4FC9-95D7-A2DE7D621021}"/>
          </ac:grpSpMkLst>
        </pc:grpChg>
        <pc:grpChg chg="mod">
          <ac:chgData name="Kesavan, Suresh" userId="249a176b-f49f-4de8-94ee-502d27afd651" providerId="ADAL" clId="{B6507157-D93E-4546-9967-EC6320F70F66}" dt="2024-05-24T06:08:18.431" v="38" actId="207"/>
          <ac:grpSpMkLst>
            <pc:docMk/>
            <pc:sldMk cId="3725198654" sldId="981"/>
            <ac:grpSpMk id="5" creationId="{DB712A17-D615-442E-A953-3257657EE92C}"/>
          </ac:grpSpMkLst>
        </pc:grpChg>
        <pc:grpChg chg="mod">
          <ac:chgData name="Kesavan, Suresh" userId="249a176b-f49f-4de8-94ee-502d27afd651" providerId="ADAL" clId="{B6507157-D93E-4546-9967-EC6320F70F66}" dt="2024-05-24T06:08:18.431" v="38" actId="207"/>
          <ac:grpSpMkLst>
            <pc:docMk/>
            <pc:sldMk cId="3725198654" sldId="981"/>
            <ac:grpSpMk id="6" creationId="{6CD773F1-CB69-4995-884C-1FA16BE4FDE0}"/>
          </ac:grpSpMkLst>
        </pc:grpChg>
        <pc:picChg chg="mod">
          <ac:chgData name="Kesavan, Suresh" userId="249a176b-f49f-4de8-94ee-502d27afd651" providerId="ADAL" clId="{B6507157-D93E-4546-9967-EC6320F70F66}" dt="2024-05-24T06:08:18.431" v="38" actId="207"/>
          <ac:picMkLst>
            <pc:docMk/>
            <pc:sldMk cId="3725198654" sldId="981"/>
            <ac:picMk id="51" creationId="{FFD60352-40A4-493A-82BC-87E218F2D95A}"/>
          </ac:picMkLst>
        </pc:picChg>
        <pc:picChg chg="mod">
          <ac:chgData name="Kesavan, Suresh" userId="249a176b-f49f-4de8-94ee-502d27afd651" providerId="ADAL" clId="{B6507157-D93E-4546-9967-EC6320F70F66}" dt="2024-05-24T06:08:18.431" v="38" actId="207"/>
          <ac:picMkLst>
            <pc:docMk/>
            <pc:sldMk cId="3725198654" sldId="981"/>
            <ac:picMk id="52" creationId="{FF1FD5FD-1CD8-4436-9905-760565437D7B}"/>
          </ac:picMkLst>
        </pc:picChg>
        <pc:picChg chg="mod">
          <ac:chgData name="Kesavan, Suresh" userId="249a176b-f49f-4de8-94ee-502d27afd651" providerId="ADAL" clId="{B6507157-D93E-4546-9967-EC6320F70F66}" dt="2024-05-24T06:08:18.431" v="38" actId="207"/>
          <ac:picMkLst>
            <pc:docMk/>
            <pc:sldMk cId="3725198654" sldId="981"/>
            <ac:picMk id="53" creationId="{90E5A643-F670-4105-842B-88EA87968A5D}"/>
          </ac:picMkLst>
        </pc:picChg>
        <pc:picChg chg="mod">
          <ac:chgData name="Kesavan, Suresh" userId="249a176b-f49f-4de8-94ee-502d27afd651" providerId="ADAL" clId="{B6507157-D93E-4546-9967-EC6320F70F66}" dt="2024-05-24T06:08:18.431" v="38" actId="207"/>
          <ac:picMkLst>
            <pc:docMk/>
            <pc:sldMk cId="3725198654" sldId="981"/>
            <ac:picMk id="60" creationId="{9CC5442E-CD69-4ED2-A744-1993EAC35874}"/>
          </ac:picMkLst>
        </pc:picChg>
      </pc:sldChg>
      <pc:sldChg chg="modSp add mod">
        <pc:chgData name="Kesavan, Suresh" userId="249a176b-f49f-4de8-94ee-502d27afd651" providerId="ADAL" clId="{B6507157-D93E-4546-9967-EC6320F70F66}" dt="2024-05-24T07:35:07.691" v="479" actId="2711"/>
        <pc:sldMkLst>
          <pc:docMk/>
          <pc:sldMk cId="2676052248" sldId="982"/>
        </pc:sldMkLst>
        <pc:spChg chg="mod">
          <ac:chgData name="Kesavan, Suresh" userId="249a176b-f49f-4de8-94ee-502d27afd651" providerId="ADAL" clId="{B6507157-D93E-4546-9967-EC6320F70F66}" dt="2024-05-24T07:35:07.691" v="479" actId="2711"/>
          <ac:spMkLst>
            <pc:docMk/>
            <pc:sldMk cId="2676052248" sldId="982"/>
            <ac:spMk id="7" creationId="{35CA6031-2E42-4FEC-BC49-40EDA16FD0CB}"/>
          </ac:spMkLst>
        </pc:spChg>
        <pc:spChg chg="mod">
          <ac:chgData name="Kesavan, Suresh" userId="249a176b-f49f-4de8-94ee-502d27afd651" providerId="ADAL" clId="{B6507157-D93E-4546-9967-EC6320F70F66}" dt="2024-05-24T06:07:49.507" v="36" actId="207"/>
          <ac:spMkLst>
            <pc:docMk/>
            <pc:sldMk cId="2676052248" sldId="982"/>
            <ac:spMk id="17" creationId="{2641020D-7785-4FF1-8F81-37859DDFBD15}"/>
          </ac:spMkLst>
        </pc:spChg>
        <pc:spChg chg="mod">
          <ac:chgData name="Kesavan, Suresh" userId="249a176b-f49f-4de8-94ee-502d27afd651" providerId="ADAL" clId="{B6507157-D93E-4546-9967-EC6320F70F66}" dt="2024-05-24T06:07:49.507" v="36" actId="207"/>
          <ac:spMkLst>
            <pc:docMk/>
            <pc:sldMk cId="2676052248" sldId="982"/>
            <ac:spMk id="18" creationId="{09727FD7-B774-4AE2-A2A9-FD421FE8A65A}"/>
          </ac:spMkLst>
        </pc:spChg>
        <pc:spChg chg="mod">
          <ac:chgData name="Kesavan, Suresh" userId="249a176b-f49f-4de8-94ee-502d27afd651" providerId="ADAL" clId="{B6507157-D93E-4546-9967-EC6320F70F66}" dt="2024-05-24T06:07:49.507" v="36" actId="207"/>
          <ac:spMkLst>
            <pc:docMk/>
            <pc:sldMk cId="2676052248" sldId="982"/>
            <ac:spMk id="19" creationId="{EAAE35AB-CE1D-4A98-882A-A9B3D920DBFE}"/>
          </ac:spMkLst>
        </pc:spChg>
        <pc:spChg chg="mod">
          <ac:chgData name="Kesavan, Suresh" userId="249a176b-f49f-4de8-94ee-502d27afd651" providerId="ADAL" clId="{B6507157-D93E-4546-9967-EC6320F70F66}" dt="2024-05-24T06:07:49.507" v="36" actId="207"/>
          <ac:spMkLst>
            <pc:docMk/>
            <pc:sldMk cId="2676052248" sldId="982"/>
            <ac:spMk id="61" creationId="{B5ADC25B-0254-4569-B23C-8353328C1EB9}"/>
          </ac:spMkLst>
        </pc:spChg>
        <pc:spChg chg="mod">
          <ac:chgData name="Kesavan, Suresh" userId="249a176b-f49f-4de8-94ee-502d27afd651" providerId="ADAL" clId="{B6507157-D93E-4546-9967-EC6320F70F66}" dt="2024-05-24T06:07:49.507" v="36" actId="207"/>
          <ac:spMkLst>
            <pc:docMk/>
            <pc:sldMk cId="2676052248" sldId="982"/>
            <ac:spMk id="62" creationId="{134EF01C-47FB-4AE0-AAEC-07298CAD2FC8}"/>
          </ac:spMkLst>
        </pc:spChg>
        <pc:spChg chg="mod">
          <ac:chgData name="Kesavan, Suresh" userId="249a176b-f49f-4de8-94ee-502d27afd651" providerId="ADAL" clId="{B6507157-D93E-4546-9967-EC6320F70F66}" dt="2024-05-24T06:07:49.507" v="36" actId="207"/>
          <ac:spMkLst>
            <pc:docMk/>
            <pc:sldMk cId="2676052248" sldId="982"/>
            <ac:spMk id="63" creationId="{9927791D-E687-4565-A280-C3CEB487F494}"/>
          </ac:spMkLst>
        </pc:spChg>
        <pc:spChg chg="mod">
          <ac:chgData name="Kesavan, Suresh" userId="249a176b-f49f-4de8-94ee-502d27afd651" providerId="ADAL" clId="{B6507157-D93E-4546-9967-EC6320F70F66}" dt="2024-05-24T06:07:49.507" v="36" actId="207"/>
          <ac:spMkLst>
            <pc:docMk/>
            <pc:sldMk cId="2676052248" sldId="982"/>
            <ac:spMk id="64" creationId="{D8789DB8-0F49-4393-BBCC-C8EFF6C7A93F}"/>
          </ac:spMkLst>
        </pc:spChg>
        <pc:spChg chg="mod">
          <ac:chgData name="Kesavan, Suresh" userId="249a176b-f49f-4de8-94ee-502d27afd651" providerId="ADAL" clId="{B6507157-D93E-4546-9967-EC6320F70F66}" dt="2024-05-24T06:07:49.507" v="36" actId="207"/>
          <ac:spMkLst>
            <pc:docMk/>
            <pc:sldMk cId="2676052248" sldId="982"/>
            <ac:spMk id="65" creationId="{C60F761F-CE65-45C0-8A89-D6CC0616E688}"/>
          </ac:spMkLst>
        </pc:spChg>
        <pc:spChg chg="mod">
          <ac:chgData name="Kesavan, Suresh" userId="249a176b-f49f-4de8-94ee-502d27afd651" providerId="ADAL" clId="{B6507157-D93E-4546-9967-EC6320F70F66}" dt="2024-05-24T06:07:49.507" v="36" actId="207"/>
          <ac:spMkLst>
            <pc:docMk/>
            <pc:sldMk cId="2676052248" sldId="982"/>
            <ac:spMk id="66" creationId="{17633606-25C7-4C2C-B3DC-88EF3CA26FEB}"/>
          </ac:spMkLst>
        </pc:spChg>
        <pc:spChg chg="mod">
          <ac:chgData name="Kesavan, Suresh" userId="249a176b-f49f-4de8-94ee-502d27afd651" providerId="ADAL" clId="{B6507157-D93E-4546-9967-EC6320F70F66}" dt="2024-05-24T06:07:49.507" v="36" actId="207"/>
          <ac:spMkLst>
            <pc:docMk/>
            <pc:sldMk cId="2676052248" sldId="982"/>
            <ac:spMk id="67" creationId="{F9CDDF78-15CB-4B5B-8C58-E498F86E8065}"/>
          </ac:spMkLst>
        </pc:spChg>
        <pc:spChg chg="mod">
          <ac:chgData name="Kesavan, Suresh" userId="249a176b-f49f-4de8-94ee-502d27afd651" providerId="ADAL" clId="{B6507157-D93E-4546-9967-EC6320F70F66}" dt="2024-05-24T06:07:49.507" v="36" actId="207"/>
          <ac:spMkLst>
            <pc:docMk/>
            <pc:sldMk cId="2676052248" sldId="982"/>
            <ac:spMk id="68" creationId="{E3605860-7B6F-4670-A2C6-29B72E2436DE}"/>
          </ac:spMkLst>
        </pc:spChg>
        <pc:spChg chg="mod">
          <ac:chgData name="Kesavan, Suresh" userId="249a176b-f49f-4de8-94ee-502d27afd651" providerId="ADAL" clId="{B6507157-D93E-4546-9967-EC6320F70F66}" dt="2024-05-24T06:07:49.507" v="36" actId="207"/>
          <ac:spMkLst>
            <pc:docMk/>
            <pc:sldMk cId="2676052248" sldId="982"/>
            <ac:spMk id="69" creationId="{9CE6680B-163B-42D6-B525-60B30EC8E5E4}"/>
          </ac:spMkLst>
        </pc:spChg>
        <pc:spChg chg="mod">
          <ac:chgData name="Kesavan, Suresh" userId="249a176b-f49f-4de8-94ee-502d27afd651" providerId="ADAL" clId="{B6507157-D93E-4546-9967-EC6320F70F66}" dt="2024-05-24T06:07:49.507" v="36" actId="207"/>
          <ac:spMkLst>
            <pc:docMk/>
            <pc:sldMk cId="2676052248" sldId="982"/>
            <ac:spMk id="70" creationId="{0E0EB92E-BBC2-4E5E-82D6-174E30009296}"/>
          </ac:spMkLst>
        </pc:spChg>
        <pc:spChg chg="mod">
          <ac:chgData name="Kesavan, Suresh" userId="249a176b-f49f-4de8-94ee-502d27afd651" providerId="ADAL" clId="{B6507157-D93E-4546-9967-EC6320F70F66}" dt="2024-05-24T06:07:49.507" v="36" actId="207"/>
          <ac:spMkLst>
            <pc:docMk/>
            <pc:sldMk cId="2676052248" sldId="982"/>
            <ac:spMk id="71" creationId="{F67B5D4C-8A9E-4BDF-8779-5572A3EAD1BA}"/>
          </ac:spMkLst>
        </pc:spChg>
        <pc:grpChg chg="mod">
          <ac:chgData name="Kesavan, Suresh" userId="249a176b-f49f-4de8-94ee-502d27afd651" providerId="ADAL" clId="{B6507157-D93E-4546-9967-EC6320F70F66}" dt="2024-05-24T06:07:49.507" v="36" actId="207"/>
          <ac:grpSpMkLst>
            <pc:docMk/>
            <pc:sldMk cId="2676052248" sldId="982"/>
            <ac:grpSpMk id="3" creationId="{A2B7ED05-DC28-47FE-B915-EBFC18505FB5}"/>
          </ac:grpSpMkLst>
        </pc:grpChg>
      </pc:sldChg>
      <pc:sldChg chg="modSp add mod">
        <pc:chgData name="Kesavan, Suresh" userId="249a176b-f49f-4de8-94ee-502d27afd651" providerId="ADAL" clId="{B6507157-D93E-4546-9967-EC6320F70F66}" dt="2024-05-24T06:52:50.581" v="262" actId="2711"/>
        <pc:sldMkLst>
          <pc:docMk/>
          <pc:sldMk cId="1937588902" sldId="983"/>
        </pc:sldMkLst>
        <pc:spChg chg="mod">
          <ac:chgData name="Kesavan, Suresh" userId="249a176b-f49f-4de8-94ee-502d27afd651" providerId="ADAL" clId="{B6507157-D93E-4546-9967-EC6320F70F66}" dt="2024-05-24T06:52:50.581" v="262" actId="2711"/>
          <ac:spMkLst>
            <pc:docMk/>
            <pc:sldMk cId="1937588902" sldId="983"/>
            <ac:spMk id="7" creationId="{35CA6031-2E42-4FEC-BC49-40EDA16FD0CB}"/>
          </ac:spMkLst>
        </pc:spChg>
        <pc:spChg chg="mod">
          <ac:chgData name="Kesavan, Suresh" userId="249a176b-f49f-4de8-94ee-502d27afd651" providerId="ADAL" clId="{B6507157-D93E-4546-9967-EC6320F70F66}" dt="2024-05-24T06:10:24.205" v="95" actId="207"/>
          <ac:spMkLst>
            <pc:docMk/>
            <pc:sldMk cId="1937588902" sldId="983"/>
            <ac:spMk id="35" creationId="{796B13C1-F247-4F20-8346-6D02C57B80D2}"/>
          </ac:spMkLst>
        </pc:spChg>
        <pc:spChg chg="mod">
          <ac:chgData name="Kesavan, Suresh" userId="249a176b-f49f-4de8-94ee-502d27afd651" providerId="ADAL" clId="{B6507157-D93E-4546-9967-EC6320F70F66}" dt="2024-05-24T06:10:24.205" v="95" actId="207"/>
          <ac:spMkLst>
            <pc:docMk/>
            <pc:sldMk cId="1937588902" sldId="983"/>
            <ac:spMk id="36" creationId="{679E22E3-6943-4237-AB54-2DF863975A08}"/>
          </ac:spMkLst>
        </pc:spChg>
        <pc:spChg chg="mod">
          <ac:chgData name="Kesavan, Suresh" userId="249a176b-f49f-4de8-94ee-502d27afd651" providerId="ADAL" clId="{B6507157-D93E-4546-9967-EC6320F70F66}" dt="2024-05-24T06:10:24.205" v="95" actId="207"/>
          <ac:spMkLst>
            <pc:docMk/>
            <pc:sldMk cId="1937588902" sldId="983"/>
            <ac:spMk id="39" creationId="{ECA120E9-65AC-4061-942A-E868861278CD}"/>
          </ac:spMkLst>
        </pc:spChg>
        <pc:spChg chg="mod">
          <ac:chgData name="Kesavan, Suresh" userId="249a176b-f49f-4de8-94ee-502d27afd651" providerId="ADAL" clId="{B6507157-D93E-4546-9967-EC6320F70F66}" dt="2024-05-24T06:10:24.205" v="95" actId="207"/>
          <ac:spMkLst>
            <pc:docMk/>
            <pc:sldMk cId="1937588902" sldId="983"/>
            <ac:spMk id="40" creationId="{7829942D-5AF3-4446-BEC0-569A444E057F}"/>
          </ac:spMkLst>
        </pc:spChg>
        <pc:spChg chg="mod">
          <ac:chgData name="Kesavan, Suresh" userId="249a176b-f49f-4de8-94ee-502d27afd651" providerId="ADAL" clId="{B6507157-D93E-4546-9967-EC6320F70F66}" dt="2024-05-24T06:10:24.205" v="95" actId="207"/>
          <ac:spMkLst>
            <pc:docMk/>
            <pc:sldMk cId="1937588902" sldId="983"/>
            <ac:spMk id="68" creationId="{391060C7-0BFC-42C6-ADB5-2E28D3634AB5}"/>
          </ac:spMkLst>
        </pc:spChg>
        <pc:spChg chg="mod">
          <ac:chgData name="Kesavan, Suresh" userId="249a176b-f49f-4de8-94ee-502d27afd651" providerId="ADAL" clId="{B6507157-D93E-4546-9967-EC6320F70F66}" dt="2024-05-24T06:10:24.205" v="95" actId="207"/>
          <ac:spMkLst>
            <pc:docMk/>
            <pc:sldMk cId="1937588902" sldId="983"/>
            <ac:spMk id="69" creationId="{C5901A04-74C6-41A1-A422-0C86B6EEB322}"/>
          </ac:spMkLst>
        </pc:spChg>
        <pc:spChg chg="mod">
          <ac:chgData name="Kesavan, Suresh" userId="249a176b-f49f-4de8-94ee-502d27afd651" providerId="ADAL" clId="{B6507157-D93E-4546-9967-EC6320F70F66}" dt="2024-05-24T06:10:24.205" v="95" actId="207"/>
          <ac:spMkLst>
            <pc:docMk/>
            <pc:sldMk cId="1937588902" sldId="983"/>
            <ac:spMk id="70" creationId="{4CF69F61-2708-4A8B-8E20-AACD42DB2CAE}"/>
          </ac:spMkLst>
        </pc:spChg>
        <pc:spChg chg="mod">
          <ac:chgData name="Kesavan, Suresh" userId="249a176b-f49f-4de8-94ee-502d27afd651" providerId="ADAL" clId="{B6507157-D93E-4546-9967-EC6320F70F66}" dt="2024-05-24T06:10:24.205" v="95" actId="207"/>
          <ac:spMkLst>
            <pc:docMk/>
            <pc:sldMk cId="1937588902" sldId="983"/>
            <ac:spMk id="71" creationId="{3DBC31BE-1E77-47FF-94BB-B3555AFC7929}"/>
          </ac:spMkLst>
        </pc:spChg>
        <pc:spChg chg="mod">
          <ac:chgData name="Kesavan, Suresh" userId="249a176b-f49f-4de8-94ee-502d27afd651" providerId="ADAL" clId="{B6507157-D93E-4546-9967-EC6320F70F66}" dt="2024-05-24T06:10:24.205" v="95" actId="207"/>
          <ac:spMkLst>
            <pc:docMk/>
            <pc:sldMk cId="1937588902" sldId="983"/>
            <ac:spMk id="75" creationId="{1DF3E76D-F812-4528-82F9-624C95F79EB8}"/>
          </ac:spMkLst>
        </pc:spChg>
        <pc:spChg chg="mod">
          <ac:chgData name="Kesavan, Suresh" userId="249a176b-f49f-4de8-94ee-502d27afd651" providerId="ADAL" clId="{B6507157-D93E-4546-9967-EC6320F70F66}" dt="2024-05-24T06:10:24.205" v="95" actId="207"/>
          <ac:spMkLst>
            <pc:docMk/>
            <pc:sldMk cId="1937588902" sldId="983"/>
            <ac:spMk id="77" creationId="{2090F5CD-4A34-4F9B-B5AF-528F5024AF9B}"/>
          </ac:spMkLst>
        </pc:spChg>
        <pc:spChg chg="mod">
          <ac:chgData name="Kesavan, Suresh" userId="249a176b-f49f-4de8-94ee-502d27afd651" providerId="ADAL" clId="{B6507157-D93E-4546-9967-EC6320F70F66}" dt="2024-05-24T06:10:24.205" v="95" actId="207"/>
          <ac:spMkLst>
            <pc:docMk/>
            <pc:sldMk cId="1937588902" sldId="983"/>
            <ac:spMk id="78" creationId="{9E205F3D-78F0-40FE-B792-D4B64E1CB775}"/>
          </ac:spMkLst>
        </pc:spChg>
        <pc:spChg chg="mod">
          <ac:chgData name="Kesavan, Suresh" userId="249a176b-f49f-4de8-94ee-502d27afd651" providerId="ADAL" clId="{B6507157-D93E-4546-9967-EC6320F70F66}" dt="2024-05-24T06:10:24.205" v="95" actId="207"/>
          <ac:spMkLst>
            <pc:docMk/>
            <pc:sldMk cId="1937588902" sldId="983"/>
            <ac:spMk id="79" creationId="{C4D103D1-94AF-4E5B-9A9D-AD444B7443AF}"/>
          </ac:spMkLst>
        </pc:spChg>
        <pc:spChg chg="mod">
          <ac:chgData name="Kesavan, Suresh" userId="249a176b-f49f-4de8-94ee-502d27afd651" providerId="ADAL" clId="{B6507157-D93E-4546-9967-EC6320F70F66}" dt="2024-05-24T06:10:24.205" v="95" actId="207"/>
          <ac:spMkLst>
            <pc:docMk/>
            <pc:sldMk cId="1937588902" sldId="983"/>
            <ac:spMk id="80" creationId="{0106366B-C6FC-49B0-A5BF-4ED826080EAE}"/>
          </ac:spMkLst>
        </pc:spChg>
        <pc:spChg chg="mod">
          <ac:chgData name="Kesavan, Suresh" userId="249a176b-f49f-4de8-94ee-502d27afd651" providerId="ADAL" clId="{B6507157-D93E-4546-9967-EC6320F70F66}" dt="2024-05-24T06:10:24.205" v="95" actId="207"/>
          <ac:spMkLst>
            <pc:docMk/>
            <pc:sldMk cId="1937588902" sldId="983"/>
            <ac:spMk id="84" creationId="{F982CD6F-6A09-4791-855F-07A9340F4122}"/>
          </ac:spMkLst>
        </pc:spChg>
        <pc:spChg chg="mod">
          <ac:chgData name="Kesavan, Suresh" userId="249a176b-f49f-4de8-94ee-502d27afd651" providerId="ADAL" clId="{B6507157-D93E-4546-9967-EC6320F70F66}" dt="2024-05-24T06:10:24.205" v="95" actId="207"/>
          <ac:spMkLst>
            <pc:docMk/>
            <pc:sldMk cId="1937588902" sldId="983"/>
            <ac:spMk id="90" creationId="{CE9A13F5-D260-4D10-BDD3-4A81043DF15C}"/>
          </ac:spMkLst>
        </pc:spChg>
        <pc:spChg chg="mod">
          <ac:chgData name="Kesavan, Suresh" userId="249a176b-f49f-4de8-94ee-502d27afd651" providerId="ADAL" clId="{B6507157-D93E-4546-9967-EC6320F70F66}" dt="2024-05-24T06:10:24.205" v="95" actId="207"/>
          <ac:spMkLst>
            <pc:docMk/>
            <pc:sldMk cId="1937588902" sldId="983"/>
            <ac:spMk id="92" creationId="{8E9A913D-61C0-4629-BF7D-30DBC77B7160}"/>
          </ac:spMkLst>
        </pc:spChg>
        <pc:spChg chg="mod">
          <ac:chgData name="Kesavan, Suresh" userId="249a176b-f49f-4de8-94ee-502d27afd651" providerId="ADAL" clId="{B6507157-D93E-4546-9967-EC6320F70F66}" dt="2024-05-24T06:10:24.205" v="95" actId="207"/>
          <ac:spMkLst>
            <pc:docMk/>
            <pc:sldMk cId="1937588902" sldId="983"/>
            <ac:spMk id="93" creationId="{5B62FE9E-3631-4CDA-9718-3C8757EAFE9B}"/>
          </ac:spMkLst>
        </pc:spChg>
        <pc:spChg chg="mod">
          <ac:chgData name="Kesavan, Suresh" userId="249a176b-f49f-4de8-94ee-502d27afd651" providerId="ADAL" clId="{B6507157-D93E-4546-9967-EC6320F70F66}" dt="2024-05-24T06:10:24.205" v="95" actId="207"/>
          <ac:spMkLst>
            <pc:docMk/>
            <pc:sldMk cId="1937588902" sldId="983"/>
            <ac:spMk id="94" creationId="{30E55111-EE86-41C4-95FD-076CE23EFC69}"/>
          </ac:spMkLst>
        </pc:spChg>
        <pc:spChg chg="mod">
          <ac:chgData name="Kesavan, Suresh" userId="249a176b-f49f-4de8-94ee-502d27afd651" providerId="ADAL" clId="{B6507157-D93E-4546-9967-EC6320F70F66}" dt="2024-05-24T06:10:24.205" v="95" actId="207"/>
          <ac:spMkLst>
            <pc:docMk/>
            <pc:sldMk cId="1937588902" sldId="983"/>
            <ac:spMk id="95" creationId="{E19DA4BE-ABC4-44C5-B88E-0ECFAAE34D43}"/>
          </ac:spMkLst>
        </pc:spChg>
        <pc:spChg chg="mod">
          <ac:chgData name="Kesavan, Suresh" userId="249a176b-f49f-4de8-94ee-502d27afd651" providerId="ADAL" clId="{B6507157-D93E-4546-9967-EC6320F70F66}" dt="2024-05-24T06:10:24.205" v="95" actId="207"/>
          <ac:spMkLst>
            <pc:docMk/>
            <pc:sldMk cId="1937588902" sldId="983"/>
            <ac:spMk id="97" creationId="{4EA42646-9885-49E0-89FF-2FA252A73460}"/>
          </ac:spMkLst>
        </pc:spChg>
        <pc:spChg chg="mod">
          <ac:chgData name="Kesavan, Suresh" userId="249a176b-f49f-4de8-94ee-502d27afd651" providerId="ADAL" clId="{B6507157-D93E-4546-9967-EC6320F70F66}" dt="2024-05-24T06:10:24.205" v="95" actId="207"/>
          <ac:spMkLst>
            <pc:docMk/>
            <pc:sldMk cId="1937588902" sldId="983"/>
            <ac:spMk id="98" creationId="{D11B3D43-3277-4C3D-9B6A-CCC364FD73A2}"/>
          </ac:spMkLst>
        </pc:spChg>
        <pc:spChg chg="mod">
          <ac:chgData name="Kesavan, Suresh" userId="249a176b-f49f-4de8-94ee-502d27afd651" providerId="ADAL" clId="{B6507157-D93E-4546-9967-EC6320F70F66}" dt="2024-05-24T06:10:24.205" v="95" actId="207"/>
          <ac:spMkLst>
            <pc:docMk/>
            <pc:sldMk cId="1937588902" sldId="983"/>
            <ac:spMk id="99" creationId="{65D4E576-2D10-434F-ACD8-ED0CBF66012E}"/>
          </ac:spMkLst>
        </pc:spChg>
        <pc:spChg chg="mod">
          <ac:chgData name="Kesavan, Suresh" userId="249a176b-f49f-4de8-94ee-502d27afd651" providerId="ADAL" clId="{B6507157-D93E-4546-9967-EC6320F70F66}" dt="2024-05-24T06:10:24.205" v="95" actId="207"/>
          <ac:spMkLst>
            <pc:docMk/>
            <pc:sldMk cId="1937588902" sldId="983"/>
            <ac:spMk id="100" creationId="{8A9D4727-55C0-4ABB-B9C1-5C626AD88CD5}"/>
          </ac:spMkLst>
        </pc:spChg>
        <pc:spChg chg="mod">
          <ac:chgData name="Kesavan, Suresh" userId="249a176b-f49f-4de8-94ee-502d27afd651" providerId="ADAL" clId="{B6507157-D93E-4546-9967-EC6320F70F66}" dt="2024-05-24T06:10:24.205" v="95" actId="207"/>
          <ac:spMkLst>
            <pc:docMk/>
            <pc:sldMk cId="1937588902" sldId="983"/>
            <ac:spMk id="101" creationId="{C7C47792-DE33-4FC1-9F86-4B06B8292257}"/>
          </ac:spMkLst>
        </pc:spChg>
        <pc:grpChg chg="mod">
          <ac:chgData name="Kesavan, Suresh" userId="249a176b-f49f-4de8-94ee-502d27afd651" providerId="ADAL" clId="{B6507157-D93E-4546-9967-EC6320F70F66}" dt="2024-05-24T06:10:24.205" v="95" actId="207"/>
          <ac:grpSpMkLst>
            <pc:docMk/>
            <pc:sldMk cId="1937588902" sldId="983"/>
            <ac:grpSpMk id="2" creationId="{5E44C536-64D1-4072-9248-D44DA4870180}"/>
          </ac:grpSpMkLst>
        </pc:grpChg>
        <pc:grpChg chg="mod">
          <ac:chgData name="Kesavan, Suresh" userId="249a176b-f49f-4de8-94ee-502d27afd651" providerId="ADAL" clId="{B6507157-D93E-4546-9967-EC6320F70F66}" dt="2024-05-24T06:10:24.205" v="95" actId="207"/>
          <ac:grpSpMkLst>
            <pc:docMk/>
            <pc:sldMk cId="1937588902" sldId="983"/>
            <ac:grpSpMk id="4" creationId="{90860FCB-0677-47A9-8F58-8AD68A761A2A}"/>
          </ac:grpSpMkLst>
        </pc:grpChg>
      </pc:sldChg>
      <pc:sldChg chg="modSp add mod">
        <pc:chgData name="Kesavan, Suresh" userId="249a176b-f49f-4de8-94ee-502d27afd651" providerId="ADAL" clId="{B6507157-D93E-4546-9967-EC6320F70F66}" dt="2024-05-24T07:02:51.939" v="323" actId="2711"/>
        <pc:sldMkLst>
          <pc:docMk/>
          <pc:sldMk cId="1308712819" sldId="984"/>
        </pc:sldMkLst>
        <pc:spChg chg="mod">
          <ac:chgData name="Kesavan, Suresh" userId="249a176b-f49f-4de8-94ee-502d27afd651" providerId="ADAL" clId="{B6507157-D93E-4546-9967-EC6320F70F66}" dt="2024-05-24T07:02:51.939" v="323" actId="2711"/>
          <ac:spMkLst>
            <pc:docMk/>
            <pc:sldMk cId="1308712819" sldId="984"/>
            <ac:spMk id="7" creationId="{35CA6031-2E42-4FEC-BC49-40EDA16FD0CB}"/>
          </ac:spMkLst>
        </pc:spChg>
        <pc:spChg chg="mod">
          <ac:chgData name="Kesavan, Suresh" userId="249a176b-f49f-4de8-94ee-502d27afd651" providerId="ADAL" clId="{B6507157-D93E-4546-9967-EC6320F70F66}" dt="2024-05-24T06:08:48.086" v="42" actId="207"/>
          <ac:spMkLst>
            <pc:docMk/>
            <pc:sldMk cId="1308712819" sldId="984"/>
            <ac:spMk id="31" creationId="{8BF13021-5F7B-427F-8CF6-146F0A78B04E}"/>
          </ac:spMkLst>
        </pc:spChg>
        <pc:spChg chg="mod">
          <ac:chgData name="Kesavan, Suresh" userId="249a176b-f49f-4de8-94ee-502d27afd651" providerId="ADAL" clId="{B6507157-D93E-4546-9967-EC6320F70F66}" dt="2024-05-24T06:08:48.086" v="42" actId="207"/>
          <ac:spMkLst>
            <pc:docMk/>
            <pc:sldMk cId="1308712819" sldId="984"/>
            <ac:spMk id="32" creationId="{A3670564-312A-4523-99CA-05B23FE075D0}"/>
          </ac:spMkLst>
        </pc:spChg>
        <pc:spChg chg="mod">
          <ac:chgData name="Kesavan, Suresh" userId="249a176b-f49f-4de8-94ee-502d27afd651" providerId="ADAL" clId="{B6507157-D93E-4546-9967-EC6320F70F66}" dt="2024-05-24T06:08:48.086" v="42" actId="207"/>
          <ac:spMkLst>
            <pc:docMk/>
            <pc:sldMk cId="1308712819" sldId="984"/>
            <ac:spMk id="33" creationId="{4092DC45-ADC9-4CF7-A6CC-282664900DC1}"/>
          </ac:spMkLst>
        </pc:spChg>
        <pc:spChg chg="mod">
          <ac:chgData name="Kesavan, Suresh" userId="249a176b-f49f-4de8-94ee-502d27afd651" providerId="ADAL" clId="{B6507157-D93E-4546-9967-EC6320F70F66}" dt="2024-05-24T06:08:48.086" v="42" actId="207"/>
          <ac:spMkLst>
            <pc:docMk/>
            <pc:sldMk cId="1308712819" sldId="984"/>
            <ac:spMk id="34" creationId="{1FB7BE69-CB79-4F8C-807D-ECB24AA2D50C}"/>
          </ac:spMkLst>
        </pc:spChg>
        <pc:spChg chg="mod">
          <ac:chgData name="Kesavan, Suresh" userId="249a176b-f49f-4de8-94ee-502d27afd651" providerId="ADAL" clId="{B6507157-D93E-4546-9967-EC6320F70F66}" dt="2024-05-24T06:08:48.086" v="42" actId="207"/>
          <ac:spMkLst>
            <pc:docMk/>
            <pc:sldMk cId="1308712819" sldId="984"/>
            <ac:spMk id="37" creationId="{1A47FE49-611C-4D27-9EBB-89FCF6982F63}"/>
          </ac:spMkLst>
        </pc:spChg>
        <pc:spChg chg="mod">
          <ac:chgData name="Kesavan, Suresh" userId="249a176b-f49f-4de8-94ee-502d27afd651" providerId="ADAL" clId="{B6507157-D93E-4546-9967-EC6320F70F66}" dt="2024-05-24T06:08:48.086" v="42" actId="207"/>
          <ac:spMkLst>
            <pc:docMk/>
            <pc:sldMk cId="1308712819" sldId="984"/>
            <ac:spMk id="38" creationId="{E8904D0C-6A11-4EC9-BC2C-F2DFAD52ACF9}"/>
          </ac:spMkLst>
        </pc:spChg>
        <pc:spChg chg="mod">
          <ac:chgData name="Kesavan, Suresh" userId="249a176b-f49f-4de8-94ee-502d27afd651" providerId="ADAL" clId="{B6507157-D93E-4546-9967-EC6320F70F66}" dt="2024-05-24T06:08:48.086" v="42" actId="207"/>
          <ac:spMkLst>
            <pc:docMk/>
            <pc:sldMk cId="1308712819" sldId="984"/>
            <ac:spMk id="41" creationId="{A72C855F-82BE-4BE8-8CC4-ADCEE28E04AB}"/>
          </ac:spMkLst>
        </pc:spChg>
        <pc:spChg chg="mod">
          <ac:chgData name="Kesavan, Suresh" userId="249a176b-f49f-4de8-94ee-502d27afd651" providerId="ADAL" clId="{B6507157-D93E-4546-9967-EC6320F70F66}" dt="2024-05-24T06:08:48.086" v="42" actId="207"/>
          <ac:spMkLst>
            <pc:docMk/>
            <pc:sldMk cId="1308712819" sldId="984"/>
            <ac:spMk id="42" creationId="{4AC2351D-0414-4B18-BA75-60B63EFEF7CE}"/>
          </ac:spMkLst>
        </pc:spChg>
        <pc:spChg chg="mod">
          <ac:chgData name="Kesavan, Suresh" userId="249a176b-f49f-4de8-94ee-502d27afd651" providerId="ADAL" clId="{B6507157-D93E-4546-9967-EC6320F70F66}" dt="2024-05-24T06:08:48.086" v="42" actId="207"/>
          <ac:spMkLst>
            <pc:docMk/>
            <pc:sldMk cId="1308712819" sldId="984"/>
            <ac:spMk id="43" creationId="{81F16990-1EC8-4751-ADA7-916D86335B03}"/>
          </ac:spMkLst>
        </pc:spChg>
        <pc:spChg chg="mod">
          <ac:chgData name="Kesavan, Suresh" userId="249a176b-f49f-4de8-94ee-502d27afd651" providerId="ADAL" clId="{B6507157-D93E-4546-9967-EC6320F70F66}" dt="2024-05-24T06:08:48.086" v="42" actId="207"/>
          <ac:spMkLst>
            <pc:docMk/>
            <pc:sldMk cId="1308712819" sldId="984"/>
            <ac:spMk id="44" creationId="{B4C900D3-04BD-4E86-8A51-5553B2A40590}"/>
          </ac:spMkLst>
        </pc:spChg>
        <pc:spChg chg="mod">
          <ac:chgData name="Kesavan, Suresh" userId="249a176b-f49f-4de8-94ee-502d27afd651" providerId="ADAL" clId="{B6507157-D93E-4546-9967-EC6320F70F66}" dt="2024-05-24T06:08:48.086" v="42" actId="207"/>
          <ac:spMkLst>
            <pc:docMk/>
            <pc:sldMk cId="1308712819" sldId="984"/>
            <ac:spMk id="45" creationId="{97A21AA7-6779-4B12-B08F-DFE3EFBCE632}"/>
          </ac:spMkLst>
        </pc:spChg>
        <pc:spChg chg="mod">
          <ac:chgData name="Kesavan, Suresh" userId="249a176b-f49f-4de8-94ee-502d27afd651" providerId="ADAL" clId="{B6507157-D93E-4546-9967-EC6320F70F66}" dt="2024-05-24T06:08:48.086" v="42" actId="207"/>
          <ac:spMkLst>
            <pc:docMk/>
            <pc:sldMk cId="1308712819" sldId="984"/>
            <ac:spMk id="46" creationId="{994F436D-A348-49AD-B426-E85A92B085F8}"/>
          </ac:spMkLst>
        </pc:spChg>
        <pc:spChg chg="mod">
          <ac:chgData name="Kesavan, Suresh" userId="249a176b-f49f-4de8-94ee-502d27afd651" providerId="ADAL" clId="{B6507157-D93E-4546-9967-EC6320F70F66}" dt="2024-05-24T06:08:48.086" v="42" actId="207"/>
          <ac:spMkLst>
            <pc:docMk/>
            <pc:sldMk cId="1308712819" sldId="984"/>
            <ac:spMk id="47" creationId="{0F72B650-D8E3-474A-B877-381C39297214}"/>
          </ac:spMkLst>
        </pc:spChg>
        <pc:spChg chg="mod">
          <ac:chgData name="Kesavan, Suresh" userId="249a176b-f49f-4de8-94ee-502d27afd651" providerId="ADAL" clId="{B6507157-D93E-4546-9967-EC6320F70F66}" dt="2024-05-24T06:08:48.086" v="42" actId="207"/>
          <ac:spMkLst>
            <pc:docMk/>
            <pc:sldMk cId="1308712819" sldId="984"/>
            <ac:spMk id="48" creationId="{62EBAAFA-6486-4F33-9147-33B092B96D3A}"/>
          </ac:spMkLst>
        </pc:spChg>
        <pc:spChg chg="mod">
          <ac:chgData name="Kesavan, Suresh" userId="249a176b-f49f-4de8-94ee-502d27afd651" providerId="ADAL" clId="{B6507157-D93E-4546-9967-EC6320F70F66}" dt="2024-05-24T06:08:48.086" v="42" actId="207"/>
          <ac:spMkLst>
            <pc:docMk/>
            <pc:sldMk cId="1308712819" sldId="984"/>
            <ac:spMk id="49" creationId="{23BC9EE6-01C2-4F5E-8ED8-ECF321629E2C}"/>
          </ac:spMkLst>
        </pc:spChg>
        <pc:spChg chg="mod">
          <ac:chgData name="Kesavan, Suresh" userId="249a176b-f49f-4de8-94ee-502d27afd651" providerId="ADAL" clId="{B6507157-D93E-4546-9967-EC6320F70F66}" dt="2024-05-24T06:08:48.086" v="42" actId="207"/>
          <ac:spMkLst>
            <pc:docMk/>
            <pc:sldMk cId="1308712819" sldId="984"/>
            <ac:spMk id="50" creationId="{A34E171B-556F-4396-8CB4-191DD5650FD6}"/>
          </ac:spMkLst>
        </pc:spChg>
        <pc:spChg chg="mod">
          <ac:chgData name="Kesavan, Suresh" userId="249a176b-f49f-4de8-94ee-502d27afd651" providerId="ADAL" clId="{B6507157-D93E-4546-9967-EC6320F70F66}" dt="2024-05-24T06:08:48.086" v="42" actId="207"/>
          <ac:spMkLst>
            <pc:docMk/>
            <pc:sldMk cId="1308712819" sldId="984"/>
            <ac:spMk id="51" creationId="{8776F617-D0D7-4E2D-9051-ED72B0619F12}"/>
          </ac:spMkLst>
        </pc:spChg>
        <pc:spChg chg="mod">
          <ac:chgData name="Kesavan, Suresh" userId="249a176b-f49f-4de8-94ee-502d27afd651" providerId="ADAL" clId="{B6507157-D93E-4546-9967-EC6320F70F66}" dt="2024-05-24T06:08:48.086" v="42" actId="207"/>
          <ac:spMkLst>
            <pc:docMk/>
            <pc:sldMk cId="1308712819" sldId="984"/>
            <ac:spMk id="52" creationId="{570A8DF4-7C0E-4E0C-B56F-2749225693B6}"/>
          </ac:spMkLst>
        </pc:spChg>
        <pc:spChg chg="mod">
          <ac:chgData name="Kesavan, Suresh" userId="249a176b-f49f-4de8-94ee-502d27afd651" providerId="ADAL" clId="{B6507157-D93E-4546-9967-EC6320F70F66}" dt="2024-05-24T06:08:48.086" v="42" actId="207"/>
          <ac:spMkLst>
            <pc:docMk/>
            <pc:sldMk cId="1308712819" sldId="984"/>
            <ac:spMk id="53" creationId="{C84D9643-5609-4ACC-AA1E-77D1C74BDCA3}"/>
          </ac:spMkLst>
        </pc:spChg>
        <pc:spChg chg="mod">
          <ac:chgData name="Kesavan, Suresh" userId="249a176b-f49f-4de8-94ee-502d27afd651" providerId="ADAL" clId="{B6507157-D93E-4546-9967-EC6320F70F66}" dt="2024-05-24T06:08:48.086" v="42" actId="207"/>
          <ac:spMkLst>
            <pc:docMk/>
            <pc:sldMk cId="1308712819" sldId="984"/>
            <ac:spMk id="56" creationId="{7DF310D0-C2EC-401D-8496-3DA34102EFE6}"/>
          </ac:spMkLst>
        </pc:spChg>
        <pc:spChg chg="mod">
          <ac:chgData name="Kesavan, Suresh" userId="249a176b-f49f-4de8-94ee-502d27afd651" providerId="ADAL" clId="{B6507157-D93E-4546-9967-EC6320F70F66}" dt="2024-05-24T06:08:48.086" v="42" actId="207"/>
          <ac:spMkLst>
            <pc:docMk/>
            <pc:sldMk cId="1308712819" sldId="984"/>
            <ac:spMk id="57" creationId="{8EAAE67F-FECD-4850-94E8-4962A6BFC574}"/>
          </ac:spMkLst>
        </pc:spChg>
        <pc:spChg chg="mod">
          <ac:chgData name="Kesavan, Suresh" userId="249a176b-f49f-4de8-94ee-502d27afd651" providerId="ADAL" clId="{B6507157-D93E-4546-9967-EC6320F70F66}" dt="2024-05-24T06:08:48.086" v="42" actId="207"/>
          <ac:spMkLst>
            <pc:docMk/>
            <pc:sldMk cId="1308712819" sldId="984"/>
            <ac:spMk id="59" creationId="{37EA9954-E582-4466-9B3D-4905800A9935}"/>
          </ac:spMkLst>
        </pc:spChg>
        <pc:spChg chg="mod">
          <ac:chgData name="Kesavan, Suresh" userId="249a176b-f49f-4de8-94ee-502d27afd651" providerId="ADAL" clId="{B6507157-D93E-4546-9967-EC6320F70F66}" dt="2024-05-24T06:08:48.086" v="42" actId="207"/>
          <ac:spMkLst>
            <pc:docMk/>
            <pc:sldMk cId="1308712819" sldId="984"/>
            <ac:spMk id="60" creationId="{712CE290-668E-4C0F-A9B5-F95B8CDC4299}"/>
          </ac:spMkLst>
        </pc:spChg>
        <pc:spChg chg="mod">
          <ac:chgData name="Kesavan, Suresh" userId="249a176b-f49f-4de8-94ee-502d27afd651" providerId="ADAL" clId="{B6507157-D93E-4546-9967-EC6320F70F66}" dt="2024-05-24T06:08:48.086" v="42" actId="207"/>
          <ac:spMkLst>
            <pc:docMk/>
            <pc:sldMk cId="1308712819" sldId="984"/>
            <ac:spMk id="62" creationId="{ED0A535D-E12F-43CD-83EC-730A0F2D19E7}"/>
          </ac:spMkLst>
        </pc:spChg>
        <pc:spChg chg="mod">
          <ac:chgData name="Kesavan, Suresh" userId="249a176b-f49f-4de8-94ee-502d27afd651" providerId="ADAL" clId="{B6507157-D93E-4546-9967-EC6320F70F66}" dt="2024-05-24T06:08:48.086" v="42" actId="207"/>
          <ac:spMkLst>
            <pc:docMk/>
            <pc:sldMk cId="1308712819" sldId="984"/>
            <ac:spMk id="66" creationId="{488CF0FA-2F2D-4170-9749-7DA7353F9705}"/>
          </ac:spMkLst>
        </pc:spChg>
        <pc:spChg chg="mod">
          <ac:chgData name="Kesavan, Suresh" userId="249a176b-f49f-4de8-94ee-502d27afd651" providerId="ADAL" clId="{B6507157-D93E-4546-9967-EC6320F70F66}" dt="2024-05-24T06:08:48.086" v="42" actId="207"/>
          <ac:spMkLst>
            <pc:docMk/>
            <pc:sldMk cId="1308712819" sldId="984"/>
            <ac:spMk id="92" creationId="{93C9B11A-DDCC-4186-9C6A-7B2C418F99A2}"/>
          </ac:spMkLst>
        </pc:spChg>
        <pc:spChg chg="mod">
          <ac:chgData name="Kesavan, Suresh" userId="249a176b-f49f-4de8-94ee-502d27afd651" providerId="ADAL" clId="{B6507157-D93E-4546-9967-EC6320F70F66}" dt="2024-05-24T06:08:48.086" v="42" actId="207"/>
          <ac:spMkLst>
            <pc:docMk/>
            <pc:sldMk cId="1308712819" sldId="984"/>
            <ac:spMk id="93" creationId="{8E80787C-181F-46C5-9FB2-862C4A6408A0}"/>
          </ac:spMkLst>
        </pc:spChg>
        <pc:spChg chg="mod">
          <ac:chgData name="Kesavan, Suresh" userId="249a176b-f49f-4de8-94ee-502d27afd651" providerId="ADAL" clId="{B6507157-D93E-4546-9967-EC6320F70F66}" dt="2024-05-24T06:08:48.086" v="42" actId="207"/>
          <ac:spMkLst>
            <pc:docMk/>
            <pc:sldMk cId="1308712819" sldId="984"/>
            <ac:spMk id="94" creationId="{6E8A7B06-846A-48FA-8BFB-103D2C6B769A}"/>
          </ac:spMkLst>
        </pc:spChg>
        <pc:spChg chg="mod">
          <ac:chgData name="Kesavan, Suresh" userId="249a176b-f49f-4de8-94ee-502d27afd651" providerId="ADAL" clId="{B6507157-D93E-4546-9967-EC6320F70F66}" dt="2024-05-24T06:08:48.086" v="42" actId="207"/>
          <ac:spMkLst>
            <pc:docMk/>
            <pc:sldMk cId="1308712819" sldId="984"/>
            <ac:spMk id="98" creationId="{F2B40547-B964-47F3-9D1F-11CBEA9338BA}"/>
          </ac:spMkLst>
        </pc:spChg>
        <pc:spChg chg="mod">
          <ac:chgData name="Kesavan, Suresh" userId="249a176b-f49f-4de8-94ee-502d27afd651" providerId="ADAL" clId="{B6507157-D93E-4546-9967-EC6320F70F66}" dt="2024-05-24T06:08:48.086" v="42" actId="207"/>
          <ac:spMkLst>
            <pc:docMk/>
            <pc:sldMk cId="1308712819" sldId="984"/>
            <ac:spMk id="99" creationId="{E9FE43BC-5332-40B2-AF9D-DA69670E5B3F}"/>
          </ac:spMkLst>
        </pc:spChg>
        <pc:spChg chg="mod">
          <ac:chgData name="Kesavan, Suresh" userId="249a176b-f49f-4de8-94ee-502d27afd651" providerId="ADAL" clId="{B6507157-D93E-4546-9967-EC6320F70F66}" dt="2024-05-24T06:08:48.086" v="42" actId="207"/>
          <ac:spMkLst>
            <pc:docMk/>
            <pc:sldMk cId="1308712819" sldId="984"/>
            <ac:spMk id="102" creationId="{73FED5EF-9450-4125-9535-8BEE98AC163E}"/>
          </ac:spMkLst>
        </pc:spChg>
        <pc:grpChg chg="mod">
          <ac:chgData name="Kesavan, Suresh" userId="249a176b-f49f-4de8-94ee-502d27afd651" providerId="ADAL" clId="{B6507157-D93E-4546-9967-EC6320F70F66}" dt="2024-05-24T06:08:57.587" v="54" actId="1035"/>
          <ac:grpSpMkLst>
            <pc:docMk/>
            <pc:sldMk cId="1308712819" sldId="984"/>
            <ac:grpSpMk id="3" creationId="{26BA20BC-0728-4FF4-9438-6D68B254878C}"/>
          </ac:grpSpMkLst>
        </pc:grpChg>
        <pc:grpChg chg="mod">
          <ac:chgData name="Kesavan, Suresh" userId="249a176b-f49f-4de8-94ee-502d27afd651" providerId="ADAL" clId="{B6507157-D93E-4546-9967-EC6320F70F66}" dt="2024-05-24T06:08:57.587" v="54" actId="1035"/>
          <ac:grpSpMkLst>
            <pc:docMk/>
            <pc:sldMk cId="1308712819" sldId="984"/>
            <ac:grpSpMk id="4" creationId="{99EAB3BA-A9A6-436F-9D8A-CF718A7C85EF}"/>
          </ac:grpSpMkLst>
        </pc:grpChg>
        <pc:grpChg chg="mod">
          <ac:chgData name="Kesavan, Suresh" userId="249a176b-f49f-4de8-94ee-502d27afd651" providerId="ADAL" clId="{B6507157-D93E-4546-9967-EC6320F70F66}" dt="2024-05-24T06:08:57.587" v="54" actId="1035"/>
          <ac:grpSpMkLst>
            <pc:docMk/>
            <pc:sldMk cId="1308712819" sldId="984"/>
            <ac:grpSpMk id="5" creationId="{36435492-0394-4437-BB83-4B3DEC36A40D}"/>
          </ac:grpSpMkLst>
        </pc:grpChg>
        <pc:picChg chg="mod">
          <ac:chgData name="Kesavan, Suresh" userId="249a176b-f49f-4de8-94ee-502d27afd651" providerId="ADAL" clId="{B6507157-D93E-4546-9967-EC6320F70F66}" dt="2024-05-24T06:08:48.086" v="42" actId="207"/>
          <ac:picMkLst>
            <pc:docMk/>
            <pc:sldMk cId="1308712819" sldId="984"/>
            <ac:picMk id="54" creationId="{CC272F16-BB4C-4F63-A88B-D3F70F0C0235}"/>
          </ac:picMkLst>
        </pc:picChg>
      </pc:sldChg>
      <pc:sldChg chg="modSp add mod">
        <pc:chgData name="Kesavan, Suresh" userId="249a176b-f49f-4de8-94ee-502d27afd651" providerId="ADAL" clId="{B6507157-D93E-4546-9967-EC6320F70F66}" dt="2024-05-24T07:02:57.875" v="324" actId="2711"/>
        <pc:sldMkLst>
          <pc:docMk/>
          <pc:sldMk cId="1326149702" sldId="985"/>
        </pc:sldMkLst>
        <pc:spChg chg="mod">
          <ac:chgData name="Kesavan, Suresh" userId="249a176b-f49f-4de8-94ee-502d27afd651" providerId="ADAL" clId="{B6507157-D93E-4546-9967-EC6320F70F66}" dt="2024-05-24T07:02:57.875" v="324" actId="2711"/>
          <ac:spMkLst>
            <pc:docMk/>
            <pc:sldMk cId="1326149702" sldId="985"/>
            <ac:spMk id="7" creationId="{35CA6031-2E42-4FEC-BC49-40EDA16FD0CB}"/>
          </ac:spMkLst>
        </pc:spChg>
        <pc:spChg chg="mod">
          <ac:chgData name="Kesavan, Suresh" userId="249a176b-f49f-4de8-94ee-502d27afd651" providerId="ADAL" clId="{B6507157-D93E-4546-9967-EC6320F70F66}" dt="2024-05-24T06:08:30.479" v="39" actId="207"/>
          <ac:spMkLst>
            <pc:docMk/>
            <pc:sldMk cId="1326149702" sldId="985"/>
            <ac:spMk id="30" creationId="{D199C98E-1143-4F34-82D4-445D93B6BD14}"/>
          </ac:spMkLst>
        </pc:spChg>
        <pc:spChg chg="mod">
          <ac:chgData name="Kesavan, Suresh" userId="249a176b-f49f-4de8-94ee-502d27afd651" providerId="ADAL" clId="{B6507157-D93E-4546-9967-EC6320F70F66}" dt="2024-05-24T06:08:30.479" v="39" actId="207"/>
          <ac:spMkLst>
            <pc:docMk/>
            <pc:sldMk cId="1326149702" sldId="985"/>
            <ac:spMk id="31" creationId="{00E205AB-816E-4A6F-BEF1-2FC9AA3E7BAD}"/>
          </ac:spMkLst>
        </pc:spChg>
        <pc:spChg chg="mod">
          <ac:chgData name="Kesavan, Suresh" userId="249a176b-f49f-4de8-94ee-502d27afd651" providerId="ADAL" clId="{B6507157-D93E-4546-9967-EC6320F70F66}" dt="2024-05-24T06:08:30.479" v="39" actId="207"/>
          <ac:spMkLst>
            <pc:docMk/>
            <pc:sldMk cId="1326149702" sldId="985"/>
            <ac:spMk id="32" creationId="{823F95E6-258E-4864-8F9D-92B7445FCD4A}"/>
          </ac:spMkLst>
        </pc:spChg>
        <pc:spChg chg="mod">
          <ac:chgData name="Kesavan, Suresh" userId="249a176b-f49f-4de8-94ee-502d27afd651" providerId="ADAL" clId="{B6507157-D93E-4546-9967-EC6320F70F66}" dt="2024-05-24T06:08:30.479" v="39" actId="207"/>
          <ac:spMkLst>
            <pc:docMk/>
            <pc:sldMk cId="1326149702" sldId="985"/>
            <ac:spMk id="33" creationId="{C2DEAFE1-D4F7-4F17-BFEA-6756C94D8085}"/>
          </ac:spMkLst>
        </pc:spChg>
        <pc:spChg chg="mod">
          <ac:chgData name="Kesavan, Suresh" userId="249a176b-f49f-4de8-94ee-502d27afd651" providerId="ADAL" clId="{B6507157-D93E-4546-9967-EC6320F70F66}" dt="2024-05-24T06:08:30.479" v="39" actId="207"/>
          <ac:spMkLst>
            <pc:docMk/>
            <pc:sldMk cId="1326149702" sldId="985"/>
            <ac:spMk id="34" creationId="{5CB69CCA-A11A-4971-B011-30CD2F4BEC33}"/>
          </ac:spMkLst>
        </pc:spChg>
        <pc:spChg chg="mod">
          <ac:chgData name="Kesavan, Suresh" userId="249a176b-f49f-4de8-94ee-502d27afd651" providerId="ADAL" clId="{B6507157-D93E-4546-9967-EC6320F70F66}" dt="2024-05-24T06:08:30.479" v="39" actId="207"/>
          <ac:spMkLst>
            <pc:docMk/>
            <pc:sldMk cId="1326149702" sldId="985"/>
            <ac:spMk id="35" creationId="{796B13C1-F247-4F20-8346-6D02C57B80D2}"/>
          </ac:spMkLst>
        </pc:spChg>
        <pc:spChg chg="mod">
          <ac:chgData name="Kesavan, Suresh" userId="249a176b-f49f-4de8-94ee-502d27afd651" providerId="ADAL" clId="{B6507157-D93E-4546-9967-EC6320F70F66}" dt="2024-05-24T06:08:30.479" v="39" actId="207"/>
          <ac:spMkLst>
            <pc:docMk/>
            <pc:sldMk cId="1326149702" sldId="985"/>
            <ac:spMk id="36" creationId="{679E22E3-6943-4237-AB54-2DF863975A08}"/>
          </ac:spMkLst>
        </pc:spChg>
        <pc:spChg chg="mod">
          <ac:chgData name="Kesavan, Suresh" userId="249a176b-f49f-4de8-94ee-502d27afd651" providerId="ADAL" clId="{B6507157-D93E-4546-9967-EC6320F70F66}" dt="2024-05-24T06:08:30.479" v="39" actId="207"/>
          <ac:spMkLst>
            <pc:docMk/>
            <pc:sldMk cId="1326149702" sldId="985"/>
            <ac:spMk id="37" creationId="{5219E7B3-3AFE-4417-B40E-A53BC58FD3FF}"/>
          </ac:spMkLst>
        </pc:spChg>
        <pc:spChg chg="mod">
          <ac:chgData name="Kesavan, Suresh" userId="249a176b-f49f-4de8-94ee-502d27afd651" providerId="ADAL" clId="{B6507157-D93E-4546-9967-EC6320F70F66}" dt="2024-05-24T06:08:30.479" v="39" actId="207"/>
          <ac:spMkLst>
            <pc:docMk/>
            <pc:sldMk cId="1326149702" sldId="985"/>
            <ac:spMk id="39" creationId="{ECA120E9-65AC-4061-942A-E868861278CD}"/>
          </ac:spMkLst>
        </pc:spChg>
        <pc:spChg chg="mod">
          <ac:chgData name="Kesavan, Suresh" userId="249a176b-f49f-4de8-94ee-502d27afd651" providerId="ADAL" clId="{B6507157-D93E-4546-9967-EC6320F70F66}" dt="2024-05-24T06:08:30.479" v="39" actId="207"/>
          <ac:spMkLst>
            <pc:docMk/>
            <pc:sldMk cId="1326149702" sldId="985"/>
            <ac:spMk id="40" creationId="{7829942D-5AF3-4446-BEC0-569A444E057F}"/>
          </ac:spMkLst>
        </pc:spChg>
        <pc:spChg chg="mod">
          <ac:chgData name="Kesavan, Suresh" userId="249a176b-f49f-4de8-94ee-502d27afd651" providerId="ADAL" clId="{B6507157-D93E-4546-9967-EC6320F70F66}" dt="2024-05-24T06:08:30.479" v="39" actId="207"/>
          <ac:spMkLst>
            <pc:docMk/>
            <pc:sldMk cId="1326149702" sldId="985"/>
            <ac:spMk id="41" creationId="{779A349D-FDBE-4B6B-A716-E7DC5F18AA02}"/>
          </ac:spMkLst>
        </pc:spChg>
        <pc:spChg chg="mod">
          <ac:chgData name="Kesavan, Suresh" userId="249a176b-f49f-4de8-94ee-502d27afd651" providerId="ADAL" clId="{B6507157-D93E-4546-9967-EC6320F70F66}" dt="2024-05-24T06:08:30.479" v="39" actId="207"/>
          <ac:spMkLst>
            <pc:docMk/>
            <pc:sldMk cId="1326149702" sldId="985"/>
            <ac:spMk id="42" creationId="{3E62AF92-8057-4165-ABAF-40859BC58C0A}"/>
          </ac:spMkLst>
        </pc:spChg>
        <pc:spChg chg="mod">
          <ac:chgData name="Kesavan, Suresh" userId="249a176b-f49f-4de8-94ee-502d27afd651" providerId="ADAL" clId="{B6507157-D93E-4546-9967-EC6320F70F66}" dt="2024-05-24T06:08:30.479" v="39" actId="207"/>
          <ac:spMkLst>
            <pc:docMk/>
            <pc:sldMk cId="1326149702" sldId="985"/>
            <ac:spMk id="43" creationId="{3F818FA3-F9BD-490E-A6AB-69A0EB2501AA}"/>
          </ac:spMkLst>
        </pc:spChg>
        <pc:spChg chg="mod">
          <ac:chgData name="Kesavan, Suresh" userId="249a176b-f49f-4de8-94ee-502d27afd651" providerId="ADAL" clId="{B6507157-D93E-4546-9967-EC6320F70F66}" dt="2024-05-24T06:08:30.479" v="39" actId="207"/>
          <ac:spMkLst>
            <pc:docMk/>
            <pc:sldMk cId="1326149702" sldId="985"/>
            <ac:spMk id="45" creationId="{8F4E4F88-DF34-4150-8629-B9B117494B93}"/>
          </ac:spMkLst>
        </pc:spChg>
        <pc:spChg chg="mod">
          <ac:chgData name="Kesavan, Suresh" userId="249a176b-f49f-4de8-94ee-502d27afd651" providerId="ADAL" clId="{B6507157-D93E-4546-9967-EC6320F70F66}" dt="2024-05-24T06:08:30.479" v="39" actId="207"/>
          <ac:spMkLst>
            <pc:docMk/>
            <pc:sldMk cId="1326149702" sldId="985"/>
            <ac:spMk id="46" creationId="{FA5C1061-2855-4628-9374-89425E27A4C1}"/>
          </ac:spMkLst>
        </pc:spChg>
        <pc:spChg chg="mod">
          <ac:chgData name="Kesavan, Suresh" userId="249a176b-f49f-4de8-94ee-502d27afd651" providerId="ADAL" clId="{B6507157-D93E-4546-9967-EC6320F70F66}" dt="2024-05-24T06:08:30.479" v="39" actId="207"/>
          <ac:spMkLst>
            <pc:docMk/>
            <pc:sldMk cId="1326149702" sldId="985"/>
            <ac:spMk id="47" creationId="{E8AA24A8-6E35-4D86-B930-A7377C2AC369}"/>
          </ac:spMkLst>
        </pc:spChg>
        <pc:spChg chg="mod">
          <ac:chgData name="Kesavan, Suresh" userId="249a176b-f49f-4de8-94ee-502d27afd651" providerId="ADAL" clId="{B6507157-D93E-4546-9967-EC6320F70F66}" dt="2024-05-24T06:08:30.479" v="39" actId="207"/>
          <ac:spMkLst>
            <pc:docMk/>
            <pc:sldMk cId="1326149702" sldId="985"/>
            <ac:spMk id="48" creationId="{AA3F6CE0-23C6-44CC-9661-D4C9D9031491}"/>
          </ac:spMkLst>
        </pc:spChg>
        <pc:spChg chg="mod">
          <ac:chgData name="Kesavan, Suresh" userId="249a176b-f49f-4de8-94ee-502d27afd651" providerId="ADAL" clId="{B6507157-D93E-4546-9967-EC6320F70F66}" dt="2024-05-24T06:08:30.479" v="39" actId="207"/>
          <ac:spMkLst>
            <pc:docMk/>
            <pc:sldMk cId="1326149702" sldId="985"/>
            <ac:spMk id="77" creationId="{2090F5CD-4A34-4F9B-B5AF-528F5024AF9B}"/>
          </ac:spMkLst>
        </pc:spChg>
        <pc:spChg chg="mod">
          <ac:chgData name="Kesavan, Suresh" userId="249a176b-f49f-4de8-94ee-502d27afd651" providerId="ADAL" clId="{B6507157-D93E-4546-9967-EC6320F70F66}" dt="2024-05-24T06:08:30.479" v="39" actId="207"/>
          <ac:spMkLst>
            <pc:docMk/>
            <pc:sldMk cId="1326149702" sldId="985"/>
            <ac:spMk id="78" creationId="{9E205F3D-78F0-40FE-B792-D4B64E1CB775}"/>
          </ac:spMkLst>
        </pc:spChg>
        <pc:spChg chg="mod">
          <ac:chgData name="Kesavan, Suresh" userId="249a176b-f49f-4de8-94ee-502d27afd651" providerId="ADAL" clId="{B6507157-D93E-4546-9967-EC6320F70F66}" dt="2024-05-24T06:08:30.479" v="39" actId="207"/>
          <ac:spMkLst>
            <pc:docMk/>
            <pc:sldMk cId="1326149702" sldId="985"/>
            <ac:spMk id="79" creationId="{C4D103D1-94AF-4E5B-9A9D-AD444B7443AF}"/>
          </ac:spMkLst>
        </pc:spChg>
        <pc:spChg chg="mod">
          <ac:chgData name="Kesavan, Suresh" userId="249a176b-f49f-4de8-94ee-502d27afd651" providerId="ADAL" clId="{B6507157-D93E-4546-9967-EC6320F70F66}" dt="2024-05-24T06:08:30.479" v="39" actId="207"/>
          <ac:spMkLst>
            <pc:docMk/>
            <pc:sldMk cId="1326149702" sldId="985"/>
            <ac:spMk id="80" creationId="{0106366B-C6FC-49B0-A5BF-4ED826080EAE}"/>
          </ac:spMkLst>
        </pc:spChg>
        <pc:spChg chg="mod">
          <ac:chgData name="Kesavan, Suresh" userId="249a176b-f49f-4de8-94ee-502d27afd651" providerId="ADAL" clId="{B6507157-D93E-4546-9967-EC6320F70F66}" dt="2024-05-24T06:08:30.479" v="39" actId="207"/>
          <ac:spMkLst>
            <pc:docMk/>
            <pc:sldMk cId="1326149702" sldId="985"/>
            <ac:spMk id="84" creationId="{F982CD6F-6A09-4791-855F-07A9340F4122}"/>
          </ac:spMkLst>
        </pc:spChg>
        <pc:spChg chg="mod">
          <ac:chgData name="Kesavan, Suresh" userId="249a176b-f49f-4de8-94ee-502d27afd651" providerId="ADAL" clId="{B6507157-D93E-4546-9967-EC6320F70F66}" dt="2024-05-24T06:08:30.479" v="39" actId="207"/>
          <ac:spMkLst>
            <pc:docMk/>
            <pc:sldMk cId="1326149702" sldId="985"/>
            <ac:spMk id="90" creationId="{CE9A13F5-D260-4D10-BDD3-4A81043DF15C}"/>
          </ac:spMkLst>
        </pc:spChg>
        <pc:spChg chg="mod">
          <ac:chgData name="Kesavan, Suresh" userId="249a176b-f49f-4de8-94ee-502d27afd651" providerId="ADAL" clId="{B6507157-D93E-4546-9967-EC6320F70F66}" dt="2024-05-24T06:08:30.479" v="39" actId="207"/>
          <ac:spMkLst>
            <pc:docMk/>
            <pc:sldMk cId="1326149702" sldId="985"/>
            <ac:spMk id="97" creationId="{4EA42646-9885-49E0-89FF-2FA252A73460}"/>
          </ac:spMkLst>
        </pc:spChg>
        <pc:spChg chg="mod">
          <ac:chgData name="Kesavan, Suresh" userId="249a176b-f49f-4de8-94ee-502d27afd651" providerId="ADAL" clId="{B6507157-D93E-4546-9967-EC6320F70F66}" dt="2024-05-24T06:08:30.479" v="39" actId="207"/>
          <ac:spMkLst>
            <pc:docMk/>
            <pc:sldMk cId="1326149702" sldId="985"/>
            <ac:spMk id="98" creationId="{D11B3D43-3277-4C3D-9B6A-CCC364FD73A2}"/>
          </ac:spMkLst>
        </pc:spChg>
        <pc:spChg chg="mod">
          <ac:chgData name="Kesavan, Suresh" userId="249a176b-f49f-4de8-94ee-502d27afd651" providerId="ADAL" clId="{B6507157-D93E-4546-9967-EC6320F70F66}" dt="2024-05-24T06:08:30.479" v="39" actId="207"/>
          <ac:spMkLst>
            <pc:docMk/>
            <pc:sldMk cId="1326149702" sldId="985"/>
            <ac:spMk id="99" creationId="{65D4E576-2D10-434F-ACD8-ED0CBF66012E}"/>
          </ac:spMkLst>
        </pc:spChg>
        <pc:spChg chg="mod">
          <ac:chgData name="Kesavan, Suresh" userId="249a176b-f49f-4de8-94ee-502d27afd651" providerId="ADAL" clId="{B6507157-D93E-4546-9967-EC6320F70F66}" dt="2024-05-24T06:08:30.479" v="39" actId="207"/>
          <ac:spMkLst>
            <pc:docMk/>
            <pc:sldMk cId="1326149702" sldId="985"/>
            <ac:spMk id="100" creationId="{8A9D4727-55C0-4ABB-B9C1-5C626AD88CD5}"/>
          </ac:spMkLst>
        </pc:spChg>
        <pc:spChg chg="mod">
          <ac:chgData name="Kesavan, Suresh" userId="249a176b-f49f-4de8-94ee-502d27afd651" providerId="ADAL" clId="{B6507157-D93E-4546-9967-EC6320F70F66}" dt="2024-05-24T06:08:30.479" v="39" actId="207"/>
          <ac:spMkLst>
            <pc:docMk/>
            <pc:sldMk cId="1326149702" sldId="985"/>
            <ac:spMk id="101" creationId="{C7C47792-DE33-4FC1-9F86-4B06B8292257}"/>
          </ac:spMkLst>
        </pc:spChg>
        <pc:grpChg chg="mod">
          <ac:chgData name="Kesavan, Suresh" userId="249a176b-f49f-4de8-94ee-502d27afd651" providerId="ADAL" clId="{B6507157-D93E-4546-9967-EC6320F70F66}" dt="2024-05-24T06:08:30.479" v="39" actId="207"/>
          <ac:grpSpMkLst>
            <pc:docMk/>
            <pc:sldMk cId="1326149702" sldId="985"/>
            <ac:grpSpMk id="2" creationId="{3259D536-95D4-441F-85BC-EA140FB3C363}"/>
          </ac:grpSpMkLst>
        </pc:grpChg>
        <pc:grpChg chg="mod">
          <ac:chgData name="Kesavan, Suresh" userId="249a176b-f49f-4de8-94ee-502d27afd651" providerId="ADAL" clId="{B6507157-D93E-4546-9967-EC6320F70F66}" dt="2024-05-24T06:08:30.479" v="39" actId="207"/>
          <ac:grpSpMkLst>
            <pc:docMk/>
            <pc:sldMk cId="1326149702" sldId="985"/>
            <ac:grpSpMk id="4" creationId="{1E494A26-3FA2-4984-B47C-D53842E1860C}"/>
          </ac:grpSpMkLst>
        </pc:grpChg>
      </pc:sldChg>
      <pc:sldChg chg="modSp add mod">
        <pc:chgData name="Kesavan, Suresh" userId="249a176b-f49f-4de8-94ee-502d27afd651" providerId="ADAL" clId="{B6507157-D93E-4546-9967-EC6320F70F66}" dt="2024-05-24T06:15:28.609" v="179" actId="113"/>
        <pc:sldMkLst>
          <pc:docMk/>
          <pc:sldMk cId="3746436978" sldId="986"/>
        </pc:sldMkLst>
        <pc:spChg chg="mod">
          <ac:chgData name="Kesavan, Suresh" userId="249a176b-f49f-4de8-94ee-502d27afd651" providerId="ADAL" clId="{B6507157-D93E-4546-9967-EC6320F70F66}" dt="2024-05-24T06:15:28.609" v="179" actId="113"/>
          <ac:spMkLst>
            <pc:docMk/>
            <pc:sldMk cId="3746436978" sldId="986"/>
            <ac:spMk id="2" creationId="{6318A966-A631-4E97-84E8-4B177544910D}"/>
          </ac:spMkLst>
        </pc:spChg>
      </pc:sldChg>
      <pc:sldChg chg="del ord">
        <pc:chgData name="Kesavan, Suresh" userId="249a176b-f49f-4de8-94ee-502d27afd651" providerId="ADAL" clId="{B6507157-D93E-4546-9967-EC6320F70F66}" dt="2024-05-24T07:37:10.637" v="497" actId="47"/>
        <pc:sldMkLst>
          <pc:docMk/>
          <pc:sldMk cId="281489232" sldId="1989"/>
        </pc:sldMkLst>
      </pc:sldChg>
      <pc:sldChg chg="addSp delSp modSp add mod">
        <pc:chgData name="Kesavan, Suresh" userId="249a176b-f49f-4de8-94ee-502d27afd651" providerId="ADAL" clId="{B6507157-D93E-4546-9967-EC6320F70F66}" dt="2024-05-24T06:15:09.155" v="176" actId="478"/>
        <pc:sldMkLst>
          <pc:docMk/>
          <pc:sldMk cId="1268157820" sldId="1990"/>
        </pc:sldMkLst>
        <pc:spChg chg="del">
          <ac:chgData name="Kesavan, Suresh" userId="249a176b-f49f-4de8-94ee-502d27afd651" providerId="ADAL" clId="{B6507157-D93E-4546-9967-EC6320F70F66}" dt="2024-05-24T06:13:54.370" v="166" actId="478"/>
          <ac:spMkLst>
            <pc:docMk/>
            <pc:sldMk cId="1268157820" sldId="1990"/>
            <ac:spMk id="2" creationId="{6A9EFB7D-4E71-4B8E-B7F1-2169963A0D3D}"/>
          </ac:spMkLst>
        </pc:spChg>
        <pc:spChg chg="add del mod">
          <ac:chgData name="Kesavan, Suresh" userId="249a176b-f49f-4de8-94ee-502d27afd651" providerId="ADAL" clId="{B6507157-D93E-4546-9967-EC6320F70F66}" dt="2024-05-24T06:14:11.501" v="169" actId="21"/>
          <ac:spMkLst>
            <pc:docMk/>
            <pc:sldMk cId="1268157820" sldId="1990"/>
            <ac:spMk id="3" creationId="{3B1BDF6D-31A6-C5EB-74F1-6A4BD529D2E2}"/>
          </ac:spMkLst>
        </pc:spChg>
        <pc:spChg chg="add del mod">
          <ac:chgData name="Kesavan, Suresh" userId="249a176b-f49f-4de8-94ee-502d27afd651" providerId="ADAL" clId="{B6507157-D93E-4546-9967-EC6320F70F66}" dt="2024-05-24T06:14:02.052" v="167" actId="21"/>
          <ac:spMkLst>
            <pc:docMk/>
            <pc:sldMk cId="1268157820" sldId="1990"/>
            <ac:spMk id="4" creationId="{1EF77A3B-E980-368F-7ED5-AA0A805AB10C}"/>
          </ac:spMkLst>
        </pc:spChg>
        <pc:spChg chg="del">
          <ac:chgData name="Kesavan, Suresh" userId="249a176b-f49f-4de8-94ee-502d27afd651" providerId="ADAL" clId="{B6507157-D93E-4546-9967-EC6320F70F66}" dt="2024-05-24T06:13:54.370" v="166" actId="478"/>
          <ac:spMkLst>
            <pc:docMk/>
            <pc:sldMk cId="1268157820" sldId="1990"/>
            <ac:spMk id="5" creationId="{3DC0350A-550E-4ED3-A4B0-3566E53A4435}"/>
          </ac:spMkLst>
        </pc:spChg>
        <pc:spChg chg="del">
          <ac:chgData name="Kesavan, Suresh" userId="249a176b-f49f-4de8-94ee-502d27afd651" providerId="ADAL" clId="{B6507157-D93E-4546-9967-EC6320F70F66}" dt="2024-05-24T06:13:54.370" v="166" actId="478"/>
          <ac:spMkLst>
            <pc:docMk/>
            <pc:sldMk cId="1268157820" sldId="1990"/>
            <ac:spMk id="6" creationId="{F0124E5F-30D3-4B0D-8BBB-A1B0FBBFD4D1}"/>
          </ac:spMkLst>
        </pc:spChg>
        <pc:spChg chg="add del mod">
          <ac:chgData name="Kesavan, Suresh" userId="249a176b-f49f-4de8-94ee-502d27afd651" providerId="ADAL" clId="{B6507157-D93E-4546-9967-EC6320F70F66}" dt="2024-05-24T06:14:08.341" v="168" actId="21"/>
          <ac:spMkLst>
            <pc:docMk/>
            <pc:sldMk cId="1268157820" sldId="1990"/>
            <ac:spMk id="7" creationId="{9DDDA2BD-5574-F155-C1A5-35AFAB3BF060}"/>
          </ac:spMkLst>
        </pc:spChg>
        <pc:spChg chg="del">
          <ac:chgData name="Kesavan, Suresh" userId="249a176b-f49f-4de8-94ee-502d27afd651" providerId="ADAL" clId="{B6507157-D93E-4546-9967-EC6320F70F66}" dt="2024-05-24T06:13:54.370" v="166" actId="478"/>
          <ac:spMkLst>
            <pc:docMk/>
            <pc:sldMk cId="1268157820" sldId="1990"/>
            <ac:spMk id="8" creationId="{372A0801-9E77-4B90-937C-282D056ABF7F}"/>
          </ac:spMkLst>
        </pc:spChg>
        <pc:spChg chg="add mod">
          <ac:chgData name="Kesavan, Suresh" userId="249a176b-f49f-4de8-94ee-502d27afd651" providerId="ADAL" clId="{B6507157-D93E-4546-9967-EC6320F70F66}" dt="2024-05-24T06:14:28.196" v="170"/>
          <ac:spMkLst>
            <pc:docMk/>
            <pc:sldMk cId="1268157820" sldId="1990"/>
            <ac:spMk id="9" creationId="{E896716F-8A72-9D10-7C1A-1F3223519DAB}"/>
          </ac:spMkLst>
        </pc:spChg>
        <pc:spChg chg="add mod">
          <ac:chgData name="Kesavan, Suresh" userId="249a176b-f49f-4de8-94ee-502d27afd651" providerId="ADAL" clId="{B6507157-D93E-4546-9967-EC6320F70F66}" dt="2024-05-24T06:14:45.441" v="173" actId="5793"/>
          <ac:spMkLst>
            <pc:docMk/>
            <pc:sldMk cId="1268157820" sldId="1990"/>
            <ac:spMk id="10" creationId="{003A78F6-3B30-80AA-5873-8BF613EB7F41}"/>
          </ac:spMkLst>
        </pc:spChg>
        <pc:spChg chg="add del mod">
          <ac:chgData name="Kesavan, Suresh" userId="249a176b-f49f-4de8-94ee-502d27afd651" providerId="ADAL" clId="{B6507157-D93E-4546-9967-EC6320F70F66}" dt="2024-05-24T06:15:00.258" v="175" actId="478"/>
          <ac:spMkLst>
            <pc:docMk/>
            <pc:sldMk cId="1268157820" sldId="1990"/>
            <ac:spMk id="11" creationId="{6CAFC036-9D97-8D6B-659F-48DE2F1B1117}"/>
          </ac:spMkLst>
        </pc:spChg>
        <pc:picChg chg="add del mod">
          <ac:chgData name="Kesavan, Suresh" userId="249a176b-f49f-4de8-94ee-502d27afd651" providerId="ADAL" clId="{B6507157-D93E-4546-9967-EC6320F70F66}" dt="2024-05-24T06:15:09.155" v="176" actId="478"/>
          <ac:picMkLst>
            <pc:docMk/>
            <pc:sldMk cId="1268157820" sldId="1990"/>
            <ac:picMk id="12" creationId="{A98A3F0B-0AB0-FF1F-EA7A-F0276A5608AF}"/>
          </ac:picMkLst>
        </pc:picChg>
      </pc:sldChg>
      <pc:sldChg chg="del">
        <pc:chgData name="Kesavan, Suresh" userId="249a176b-f49f-4de8-94ee-502d27afd651" providerId="ADAL" clId="{B6507157-D93E-4546-9967-EC6320F70F66}" dt="2024-05-24T06:06:22.218" v="28" actId="2696"/>
        <pc:sldMkLst>
          <pc:docMk/>
          <pc:sldMk cId="2571513658" sldId="1990"/>
        </pc:sldMkLst>
      </pc:sldChg>
      <pc:sldChg chg="del">
        <pc:chgData name="Kesavan, Suresh" userId="249a176b-f49f-4de8-94ee-502d27afd651" providerId="ADAL" clId="{B6507157-D93E-4546-9967-EC6320F70F66}" dt="2024-05-24T06:06:22.218" v="28" actId="2696"/>
        <pc:sldMkLst>
          <pc:docMk/>
          <pc:sldMk cId="181530571" sldId="1991"/>
        </pc:sldMkLst>
      </pc:sldChg>
      <pc:sldChg chg="modSp add mod">
        <pc:chgData name="Kesavan, Suresh" userId="249a176b-f49f-4de8-94ee-502d27afd651" providerId="ADAL" clId="{B6507157-D93E-4546-9967-EC6320F70F66}" dt="2024-05-24T06:42:33.691" v="183" actId="5793"/>
        <pc:sldMkLst>
          <pc:docMk/>
          <pc:sldMk cId="2471211156" sldId="1991"/>
        </pc:sldMkLst>
        <pc:spChg chg="mod">
          <ac:chgData name="Kesavan, Suresh" userId="249a176b-f49f-4de8-94ee-502d27afd651" providerId="ADAL" clId="{B6507157-D93E-4546-9967-EC6320F70F66}" dt="2024-05-24T06:42:33.691" v="183" actId="5793"/>
          <ac:spMkLst>
            <pc:docMk/>
            <pc:sldMk cId="2471211156" sldId="1991"/>
            <ac:spMk id="10" creationId="{003A78F6-3B30-80AA-5873-8BF613EB7F41}"/>
          </ac:spMkLst>
        </pc:spChg>
      </pc:sldChg>
      <pc:sldChg chg="modSp add mod">
        <pc:chgData name="Kesavan, Suresh" userId="249a176b-f49f-4de8-94ee-502d27afd651" providerId="ADAL" clId="{B6507157-D93E-4546-9967-EC6320F70F66}" dt="2024-05-24T06:53:27.505" v="267" actId="6549"/>
        <pc:sldMkLst>
          <pc:docMk/>
          <pc:sldMk cId="736962010" sldId="1992"/>
        </pc:sldMkLst>
        <pc:spChg chg="mod">
          <ac:chgData name="Kesavan, Suresh" userId="249a176b-f49f-4de8-94ee-502d27afd651" providerId="ADAL" clId="{B6507157-D93E-4546-9967-EC6320F70F66}" dt="2024-05-24T06:53:27.505" v="267" actId="6549"/>
          <ac:spMkLst>
            <pc:docMk/>
            <pc:sldMk cId="736962010" sldId="1992"/>
            <ac:spMk id="10" creationId="{003A78F6-3B30-80AA-5873-8BF613EB7F41}"/>
          </ac:spMkLst>
        </pc:spChg>
      </pc:sldChg>
      <pc:sldChg chg="del">
        <pc:chgData name="Kesavan, Suresh" userId="249a176b-f49f-4de8-94ee-502d27afd651" providerId="ADAL" clId="{B6507157-D93E-4546-9967-EC6320F70F66}" dt="2024-05-24T06:06:22.218" v="28" actId="2696"/>
        <pc:sldMkLst>
          <pc:docMk/>
          <pc:sldMk cId="3774027735" sldId="1992"/>
        </pc:sldMkLst>
      </pc:sldChg>
      <pc:sldChg chg="modSp add mod">
        <pc:chgData name="Kesavan, Suresh" userId="249a176b-f49f-4de8-94ee-502d27afd651" providerId="ADAL" clId="{B6507157-D93E-4546-9967-EC6320F70F66}" dt="2024-05-24T06:56:53.606" v="284" actId="5793"/>
        <pc:sldMkLst>
          <pc:docMk/>
          <pc:sldMk cId="4191415778" sldId="1993"/>
        </pc:sldMkLst>
        <pc:spChg chg="mod">
          <ac:chgData name="Kesavan, Suresh" userId="249a176b-f49f-4de8-94ee-502d27afd651" providerId="ADAL" clId="{B6507157-D93E-4546-9967-EC6320F70F66}" dt="2024-05-24T06:56:41.586" v="282" actId="20577"/>
          <ac:spMkLst>
            <pc:docMk/>
            <pc:sldMk cId="4191415778" sldId="1993"/>
            <ac:spMk id="9" creationId="{E896716F-8A72-9D10-7C1A-1F3223519DAB}"/>
          </ac:spMkLst>
        </pc:spChg>
        <pc:spChg chg="mod">
          <ac:chgData name="Kesavan, Suresh" userId="249a176b-f49f-4de8-94ee-502d27afd651" providerId="ADAL" clId="{B6507157-D93E-4546-9967-EC6320F70F66}" dt="2024-05-24T06:56:53.606" v="284" actId="5793"/>
          <ac:spMkLst>
            <pc:docMk/>
            <pc:sldMk cId="4191415778" sldId="1993"/>
            <ac:spMk id="10" creationId="{003A78F6-3B30-80AA-5873-8BF613EB7F41}"/>
          </ac:spMkLst>
        </pc:spChg>
      </pc:sldChg>
      <pc:sldChg chg="del">
        <pc:chgData name="Kesavan, Suresh" userId="249a176b-f49f-4de8-94ee-502d27afd651" providerId="ADAL" clId="{B6507157-D93E-4546-9967-EC6320F70F66}" dt="2024-05-24T06:06:22.218" v="28" actId="2696"/>
        <pc:sldMkLst>
          <pc:docMk/>
          <pc:sldMk cId="4199854852" sldId="1993"/>
        </pc:sldMkLst>
      </pc:sldChg>
      <pc:sldChg chg="del">
        <pc:chgData name="Kesavan, Suresh" userId="249a176b-f49f-4de8-94ee-502d27afd651" providerId="ADAL" clId="{B6507157-D93E-4546-9967-EC6320F70F66}" dt="2024-05-03T07:20:10.212" v="0" actId="2696"/>
        <pc:sldMkLst>
          <pc:docMk/>
          <pc:sldMk cId="1119227717" sldId="1994"/>
        </pc:sldMkLst>
      </pc:sldChg>
      <pc:sldChg chg="add del">
        <pc:chgData name="Kesavan, Suresh" userId="249a176b-f49f-4de8-94ee-502d27afd651" providerId="ADAL" clId="{B6507157-D93E-4546-9967-EC6320F70F66}" dt="2024-05-24T07:22:12.315" v="336" actId="47"/>
        <pc:sldMkLst>
          <pc:docMk/>
          <pc:sldMk cId="2042999649" sldId="1994"/>
        </pc:sldMkLst>
      </pc:sldChg>
      <pc:sldChg chg="modSp del mod">
        <pc:chgData name="Kesavan, Suresh" userId="249a176b-f49f-4de8-94ee-502d27afd651" providerId="ADAL" clId="{B6507157-D93E-4546-9967-EC6320F70F66}" dt="2024-05-24T06:06:22.218" v="28" actId="2696"/>
        <pc:sldMkLst>
          <pc:docMk/>
          <pc:sldMk cId="813851492" sldId="1995"/>
        </pc:sldMkLst>
        <pc:spChg chg="mod">
          <ac:chgData name="Kesavan, Suresh" userId="249a176b-f49f-4de8-94ee-502d27afd651" providerId="ADAL" clId="{B6507157-D93E-4546-9967-EC6320F70F66}" dt="2024-05-03T07:23:34.331" v="24" actId="20577"/>
          <ac:spMkLst>
            <pc:docMk/>
            <pc:sldMk cId="813851492" sldId="1995"/>
            <ac:spMk id="2" creationId="{8DD64707-8FB4-4837-8F2A-424463829031}"/>
          </ac:spMkLst>
        </pc:spChg>
      </pc:sldChg>
      <pc:sldChg chg="modSp add mod">
        <pc:chgData name="Kesavan, Suresh" userId="249a176b-f49f-4de8-94ee-502d27afd651" providerId="ADAL" clId="{B6507157-D93E-4546-9967-EC6320F70F66}" dt="2024-05-24T07:03:35.493" v="331" actId="5793"/>
        <pc:sldMkLst>
          <pc:docMk/>
          <pc:sldMk cId="3557299703" sldId="1995"/>
        </pc:sldMkLst>
        <pc:spChg chg="mod">
          <ac:chgData name="Kesavan, Suresh" userId="249a176b-f49f-4de8-94ee-502d27afd651" providerId="ADAL" clId="{B6507157-D93E-4546-9967-EC6320F70F66}" dt="2024-05-24T07:03:35.493" v="331" actId="5793"/>
          <ac:spMkLst>
            <pc:docMk/>
            <pc:sldMk cId="3557299703" sldId="1995"/>
            <ac:spMk id="10" creationId="{003A78F6-3B30-80AA-5873-8BF613EB7F41}"/>
          </ac:spMkLst>
        </pc:spChg>
      </pc:sldChg>
      <pc:sldChg chg="del">
        <pc:chgData name="Kesavan, Suresh" userId="249a176b-f49f-4de8-94ee-502d27afd651" providerId="ADAL" clId="{B6507157-D93E-4546-9967-EC6320F70F66}" dt="2024-05-24T06:06:22.218" v="28" actId="2696"/>
        <pc:sldMkLst>
          <pc:docMk/>
          <pc:sldMk cId="2099398738" sldId="1996"/>
        </pc:sldMkLst>
      </pc:sldChg>
      <pc:sldChg chg="modSp add mod">
        <pc:chgData name="Kesavan, Suresh" userId="249a176b-f49f-4de8-94ee-502d27afd651" providerId="ADAL" clId="{B6507157-D93E-4546-9967-EC6320F70F66}" dt="2024-05-24T07:22:09.334" v="335" actId="5793"/>
        <pc:sldMkLst>
          <pc:docMk/>
          <pc:sldMk cId="4269387439" sldId="1996"/>
        </pc:sldMkLst>
        <pc:spChg chg="mod">
          <ac:chgData name="Kesavan, Suresh" userId="249a176b-f49f-4de8-94ee-502d27afd651" providerId="ADAL" clId="{B6507157-D93E-4546-9967-EC6320F70F66}" dt="2024-05-24T07:22:09.334" v="335" actId="5793"/>
          <ac:spMkLst>
            <pc:docMk/>
            <pc:sldMk cId="4269387439" sldId="1996"/>
            <ac:spMk id="10" creationId="{003A78F6-3B30-80AA-5873-8BF613EB7F41}"/>
          </ac:spMkLst>
        </pc:spChg>
      </pc:sldChg>
      <pc:sldChg chg="modSp add mod">
        <pc:chgData name="Kesavan, Suresh" userId="249a176b-f49f-4de8-94ee-502d27afd651" providerId="ADAL" clId="{B6507157-D93E-4546-9967-EC6320F70F66}" dt="2024-05-24T07:24:35.805" v="361" actId="5793"/>
        <pc:sldMkLst>
          <pc:docMk/>
          <pc:sldMk cId="858584880" sldId="1997"/>
        </pc:sldMkLst>
        <pc:spChg chg="mod">
          <ac:chgData name="Kesavan, Suresh" userId="249a176b-f49f-4de8-94ee-502d27afd651" providerId="ADAL" clId="{B6507157-D93E-4546-9967-EC6320F70F66}" dt="2024-05-24T07:24:35.805" v="361" actId="5793"/>
          <ac:spMkLst>
            <pc:docMk/>
            <pc:sldMk cId="858584880" sldId="1997"/>
            <ac:spMk id="10" creationId="{003A78F6-3B30-80AA-5873-8BF613EB7F41}"/>
          </ac:spMkLst>
        </pc:spChg>
      </pc:sldChg>
      <pc:sldChg chg="del">
        <pc:chgData name="Kesavan, Suresh" userId="249a176b-f49f-4de8-94ee-502d27afd651" providerId="ADAL" clId="{B6507157-D93E-4546-9967-EC6320F70F66}" dt="2024-05-24T06:06:22.218" v="28" actId="2696"/>
        <pc:sldMkLst>
          <pc:docMk/>
          <pc:sldMk cId="1832878456" sldId="1997"/>
        </pc:sldMkLst>
      </pc:sldChg>
      <pc:sldChg chg="modSp mod">
        <pc:chgData name="Kesavan, Suresh" userId="249a176b-f49f-4de8-94ee-502d27afd651" providerId="ADAL" clId="{B6507157-D93E-4546-9967-EC6320F70F66}" dt="2024-05-24T07:25:58.055" v="371" actId="5793"/>
        <pc:sldMkLst>
          <pc:docMk/>
          <pc:sldMk cId="3402328366" sldId="1998"/>
        </pc:sldMkLst>
        <pc:spChg chg="mod">
          <ac:chgData name="Kesavan, Suresh" userId="249a176b-f49f-4de8-94ee-502d27afd651" providerId="ADAL" clId="{B6507157-D93E-4546-9967-EC6320F70F66}" dt="2024-05-24T07:25:58.055" v="371" actId="5793"/>
          <ac:spMkLst>
            <pc:docMk/>
            <pc:sldMk cId="3402328366" sldId="1998"/>
            <ac:spMk id="10" creationId="{003A78F6-3B30-80AA-5873-8BF613EB7F41}"/>
          </ac:spMkLst>
        </pc:spChg>
      </pc:sldChg>
      <pc:sldChg chg="del">
        <pc:chgData name="Kesavan, Suresh" userId="249a176b-f49f-4de8-94ee-502d27afd651" providerId="ADAL" clId="{B6507157-D93E-4546-9967-EC6320F70F66}" dt="2024-05-24T06:06:22.218" v="28" actId="2696"/>
        <pc:sldMkLst>
          <pc:docMk/>
          <pc:sldMk cId="3829302018" sldId="1998"/>
        </pc:sldMkLst>
      </pc:sldChg>
      <pc:sldChg chg="modSp add mod">
        <pc:chgData name="Kesavan, Suresh" userId="249a176b-f49f-4de8-94ee-502d27afd651" providerId="ADAL" clId="{B6507157-D93E-4546-9967-EC6320F70F66}" dt="2024-05-24T07:28:56.110" v="407" actId="5793"/>
        <pc:sldMkLst>
          <pc:docMk/>
          <pc:sldMk cId="155255592" sldId="1999"/>
        </pc:sldMkLst>
        <pc:spChg chg="mod">
          <ac:chgData name="Kesavan, Suresh" userId="249a176b-f49f-4de8-94ee-502d27afd651" providerId="ADAL" clId="{B6507157-D93E-4546-9967-EC6320F70F66}" dt="2024-05-24T07:28:43.356" v="405" actId="20577"/>
          <ac:spMkLst>
            <pc:docMk/>
            <pc:sldMk cId="155255592" sldId="1999"/>
            <ac:spMk id="9" creationId="{E896716F-8A72-9D10-7C1A-1F3223519DAB}"/>
          </ac:spMkLst>
        </pc:spChg>
        <pc:spChg chg="mod">
          <ac:chgData name="Kesavan, Suresh" userId="249a176b-f49f-4de8-94ee-502d27afd651" providerId="ADAL" clId="{B6507157-D93E-4546-9967-EC6320F70F66}" dt="2024-05-24T07:28:56.110" v="407" actId="5793"/>
          <ac:spMkLst>
            <pc:docMk/>
            <pc:sldMk cId="155255592" sldId="1999"/>
            <ac:spMk id="10" creationId="{003A78F6-3B30-80AA-5873-8BF613EB7F41}"/>
          </ac:spMkLst>
        </pc:spChg>
      </pc:sldChg>
      <pc:sldChg chg="del">
        <pc:chgData name="Kesavan, Suresh" userId="249a176b-f49f-4de8-94ee-502d27afd651" providerId="ADAL" clId="{B6507157-D93E-4546-9967-EC6320F70F66}" dt="2024-05-24T06:06:22.218" v="28" actId="2696"/>
        <pc:sldMkLst>
          <pc:docMk/>
          <pc:sldMk cId="747903158" sldId="1999"/>
        </pc:sldMkLst>
      </pc:sldChg>
      <pc:sldChg chg="del">
        <pc:chgData name="Kesavan, Suresh" userId="249a176b-f49f-4de8-94ee-502d27afd651" providerId="ADAL" clId="{B6507157-D93E-4546-9967-EC6320F70F66}" dt="2024-05-24T06:06:22.218" v="28" actId="2696"/>
        <pc:sldMkLst>
          <pc:docMk/>
          <pc:sldMk cId="1573171300" sldId="2000"/>
        </pc:sldMkLst>
      </pc:sldChg>
      <pc:sldChg chg="modSp add mod">
        <pc:chgData name="Kesavan, Suresh" userId="249a176b-f49f-4de8-94ee-502d27afd651" providerId="ADAL" clId="{B6507157-D93E-4546-9967-EC6320F70F66}" dt="2024-05-24T07:32:18.817" v="441" actId="5793"/>
        <pc:sldMkLst>
          <pc:docMk/>
          <pc:sldMk cId="1987091484" sldId="2000"/>
        </pc:sldMkLst>
        <pc:spChg chg="mod">
          <ac:chgData name="Kesavan, Suresh" userId="249a176b-f49f-4de8-94ee-502d27afd651" providerId="ADAL" clId="{B6507157-D93E-4546-9967-EC6320F70F66}" dt="2024-05-24T07:32:18.817" v="441" actId="5793"/>
          <ac:spMkLst>
            <pc:docMk/>
            <pc:sldMk cId="1987091484" sldId="2000"/>
            <ac:spMk id="10" creationId="{003A78F6-3B30-80AA-5873-8BF613EB7F41}"/>
          </ac:spMkLst>
        </pc:spChg>
      </pc:sldChg>
      <pc:sldChg chg="modSp add mod">
        <pc:chgData name="Kesavan, Suresh" userId="249a176b-f49f-4de8-94ee-502d27afd651" providerId="ADAL" clId="{B6507157-D93E-4546-9967-EC6320F70F66}" dt="2024-05-24T07:33:33.693" v="456" actId="5793"/>
        <pc:sldMkLst>
          <pc:docMk/>
          <pc:sldMk cId="3964315645" sldId="2001"/>
        </pc:sldMkLst>
        <pc:spChg chg="mod">
          <ac:chgData name="Kesavan, Suresh" userId="249a176b-f49f-4de8-94ee-502d27afd651" providerId="ADAL" clId="{B6507157-D93E-4546-9967-EC6320F70F66}" dt="2024-05-24T07:33:33.693" v="456" actId="5793"/>
          <ac:spMkLst>
            <pc:docMk/>
            <pc:sldMk cId="3964315645" sldId="2001"/>
            <ac:spMk id="10" creationId="{003A78F6-3B30-80AA-5873-8BF613EB7F41}"/>
          </ac:spMkLst>
        </pc:spChg>
      </pc:sldChg>
      <pc:sldChg chg="modSp add mod">
        <pc:chgData name="Kesavan, Suresh" userId="249a176b-f49f-4de8-94ee-502d27afd651" providerId="ADAL" clId="{B6507157-D93E-4546-9967-EC6320F70F66}" dt="2024-05-24T07:35:29.026" v="482" actId="5793"/>
        <pc:sldMkLst>
          <pc:docMk/>
          <pc:sldMk cId="3229375541" sldId="2002"/>
        </pc:sldMkLst>
        <pc:spChg chg="mod">
          <ac:chgData name="Kesavan, Suresh" userId="249a176b-f49f-4de8-94ee-502d27afd651" providerId="ADAL" clId="{B6507157-D93E-4546-9967-EC6320F70F66}" dt="2024-05-24T07:35:29.026" v="482" actId="5793"/>
          <ac:spMkLst>
            <pc:docMk/>
            <pc:sldMk cId="3229375541" sldId="2002"/>
            <ac:spMk id="10" creationId="{003A78F6-3B30-80AA-5873-8BF613EB7F41}"/>
          </ac:spMkLst>
        </pc:spChg>
      </pc:sldChg>
      <pc:sldChg chg="addSp delSp modSp add mod">
        <pc:chgData name="Kesavan, Suresh" userId="249a176b-f49f-4de8-94ee-502d27afd651" providerId="ADAL" clId="{B6507157-D93E-4546-9967-EC6320F70F66}" dt="2024-05-24T07:37:05.975" v="496" actId="1076"/>
        <pc:sldMkLst>
          <pc:docMk/>
          <pc:sldMk cId="4288902144" sldId="2003"/>
        </pc:sldMkLst>
        <pc:spChg chg="add del mod">
          <ac:chgData name="Kesavan, Suresh" userId="249a176b-f49f-4de8-94ee-502d27afd651" providerId="ADAL" clId="{B6507157-D93E-4546-9967-EC6320F70F66}" dt="2024-05-24T07:36:43.893" v="491" actId="478"/>
          <ac:spMkLst>
            <pc:docMk/>
            <pc:sldMk cId="4288902144" sldId="2003"/>
            <ac:spMk id="2" creationId="{480B337B-53C6-058D-D718-B333BB2ADC6F}"/>
          </ac:spMkLst>
        </pc:spChg>
        <pc:spChg chg="del">
          <ac:chgData name="Kesavan, Suresh" userId="249a176b-f49f-4de8-94ee-502d27afd651" providerId="ADAL" clId="{B6507157-D93E-4546-9967-EC6320F70F66}" dt="2024-05-24T07:36:39.902" v="490" actId="478"/>
          <ac:spMkLst>
            <pc:docMk/>
            <pc:sldMk cId="4288902144" sldId="2003"/>
            <ac:spMk id="9" creationId="{E896716F-8A72-9D10-7C1A-1F3223519DAB}"/>
          </ac:spMkLst>
        </pc:spChg>
        <pc:spChg chg="mod">
          <ac:chgData name="Kesavan, Suresh" userId="249a176b-f49f-4de8-94ee-502d27afd651" providerId="ADAL" clId="{B6507157-D93E-4546-9967-EC6320F70F66}" dt="2024-05-24T07:37:05.975" v="496" actId="1076"/>
          <ac:spMkLst>
            <pc:docMk/>
            <pc:sldMk cId="4288902144" sldId="2003"/>
            <ac:spMk id="10" creationId="{003A78F6-3B30-80AA-5873-8BF613EB7F41}"/>
          </ac:spMkLst>
        </pc:spChg>
      </pc:sldChg>
      <pc:sldMasterChg chg="delSldLayout">
        <pc:chgData name="Kesavan, Suresh" userId="249a176b-f49f-4de8-94ee-502d27afd651" providerId="ADAL" clId="{B6507157-D93E-4546-9967-EC6320F70F66}" dt="2024-05-24T07:37:10.637" v="497" actId="47"/>
        <pc:sldMasterMkLst>
          <pc:docMk/>
          <pc:sldMasterMk cId="262932767" sldId="2147483676"/>
        </pc:sldMasterMkLst>
        <pc:sldLayoutChg chg="del">
          <pc:chgData name="Kesavan, Suresh" userId="249a176b-f49f-4de8-94ee-502d27afd651" providerId="ADAL" clId="{B6507157-D93E-4546-9967-EC6320F70F66}" dt="2024-05-24T07:37:10.637" v="497" actId="47"/>
          <pc:sldLayoutMkLst>
            <pc:docMk/>
            <pc:sldMasterMk cId="262932767" sldId="2147483676"/>
            <pc:sldLayoutMk cId="763113591" sldId="2147483707"/>
          </pc:sldLayoutMkLst>
        </pc:sldLayoutChg>
        <pc:sldLayoutChg chg="del">
          <pc:chgData name="Kesavan, Suresh" userId="249a176b-f49f-4de8-94ee-502d27afd651" providerId="ADAL" clId="{B6507157-D93E-4546-9967-EC6320F70F66}" dt="2024-05-24T06:07:18.810" v="34" actId="2696"/>
          <pc:sldLayoutMkLst>
            <pc:docMk/>
            <pc:sldMasterMk cId="262932767" sldId="2147483676"/>
            <pc:sldLayoutMk cId="670704878" sldId="2147483708"/>
          </pc:sldLayoutMkLst>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tags" Target="../tags/tag40.xml"/><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E889F8-3EAC-468D-9A6F-406DDA3975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8E204D-A662-4856-9E8F-09C08C04D7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FC2764-04F0-4F78-ACEC-190715F3E233}" type="datetimeFigureOut">
              <a:rPr lang="en-US" smtClean="0"/>
              <a:t>6/28/2024</a:t>
            </a:fld>
            <a:endParaRPr lang="en-US"/>
          </a:p>
        </p:txBody>
      </p:sp>
      <p:sp>
        <p:nvSpPr>
          <p:cNvPr id="4" name="Footer Placeholder 3">
            <a:extLst>
              <a:ext uri="{FF2B5EF4-FFF2-40B4-BE49-F238E27FC236}">
                <a16:creationId xmlns:a16="http://schemas.microsoft.com/office/drawing/2014/main" id="{7D6587FA-0CF9-4320-A441-3025C2A93AC4}"/>
              </a:ext>
            </a:extLst>
          </p:cNvPr>
          <p:cNvSpPr>
            <a:spLocks noGrp="1"/>
          </p:cNvSpPr>
          <p:nvPr>
            <p:ph type="ftr" sz="quarter" idx="2"/>
            <p:custDataLst>
              <p:tags r:id="rId2"/>
            </p:custDataLst>
          </p:nvPr>
        </p:nvSpPr>
        <p:spPr>
          <a:xfrm>
            <a:off x="0" y="8685213"/>
            <a:ext cx="6858000" cy="458787"/>
          </a:xfrm>
          <a:prstGeom prst="rect">
            <a:avLst/>
          </a:prstGeom>
        </p:spPr>
        <p:txBody>
          <a:bodyPr vert="horz" lIns="91440" tIns="45720" rIns="91440" bIns="45720" rtlCol="0" anchor="b"/>
          <a:lstStyle>
            <a:lvl1pPr algn="l">
              <a:defRPr sz="1200"/>
            </a:lvl1pPr>
          </a:lstStyle>
          <a:p>
            <a:r>
              <a:rPr lang="en-US" sz="700">
                <a:solidFill>
                  <a:srgbClr val="7F7F7F"/>
                </a:solidFill>
                <a:latin typeface="Arial" panose="020B0604020202020204" pitchFamily="34" charset="0"/>
              </a:rPr>
              <a:t>Honeywell Internal</a:t>
            </a:r>
          </a:p>
        </p:txBody>
      </p:sp>
      <p:sp>
        <p:nvSpPr>
          <p:cNvPr id="5" name="Slide Number Placeholder 4">
            <a:extLst>
              <a:ext uri="{FF2B5EF4-FFF2-40B4-BE49-F238E27FC236}">
                <a16:creationId xmlns:a16="http://schemas.microsoft.com/office/drawing/2014/main" id="{89224604-AC66-47CB-AF13-BB3CC6B4EE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4DE10D-F5AC-4AE8-AFF5-A71385AD45DC}" type="slidenum">
              <a:rPr lang="en-US" smtClean="0"/>
              <a:t>‹#›</a:t>
            </a:fld>
            <a:endParaRPr lang="en-US"/>
          </a:p>
        </p:txBody>
      </p:sp>
    </p:spTree>
    <p:extLst>
      <p:ext uri="{BB962C8B-B14F-4D97-AF65-F5344CB8AC3E}">
        <p14:creationId xmlns:p14="http://schemas.microsoft.com/office/powerpoint/2010/main" val="16463248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39.xml"/><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809AEB-DC28-4015-83A3-BAB3AEC31219}" type="datetimeFigureOut">
              <a:rPr lang="en-US" smtClean="0"/>
              <a:t>6/28/2024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685213"/>
            <a:ext cx="6858000" cy="458787"/>
          </a:xfrm>
          <a:prstGeom prst="rect">
            <a:avLst/>
          </a:prstGeom>
        </p:spPr>
        <p:txBody>
          <a:bodyPr vert="horz" lIns="91440" tIns="45720" rIns="91440" bIns="45720" rtlCol="0" anchor="b"/>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D139E3-571A-4831-9A17-6CF75ED2A226}" type="slidenum">
              <a:rPr lang="en-US" smtClean="0"/>
              <a:t>‹#›</a:t>
            </a:fld>
            <a:endParaRPr lang="en-US"/>
          </a:p>
        </p:txBody>
      </p:sp>
    </p:spTree>
    <p:extLst>
      <p:ext uri="{BB962C8B-B14F-4D97-AF65-F5344CB8AC3E}">
        <p14:creationId xmlns:p14="http://schemas.microsoft.com/office/powerpoint/2010/main" val="224719680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BD139E3-571A-4831-9A17-6CF75ED2A226}" type="slidenum">
              <a:rPr lang="en-US" smtClean="0"/>
              <a:t>1</a:t>
            </a:fld>
            <a:endParaRPr lang="en-US"/>
          </a:p>
        </p:txBody>
      </p:sp>
    </p:spTree>
    <p:extLst>
      <p:ext uri="{BB962C8B-B14F-4D97-AF65-F5344CB8AC3E}">
        <p14:creationId xmlns:p14="http://schemas.microsoft.com/office/powerpoint/2010/main" val="995694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a:t>
            </a:fld>
            <a:endParaRPr lang="en-US"/>
          </a:p>
        </p:txBody>
      </p:sp>
    </p:spTree>
    <p:extLst>
      <p:ext uri="{BB962C8B-B14F-4D97-AF65-F5344CB8AC3E}">
        <p14:creationId xmlns:p14="http://schemas.microsoft.com/office/powerpoint/2010/main" val="4271177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a:t>
            </a:fld>
            <a:endParaRPr lang="en-US"/>
          </a:p>
        </p:txBody>
      </p:sp>
    </p:spTree>
    <p:extLst>
      <p:ext uri="{BB962C8B-B14F-4D97-AF65-F5344CB8AC3E}">
        <p14:creationId xmlns:p14="http://schemas.microsoft.com/office/powerpoint/2010/main" val="1607037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a:t>
            </a:fld>
            <a:endParaRPr lang="en-US"/>
          </a:p>
        </p:txBody>
      </p:sp>
    </p:spTree>
    <p:extLst>
      <p:ext uri="{BB962C8B-B14F-4D97-AF65-F5344CB8AC3E}">
        <p14:creationId xmlns:p14="http://schemas.microsoft.com/office/powerpoint/2010/main" val="1351249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a:t>
            </a:fld>
            <a:endParaRPr lang="en-US"/>
          </a:p>
        </p:txBody>
      </p:sp>
    </p:spTree>
    <p:extLst>
      <p:ext uri="{BB962C8B-B14F-4D97-AF65-F5344CB8AC3E}">
        <p14:creationId xmlns:p14="http://schemas.microsoft.com/office/powerpoint/2010/main" val="2026880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a:t>
            </a:fld>
            <a:endParaRPr lang="en-US"/>
          </a:p>
        </p:txBody>
      </p:sp>
    </p:spTree>
    <p:extLst>
      <p:ext uri="{BB962C8B-B14F-4D97-AF65-F5344CB8AC3E}">
        <p14:creationId xmlns:p14="http://schemas.microsoft.com/office/powerpoint/2010/main" val="3910143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a:t>
            </a:fld>
            <a:endParaRPr lang="en-US"/>
          </a:p>
        </p:txBody>
      </p:sp>
    </p:spTree>
    <p:extLst>
      <p:ext uri="{BB962C8B-B14F-4D97-AF65-F5344CB8AC3E}">
        <p14:creationId xmlns:p14="http://schemas.microsoft.com/office/powerpoint/2010/main" val="3557500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a:t>
            </a:fld>
            <a:endParaRPr lang="en-US"/>
          </a:p>
        </p:txBody>
      </p:sp>
    </p:spTree>
    <p:extLst>
      <p:ext uri="{BB962C8B-B14F-4D97-AF65-F5344CB8AC3E}">
        <p14:creationId xmlns:p14="http://schemas.microsoft.com/office/powerpoint/2010/main" val="3351618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a:t>
            </a:fld>
            <a:endParaRPr lang="en-US"/>
          </a:p>
        </p:txBody>
      </p:sp>
    </p:spTree>
    <p:extLst>
      <p:ext uri="{BB962C8B-B14F-4D97-AF65-F5344CB8AC3E}">
        <p14:creationId xmlns:p14="http://schemas.microsoft.com/office/powerpoint/2010/main" val="425666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a:t>
            </a:fld>
            <a:endParaRPr lang="en-US"/>
          </a:p>
        </p:txBody>
      </p:sp>
    </p:spTree>
    <p:extLst>
      <p:ext uri="{BB962C8B-B14F-4D97-AF65-F5344CB8AC3E}">
        <p14:creationId xmlns:p14="http://schemas.microsoft.com/office/powerpoint/2010/main" val="1371075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11</a:t>
            </a:fld>
            <a:endParaRPr lang="en-US"/>
          </a:p>
        </p:txBody>
      </p:sp>
    </p:spTree>
    <p:extLst>
      <p:ext uri="{BB962C8B-B14F-4D97-AF65-F5344CB8AC3E}">
        <p14:creationId xmlns:p14="http://schemas.microsoft.com/office/powerpoint/2010/main" val="2790848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15</a:t>
            </a:fld>
            <a:endParaRPr lang="en-US"/>
          </a:p>
        </p:txBody>
      </p:sp>
    </p:spTree>
    <p:extLst>
      <p:ext uri="{BB962C8B-B14F-4D97-AF65-F5344CB8AC3E}">
        <p14:creationId xmlns:p14="http://schemas.microsoft.com/office/powerpoint/2010/main" val="941284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16</a:t>
            </a:fld>
            <a:endParaRPr lang="en-US"/>
          </a:p>
        </p:txBody>
      </p:sp>
    </p:spTree>
    <p:extLst>
      <p:ext uri="{BB962C8B-B14F-4D97-AF65-F5344CB8AC3E}">
        <p14:creationId xmlns:p14="http://schemas.microsoft.com/office/powerpoint/2010/main" val="2959622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17</a:t>
            </a:fld>
            <a:endParaRPr lang="en-US"/>
          </a:p>
        </p:txBody>
      </p:sp>
    </p:spTree>
    <p:extLst>
      <p:ext uri="{BB962C8B-B14F-4D97-AF65-F5344CB8AC3E}">
        <p14:creationId xmlns:p14="http://schemas.microsoft.com/office/powerpoint/2010/main" val="2820765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18</a:t>
            </a:fld>
            <a:endParaRPr lang="en-US"/>
          </a:p>
        </p:txBody>
      </p:sp>
    </p:spTree>
    <p:extLst>
      <p:ext uri="{BB962C8B-B14F-4D97-AF65-F5344CB8AC3E}">
        <p14:creationId xmlns:p14="http://schemas.microsoft.com/office/powerpoint/2010/main" val="2266060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19</a:t>
            </a:fld>
            <a:endParaRPr lang="en-US"/>
          </a:p>
        </p:txBody>
      </p:sp>
    </p:spTree>
    <p:extLst>
      <p:ext uri="{BB962C8B-B14F-4D97-AF65-F5344CB8AC3E}">
        <p14:creationId xmlns:p14="http://schemas.microsoft.com/office/powerpoint/2010/main" val="40391259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20</a:t>
            </a:fld>
            <a:endParaRPr lang="en-US"/>
          </a:p>
        </p:txBody>
      </p:sp>
    </p:spTree>
    <p:extLst>
      <p:ext uri="{BB962C8B-B14F-4D97-AF65-F5344CB8AC3E}">
        <p14:creationId xmlns:p14="http://schemas.microsoft.com/office/powerpoint/2010/main" val="25610674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21</a:t>
            </a:fld>
            <a:endParaRPr lang="en-US"/>
          </a:p>
        </p:txBody>
      </p:sp>
    </p:spTree>
    <p:extLst>
      <p:ext uri="{BB962C8B-B14F-4D97-AF65-F5344CB8AC3E}">
        <p14:creationId xmlns:p14="http://schemas.microsoft.com/office/powerpoint/2010/main" val="3813006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22</a:t>
            </a:fld>
            <a:endParaRPr lang="en-US"/>
          </a:p>
        </p:txBody>
      </p:sp>
    </p:spTree>
    <p:extLst>
      <p:ext uri="{BB962C8B-B14F-4D97-AF65-F5344CB8AC3E}">
        <p14:creationId xmlns:p14="http://schemas.microsoft.com/office/powerpoint/2010/main" val="18481551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24</a:t>
            </a:fld>
            <a:endParaRPr lang="en-US"/>
          </a:p>
        </p:txBody>
      </p:sp>
    </p:spTree>
    <p:extLst>
      <p:ext uri="{BB962C8B-B14F-4D97-AF65-F5344CB8AC3E}">
        <p14:creationId xmlns:p14="http://schemas.microsoft.com/office/powerpoint/2010/main" val="1753006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28</a:t>
            </a:fld>
            <a:endParaRPr lang="en-US"/>
          </a:p>
        </p:txBody>
      </p:sp>
    </p:spTree>
    <p:extLst>
      <p:ext uri="{BB962C8B-B14F-4D97-AF65-F5344CB8AC3E}">
        <p14:creationId xmlns:p14="http://schemas.microsoft.com/office/powerpoint/2010/main" val="1326447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29</a:t>
            </a:fld>
            <a:endParaRPr lang="en-US"/>
          </a:p>
        </p:txBody>
      </p:sp>
    </p:spTree>
    <p:extLst>
      <p:ext uri="{BB962C8B-B14F-4D97-AF65-F5344CB8AC3E}">
        <p14:creationId xmlns:p14="http://schemas.microsoft.com/office/powerpoint/2010/main" val="13142144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30</a:t>
            </a:fld>
            <a:endParaRPr lang="en-US"/>
          </a:p>
        </p:txBody>
      </p:sp>
    </p:spTree>
    <p:extLst>
      <p:ext uri="{BB962C8B-B14F-4D97-AF65-F5344CB8AC3E}">
        <p14:creationId xmlns:p14="http://schemas.microsoft.com/office/powerpoint/2010/main" val="1548446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31</a:t>
            </a:fld>
            <a:endParaRPr lang="en-US"/>
          </a:p>
        </p:txBody>
      </p:sp>
    </p:spTree>
    <p:extLst>
      <p:ext uri="{BB962C8B-B14F-4D97-AF65-F5344CB8AC3E}">
        <p14:creationId xmlns:p14="http://schemas.microsoft.com/office/powerpoint/2010/main" val="145959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32</a:t>
            </a:fld>
            <a:endParaRPr lang="en-US"/>
          </a:p>
        </p:txBody>
      </p:sp>
    </p:spTree>
    <p:extLst>
      <p:ext uri="{BB962C8B-B14F-4D97-AF65-F5344CB8AC3E}">
        <p14:creationId xmlns:p14="http://schemas.microsoft.com/office/powerpoint/2010/main" val="39245288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33</a:t>
            </a:fld>
            <a:endParaRPr lang="en-US"/>
          </a:p>
        </p:txBody>
      </p:sp>
    </p:spTree>
    <p:extLst>
      <p:ext uri="{BB962C8B-B14F-4D97-AF65-F5344CB8AC3E}">
        <p14:creationId xmlns:p14="http://schemas.microsoft.com/office/powerpoint/2010/main" val="4230391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34</a:t>
            </a:fld>
            <a:endParaRPr lang="en-US"/>
          </a:p>
        </p:txBody>
      </p:sp>
    </p:spTree>
    <p:extLst>
      <p:ext uri="{BB962C8B-B14F-4D97-AF65-F5344CB8AC3E}">
        <p14:creationId xmlns:p14="http://schemas.microsoft.com/office/powerpoint/2010/main" val="879270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35</a:t>
            </a:fld>
            <a:endParaRPr lang="en-US"/>
          </a:p>
        </p:txBody>
      </p:sp>
    </p:spTree>
    <p:extLst>
      <p:ext uri="{BB962C8B-B14F-4D97-AF65-F5344CB8AC3E}">
        <p14:creationId xmlns:p14="http://schemas.microsoft.com/office/powerpoint/2010/main" val="2851128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36</a:t>
            </a:fld>
            <a:endParaRPr lang="en-US"/>
          </a:p>
        </p:txBody>
      </p:sp>
    </p:spTree>
    <p:extLst>
      <p:ext uri="{BB962C8B-B14F-4D97-AF65-F5344CB8AC3E}">
        <p14:creationId xmlns:p14="http://schemas.microsoft.com/office/powerpoint/2010/main" val="39892405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37</a:t>
            </a:fld>
            <a:endParaRPr lang="en-US"/>
          </a:p>
        </p:txBody>
      </p:sp>
    </p:spTree>
    <p:extLst>
      <p:ext uri="{BB962C8B-B14F-4D97-AF65-F5344CB8AC3E}">
        <p14:creationId xmlns:p14="http://schemas.microsoft.com/office/powerpoint/2010/main" val="3150148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38</a:t>
            </a:fld>
            <a:endParaRPr lang="en-US"/>
          </a:p>
        </p:txBody>
      </p:sp>
    </p:spTree>
    <p:extLst>
      <p:ext uri="{BB962C8B-B14F-4D97-AF65-F5344CB8AC3E}">
        <p14:creationId xmlns:p14="http://schemas.microsoft.com/office/powerpoint/2010/main" val="2449255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39</a:t>
            </a:fld>
            <a:endParaRPr lang="en-US"/>
          </a:p>
        </p:txBody>
      </p:sp>
    </p:spTree>
    <p:extLst>
      <p:ext uri="{BB962C8B-B14F-4D97-AF65-F5344CB8AC3E}">
        <p14:creationId xmlns:p14="http://schemas.microsoft.com/office/powerpoint/2010/main" val="1350164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40</a:t>
            </a:fld>
            <a:endParaRPr lang="en-US"/>
          </a:p>
        </p:txBody>
      </p:sp>
    </p:spTree>
    <p:extLst>
      <p:ext uri="{BB962C8B-B14F-4D97-AF65-F5344CB8AC3E}">
        <p14:creationId xmlns:p14="http://schemas.microsoft.com/office/powerpoint/2010/main" val="6466146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44</a:t>
            </a:fld>
            <a:endParaRPr lang="en-US"/>
          </a:p>
        </p:txBody>
      </p:sp>
    </p:spTree>
    <p:extLst>
      <p:ext uri="{BB962C8B-B14F-4D97-AF65-F5344CB8AC3E}">
        <p14:creationId xmlns:p14="http://schemas.microsoft.com/office/powerpoint/2010/main" val="1406187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45</a:t>
            </a:fld>
            <a:endParaRPr lang="en-US"/>
          </a:p>
        </p:txBody>
      </p:sp>
    </p:spTree>
    <p:extLst>
      <p:ext uri="{BB962C8B-B14F-4D97-AF65-F5344CB8AC3E}">
        <p14:creationId xmlns:p14="http://schemas.microsoft.com/office/powerpoint/2010/main" val="1981461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46</a:t>
            </a:fld>
            <a:endParaRPr lang="en-US"/>
          </a:p>
        </p:txBody>
      </p:sp>
    </p:spTree>
    <p:extLst>
      <p:ext uri="{BB962C8B-B14F-4D97-AF65-F5344CB8AC3E}">
        <p14:creationId xmlns:p14="http://schemas.microsoft.com/office/powerpoint/2010/main" val="4502577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47</a:t>
            </a:fld>
            <a:endParaRPr lang="en-US"/>
          </a:p>
        </p:txBody>
      </p:sp>
    </p:spTree>
    <p:extLst>
      <p:ext uri="{BB962C8B-B14F-4D97-AF65-F5344CB8AC3E}">
        <p14:creationId xmlns:p14="http://schemas.microsoft.com/office/powerpoint/2010/main" val="11246175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48</a:t>
            </a:fld>
            <a:endParaRPr lang="en-US"/>
          </a:p>
        </p:txBody>
      </p:sp>
    </p:spTree>
    <p:extLst>
      <p:ext uri="{BB962C8B-B14F-4D97-AF65-F5344CB8AC3E}">
        <p14:creationId xmlns:p14="http://schemas.microsoft.com/office/powerpoint/2010/main" val="25038439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49</a:t>
            </a:fld>
            <a:endParaRPr lang="en-US"/>
          </a:p>
        </p:txBody>
      </p:sp>
    </p:spTree>
    <p:extLst>
      <p:ext uri="{BB962C8B-B14F-4D97-AF65-F5344CB8AC3E}">
        <p14:creationId xmlns:p14="http://schemas.microsoft.com/office/powerpoint/2010/main" val="23430356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50</a:t>
            </a:fld>
            <a:endParaRPr lang="en-US"/>
          </a:p>
        </p:txBody>
      </p:sp>
    </p:spTree>
    <p:extLst>
      <p:ext uri="{BB962C8B-B14F-4D97-AF65-F5344CB8AC3E}">
        <p14:creationId xmlns:p14="http://schemas.microsoft.com/office/powerpoint/2010/main" val="29086313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51</a:t>
            </a:fld>
            <a:endParaRPr lang="en-US"/>
          </a:p>
        </p:txBody>
      </p:sp>
    </p:spTree>
    <p:extLst>
      <p:ext uri="{BB962C8B-B14F-4D97-AF65-F5344CB8AC3E}">
        <p14:creationId xmlns:p14="http://schemas.microsoft.com/office/powerpoint/2010/main" val="8038131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52</a:t>
            </a:fld>
            <a:endParaRPr lang="en-US"/>
          </a:p>
        </p:txBody>
      </p:sp>
    </p:spTree>
    <p:extLst>
      <p:ext uri="{BB962C8B-B14F-4D97-AF65-F5344CB8AC3E}">
        <p14:creationId xmlns:p14="http://schemas.microsoft.com/office/powerpoint/2010/main" val="2791649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53</a:t>
            </a:fld>
            <a:endParaRPr lang="en-US"/>
          </a:p>
        </p:txBody>
      </p:sp>
    </p:spTree>
    <p:extLst>
      <p:ext uri="{BB962C8B-B14F-4D97-AF65-F5344CB8AC3E}">
        <p14:creationId xmlns:p14="http://schemas.microsoft.com/office/powerpoint/2010/main" val="8747218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54</a:t>
            </a:fld>
            <a:endParaRPr lang="en-US"/>
          </a:p>
        </p:txBody>
      </p:sp>
    </p:spTree>
    <p:extLst>
      <p:ext uri="{BB962C8B-B14F-4D97-AF65-F5344CB8AC3E}">
        <p14:creationId xmlns:p14="http://schemas.microsoft.com/office/powerpoint/2010/main" val="25618128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55</a:t>
            </a:fld>
            <a:endParaRPr lang="en-US"/>
          </a:p>
        </p:txBody>
      </p:sp>
    </p:spTree>
    <p:extLst>
      <p:ext uri="{BB962C8B-B14F-4D97-AF65-F5344CB8AC3E}">
        <p14:creationId xmlns:p14="http://schemas.microsoft.com/office/powerpoint/2010/main" val="39760296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56</a:t>
            </a:fld>
            <a:endParaRPr lang="en-US"/>
          </a:p>
        </p:txBody>
      </p:sp>
    </p:spTree>
    <p:extLst>
      <p:ext uri="{BB962C8B-B14F-4D97-AF65-F5344CB8AC3E}">
        <p14:creationId xmlns:p14="http://schemas.microsoft.com/office/powerpoint/2010/main" val="11723094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57</a:t>
            </a:fld>
            <a:endParaRPr lang="en-US"/>
          </a:p>
        </p:txBody>
      </p:sp>
    </p:spTree>
    <p:extLst>
      <p:ext uri="{BB962C8B-B14F-4D97-AF65-F5344CB8AC3E}">
        <p14:creationId xmlns:p14="http://schemas.microsoft.com/office/powerpoint/2010/main" val="20578928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60</a:t>
            </a:fld>
            <a:endParaRPr lang="en-US"/>
          </a:p>
        </p:txBody>
      </p:sp>
    </p:spTree>
    <p:extLst>
      <p:ext uri="{BB962C8B-B14F-4D97-AF65-F5344CB8AC3E}">
        <p14:creationId xmlns:p14="http://schemas.microsoft.com/office/powerpoint/2010/main" val="13066822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61</a:t>
            </a:fld>
            <a:endParaRPr lang="en-US"/>
          </a:p>
        </p:txBody>
      </p:sp>
    </p:spTree>
    <p:extLst>
      <p:ext uri="{BB962C8B-B14F-4D97-AF65-F5344CB8AC3E}">
        <p14:creationId xmlns:p14="http://schemas.microsoft.com/office/powerpoint/2010/main" val="11493464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62</a:t>
            </a:fld>
            <a:endParaRPr lang="en-US"/>
          </a:p>
        </p:txBody>
      </p:sp>
    </p:spTree>
    <p:extLst>
      <p:ext uri="{BB962C8B-B14F-4D97-AF65-F5344CB8AC3E}">
        <p14:creationId xmlns:p14="http://schemas.microsoft.com/office/powerpoint/2010/main" val="2744558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63</a:t>
            </a:fld>
            <a:endParaRPr lang="en-US"/>
          </a:p>
        </p:txBody>
      </p:sp>
    </p:spTree>
    <p:extLst>
      <p:ext uri="{BB962C8B-B14F-4D97-AF65-F5344CB8AC3E}">
        <p14:creationId xmlns:p14="http://schemas.microsoft.com/office/powerpoint/2010/main" val="39253468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64</a:t>
            </a:fld>
            <a:endParaRPr lang="en-US"/>
          </a:p>
        </p:txBody>
      </p:sp>
    </p:spTree>
    <p:extLst>
      <p:ext uri="{BB962C8B-B14F-4D97-AF65-F5344CB8AC3E}">
        <p14:creationId xmlns:p14="http://schemas.microsoft.com/office/powerpoint/2010/main" val="41372952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65</a:t>
            </a:fld>
            <a:endParaRPr lang="en-US"/>
          </a:p>
        </p:txBody>
      </p:sp>
    </p:spTree>
    <p:extLst>
      <p:ext uri="{BB962C8B-B14F-4D97-AF65-F5344CB8AC3E}">
        <p14:creationId xmlns:p14="http://schemas.microsoft.com/office/powerpoint/2010/main" val="3965848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66</a:t>
            </a:fld>
            <a:endParaRPr lang="en-US"/>
          </a:p>
        </p:txBody>
      </p:sp>
    </p:spTree>
    <p:extLst>
      <p:ext uri="{BB962C8B-B14F-4D97-AF65-F5344CB8AC3E}">
        <p14:creationId xmlns:p14="http://schemas.microsoft.com/office/powerpoint/2010/main" val="34968627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67</a:t>
            </a:fld>
            <a:endParaRPr lang="en-US"/>
          </a:p>
        </p:txBody>
      </p:sp>
    </p:spTree>
    <p:extLst>
      <p:ext uri="{BB962C8B-B14F-4D97-AF65-F5344CB8AC3E}">
        <p14:creationId xmlns:p14="http://schemas.microsoft.com/office/powerpoint/2010/main" val="30821153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68</a:t>
            </a:fld>
            <a:endParaRPr lang="en-US"/>
          </a:p>
        </p:txBody>
      </p:sp>
    </p:spTree>
    <p:extLst>
      <p:ext uri="{BB962C8B-B14F-4D97-AF65-F5344CB8AC3E}">
        <p14:creationId xmlns:p14="http://schemas.microsoft.com/office/powerpoint/2010/main" val="12052070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69</a:t>
            </a:fld>
            <a:endParaRPr lang="en-US"/>
          </a:p>
        </p:txBody>
      </p:sp>
    </p:spTree>
    <p:extLst>
      <p:ext uri="{BB962C8B-B14F-4D97-AF65-F5344CB8AC3E}">
        <p14:creationId xmlns:p14="http://schemas.microsoft.com/office/powerpoint/2010/main" val="24711203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70</a:t>
            </a:fld>
            <a:endParaRPr lang="en-US"/>
          </a:p>
        </p:txBody>
      </p:sp>
    </p:spTree>
    <p:extLst>
      <p:ext uri="{BB962C8B-B14F-4D97-AF65-F5344CB8AC3E}">
        <p14:creationId xmlns:p14="http://schemas.microsoft.com/office/powerpoint/2010/main" val="27395847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71</a:t>
            </a:fld>
            <a:endParaRPr lang="en-US"/>
          </a:p>
        </p:txBody>
      </p:sp>
    </p:spTree>
    <p:extLst>
      <p:ext uri="{BB962C8B-B14F-4D97-AF65-F5344CB8AC3E}">
        <p14:creationId xmlns:p14="http://schemas.microsoft.com/office/powerpoint/2010/main" val="3787242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72</a:t>
            </a:fld>
            <a:endParaRPr lang="en-US"/>
          </a:p>
        </p:txBody>
      </p:sp>
    </p:spTree>
    <p:extLst>
      <p:ext uri="{BB962C8B-B14F-4D97-AF65-F5344CB8AC3E}">
        <p14:creationId xmlns:p14="http://schemas.microsoft.com/office/powerpoint/2010/main" val="1811018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73</a:t>
            </a:fld>
            <a:endParaRPr lang="en-US"/>
          </a:p>
        </p:txBody>
      </p:sp>
    </p:spTree>
    <p:extLst>
      <p:ext uri="{BB962C8B-B14F-4D97-AF65-F5344CB8AC3E}">
        <p14:creationId xmlns:p14="http://schemas.microsoft.com/office/powerpoint/2010/main" val="8587481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74</a:t>
            </a:fld>
            <a:endParaRPr lang="en-US"/>
          </a:p>
        </p:txBody>
      </p:sp>
    </p:spTree>
    <p:extLst>
      <p:ext uri="{BB962C8B-B14F-4D97-AF65-F5344CB8AC3E}">
        <p14:creationId xmlns:p14="http://schemas.microsoft.com/office/powerpoint/2010/main" val="40992453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75</a:t>
            </a:fld>
            <a:endParaRPr lang="en-US"/>
          </a:p>
        </p:txBody>
      </p:sp>
    </p:spTree>
    <p:extLst>
      <p:ext uri="{BB962C8B-B14F-4D97-AF65-F5344CB8AC3E}">
        <p14:creationId xmlns:p14="http://schemas.microsoft.com/office/powerpoint/2010/main" val="204283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76</a:t>
            </a:fld>
            <a:endParaRPr lang="en-US"/>
          </a:p>
        </p:txBody>
      </p:sp>
    </p:spTree>
    <p:extLst>
      <p:ext uri="{BB962C8B-B14F-4D97-AF65-F5344CB8AC3E}">
        <p14:creationId xmlns:p14="http://schemas.microsoft.com/office/powerpoint/2010/main" val="40404081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77</a:t>
            </a:fld>
            <a:endParaRPr lang="en-US"/>
          </a:p>
        </p:txBody>
      </p:sp>
    </p:spTree>
    <p:extLst>
      <p:ext uri="{BB962C8B-B14F-4D97-AF65-F5344CB8AC3E}">
        <p14:creationId xmlns:p14="http://schemas.microsoft.com/office/powerpoint/2010/main" val="39543488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78</a:t>
            </a:fld>
            <a:endParaRPr lang="en-US"/>
          </a:p>
        </p:txBody>
      </p:sp>
    </p:spTree>
    <p:extLst>
      <p:ext uri="{BB962C8B-B14F-4D97-AF65-F5344CB8AC3E}">
        <p14:creationId xmlns:p14="http://schemas.microsoft.com/office/powerpoint/2010/main" val="38280078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79</a:t>
            </a:fld>
            <a:endParaRPr lang="en-US"/>
          </a:p>
        </p:txBody>
      </p:sp>
    </p:spTree>
    <p:extLst>
      <p:ext uri="{BB962C8B-B14F-4D97-AF65-F5344CB8AC3E}">
        <p14:creationId xmlns:p14="http://schemas.microsoft.com/office/powerpoint/2010/main" val="26385696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80</a:t>
            </a:fld>
            <a:endParaRPr lang="en-US"/>
          </a:p>
        </p:txBody>
      </p:sp>
    </p:spTree>
    <p:extLst>
      <p:ext uri="{BB962C8B-B14F-4D97-AF65-F5344CB8AC3E}">
        <p14:creationId xmlns:p14="http://schemas.microsoft.com/office/powerpoint/2010/main" val="19858205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81</a:t>
            </a:fld>
            <a:endParaRPr lang="en-US"/>
          </a:p>
        </p:txBody>
      </p:sp>
    </p:spTree>
    <p:extLst>
      <p:ext uri="{BB962C8B-B14F-4D97-AF65-F5344CB8AC3E}">
        <p14:creationId xmlns:p14="http://schemas.microsoft.com/office/powerpoint/2010/main" val="12094147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82</a:t>
            </a:fld>
            <a:endParaRPr lang="en-US"/>
          </a:p>
        </p:txBody>
      </p:sp>
    </p:spTree>
    <p:extLst>
      <p:ext uri="{BB962C8B-B14F-4D97-AF65-F5344CB8AC3E}">
        <p14:creationId xmlns:p14="http://schemas.microsoft.com/office/powerpoint/2010/main" val="138599426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83</a:t>
            </a:fld>
            <a:endParaRPr lang="en-US"/>
          </a:p>
        </p:txBody>
      </p:sp>
    </p:spTree>
    <p:extLst>
      <p:ext uri="{BB962C8B-B14F-4D97-AF65-F5344CB8AC3E}">
        <p14:creationId xmlns:p14="http://schemas.microsoft.com/office/powerpoint/2010/main" val="16994212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84</a:t>
            </a:fld>
            <a:endParaRPr lang="en-US"/>
          </a:p>
        </p:txBody>
      </p:sp>
    </p:spTree>
    <p:extLst>
      <p:ext uri="{BB962C8B-B14F-4D97-AF65-F5344CB8AC3E}">
        <p14:creationId xmlns:p14="http://schemas.microsoft.com/office/powerpoint/2010/main" val="41953138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85</a:t>
            </a:fld>
            <a:endParaRPr lang="en-US"/>
          </a:p>
        </p:txBody>
      </p:sp>
    </p:spTree>
    <p:extLst>
      <p:ext uri="{BB962C8B-B14F-4D97-AF65-F5344CB8AC3E}">
        <p14:creationId xmlns:p14="http://schemas.microsoft.com/office/powerpoint/2010/main" val="26991683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86</a:t>
            </a:fld>
            <a:endParaRPr lang="en-US"/>
          </a:p>
        </p:txBody>
      </p:sp>
    </p:spTree>
    <p:extLst>
      <p:ext uri="{BB962C8B-B14F-4D97-AF65-F5344CB8AC3E}">
        <p14:creationId xmlns:p14="http://schemas.microsoft.com/office/powerpoint/2010/main" val="25382604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87</a:t>
            </a:fld>
            <a:endParaRPr lang="en-US"/>
          </a:p>
        </p:txBody>
      </p:sp>
    </p:spTree>
    <p:extLst>
      <p:ext uri="{BB962C8B-B14F-4D97-AF65-F5344CB8AC3E}">
        <p14:creationId xmlns:p14="http://schemas.microsoft.com/office/powerpoint/2010/main" val="5287895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88</a:t>
            </a:fld>
            <a:endParaRPr lang="en-US"/>
          </a:p>
        </p:txBody>
      </p:sp>
    </p:spTree>
    <p:extLst>
      <p:ext uri="{BB962C8B-B14F-4D97-AF65-F5344CB8AC3E}">
        <p14:creationId xmlns:p14="http://schemas.microsoft.com/office/powerpoint/2010/main" val="37248631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89</a:t>
            </a:fld>
            <a:endParaRPr lang="en-US"/>
          </a:p>
        </p:txBody>
      </p:sp>
    </p:spTree>
    <p:extLst>
      <p:ext uri="{BB962C8B-B14F-4D97-AF65-F5344CB8AC3E}">
        <p14:creationId xmlns:p14="http://schemas.microsoft.com/office/powerpoint/2010/main" val="8258447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90</a:t>
            </a:fld>
            <a:endParaRPr lang="en-US"/>
          </a:p>
        </p:txBody>
      </p:sp>
    </p:spTree>
    <p:extLst>
      <p:ext uri="{BB962C8B-B14F-4D97-AF65-F5344CB8AC3E}">
        <p14:creationId xmlns:p14="http://schemas.microsoft.com/office/powerpoint/2010/main" val="187015868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91</a:t>
            </a:fld>
            <a:endParaRPr lang="en-US"/>
          </a:p>
        </p:txBody>
      </p:sp>
    </p:spTree>
    <p:extLst>
      <p:ext uri="{BB962C8B-B14F-4D97-AF65-F5344CB8AC3E}">
        <p14:creationId xmlns:p14="http://schemas.microsoft.com/office/powerpoint/2010/main" val="336871431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92</a:t>
            </a:fld>
            <a:endParaRPr lang="en-US"/>
          </a:p>
        </p:txBody>
      </p:sp>
    </p:spTree>
    <p:extLst>
      <p:ext uri="{BB962C8B-B14F-4D97-AF65-F5344CB8AC3E}">
        <p14:creationId xmlns:p14="http://schemas.microsoft.com/office/powerpoint/2010/main" val="222562009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93</a:t>
            </a:fld>
            <a:endParaRPr lang="en-US"/>
          </a:p>
        </p:txBody>
      </p:sp>
    </p:spTree>
    <p:extLst>
      <p:ext uri="{BB962C8B-B14F-4D97-AF65-F5344CB8AC3E}">
        <p14:creationId xmlns:p14="http://schemas.microsoft.com/office/powerpoint/2010/main" val="344719410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94</a:t>
            </a:fld>
            <a:endParaRPr lang="en-US"/>
          </a:p>
        </p:txBody>
      </p:sp>
    </p:spTree>
    <p:extLst>
      <p:ext uri="{BB962C8B-B14F-4D97-AF65-F5344CB8AC3E}">
        <p14:creationId xmlns:p14="http://schemas.microsoft.com/office/powerpoint/2010/main" val="345936365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95</a:t>
            </a:fld>
            <a:endParaRPr lang="en-US"/>
          </a:p>
        </p:txBody>
      </p:sp>
    </p:spTree>
    <p:extLst>
      <p:ext uri="{BB962C8B-B14F-4D97-AF65-F5344CB8AC3E}">
        <p14:creationId xmlns:p14="http://schemas.microsoft.com/office/powerpoint/2010/main" val="22100905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96</a:t>
            </a:fld>
            <a:endParaRPr lang="en-US"/>
          </a:p>
        </p:txBody>
      </p:sp>
    </p:spTree>
    <p:extLst>
      <p:ext uri="{BB962C8B-B14F-4D97-AF65-F5344CB8AC3E}">
        <p14:creationId xmlns:p14="http://schemas.microsoft.com/office/powerpoint/2010/main" val="12148682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97</a:t>
            </a:fld>
            <a:endParaRPr lang="en-US"/>
          </a:p>
        </p:txBody>
      </p:sp>
    </p:spTree>
    <p:extLst>
      <p:ext uri="{BB962C8B-B14F-4D97-AF65-F5344CB8AC3E}">
        <p14:creationId xmlns:p14="http://schemas.microsoft.com/office/powerpoint/2010/main" val="119073828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99</a:t>
            </a:fld>
            <a:endParaRPr lang="en-US"/>
          </a:p>
        </p:txBody>
      </p:sp>
    </p:spTree>
    <p:extLst>
      <p:ext uri="{BB962C8B-B14F-4D97-AF65-F5344CB8AC3E}">
        <p14:creationId xmlns:p14="http://schemas.microsoft.com/office/powerpoint/2010/main" val="210892710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100</a:t>
            </a:fld>
            <a:endParaRPr lang="en-US"/>
          </a:p>
        </p:txBody>
      </p:sp>
    </p:spTree>
    <p:extLst>
      <p:ext uri="{BB962C8B-B14F-4D97-AF65-F5344CB8AC3E}">
        <p14:creationId xmlns:p14="http://schemas.microsoft.com/office/powerpoint/2010/main" val="22405429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101</a:t>
            </a:fld>
            <a:endParaRPr lang="en-US"/>
          </a:p>
        </p:txBody>
      </p:sp>
    </p:spTree>
    <p:extLst>
      <p:ext uri="{BB962C8B-B14F-4D97-AF65-F5344CB8AC3E}">
        <p14:creationId xmlns:p14="http://schemas.microsoft.com/office/powerpoint/2010/main" val="79756277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102</a:t>
            </a:fld>
            <a:endParaRPr lang="en-US"/>
          </a:p>
        </p:txBody>
      </p:sp>
    </p:spTree>
    <p:extLst>
      <p:ext uri="{BB962C8B-B14F-4D97-AF65-F5344CB8AC3E}">
        <p14:creationId xmlns:p14="http://schemas.microsoft.com/office/powerpoint/2010/main" val="109125165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103</a:t>
            </a:fld>
            <a:endParaRPr lang="en-US"/>
          </a:p>
        </p:txBody>
      </p:sp>
    </p:spTree>
    <p:extLst>
      <p:ext uri="{BB962C8B-B14F-4D97-AF65-F5344CB8AC3E}">
        <p14:creationId xmlns:p14="http://schemas.microsoft.com/office/powerpoint/2010/main" val="5778077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104</a:t>
            </a:fld>
            <a:endParaRPr lang="en-US"/>
          </a:p>
        </p:txBody>
      </p:sp>
    </p:spTree>
    <p:extLst>
      <p:ext uri="{BB962C8B-B14F-4D97-AF65-F5344CB8AC3E}">
        <p14:creationId xmlns:p14="http://schemas.microsoft.com/office/powerpoint/2010/main" val="44525383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105</a:t>
            </a:fld>
            <a:endParaRPr lang="en-US"/>
          </a:p>
        </p:txBody>
      </p:sp>
    </p:spTree>
    <p:extLst>
      <p:ext uri="{BB962C8B-B14F-4D97-AF65-F5344CB8AC3E}">
        <p14:creationId xmlns:p14="http://schemas.microsoft.com/office/powerpoint/2010/main" val="40554893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hidden="1"/>
          <p:cNvSpPr>
            <a:spLocks noGrp="1"/>
          </p:cNvSpPr>
          <p:nvPr>
            <p:ph type="ftr" sz="quarter" idx="4"/>
          </p:nvPr>
        </p:nvSpPr>
        <p:spPr/>
        <p:txBody>
          <a:bodyPr/>
          <a:lstStyle/>
          <a:p>
            <a:endParaRPr lang="en-US"/>
          </a:p>
        </p:txBody>
      </p:sp>
      <p:sp>
        <p:nvSpPr>
          <p:cNvPr id="6" name="Slide Number Placeholder 5"/>
          <p:cNvSpPr>
            <a:spLocks noGrp="1"/>
          </p:cNvSpPr>
          <p:nvPr>
            <p:ph type="sldNum" sz="quarter" idx="5"/>
          </p:nvPr>
        </p:nvSpPr>
        <p:spPr/>
        <p:txBody>
          <a:bodyPr/>
          <a:lstStyle/>
          <a:p>
            <a:fld id="{ED70284F-7E88-4545-9BB2-221688BE3F3A}" type="slidenum">
              <a:rPr lang="en-US" smtClean="0"/>
              <a:t>106</a:t>
            </a:fld>
            <a:endParaRPr lang="en-US"/>
          </a:p>
        </p:txBody>
      </p:sp>
    </p:spTree>
    <p:extLst>
      <p:ext uri="{BB962C8B-B14F-4D97-AF65-F5344CB8AC3E}">
        <p14:creationId xmlns:p14="http://schemas.microsoft.com/office/powerpoint/2010/main" val="3702613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5.xml"/><Relationship Id="rId1"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8.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9.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0.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6.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7.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8.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9.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5.xml"/><Relationship Id="rId1" Type="http://schemas.openxmlformats.org/officeDocument/2006/relationships/tags" Target="../tags/tag32.xml"/><Relationship Id="rId4"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3.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4.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5.xml"/><Relationship Id="rId1" Type="http://schemas.openxmlformats.org/officeDocument/2006/relationships/tags" Target="../tags/tag36.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1.emf"/><Relationship Id="rId4" Type="http://schemas.openxmlformats.org/officeDocument/2006/relationships/oleObject" Target="../embeddings/oleObject1.bin"/></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Image Cover">
    <p:spTree>
      <p:nvGrpSpPr>
        <p:cNvPr id="1" name=""/>
        <p:cNvGrpSpPr/>
        <p:nvPr/>
      </p:nvGrpSpPr>
      <p:grpSpPr>
        <a:xfrm>
          <a:off x="0" y="0"/>
          <a:ext cx="0" cy="0"/>
          <a:chOff x="0" y="0"/>
          <a:chExt cx="0" cy="0"/>
        </a:xfrm>
      </p:grpSpPr>
      <p:cxnSp>
        <p:nvCxnSpPr>
          <p:cNvPr id="6" name="Straight Connector 5"/>
          <p:cNvCxnSpPr/>
          <p:nvPr/>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2"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531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1599D60A-9BBF-4307-A866-31648AA11793}" type="datetimeFigureOut">
              <a:rPr lang="en-US" smtClean="0"/>
              <a:t>6/28/2024</a:t>
            </a:fld>
            <a:endParaRPr lang="en-US"/>
          </a:p>
        </p:txBody>
      </p:sp>
      <p:sp>
        <p:nvSpPr>
          <p:cNvPr id="5" name="Footer Placeholder 4"/>
          <p:cNvSpPr>
            <a:spLocks noGrp="1"/>
          </p:cNvSpPr>
          <p:nvPr>
            <p:ph type="ftr" sz="quarter" idx="11"/>
            <p:custDataLst>
              <p:tags r:id="rId1"/>
            </p:custDataLst>
          </p:nvPr>
        </p:nvSpPr>
        <p:spPr>
          <a:xfrm>
            <a:off x="0" y="6356350"/>
            <a:ext cx="12192000" cy="365125"/>
          </a:xfrm>
          <a:prstGeom prst="rect">
            <a:avLst/>
          </a:prstGeo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3471AE-043A-4687-92E1-063725A8428B}" type="slidenum">
              <a:rPr lang="en-US" smtClean="0"/>
              <a:t>‹#›</a:t>
            </a:fld>
            <a:endParaRPr lang="en-US"/>
          </a:p>
        </p:txBody>
      </p:sp>
    </p:spTree>
    <p:extLst>
      <p:ext uri="{BB962C8B-B14F-4D97-AF65-F5344CB8AC3E}">
        <p14:creationId xmlns:p14="http://schemas.microsoft.com/office/powerpoint/2010/main" val="305316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25297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68" y="357810"/>
            <a:ext cx="10507948" cy="498610"/>
          </a:xfrm>
        </p:spPr>
        <p:txBody>
          <a:bodyPr/>
          <a:lstStyle>
            <a:lvl1pPr>
              <a:defRPr baseline="0">
                <a:solidFill>
                  <a:schemeClr val="tx1"/>
                </a:solidFill>
              </a:defRPr>
            </a:lvl1pPr>
          </a:lstStyle>
          <a:p>
            <a:r>
              <a:rPr lang="en-US"/>
              <a:t>Click to edit Master title style</a:t>
            </a:r>
          </a:p>
        </p:txBody>
      </p:sp>
      <p:sp>
        <p:nvSpPr>
          <p:cNvPr id="5" name="Content Placeholder 4"/>
          <p:cNvSpPr>
            <a:spLocks noGrp="1"/>
          </p:cNvSpPr>
          <p:nvPr>
            <p:ph sz="quarter" idx="12"/>
          </p:nvPr>
        </p:nvSpPr>
        <p:spPr>
          <a:xfrm>
            <a:off x="714568" y="1005840"/>
            <a:ext cx="10507947" cy="5053316"/>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3"/>
          </p:nvPr>
        </p:nvSpPr>
        <p:spPr/>
        <p:txBody>
          <a:bodyPr/>
          <a:lstStyle>
            <a:lvl1pPr>
              <a:defRPr/>
            </a:lvl1pPr>
          </a:lstStyle>
          <a:p>
            <a:pPr>
              <a:defRPr/>
            </a:pPr>
            <a:fld id="{65C380C9-3062-4F1D-A521-BEC000498A55}" type="slidenum">
              <a:rPr lang="en-US"/>
              <a:pPr>
                <a:defRPr/>
              </a:pPr>
              <a:t>‹#›</a:t>
            </a:fld>
            <a:endParaRPr lang="en-US"/>
          </a:p>
        </p:txBody>
      </p:sp>
      <p:sp>
        <p:nvSpPr>
          <p:cNvPr id="2" name="Footer Placeholder 1"/>
          <p:cNvSpPr>
            <a:spLocks noGrp="1"/>
          </p:cNvSpPr>
          <p:nvPr>
            <p:ph type="ftr" sz="quarter" idx="14"/>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406101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122496"/>
          </a:xfrm>
          <a:prstGeom prst="line">
            <a:avLst/>
          </a:prstGeom>
          <a:noFill/>
          <a:ln w="9525" cap="flat" cmpd="sng" algn="ctr">
            <a:solidFill>
              <a:schemeClr val="accent3"/>
            </a:solidFill>
            <a:prstDash val="solid"/>
            <a:round/>
            <a:headEnd type="none" w="med" len="med"/>
            <a:tailEnd type="none" w="med" len="med"/>
          </a:ln>
          <a:effectLst/>
        </p:spPr>
      </p:cxnSp>
      <p:sp>
        <p:nvSpPr>
          <p:cNvPr id="13" name="Title 1"/>
          <p:cNvSpPr>
            <a:spLocks noGrp="1"/>
          </p:cNvSpPr>
          <p:nvPr>
            <p:ph type="title"/>
          </p:nvPr>
        </p:nvSpPr>
        <p:spPr>
          <a:xfrm>
            <a:off x="714567" y="357810"/>
            <a:ext cx="10499918" cy="498610"/>
          </a:xfrm>
        </p:spPr>
        <p:txBody>
          <a:bodyPr/>
          <a:lstStyle/>
          <a:p>
            <a:r>
              <a:rPr lang="en-US"/>
              <a:t>Click to edit Master title style</a:t>
            </a:r>
          </a:p>
        </p:txBody>
      </p:sp>
      <p:sp>
        <p:nvSpPr>
          <p:cNvPr id="7" name="Content Placeholder 4"/>
          <p:cNvSpPr>
            <a:spLocks noGrp="1"/>
          </p:cNvSpPr>
          <p:nvPr>
            <p:ph sz="quarter" idx="12"/>
          </p:nvPr>
        </p:nvSpPr>
        <p:spPr>
          <a:xfrm>
            <a:off x="714793" y="1005840"/>
            <a:ext cx="5160304" cy="5113606"/>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4"/>
          <p:cNvSpPr>
            <a:spLocks noGrp="1"/>
          </p:cNvSpPr>
          <p:nvPr>
            <p:ph sz="quarter" idx="15"/>
          </p:nvPr>
        </p:nvSpPr>
        <p:spPr>
          <a:xfrm>
            <a:off x="6150445" y="1005840"/>
            <a:ext cx="5064040" cy="5113606"/>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6"/>
          </p:nvPr>
        </p:nvSpPr>
        <p:spPr/>
        <p:txBody>
          <a:bodyPr/>
          <a:lstStyle>
            <a:lvl1pPr>
              <a:defRPr/>
            </a:lvl1pPr>
          </a:lstStyle>
          <a:p>
            <a:pPr>
              <a:defRPr/>
            </a:pPr>
            <a:fld id="{F0121559-6FAE-4C9F-95D5-751370D9C50E}" type="slidenum">
              <a:rPr lang="en-US"/>
              <a:pPr>
                <a:defRPr/>
              </a:pPr>
              <a:t>‹#›</a:t>
            </a:fld>
            <a:endParaRPr lang="en-US"/>
          </a:p>
        </p:txBody>
      </p:sp>
      <p:sp>
        <p:nvSpPr>
          <p:cNvPr id="2" name="Footer Placeholder 1"/>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73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8" name="Straight Connector 7"/>
          <p:cNvCxnSpPr/>
          <p:nvPr userDrawn="1"/>
        </p:nvCxnSpPr>
        <p:spPr bwMode="auto">
          <a:xfrm>
            <a:off x="6008688" y="996950"/>
            <a:ext cx="0" cy="5192836"/>
          </a:xfrm>
          <a:prstGeom prst="line">
            <a:avLst/>
          </a:prstGeom>
          <a:noFill/>
          <a:ln w="9525" cap="flat" cmpd="sng" algn="ctr">
            <a:solidFill>
              <a:schemeClr val="accent3"/>
            </a:solidFill>
            <a:prstDash val="solid"/>
            <a:round/>
            <a:headEnd type="none" w="med" len="med"/>
            <a:tailEnd type="none" w="med" len="med"/>
          </a:ln>
          <a:effectLst/>
        </p:spPr>
      </p:cxnSp>
      <p:sp>
        <p:nvSpPr>
          <p:cNvPr id="9" name="TextBox 11"/>
          <p:cNvSpPr txBox="1">
            <a:spLocks noChangeArrowheads="1"/>
          </p:cNvSpPr>
          <p:nvPr userDrawn="1"/>
        </p:nvSpPr>
        <p:spPr bwMode="auto">
          <a:xfrm>
            <a:off x="1666875" y="6804025"/>
            <a:ext cx="1857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a:p>
        </p:txBody>
      </p:sp>
      <p:sp>
        <p:nvSpPr>
          <p:cNvPr id="20" name="Title 1"/>
          <p:cNvSpPr>
            <a:spLocks noGrp="1"/>
          </p:cNvSpPr>
          <p:nvPr>
            <p:ph type="title"/>
          </p:nvPr>
        </p:nvSpPr>
        <p:spPr>
          <a:xfrm>
            <a:off x="714240" y="364798"/>
            <a:ext cx="10531033" cy="512064"/>
          </a:xfrm>
        </p:spPr>
        <p:txBody>
          <a:bodyPr/>
          <a:lstStyle/>
          <a:p>
            <a:r>
              <a:rPr lang="en-US"/>
              <a:t>Click to edit Master title style</a:t>
            </a:r>
          </a:p>
        </p:txBody>
      </p:sp>
      <p:sp>
        <p:nvSpPr>
          <p:cNvPr id="10" name="Content Placeholder 4"/>
          <p:cNvSpPr>
            <a:spLocks noGrp="1"/>
          </p:cNvSpPr>
          <p:nvPr>
            <p:ph sz="quarter" idx="12"/>
          </p:nvPr>
        </p:nvSpPr>
        <p:spPr>
          <a:xfrm>
            <a:off x="714240" y="1005841"/>
            <a:ext cx="5172338"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4"/>
          <p:cNvSpPr>
            <a:spLocks noGrp="1"/>
          </p:cNvSpPr>
          <p:nvPr>
            <p:ph sz="quarter" idx="15"/>
          </p:nvPr>
        </p:nvSpPr>
        <p:spPr>
          <a:xfrm>
            <a:off x="6134782"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p:cNvSpPr>
            <a:spLocks noGrp="1"/>
          </p:cNvSpPr>
          <p:nvPr>
            <p:ph sz="quarter" idx="22"/>
          </p:nvPr>
        </p:nvSpPr>
        <p:spPr>
          <a:xfrm>
            <a:off x="714240" y="3796577"/>
            <a:ext cx="5172338" cy="239320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p:cNvSpPr>
            <a:spLocks noGrp="1"/>
          </p:cNvSpPr>
          <p:nvPr>
            <p:ph sz="quarter" idx="23"/>
          </p:nvPr>
        </p:nvSpPr>
        <p:spPr>
          <a:xfrm>
            <a:off x="6134782" y="3796578"/>
            <a:ext cx="5110491" cy="2393208"/>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p:cNvSpPr>
            <a:spLocks noGrp="1"/>
          </p:cNvSpPr>
          <p:nvPr>
            <p:ph type="sldNum" sz="quarter" idx="24"/>
          </p:nvPr>
        </p:nvSpPr>
        <p:spPr/>
        <p:txBody>
          <a:bodyPr/>
          <a:lstStyle>
            <a:lvl1pPr algn="l">
              <a:defRPr sz="1100" b="1" i="0">
                <a:solidFill>
                  <a:schemeClr val="bg1"/>
                </a:solidFill>
                <a:latin typeface="+mn-lt"/>
                <a:cs typeface="HelveticaNeue MediumCond"/>
              </a:defRPr>
            </a:lvl1pPr>
          </a:lstStyle>
          <a:p>
            <a:pPr>
              <a:defRPr/>
            </a:pPr>
            <a:fld id="{7A6399F0-1CB9-4AF2-8492-04A4C562147A}" type="slidenum">
              <a:rPr lang="en-US"/>
              <a:pPr>
                <a:defRPr/>
              </a:pPr>
              <a:t>‹#›</a:t>
            </a:fld>
            <a:endParaRPr lang="en-US"/>
          </a:p>
        </p:txBody>
      </p:sp>
      <p:sp>
        <p:nvSpPr>
          <p:cNvPr id="2" name="Footer Placeholder 1"/>
          <p:cNvSpPr>
            <a:spLocks noGrp="1"/>
          </p:cNvSpPr>
          <p:nvPr>
            <p:ph type="ftr" sz="quarter" idx="2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22025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523336" cy="498475"/>
          </a:xfrm>
        </p:spPr>
        <p:txBody>
          <a:body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521D1E3F-96BE-4EC6-B772-60D92C1E53EA}" type="slidenum">
              <a:rPr lang="en-US"/>
              <a:pPr>
                <a:defRPr/>
              </a:pPr>
              <a:t>‹#›</a:t>
            </a:fld>
            <a:endParaRPr lang="en-US"/>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289691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0" y="2119726"/>
            <a:ext cx="12192000" cy="498475"/>
          </a:xfrm>
        </p:spPr>
        <p:txBody>
          <a:bodyPr/>
          <a:lstStyle>
            <a:lvl1pPr algn="ctr">
              <a:defRPr/>
            </a:lvl1p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E7709538-BB9A-4E8C-A50F-1F4EB6EDDBD2}" type="slidenum">
              <a:rPr lang="en-US"/>
              <a:pPr>
                <a:defRPr/>
              </a:pPr>
              <a:t>‹#›</a:t>
            </a:fld>
            <a:endParaRPr lang="en-US"/>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662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16" name="Title 1"/>
          <p:cNvSpPr>
            <a:spLocks noGrp="1"/>
          </p:cNvSpPr>
          <p:nvPr>
            <p:ph type="title"/>
          </p:nvPr>
        </p:nvSpPr>
        <p:spPr>
          <a:xfrm>
            <a:off x="709621" y="364015"/>
            <a:ext cx="10491779" cy="511862"/>
          </a:xfrm>
        </p:spPr>
        <p:txBody>
          <a:bodyPr/>
          <a:lstStyle/>
          <a:p>
            <a:r>
              <a:rPr lang="en-US"/>
              <a:t>Click to edit Master title style</a:t>
            </a:r>
          </a:p>
        </p:txBody>
      </p:sp>
      <p:sp>
        <p:nvSpPr>
          <p:cNvPr id="14" name="Text Placeholder 9"/>
          <p:cNvSpPr>
            <a:spLocks noGrp="1"/>
          </p:cNvSpPr>
          <p:nvPr>
            <p:ph type="body" sz="quarter" idx="15"/>
          </p:nvPr>
        </p:nvSpPr>
        <p:spPr>
          <a:xfrm>
            <a:off x="315384" y="640080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p:cNvSpPr>
            <a:spLocks noGrp="1"/>
          </p:cNvSpPr>
          <p:nvPr>
            <p:ph type="sldNum" sz="quarter" idx="16"/>
          </p:nvPr>
        </p:nvSpPr>
        <p:spPr/>
        <p:txBody>
          <a:bodyPr/>
          <a:lstStyle>
            <a:lvl1pPr algn="l">
              <a:defRPr sz="1000" b="1" i="0">
                <a:solidFill>
                  <a:schemeClr val="bg1"/>
                </a:solidFill>
                <a:latin typeface="+mn-lt"/>
                <a:cs typeface="HelveticaNeue MediumCond"/>
              </a:defRPr>
            </a:lvl1pPr>
          </a:lstStyle>
          <a:p>
            <a:pPr>
              <a:defRPr/>
            </a:pPr>
            <a:fld id="{EDB926B2-095E-4571-A4EA-B3D2263F082D}" type="slidenum">
              <a:rPr lang="en-US"/>
              <a:pPr>
                <a:defRPr/>
              </a:pPr>
              <a:t>‹#›</a:t>
            </a:fld>
            <a:endParaRPr lang="en-US"/>
          </a:p>
        </p:txBody>
      </p:sp>
      <p:sp>
        <p:nvSpPr>
          <p:cNvPr id="3" name="Footer Placeholder 2"/>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339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p:spPr>
      </p:cxnSp>
      <p:sp>
        <p:nvSpPr>
          <p:cNvPr id="11" name="Content Placeholder 4"/>
          <p:cNvSpPr>
            <a:spLocks noGrp="1"/>
          </p:cNvSpPr>
          <p:nvPr>
            <p:ph sz="quarter" idx="12"/>
          </p:nvPr>
        </p:nvSpPr>
        <p:spPr>
          <a:xfrm>
            <a:off x="714108"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Slide Number Placeholder 2"/>
          <p:cNvSpPr>
            <a:spLocks noGrp="1"/>
          </p:cNvSpPr>
          <p:nvPr>
            <p:ph type="sldNum" sz="quarter" idx="17"/>
          </p:nvPr>
        </p:nvSpPr>
        <p:spPr/>
        <p:txBody>
          <a:bodyPr/>
          <a:lstStyle>
            <a:lvl1pPr>
              <a:defRPr/>
            </a:lvl1pPr>
          </a:lstStyle>
          <a:p>
            <a:pPr>
              <a:defRPr/>
            </a:pPr>
            <a:fld id="{E55B2C39-C6CC-42D0-AE05-9F96B4FF368A}" type="slidenum">
              <a:rPr lang="en-US"/>
              <a:pPr>
                <a:defRPr/>
              </a:pPr>
              <a:t>‹#›</a:t>
            </a:fld>
            <a:endParaRPr lang="en-US"/>
          </a:p>
        </p:txBody>
      </p:sp>
      <p:sp>
        <p:nvSpPr>
          <p:cNvPr id="4" name="Title 3"/>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8"/>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1098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p:spPr>
      </p:cxnSp>
      <p:sp>
        <p:nvSpPr>
          <p:cNvPr id="16" name="Title 1"/>
          <p:cNvSpPr>
            <a:spLocks noGrp="1"/>
          </p:cNvSpPr>
          <p:nvPr>
            <p:ph type="title"/>
          </p:nvPr>
        </p:nvSpPr>
        <p:spPr>
          <a:xfrm>
            <a:off x="714108" y="364859"/>
            <a:ext cx="10472508" cy="485358"/>
          </a:xfrm>
        </p:spPr>
        <p:txBody>
          <a:bodyPr/>
          <a:lstStyle/>
          <a:p>
            <a:r>
              <a:rPr lang="en-US"/>
              <a:t>Click to edit Master title style</a:t>
            </a:r>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4"/>
          <p:cNvSpPr>
            <a:spLocks noGrp="1"/>
          </p:cNvSpPr>
          <p:nvPr>
            <p:ph sz="quarter" idx="24"/>
          </p:nvPr>
        </p:nvSpPr>
        <p:spPr>
          <a:xfrm>
            <a:off x="6123482" y="3796577"/>
            <a:ext cx="5063134"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Content Placeholder 4"/>
          <p:cNvSpPr>
            <a:spLocks noGrp="1"/>
          </p:cNvSpPr>
          <p:nvPr>
            <p:ph sz="quarter" idx="25"/>
          </p:nvPr>
        </p:nvSpPr>
        <p:spPr>
          <a:xfrm>
            <a:off x="6123482" y="1005841"/>
            <a:ext cx="5063134"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12" name="Slide Number Placeholder 5"/>
          <p:cNvSpPr>
            <a:spLocks noGrp="1"/>
          </p:cNvSpPr>
          <p:nvPr>
            <p:ph type="sldNum" sz="quarter" idx="26"/>
          </p:nvPr>
        </p:nvSpPr>
        <p:spPr/>
        <p:txBody>
          <a:bodyPr/>
          <a:lstStyle>
            <a:lvl1pPr algn="l">
              <a:defRPr sz="1100" b="1" i="0">
                <a:solidFill>
                  <a:schemeClr val="bg1"/>
                </a:solidFill>
                <a:latin typeface="+mn-lt"/>
                <a:cs typeface="HelveticaNeue MediumCond"/>
              </a:defRPr>
            </a:lvl1pPr>
          </a:lstStyle>
          <a:p>
            <a:pPr>
              <a:defRPr/>
            </a:pPr>
            <a:fld id="{5A60E25D-90C3-4421-A5B5-3BFD0CA09E3E}" type="slidenum">
              <a:rPr lang="en-US"/>
              <a:pPr>
                <a:defRPr/>
              </a:pPr>
              <a:t>‹#›</a:t>
            </a:fld>
            <a:endParaRPr lang="en-US"/>
          </a:p>
        </p:txBody>
      </p:sp>
      <p:sp>
        <p:nvSpPr>
          <p:cNvPr id="3" name="Footer Placeholder 2"/>
          <p:cNvSpPr>
            <a:spLocks noGrp="1"/>
          </p:cNvSpPr>
          <p:nvPr>
            <p:ph type="ftr" sz="quarter" idx="2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671471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455164" cy="498475"/>
          </a:xfrm>
        </p:spPr>
        <p:txBody>
          <a:bodyPr/>
          <a:lstStyle/>
          <a:p>
            <a:r>
              <a:rPr lang="en-US"/>
              <a:t>Click to edit Master title style</a:t>
            </a:r>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6" name="Slide Number Placeholder 2"/>
          <p:cNvSpPr>
            <a:spLocks noGrp="1"/>
          </p:cNvSpPr>
          <p:nvPr>
            <p:ph type="sldNum" sz="quarter" idx="16"/>
          </p:nvPr>
        </p:nvSpPr>
        <p:spPr/>
        <p:txBody>
          <a:bodyPr/>
          <a:lstStyle>
            <a:lvl1pPr>
              <a:defRPr sz="1100"/>
            </a:lvl1pPr>
          </a:lstStyle>
          <a:p>
            <a:pPr>
              <a:defRPr/>
            </a:pPr>
            <a:fld id="{528D6B90-B26E-4C9F-854B-7A7111C42F8C}" type="slidenum">
              <a:rPr lang="en-US"/>
              <a:pPr>
                <a:defRPr/>
              </a:pPr>
              <a:t>‹#›</a:t>
            </a:fld>
            <a:endParaRPr lang="en-US"/>
          </a:p>
        </p:txBody>
      </p:sp>
      <p:sp>
        <p:nvSpPr>
          <p:cNvPr id="7" name="Footer Placeholder 6"/>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27596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Behind">
    <p:bg>
      <p:bgPr>
        <a:solidFill>
          <a:schemeClr val="bg1">
            <a:lumMod val="85000"/>
          </a:schemeClr>
        </a:solidFill>
        <a:effectLst/>
      </p:bgPr>
    </p:bg>
    <p:spTree>
      <p:nvGrpSpPr>
        <p:cNvPr id="1" name=""/>
        <p:cNvGrpSpPr/>
        <p:nvPr/>
      </p:nvGrpSpPr>
      <p:grpSpPr>
        <a:xfrm>
          <a:off x="0" y="0"/>
          <a:ext cx="0" cy="0"/>
          <a:chOff x="0" y="0"/>
          <a:chExt cx="0" cy="0"/>
        </a:xfrm>
      </p:grpSpPr>
      <p:sp>
        <p:nvSpPr>
          <p:cNvPr id="26" name="Picture Placeholder 25"/>
          <p:cNvSpPr>
            <a:spLocks noGrp="1"/>
          </p:cNvSpPr>
          <p:nvPr>
            <p:ph type="pic" sz="quarter" idx="17"/>
          </p:nvPr>
        </p:nvSpPr>
        <p:spPr>
          <a:xfrm>
            <a:off x="0" y="4288536"/>
            <a:ext cx="12192000" cy="2569464"/>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5" name="Text Placeholder 19"/>
          <p:cNvSpPr>
            <a:spLocks noGrp="1"/>
          </p:cNvSpPr>
          <p:nvPr>
            <p:ph type="body" sz="quarter" idx="13"/>
          </p:nvPr>
        </p:nvSpPr>
        <p:spPr>
          <a:xfrm>
            <a:off x="2864782"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Picture Placeholder 9"/>
          <p:cNvSpPr>
            <a:spLocks noGrp="1"/>
          </p:cNvSpPr>
          <p:nvPr>
            <p:ph type="pic" sz="quarter" idx="14"/>
          </p:nvPr>
        </p:nvSpPr>
        <p:spPr>
          <a:xfrm>
            <a:off x="9668256" y="6099048"/>
            <a:ext cx="1901952" cy="356616"/>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marL="0" indent="0">
              <a:buNone/>
              <a:defRPr sz="200"/>
            </a:lvl1pPr>
          </a:lstStyle>
          <a:p>
            <a:r>
              <a:rPr lang="en-US"/>
              <a:t>Click icon to add picture</a:t>
            </a:r>
          </a:p>
        </p:txBody>
      </p:sp>
      <p:sp>
        <p:nvSpPr>
          <p:cNvPr id="11"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3" name="Picture Placeholder 9"/>
          <p:cNvSpPr>
            <a:spLocks noGrp="1"/>
          </p:cNvSpPr>
          <p:nvPr>
            <p:ph type="pic" sz="quarter" idx="16"/>
          </p:nvPr>
        </p:nvSpPr>
        <p:spPr>
          <a:xfrm>
            <a:off x="2852928" y="5961888"/>
            <a:ext cx="12192" cy="50292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lstStyle>
            <a:lvl1pPr marL="0" indent="0">
              <a:buNone/>
              <a:defRPr sz="200" baseline="0">
                <a:solidFill>
                  <a:schemeClr val="bg1">
                    <a:lumMod val="75000"/>
                  </a:schemeClr>
                </a:solidFill>
              </a:defRPr>
            </a:lvl1pPr>
          </a:lstStyle>
          <a:p>
            <a:r>
              <a:rPr lang="en-US"/>
              <a:t>Click icon to add picture</a:t>
            </a:r>
          </a:p>
        </p:txBody>
      </p:sp>
    </p:spTree>
    <p:extLst>
      <p:ext uri="{BB962C8B-B14F-4D97-AF65-F5344CB8AC3E}">
        <p14:creationId xmlns:p14="http://schemas.microsoft.com/office/powerpoint/2010/main" val="405772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Shape">
    <p:bg>
      <p:bgPr>
        <a:solidFill>
          <a:schemeClr val="bg1"/>
        </a:solidFill>
        <a:effectLst/>
      </p:bgPr>
    </p:bg>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141" y="1"/>
            <a:ext cx="12192141" cy="5676983"/>
          </a:xfrm>
          <a:custGeom>
            <a:avLst/>
            <a:gdLst>
              <a:gd name="connsiteX0" fmla="*/ 0 w 9144000"/>
              <a:gd name="connsiteY0" fmla="*/ 0 h 5676900"/>
              <a:gd name="connsiteX1" fmla="*/ 9144000 w 9144000"/>
              <a:gd name="connsiteY1" fmla="*/ 0 h 5676900"/>
              <a:gd name="connsiteX2" fmla="*/ 9144000 w 9144000"/>
              <a:gd name="connsiteY2" fmla="*/ 5676900 h 5676900"/>
              <a:gd name="connsiteX3" fmla="*/ 0 w 9144000"/>
              <a:gd name="connsiteY3" fmla="*/ 5676900 h 5676900"/>
              <a:gd name="connsiteX4" fmla="*/ 0 w 9144000"/>
              <a:gd name="connsiteY4" fmla="*/ 0 h 5676900"/>
              <a:gd name="connsiteX0" fmla="*/ 0 w 9144000"/>
              <a:gd name="connsiteY0" fmla="*/ 0 h 5676900"/>
              <a:gd name="connsiteX1" fmla="*/ 9144000 w 9144000"/>
              <a:gd name="connsiteY1" fmla="*/ 0 h 5676900"/>
              <a:gd name="connsiteX2" fmla="*/ 9144000 w 9144000"/>
              <a:gd name="connsiteY2" fmla="*/ 5676900 h 5676900"/>
              <a:gd name="connsiteX3" fmla="*/ 323850 w 9144000"/>
              <a:gd name="connsiteY3" fmla="*/ 5657850 h 5676900"/>
              <a:gd name="connsiteX4" fmla="*/ 0 w 9144000"/>
              <a:gd name="connsiteY4" fmla="*/ 5676900 h 5676900"/>
              <a:gd name="connsiteX5" fmla="*/ 0 w 9144000"/>
              <a:gd name="connsiteY5" fmla="*/ 0 h 5676900"/>
              <a:gd name="connsiteX0" fmla="*/ 0 w 9144000"/>
              <a:gd name="connsiteY0" fmla="*/ 0 h 5679365"/>
              <a:gd name="connsiteX1" fmla="*/ 9144000 w 9144000"/>
              <a:gd name="connsiteY1" fmla="*/ 0 h 5679365"/>
              <a:gd name="connsiteX2" fmla="*/ 9144000 w 9144000"/>
              <a:gd name="connsiteY2" fmla="*/ 5676900 h 5679365"/>
              <a:gd name="connsiteX3" fmla="*/ 797186 w 9144000"/>
              <a:gd name="connsiteY3" fmla="*/ 5679365 h 5679365"/>
              <a:gd name="connsiteX4" fmla="*/ 0 w 9144000"/>
              <a:gd name="connsiteY4" fmla="*/ 5676900 h 5679365"/>
              <a:gd name="connsiteX5" fmla="*/ 0 w 9144000"/>
              <a:gd name="connsiteY5" fmla="*/ 0 h 5679365"/>
              <a:gd name="connsiteX0" fmla="*/ 123341 w 9267341"/>
              <a:gd name="connsiteY0" fmla="*/ 0 h 6098233"/>
              <a:gd name="connsiteX1" fmla="*/ 9267341 w 9267341"/>
              <a:gd name="connsiteY1" fmla="*/ 0 h 6098233"/>
              <a:gd name="connsiteX2" fmla="*/ 9267341 w 9267341"/>
              <a:gd name="connsiteY2" fmla="*/ 5676900 h 6098233"/>
              <a:gd name="connsiteX3" fmla="*/ 920527 w 9267341"/>
              <a:gd name="connsiteY3" fmla="*/ 5679365 h 6098233"/>
              <a:gd name="connsiteX4" fmla="*/ 123341 w 9267341"/>
              <a:gd name="connsiteY4" fmla="*/ 5676900 h 6098233"/>
              <a:gd name="connsiteX5" fmla="*/ 123341 w 9267341"/>
              <a:gd name="connsiteY5" fmla="*/ 0 h 6098233"/>
              <a:gd name="connsiteX0" fmla="*/ 0 w 9144000"/>
              <a:gd name="connsiteY0" fmla="*/ 0 h 6097615"/>
              <a:gd name="connsiteX1" fmla="*/ 9144000 w 9144000"/>
              <a:gd name="connsiteY1" fmla="*/ 0 h 6097615"/>
              <a:gd name="connsiteX2" fmla="*/ 9144000 w 9144000"/>
              <a:gd name="connsiteY2" fmla="*/ 5676900 h 6097615"/>
              <a:gd name="connsiteX3" fmla="*/ 1375830 w 9144000"/>
              <a:gd name="connsiteY3" fmla="*/ 5676983 h 6097615"/>
              <a:gd name="connsiteX4" fmla="*/ 0 w 9144000"/>
              <a:gd name="connsiteY4" fmla="*/ 5676900 h 6097615"/>
              <a:gd name="connsiteX5" fmla="*/ 0 w 9144000"/>
              <a:gd name="connsiteY5" fmla="*/ 0 h 6097615"/>
              <a:gd name="connsiteX0" fmla="*/ 2381 w 9146381"/>
              <a:gd name="connsiteY0" fmla="*/ 0 h 5676983"/>
              <a:gd name="connsiteX1" fmla="*/ 9146381 w 9146381"/>
              <a:gd name="connsiteY1" fmla="*/ 0 h 5676983"/>
              <a:gd name="connsiteX2" fmla="*/ 9146381 w 9146381"/>
              <a:gd name="connsiteY2" fmla="*/ 5676900 h 5676983"/>
              <a:gd name="connsiteX3" fmla="*/ 1378211 w 9146381"/>
              <a:gd name="connsiteY3" fmla="*/ 5676983 h 5676983"/>
              <a:gd name="connsiteX4" fmla="*/ 0 w 9146381"/>
              <a:gd name="connsiteY4" fmla="*/ 4464844 h 5676983"/>
              <a:gd name="connsiteX5" fmla="*/ 2381 w 9146381"/>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106" h="5676983">
                <a:moveTo>
                  <a:pt x="106" y="0"/>
                </a:moveTo>
                <a:lnTo>
                  <a:pt x="9144106" y="0"/>
                </a:lnTo>
                <a:lnTo>
                  <a:pt x="9144106" y="5676900"/>
                </a:lnTo>
                <a:lnTo>
                  <a:pt x="1375936" y="5676983"/>
                </a:lnTo>
                <a:cubicBezTo>
                  <a:pt x="628224" y="5674601"/>
                  <a:pt x="2001" y="5016118"/>
                  <a:pt x="2487" y="4305300"/>
                </a:cubicBezTo>
                <a:cubicBezTo>
                  <a:pt x="3281" y="2817019"/>
                  <a:pt x="-688" y="1488281"/>
                  <a:pt x="106" y="0"/>
                </a:cubicBezTo>
                <a:close/>
              </a:path>
            </a:pathLst>
          </a:custGeom>
          <a:solidFill>
            <a:schemeClr val="bg1">
              <a:lumMod val="85000"/>
            </a:schemeClr>
          </a:solidFill>
        </p:spPr>
        <p:txBody>
          <a:bodyPr/>
          <a:lstStyle>
            <a:lvl1pPr>
              <a:defRPr sz="200"/>
            </a:lvl1pPr>
          </a:lstStyle>
          <a:p>
            <a:r>
              <a:rPr lang="en-US"/>
              <a:t>Click icon to add picture</a:t>
            </a:r>
          </a:p>
        </p:txBody>
      </p:sp>
      <p:pic>
        <p:nvPicPr>
          <p:cNvPr id="9" name="Picture 8"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68999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Multi Image Shapes">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0" y="-7940"/>
            <a:ext cx="4631880" cy="5648301"/>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3910" h="5633244">
                <a:moveTo>
                  <a:pt x="459" y="0"/>
                </a:moveTo>
                <a:lnTo>
                  <a:pt x="3473910" y="0"/>
                </a:lnTo>
                <a:lnTo>
                  <a:pt x="3473910" y="5632423"/>
                </a:lnTo>
                <a:lnTo>
                  <a:pt x="1376028" y="5633244"/>
                </a:lnTo>
                <a:cubicBezTo>
                  <a:pt x="720920" y="5628481"/>
                  <a:pt x="1517" y="5072302"/>
                  <a:pt x="459" y="4260824"/>
                </a:cubicBezTo>
                <a:cubicBezTo>
                  <a:pt x="2047" y="2808800"/>
                  <a:pt x="-1129" y="1452024"/>
                  <a:pt x="459" y="0"/>
                </a:cubicBezTo>
                <a:close/>
              </a:path>
            </a:pathLst>
          </a:custGeom>
          <a:solidFill>
            <a:schemeClr val="bg1">
              <a:lumMod val="85000"/>
            </a:schemeClr>
          </a:solidFill>
        </p:spPr>
        <p:txBody>
          <a:bodyPr/>
          <a:lstStyle>
            <a:lvl1pPr>
              <a:defRPr sz="200"/>
            </a:lvl1pPr>
          </a:lstStyle>
          <a:p>
            <a:r>
              <a:rPr lang="en-US"/>
              <a:t>Click icon to add picture</a:t>
            </a:r>
          </a:p>
        </p:txBody>
      </p:sp>
      <p:sp>
        <p:nvSpPr>
          <p:cNvPr id="23" name="Picture Placeholder 22"/>
          <p:cNvSpPr>
            <a:spLocks noGrp="1"/>
          </p:cNvSpPr>
          <p:nvPr>
            <p:ph type="pic" sz="quarter" idx="15"/>
          </p:nvPr>
        </p:nvSpPr>
        <p:spPr>
          <a:xfrm>
            <a:off x="4756157" y="-14134"/>
            <a:ext cx="7435844" cy="1889124"/>
          </a:xfrm>
          <a:prstGeom prst="rect">
            <a:avLst/>
          </a:prstGeom>
          <a:solidFill>
            <a:schemeClr val="bg1">
              <a:lumMod val="85000"/>
            </a:schemeClr>
          </a:solidFill>
        </p:spPr>
        <p:txBody>
          <a:bodyPr/>
          <a:lstStyle>
            <a:lvl1pPr>
              <a:defRPr sz="200"/>
            </a:lvl1pPr>
          </a:lstStyle>
          <a:p>
            <a:r>
              <a:rPr lang="en-US"/>
              <a:t>Click icon to add picture</a:t>
            </a:r>
          </a:p>
        </p:txBody>
      </p:sp>
      <p:sp>
        <p:nvSpPr>
          <p:cNvPr id="25" name="Picture Placeholder 24"/>
          <p:cNvSpPr>
            <a:spLocks noGrp="1"/>
          </p:cNvSpPr>
          <p:nvPr>
            <p:ph type="pic" sz="quarter" idx="16"/>
          </p:nvPr>
        </p:nvSpPr>
        <p:spPr>
          <a:xfrm>
            <a:off x="4756151" y="1969504"/>
            <a:ext cx="3676648" cy="1961147"/>
          </a:xfrm>
          <a:prstGeom prst="rect">
            <a:avLst/>
          </a:prstGeom>
          <a:solidFill>
            <a:schemeClr val="bg1">
              <a:lumMod val="85000"/>
            </a:schemeClr>
          </a:solidFill>
        </p:spPr>
        <p:txBody>
          <a:bodyPr/>
          <a:lstStyle>
            <a:lvl1pPr>
              <a:defRPr sz="200"/>
            </a:lvl1pPr>
          </a:lstStyle>
          <a:p>
            <a:r>
              <a:rPr lang="en-US"/>
              <a:t>Click icon to add picture</a:t>
            </a:r>
          </a:p>
        </p:txBody>
      </p:sp>
      <p:sp>
        <p:nvSpPr>
          <p:cNvPr id="26" name="Picture Placeholder 24"/>
          <p:cNvSpPr>
            <a:spLocks noGrp="1"/>
          </p:cNvSpPr>
          <p:nvPr>
            <p:ph type="pic" sz="quarter" idx="17"/>
          </p:nvPr>
        </p:nvSpPr>
        <p:spPr>
          <a:xfrm>
            <a:off x="4756156" y="4025164"/>
            <a:ext cx="3676648" cy="1615199"/>
          </a:xfrm>
          <a:prstGeom prst="rect">
            <a:avLst/>
          </a:prstGeom>
          <a:solidFill>
            <a:schemeClr val="bg1">
              <a:lumMod val="85000"/>
            </a:schemeClr>
          </a:solidFill>
        </p:spPr>
        <p:txBody>
          <a:bodyPr/>
          <a:lstStyle>
            <a:lvl1pPr>
              <a:defRPr sz="200"/>
            </a:lvl1pPr>
          </a:lstStyle>
          <a:p>
            <a:r>
              <a:rPr lang="en-US"/>
              <a:t>Click icon to add picture</a:t>
            </a:r>
          </a:p>
        </p:txBody>
      </p:sp>
      <p:sp>
        <p:nvSpPr>
          <p:cNvPr id="27" name="Picture Placeholder 24"/>
          <p:cNvSpPr>
            <a:spLocks noGrp="1"/>
          </p:cNvSpPr>
          <p:nvPr>
            <p:ph type="pic" sz="quarter" idx="18"/>
          </p:nvPr>
        </p:nvSpPr>
        <p:spPr>
          <a:xfrm>
            <a:off x="8557069" y="1969502"/>
            <a:ext cx="3634931" cy="3677174"/>
          </a:xfrm>
          <a:prstGeom prst="rect">
            <a:avLst/>
          </a:prstGeom>
          <a:solidFill>
            <a:schemeClr val="bg1">
              <a:lumMod val="85000"/>
            </a:schemeClr>
          </a:solidFill>
        </p:spPr>
        <p:txBody>
          <a:bodyPr/>
          <a:lstStyle>
            <a:lvl1pPr>
              <a:defRPr sz="200"/>
            </a:lvl1pPr>
          </a:lstStyle>
          <a:p>
            <a:r>
              <a:rPr lang="en-US"/>
              <a:t>Click icon to add picture</a:t>
            </a:r>
          </a:p>
        </p:txBody>
      </p:sp>
      <p:pic>
        <p:nvPicPr>
          <p:cNvPr id="14" name="Picture 13"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0796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4" name="Picture Placeholder 2"/>
          <p:cNvSpPr>
            <a:spLocks noGrp="1"/>
          </p:cNvSpPr>
          <p:nvPr>
            <p:ph type="pic" sz="quarter" idx="14"/>
          </p:nvPr>
        </p:nvSpPr>
        <p:spPr>
          <a:xfrm>
            <a:off x="0" y="-851"/>
            <a:ext cx="12196736" cy="6863613"/>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428967 h 6062211"/>
              <a:gd name="connsiteX1" fmla="*/ 3473910 w 3473910"/>
              <a:gd name="connsiteY1" fmla="*/ 428967 h 6062211"/>
              <a:gd name="connsiteX2" fmla="*/ 3473910 w 3473910"/>
              <a:gd name="connsiteY2" fmla="*/ 6061390 h 6062211"/>
              <a:gd name="connsiteX3" fmla="*/ 1376028 w 3473910"/>
              <a:gd name="connsiteY3" fmla="*/ 6062211 h 6062211"/>
              <a:gd name="connsiteX4" fmla="*/ 459 w 3473910"/>
              <a:gd name="connsiteY4" fmla="*/ 417892 h 6062211"/>
              <a:gd name="connsiteX5" fmla="*/ 459 w 3473910"/>
              <a:gd name="connsiteY5" fmla="*/ 428967 h 6062211"/>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0 w 3480350"/>
              <a:gd name="connsiteY0" fmla="*/ 879000 h 6521071"/>
              <a:gd name="connsiteX1" fmla="*/ 3473451 w 3480350"/>
              <a:gd name="connsiteY1" fmla="*/ 879000 h 6521071"/>
              <a:gd name="connsiteX2" fmla="*/ 3473451 w 3480350"/>
              <a:gd name="connsiteY2" fmla="*/ 6511423 h 6521071"/>
              <a:gd name="connsiteX3" fmla="*/ 3480350 w 3480350"/>
              <a:gd name="connsiteY3" fmla="*/ 6521071 h 6521071"/>
              <a:gd name="connsiteX4" fmla="*/ 0 w 3480350"/>
              <a:gd name="connsiteY4" fmla="*/ 867925 h 6521071"/>
              <a:gd name="connsiteX5" fmla="*/ 0 w 3480350"/>
              <a:gd name="connsiteY5" fmla="*/ 879000 h 6521071"/>
              <a:gd name="connsiteX0" fmla="*/ 227406 w 3707756"/>
              <a:gd name="connsiteY0" fmla="*/ 479454 h 6121525"/>
              <a:gd name="connsiteX1" fmla="*/ 3700857 w 3707756"/>
              <a:gd name="connsiteY1" fmla="*/ 479454 h 6121525"/>
              <a:gd name="connsiteX2" fmla="*/ 3700857 w 3707756"/>
              <a:gd name="connsiteY2" fmla="*/ 6111877 h 6121525"/>
              <a:gd name="connsiteX3" fmla="*/ 3707756 w 3707756"/>
              <a:gd name="connsiteY3" fmla="*/ 6121525 h 6121525"/>
              <a:gd name="connsiteX4" fmla="*/ 227406 w 3707756"/>
              <a:gd name="connsiteY4" fmla="*/ 468379 h 6121525"/>
              <a:gd name="connsiteX5" fmla="*/ 227406 w 3707756"/>
              <a:gd name="connsiteY5" fmla="*/ 479454 h 6121525"/>
              <a:gd name="connsiteX0" fmla="*/ 1 w 3480351"/>
              <a:gd name="connsiteY0" fmla="*/ 699834 h 6352980"/>
              <a:gd name="connsiteX1" fmla="*/ 3473452 w 3480351"/>
              <a:gd name="connsiteY1" fmla="*/ 710909 h 6352980"/>
              <a:gd name="connsiteX2" fmla="*/ 3473452 w 3480351"/>
              <a:gd name="connsiteY2" fmla="*/ 6343332 h 6352980"/>
              <a:gd name="connsiteX3" fmla="*/ 3480351 w 3480351"/>
              <a:gd name="connsiteY3" fmla="*/ 6352980 h 6352980"/>
              <a:gd name="connsiteX4" fmla="*/ 1 w 3480351"/>
              <a:gd name="connsiteY4" fmla="*/ 699834 h 6352980"/>
              <a:gd name="connsiteX0" fmla="*/ 0 w 3480350"/>
              <a:gd name="connsiteY0" fmla="*/ 421064 h 6074210"/>
              <a:gd name="connsiteX1" fmla="*/ 3473451 w 3480350"/>
              <a:gd name="connsiteY1" fmla="*/ 432139 h 6074210"/>
              <a:gd name="connsiteX2" fmla="*/ 3473451 w 3480350"/>
              <a:gd name="connsiteY2" fmla="*/ 6064562 h 6074210"/>
              <a:gd name="connsiteX3" fmla="*/ 3480350 w 3480350"/>
              <a:gd name="connsiteY3" fmla="*/ 6074210 h 6074210"/>
              <a:gd name="connsiteX4" fmla="*/ 0 w 3480350"/>
              <a:gd name="connsiteY4" fmla="*/ 421064 h 6074210"/>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702 h 5653848"/>
              <a:gd name="connsiteX1" fmla="*/ 3475260 w 3480350"/>
              <a:gd name="connsiteY1" fmla="*/ 0 h 5653848"/>
              <a:gd name="connsiteX2" fmla="*/ 3473451 w 3480350"/>
              <a:gd name="connsiteY2" fmla="*/ 5644200 h 5653848"/>
              <a:gd name="connsiteX3" fmla="*/ 3480350 w 3480350"/>
              <a:gd name="connsiteY3" fmla="*/ 5653848 h 5653848"/>
              <a:gd name="connsiteX4" fmla="*/ 0 w 3480350"/>
              <a:gd name="connsiteY4" fmla="*/ 702 h 5653848"/>
              <a:gd name="connsiteX0" fmla="*/ 0 w 3475260"/>
              <a:gd name="connsiteY0" fmla="*/ 702 h 5651884"/>
              <a:gd name="connsiteX1" fmla="*/ 3475260 w 3475260"/>
              <a:gd name="connsiteY1" fmla="*/ 0 h 5651884"/>
              <a:gd name="connsiteX2" fmla="*/ 3473451 w 3475260"/>
              <a:gd name="connsiteY2" fmla="*/ 5644200 h 5651884"/>
              <a:gd name="connsiteX3" fmla="*/ 3472208 w 3475260"/>
              <a:gd name="connsiteY3" fmla="*/ 5651884 h 5651884"/>
              <a:gd name="connsiteX4" fmla="*/ 0 w 3475260"/>
              <a:gd name="connsiteY4" fmla="*/ 702 h 5651884"/>
              <a:gd name="connsiteX0" fmla="*/ 0 w 3475260"/>
              <a:gd name="connsiteY0" fmla="*/ 702 h 5661699"/>
              <a:gd name="connsiteX1" fmla="*/ 3475260 w 3475260"/>
              <a:gd name="connsiteY1" fmla="*/ 0 h 5661699"/>
              <a:gd name="connsiteX2" fmla="*/ 3473451 w 3475260"/>
              <a:gd name="connsiteY2" fmla="*/ 5644200 h 5661699"/>
              <a:gd name="connsiteX3" fmla="*/ 3472208 w 3475260"/>
              <a:gd name="connsiteY3" fmla="*/ 5661699 h 5661699"/>
              <a:gd name="connsiteX4" fmla="*/ 0 w 3475260"/>
              <a:gd name="connsiteY4" fmla="*/ 702 h 5661699"/>
              <a:gd name="connsiteX0" fmla="*/ 0 w 3475260"/>
              <a:gd name="connsiteY0" fmla="*/ 702 h 5649922"/>
              <a:gd name="connsiteX1" fmla="*/ 3475260 w 3475260"/>
              <a:gd name="connsiteY1" fmla="*/ 0 h 5649922"/>
              <a:gd name="connsiteX2" fmla="*/ 3473451 w 3475260"/>
              <a:gd name="connsiteY2" fmla="*/ 5644200 h 5649922"/>
              <a:gd name="connsiteX3" fmla="*/ 3472208 w 3475260"/>
              <a:gd name="connsiteY3" fmla="*/ 5649922 h 5649922"/>
              <a:gd name="connsiteX4" fmla="*/ 0 w 3475260"/>
              <a:gd name="connsiteY4" fmla="*/ 702 h 5649922"/>
              <a:gd name="connsiteX0" fmla="*/ 0 w 3475260"/>
              <a:gd name="connsiteY0" fmla="*/ 702 h 5657774"/>
              <a:gd name="connsiteX1" fmla="*/ 3475260 w 3475260"/>
              <a:gd name="connsiteY1" fmla="*/ 0 h 5657774"/>
              <a:gd name="connsiteX2" fmla="*/ 3473451 w 3475260"/>
              <a:gd name="connsiteY2" fmla="*/ 5644200 h 5657774"/>
              <a:gd name="connsiteX3" fmla="*/ 3472208 w 3475260"/>
              <a:gd name="connsiteY3" fmla="*/ 5657774 h 5657774"/>
              <a:gd name="connsiteX4" fmla="*/ 0 w 3475260"/>
              <a:gd name="connsiteY4"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Lst>
            <a:ahLst/>
            <a:cxnLst>
              <a:cxn ang="0">
                <a:pos x="connsiteX0" y="connsiteY0"/>
              </a:cxn>
              <a:cxn ang="0">
                <a:pos x="connsiteX1" y="connsiteY1"/>
              </a:cxn>
              <a:cxn ang="0">
                <a:pos x="connsiteX2" y="connsiteY2"/>
              </a:cxn>
              <a:cxn ang="0">
                <a:pos x="connsiteX3" y="connsiteY3"/>
              </a:cxn>
            </a:cxnLst>
            <a:rect l="l" t="t" r="r" b="b"/>
            <a:pathLst>
              <a:path w="3475260" h="5657774">
                <a:moveTo>
                  <a:pt x="0" y="702"/>
                </a:moveTo>
                <a:lnTo>
                  <a:pt x="3475260" y="0"/>
                </a:lnTo>
                <a:cubicBezTo>
                  <a:pt x="3474243" y="1885925"/>
                  <a:pt x="3473225" y="3771849"/>
                  <a:pt x="3472208" y="5657774"/>
                </a:cubicBezTo>
                <a:cubicBezTo>
                  <a:pt x="3223557" y="3132241"/>
                  <a:pt x="2392218" y="565826"/>
                  <a:pt x="0" y="702"/>
                </a:cubicBezTo>
                <a:close/>
              </a:path>
            </a:pathLst>
          </a:custGeom>
          <a:solidFill>
            <a:schemeClr val="bg1">
              <a:lumMod val="85000"/>
            </a:schemeClr>
          </a:solidFill>
        </p:spPr>
        <p:txBody>
          <a:bodyPr/>
          <a:lstStyle>
            <a:lvl1pPr>
              <a:defRPr sz="200"/>
            </a:lvl1pPr>
          </a:lstStyle>
          <a:p>
            <a:r>
              <a:rPr lang="en-US"/>
              <a:t>Click icon to add picture</a:t>
            </a:r>
          </a:p>
        </p:txBody>
      </p:sp>
      <p:sp>
        <p:nvSpPr>
          <p:cNvPr id="5" name="Text Placeholder 19"/>
          <p:cNvSpPr>
            <a:spLocks noGrp="1"/>
          </p:cNvSpPr>
          <p:nvPr>
            <p:ph type="body" sz="quarter" idx="13"/>
          </p:nvPr>
        </p:nvSpPr>
        <p:spPr>
          <a:xfrm>
            <a:off x="771420" y="3657600"/>
            <a:ext cx="6617885" cy="365760"/>
          </a:xfrm>
          <a:prstGeom prst="rect">
            <a:avLst/>
          </a:prstGeom>
        </p:spPr>
        <p:txBody>
          <a:bodyPr vert="horz" anchor="t"/>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771421" y="3200400"/>
            <a:ext cx="8599823" cy="457200"/>
          </a:xfrm>
          <a:prstGeom prst="rect">
            <a:avLst/>
          </a:prstGeom>
        </p:spPr>
        <p:txBody>
          <a:bodyPr vert="horz" anchor="b"/>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 name="Footer Placeholder 1"/>
          <p:cNvSpPr>
            <a:spLocks noGrp="1"/>
          </p:cNvSpPr>
          <p:nvPr>
            <p:ph type="ftr" sz="quarter" idx="1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3" name="Slide Number Placeholder 2"/>
          <p:cNvSpPr>
            <a:spLocks noGrp="1"/>
          </p:cNvSpPr>
          <p:nvPr>
            <p:ph type="sldNum" sz="quarter" idx="16"/>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pic>
        <p:nvPicPr>
          <p:cNvPr id="9" name="Picture 8" descr="\\localhost\Volumes\DMS-Server\Clients\Honeywell PPT \Honeywell - Freestanding Logos\Honeywell - Freestanding Logo RGB.png"/>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345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Alternate">
    <p:bg>
      <p:bgPr>
        <a:solidFill>
          <a:srgbClr val="4C4C4C"/>
        </a:solidFill>
        <a:effectLst/>
      </p:bgPr>
    </p:bg>
    <p:spTree>
      <p:nvGrpSpPr>
        <p:cNvPr id="1" name=""/>
        <p:cNvGrpSpPr/>
        <p:nvPr/>
      </p:nvGrpSpPr>
      <p:grpSpPr>
        <a:xfrm>
          <a:off x="0" y="0"/>
          <a:ext cx="0" cy="0"/>
          <a:chOff x="0" y="0"/>
          <a:chExt cx="0" cy="0"/>
        </a:xfrm>
      </p:grpSpPr>
      <p:sp>
        <p:nvSpPr>
          <p:cNvPr id="6"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7"/>
          <p:cNvCxnSpPr/>
          <p:nvPr userDrawn="1"/>
        </p:nvCxnSpPr>
        <p:spPr>
          <a:xfrm rot="5400000">
            <a:off x="4572001" y="5394479"/>
            <a:ext cx="3047998" cy="1"/>
          </a:xfrm>
          <a:prstGeom prst="bentConnector3">
            <a:avLst>
              <a:gd name="adj1" fmla="val 50000"/>
            </a:avLst>
          </a:prstGeom>
          <a:ln w="114300" cap="rnd">
            <a:solidFill>
              <a:srgbClr val="595959"/>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Text Placeholder 17"/>
          <p:cNvSpPr>
            <a:spLocks noGrp="1"/>
          </p:cNvSpPr>
          <p:nvPr>
            <p:ph type="body" sz="quarter" idx="12" hasCustomPrompt="1"/>
          </p:nvPr>
        </p:nvSpPr>
        <p:spPr>
          <a:xfrm>
            <a:off x="771420" y="2883050"/>
            <a:ext cx="10732091" cy="774551"/>
          </a:xfrm>
          <a:prstGeom prst="rect">
            <a:avLst/>
          </a:prstGeom>
        </p:spPr>
        <p:txBody>
          <a:bodyPr vert="horz" anchor="b"/>
          <a:lstStyle>
            <a:lvl1pPr marL="0" indent="0" algn="ctr">
              <a:buNone/>
              <a:defRPr sz="4800" b="1" i="0" cap="all" baseline="0">
                <a:solidFill>
                  <a:schemeClr val="bg1"/>
                </a:solidFill>
                <a:latin typeface="Arial" pitchFamily="34" charset="0"/>
                <a:cs typeface="Arial" pitchFamily="34" charset="0"/>
              </a:defRPr>
            </a:lvl1pPr>
          </a:lstStyle>
          <a:p>
            <a:pPr lvl="0"/>
            <a:r>
              <a:rPr lang="en-US"/>
              <a:t>Section Title</a:t>
            </a:r>
          </a:p>
        </p:txBody>
      </p:sp>
      <p:pic>
        <p:nvPicPr>
          <p:cNvPr id="9" name="Picture 8"/>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a:xfrm>
            <a:off x="10388601" y="6519672"/>
            <a:ext cx="1371600" cy="256032"/>
          </a:xfrm>
          <a:prstGeom prst="rect">
            <a:avLst/>
          </a:prstGeom>
        </p:spPr>
      </p:pic>
    </p:spTree>
    <p:extLst>
      <p:ext uri="{BB962C8B-B14F-4D97-AF65-F5344CB8AC3E}">
        <p14:creationId xmlns:p14="http://schemas.microsoft.com/office/powerpoint/2010/main" val="3004721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10642685" cy="5308600"/>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893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Takeaway">
    <p:spTree>
      <p:nvGrpSpPr>
        <p:cNvPr id="1" name=""/>
        <p:cNvGrpSpPr/>
        <p:nvPr/>
      </p:nvGrpSpPr>
      <p:grpSpPr>
        <a:xfrm>
          <a:off x="0" y="0"/>
          <a:ext cx="0" cy="0"/>
          <a:chOff x="0" y="0"/>
          <a:chExt cx="0" cy="0"/>
        </a:xfrm>
      </p:grpSpPr>
      <p:sp>
        <p:nvSpPr>
          <p:cNvPr id="1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9"/>
            <a:ext cx="10642685" cy="5070159"/>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673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5281115"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3"/>
          </p:nvPr>
        </p:nvSpPr>
        <p:spPr>
          <a:xfrm>
            <a:off x="6217721" y="1074738"/>
            <a:ext cx="5177446"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263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wo Content with Takeaway">
    <p:spTree>
      <p:nvGrpSpPr>
        <p:cNvPr id="1" name=""/>
        <p:cNvGrpSpPr/>
        <p:nvPr/>
      </p:nvGrpSpPr>
      <p:grpSpPr>
        <a:xfrm>
          <a:off x="0" y="0"/>
          <a:ext cx="0" cy="0"/>
          <a:chOff x="0" y="0"/>
          <a:chExt cx="0" cy="0"/>
        </a:xfrm>
      </p:grpSpPr>
      <p:sp>
        <p:nvSpPr>
          <p:cNvPr id="12"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8"/>
            <a:ext cx="528111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3"/>
          </p:nvPr>
        </p:nvSpPr>
        <p:spPr>
          <a:xfrm>
            <a:off x="6217720" y="1074738"/>
            <a:ext cx="524965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063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794670"/>
            <a:ext cx="528111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2"/>
          <p:cNvSpPr>
            <a:spLocks noGrp="1"/>
          </p:cNvSpPr>
          <p:nvPr>
            <p:ph type="body" sz="quarter" idx="13"/>
          </p:nvPr>
        </p:nvSpPr>
        <p:spPr>
          <a:xfrm>
            <a:off x="6217720" y="1794668"/>
            <a:ext cx="524085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4"/>
          </p:nvPr>
        </p:nvSpPr>
        <p:spPr>
          <a:xfrm>
            <a:off x="6217720" y="1061641"/>
            <a:ext cx="52408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798941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mparison with Takeaway">
    <p:spTree>
      <p:nvGrpSpPr>
        <p:cNvPr id="1" name=""/>
        <p:cNvGrpSpPr/>
        <p:nvPr/>
      </p:nvGrpSpPr>
      <p:grpSpPr>
        <a:xfrm>
          <a:off x="0" y="0"/>
          <a:ext cx="0" cy="0"/>
          <a:chOff x="0" y="0"/>
          <a:chExt cx="0" cy="0"/>
        </a:xfrm>
      </p:grpSpPr>
      <p:sp>
        <p:nvSpPr>
          <p:cNvPr id="1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747388"/>
            <a:ext cx="528111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3"/>
          </p:nvPr>
        </p:nvSpPr>
        <p:spPr>
          <a:xfrm>
            <a:off x="6217720" y="1747388"/>
            <a:ext cx="524965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2"/>
          <p:cNvSpPr>
            <a:spLocks noGrp="1"/>
          </p:cNvSpPr>
          <p:nvPr>
            <p:ph type="body" idx="14"/>
          </p:nvPr>
        </p:nvSpPr>
        <p:spPr>
          <a:xfrm>
            <a:off x="6217720" y="1061641"/>
            <a:ext cx="52496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193448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1098772"/>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1098786"/>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3120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 Column with Takeaway">
    <p:spTree>
      <p:nvGrpSpPr>
        <p:cNvPr id="1" name=""/>
        <p:cNvGrpSpPr/>
        <p:nvPr/>
      </p:nvGrpSpPr>
      <p:grpSpPr>
        <a:xfrm>
          <a:off x="0" y="0"/>
          <a:ext cx="0" cy="0"/>
          <a:chOff x="0" y="0"/>
          <a:chExt cx="0" cy="0"/>
        </a:xfrm>
      </p:grpSpPr>
      <p:sp>
        <p:nvSpPr>
          <p:cNvPr id="2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098772"/>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098786"/>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735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201317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2013189"/>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Picture Placeholder 2"/>
          <p:cNvSpPr>
            <a:spLocks noGrp="1" noChangeAspect="1"/>
          </p:cNvSpPr>
          <p:nvPr>
            <p:ph type="pic" idx="18"/>
          </p:nvPr>
        </p:nvSpPr>
        <p:spPr>
          <a:xfrm>
            <a:off x="789863"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14" name="Picture Placeholder 2"/>
          <p:cNvSpPr>
            <a:spLocks noGrp="1" noChangeAspect="1"/>
          </p:cNvSpPr>
          <p:nvPr>
            <p:ph type="pic" idx="21"/>
          </p:nvPr>
        </p:nvSpPr>
        <p:spPr>
          <a:xfrm>
            <a:off x="4438565"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15" name="Picture Placeholder 2"/>
          <p:cNvSpPr>
            <a:spLocks noGrp="1" noChangeAspect="1"/>
          </p:cNvSpPr>
          <p:nvPr>
            <p:ph type="pic" idx="22"/>
          </p:nvPr>
        </p:nvSpPr>
        <p:spPr>
          <a:xfrm>
            <a:off x="8048279" y="1990314"/>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Tree>
    <p:extLst>
      <p:ext uri="{BB962C8B-B14F-4D97-AF65-F5344CB8AC3E}">
        <p14:creationId xmlns:p14="http://schemas.microsoft.com/office/powerpoint/2010/main" val="3774301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 Picture Column with Takeaway">
    <p:spTree>
      <p:nvGrpSpPr>
        <p:cNvPr id="1" name=""/>
        <p:cNvGrpSpPr/>
        <p:nvPr/>
      </p:nvGrpSpPr>
      <p:grpSpPr>
        <a:xfrm>
          <a:off x="0" y="0"/>
          <a:ext cx="0" cy="0"/>
          <a:chOff x="0" y="0"/>
          <a:chExt cx="0" cy="0"/>
        </a:xfrm>
      </p:grpSpPr>
      <p:sp>
        <p:nvSpPr>
          <p:cNvPr id="23"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593621"/>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59363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Picture Placeholder 2"/>
          <p:cNvSpPr>
            <a:spLocks noGrp="1" noChangeAspect="1"/>
          </p:cNvSpPr>
          <p:nvPr>
            <p:ph type="pic" idx="19"/>
          </p:nvPr>
        </p:nvSpPr>
        <p:spPr>
          <a:xfrm>
            <a:off x="789863"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0" name="Picture Placeholder 2"/>
          <p:cNvSpPr>
            <a:spLocks noGrp="1" noChangeAspect="1"/>
          </p:cNvSpPr>
          <p:nvPr>
            <p:ph type="pic" idx="21"/>
          </p:nvPr>
        </p:nvSpPr>
        <p:spPr>
          <a:xfrm>
            <a:off x="4438565"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
        <p:nvSpPr>
          <p:cNvPr id="21" name="Picture Placeholder 2"/>
          <p:cNvSpPr>
            <a:spLocks noGrp="1" noChangeAspect="1"/>
          </p:cNvSpPr>
          <p:nvPr>
            <p:ph type="pic" idx="22"/>
          </p:nvPr>
        </p:nvSpPr>
        <p:spPr>
          <a:xfrm>
            <a:off x="8048279" y="1570760"/>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p>
        </p:txBody>
      </p:sp>
    </p:spTree>
    <p:extLst>
      <p:ext uri="{BB962C8B-B14F-4D97-AF65-F5344CB8AC3E}">
        <p14:creationId xmlns:p14="http://schemas.microsoft.com/office/powerpoint/2010/main" val="2391800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sp>
        <p:nvSpPr>
          <p:cNvPr id="2" name="Title 1"/>
          <p:cNvSpPr>
            <a:spLocks noGrp="1"/>
          </p:cNvSpPr>
          <p:nvPr>
            <p:ph type="title"/>
          </p:nvPr>
        </p:nvSpPr>
        <p:spPr>
          <a:xfrm>
            <a:off x="592667" y="357189"/>
            <a:ext cx="1089355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4"/>
          <p:cNvCxnSpPr/>
          <p:nvPr userDrawn="1"/>
        </p:nvCxnSpPr>
        <p:spPr bwMode="auto">
          <a:xfrm flipH="1">
            <a:off x="609602" y="3698875"/>
            <a:ext cx="11095303"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p:cNvCxnSpPr/>
          <p:nvPr userDrawn="1"/>
        </p:nvCxnSpPr>
        <p:spPr bwMode="auto">
          <a:xfrm>
            <a:off x="6157384" y="962026"/>
            <a:ext cx="0" cy="5445125"/>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Placeholder 2"/>
          <p:cNvSpPr>
            <a:spLocks noGrp="1"/>
          </p:cNvSpPr>
          <p:nvPr>
            <p:ph type="body" sz="quarter" idx="18"/>
          </p:nvPr>
        </p:nvSpPr>
        <p:spPr>
          <a:xfrm>
            <a:off x="6259493"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p:cNvSpPr>
            <a:spLocks noGrp="1"/>
          </p:cNvSpPr>
          <p:nvPr>
            <p:ph type="body" sz="quarter" idx="12"/>
          </p:nvPr>
        </p:nvSpPr>
        <p:spPr>
          <a:xfrm>
            <a:off x="592666"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p:cNvSpPr>
            <a:spLocks noGrp="1"/>
          </p:cNvSpPr>
          <p:nvPr>
            <p:ph type="body" sz="quarter" idx="19"/>
          </p:nvPr>
        </p:nvSpPr>
        <p:spPr>
          <a:xfrm>
            <a:off x="6275653"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
          <p:cNvSpPr>
            <a:spLocks noGrp="1"/>
          </p:cNvSpPr>
          <p:nvPr>
            <p:ph type="body" sz="quarter" idx="20"/>
          </p:nvPr>
        </p:nvSpPr>
        <p:spPr>
          <a:xfrm>
            <a:off x="608827"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6825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Up Layout with Takeaway">
    <p:spTree>
      <p:nvGrpSpPr>
        <p:cNvPr id="1" name=""/>
        <p:cNvGrpSpPr/>
        <p:nvPr/>
      </p:nvGrpSpPr>
      <p:grpSpPr>
        <a:xfrm>
          <a:off x="0" y="0"/>
          <a:ext cx="0" cy="0"/>
          <a:chOff x="0" y="0"/>
          <a:chExt cx="0" cy="0"/>
        </a:xfrm>
      </p:grpSpPr>
      <p:sp>
        <p:nvSpPr>
          <p:cNvPr id="2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a:xfrm>
            <a:off x="608827" y="357189"/>
            <a:ext cx="1087739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14" name="Straight Connector 13"/>
          <p:cNvCxnSpPr/>
          <p:nvPr userDrawn="1"/>
        </p:nvCxnSpPr>
        <p:spPr bwMode="auto">
          <a:xfrm>
            <a:off x="6140451" y="962025"/>
            <a:ext cx="0" cy="525780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userDrawn="1"/>
        </p:nvCxnSpPr>
        <p:spPr bwMode="auto">
          <a:xfrm flipH="1">
            <a:off x="592667" y="3534457"/>
            <a:ext cx="11112500"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Placeholder 2"/>
          <p:cNvSpPr>
            <a:spLocks noGrp="1"/>
          </p:cNvSpPr>
          <p:nvPr>
            <p:ph type="body" sz="quarter" idx="12"/>
          </p:nvPr>
        </p:nvSpPr>
        <p:spPr>
          <a:xfrm>
            <a:off x="592666" y="962652"/>
            <a:ext cx="5429251" cy="2494472"/>
          </a:xfrm>
          <a:prstGeom prst="rect">
            <a:avLst/>
          </a:prstGeom>
        </p:spPr>
        <p:txBody>
          <a:bodyPr>
            <a:normAutofit/>
          </a:bodyPr>
          <a:lstStyle>
            <a:lvl1pPr>
              <a:buClr>
                <a:schemeClr val="tx2"/>
              </a:buClr>
              <a:defRPr sz="1800">
                <a:solidFill>
                  <a:schemeClr val="tx1"/>
                </a:solidFill>
              </a:defRPr>
            </a:lvl1pPr>
            <a:lvl2pPr marL="457200" indent="-169863">
              <a:buClr>
                <a:schemeClr val="accent2"/>
              </a:buClr>
              <a:defRPr sz="1600">
                <a:solidFill>
                  <a:schemeClr val="tx1"/>
                </a:solidFill>
              </a:defRPr>
            </a:lvl2pPr>
            <a:lvl3pPr marL="804863" indent="-177800">
              <a:buClr>
                <a:schemeClr val="accent2"/>
              </a:buClr>
              <a:defRPr sz="1400">
                <a:solidFill>
                  <a:schemeClr val="tx1"/>
                </a:solidFill>
              </a:defRPr>
            </a:lvl3pPr>
            <a:lvl4pPr marL="1201738" indent="-168275">
              <a:buClr>
                <a:schemeClr val="accent2"/>
              </a:buClr>
              <a:buFontTx/>
              <a:buChar char="-"/>
              <a:defRPr sz="1200">
                <a:solidFill>
                  <a:schemeClr val="tx1"/>
                </a:solidFill>
              </a:defRPr>
            </a:lvl4pPr>
            <a:lvl5pPr marL="1719263" indent="-177800">
              <a:buClr>
                <a:schemeClr val="accent2"/>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
          <p:cNvSpPr>
            <a:spLocks noGrp="1"/>
          </p:cNvSpPr>
          <p:nvPr>
            <p:ph type="body" sz="quarter" idx="19"/>
          </p:nvPr>
        </p:nvSpPr>
        <p:spPr>
          <a:xfrm>
            <a:off x="6232621" y="962652"/>
            <a:ext cx="5429251" cy="2494472"/>
          </a:xfrm>
          <a:prstGeom prst="rect">
            <a:avLst/>
          </a:prstGeom>
        </p:spPr>
        <p:txBody>
          <a:bodyPr>
            <a:normAutofit/>
          </a:bodyPr>
          <a:lstStyle>
            <a:lvl1pPr>
              <a:buClr>
                <a:schemeClr val="tx2"/>
              </a:buClr>
              <a:defRPr sz="1800"/>
            </a:lvl1pPr>
            <a:lvl2pPr marL="457200" indent="-169863">
              <a:buClr>
                <a:schemeClr val="accent2"/>
              </a:buClr>
              <a:buFont typeface="Arial" panose="020B0604020202020204" pitchFamily="34" charset="0"/>
              <a:buChar cha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p:cNvSpPr>
            <a:spLocks noGrp="1"/>
          </p:cNvSpPr>
          <p:nvPr>
            <p:ph type="body" sz="quarter" idx="20"/>
          </p:nvPr>
        </p:nvSpPr>
        <p:spPr>
          <a:xfrm>
            <a:off x="592159"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2"/>
          <p:cNvSpPr>
            <a:spLocks noGrp="1"/>
          </p:cNvSpPr>
          <p:nvPr>
            <p:ph type="body" sz="quarter" idx="21"/>
          </p:nvPr>
        </p:nvSpPr>
        <p:spPr>
          <a:xfrm>
            <a:off x="6227335"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15493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4747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Only with Takeaway">
    <p:spTree>
      <p:nvGrpSpPr>
        <p:cNvPr id="1" name=""/>
        <p:cNvGrpSpPr/>
        <p:nvPr/>
      </p:nvGrpSpPr>
      <p:grpSpPr>
        <a:xfrm>
          <a:off x="0" y="0"/>
          <a:ext cx="0" cy="0"/>
          <a:chOff x="0" y="0"/>
          <a:chExt cx="0" cy="0"/>
        </a:xfrm>
      </p:grpSpPr>
      <p:sp>
        <p:nvSpPr>
          <p:cNvPr id="9"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18629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244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ank with Takeaway">
    <p:spTree>
      <p:nvGrpSpPr>
        <p:cNvPr id="1" name=""/>
        <p:cNvGrpSpPr/>
        <p:nvPr/>
      </p:nvGrpSpPr>
      <p:grpSpPr>
        <a:xfrm>
          <a:off x="0" y="0"/>
          <a:ext cx="0" cy="0"/>
          <a:chOff x="0" y="0"/>
          <a:chExt cx="0" cy="0"/>
        </a:xfrm>
      </p:grpSpPr>
      <p:sp>
        <p:nvSpPr>
          <p:cNvPr id="8" name="Round Single Corner Rectangle 1"/>
          <p:cNvSpPr>
            <a:spLocks noChangeAspect="1"/>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04057" y="74381"/>
                  <a:pt x="41048" y="713194"/>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94934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nfographic">
    <p:spTree>
      <p:nvGrpSpPr>
        <p:cNvPr id="1" name=""/>
        <p:cNvGrpSpPr/>
        <p:nvPr/>
      </p:nvGrpSpPr>
      <p:grpSpPr>
        <a:xfrm>
          <a:off x="0" y="0"/>
          <a:ext cx="0" cy="0"/>
          <a:chOff x="0" y="0"/>
          <a:chExt cx="0" cy="0"/>
        </a:xfrm>
      </p:grpSpPr>
      <p:sp>
        <p:nvSpPr>
          <p:cNvPr id="5" name="Picture Placeholder 9"/>
          <p:cNvSpPr>
            <a:spLocks noGrp="1"/>
          </p:cNvSpPr>
          <p:nvPr>
            <p:ph type="pic" sz="quarter" idx="12"/>
          </p:nvPr>
        </p:nvSpPr>
        <p:spPr>
          <a:xfrm>
            <a:off x="10388601" y="6519863"/>
            <a:ext cx="1371600" cy="256032"/>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2096766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nfographic with Takeaway">
    <p:spTree>
      <p:nvGrpSpPr>
        <p:cNvPr id="1" name=""/>
        <p:cNvGrpSpPr/>
        <p:nvPr/>
      </p:nvGrpSpPr>
      <p:grpSpPr>
        <a:xfrm>
          <a:off x="0" y="0"/>
          <a:ext cx="0" cy="0"/>
          <a:chOff x="0" y="0"/>
          <a:chExt cx="0" cy="0"/>
        </a:xfrm>
      </p:grpSpPr>
      <p:sp>
        <p:nvSpPr>
          <p:cNvPr id="8" name="Picture Placeholder 3"/>
          <p:cNvSpPr>
            <a:spLocks noGrp="1"/>
          </p:cNvSpPr>
          <p:nvPr>
            <p:ph type="pic" sz="quarter" idx="17"/>
          </p:nvPr>
        </p:nvSpPr>
        <p:spPr>
          <a:xfrm>
            <a:off x="0" y="6384611"/>
            <a:ext cx="11584517" cy="504825"/>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7"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Tree>
    <p:extLst>
      <p:ext uri="{BB962C8B-B14F-4D97-AF65-F5344CB8AC3E}">
        <p14:creationId xmlns:p14="http://schemas.microsoft.com/office/powerpoint/2010/main" val="5997642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p>
        </p:txBody>
      </p:sp>
      <p:sp>
        <p:nvSpPr>
          <p:cNvPr id="6" name="Content Placeholder 2"/>
          <p:cNvSpPr>
            <a:spLocks noGrp="1"/>
          </p:cNvSpPr>
          <p:nvPr>
            <p:ph idx="1"/>
          </p:nvPr>
        </p:nvSpPr>
        <p:spPr>
          <a:xfrm>
            <a:off x="713232" y="381000"/>
            <a:ext cx="5489511" cy="5791200"/>
          </a:xfrm>
          <a:prstGeom prst="rect">
            <a:avLst/>
          </a:prstGeom>
        </p:spPr>
        <p:txBody>
          <a:bodyPr>
            <a:normAutofit/>
          </a:bodyPr>
          <a:lstStyle>
            <a:lvl1pPr>
              <a:defRPr sz="1800"/>
            </a:lvl1pPr>
            <a:lvl2pPr>
              <a:defRPr sz="1500"/>
            </a:lvl2pPr>
            <a:lvl3pPr>
              <a:defRPr sz="135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118972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p>
        </p:txBody>
      </p:sp>
      <p:sp>
        <p:nvSpPr>
          <p:cNvPr id="6"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Picture Placeholder 6"/>
          <p:cNvSpPr>
            <a:spLocks noGrp="1"/>
          </p:cNvSpPr>
          <p:nvPr>
            <p:ph type="pic" sz="quarter" idx="12"/>
          </p:nvPr>
        </p:nvSpPr>
        <p:spPr>
          <a:xfrm>
            <a:off x="713232" y="384048"/>
            <a:ext cx="5486400" cy="5788152"/>
          </a:xfrm>
          <a:prstGeom prst="rect">
            <a:avLst/>
          </a:prstGeom>
        </p:spPr>
        <p:txBody>
          <a:bodyPr/>
          <a:lstStyle/>
          <a:p>
            <a:r>
              <a:rPr lang="en-US"/>
              <a:t>Click icon to add picture</a:t>
            </a:r>
          </a:p>
        </p:txBody>
      </p:sp>
    </p:spTree>
    <p:extLst>
      <p:ext uri="{BB962C8B-B14F-4D97-AF65-F5344CB8AC3E}">
        <p14:creationId xmlns:p14="http://schemas.microsoft.com/office/powerpoint/2010/main" val="2894316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9" name="Round Single Corner Rectangle 1"/>
          <p:cNvSpPr>
            <a:spLocks noChangeAspect="1"/>
          </p:cNvSpPr>
          <p:nvPr userDrawn="1"/>
        </p:nvSpPr>
        <p:spPr>
          <a:xfrm rot="5400000">
            <a:off x="10591800" y="-228591"/>
            <a:ext cx="1371600" cy="1828723"/>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Lst>
            <a:ahLst/>
            <a:cxnLst>
              <a:cxn ang="0">
                <a:pos x="connsiteX0" y="connsiteY0"/>
              </a:cxn>
              <a:cxn ang="0">
                <a:pos x="connsiteX1" y="connsiteY1"/>
              </a:cxn>
              <a:cxn ang="0">
                <a:pos x="connsiteX2" y="connsiteY2"/>
              </a:cxn>
              <a:cxn ang="0">
                <a:pos x="connsiteX3" y="connsiteY3"/>
              </a:cxn>
            </a:cxnLst>
            <a:rect l="l" t="t" r="r" b="b"/>
            <a:pathLst>
              <a:path w="1142995" h="1532236">
                <a:moveTo>
                  <a:pt x="0" y="0"/>
                </a:moveTo>
                <a:lnTo>
                  <a:pt x="1142995" y="0"/>
                </a:lnTo>
                <a:cubicBezTo>
                  <a:pt x="511969" y="21249"/>
                  <a:pt x="3930" y="739945"/>
                  <a:pt x="0" y="1532236"/>
                </a:cubicBezTo>
                <a:cubicBezTo>
                  <a:pt x="4519" y="403311"/>
                  <a:pt x="0" y="510745"/>
                  <a:pt x="0" y="0"/>
                </a:cubicBezTo>
                <a:close/>
              </a:path>
            </a:pathLst>
          </a:custGeom>
          <a:solidFill>
            <a:schemeClr val="accent3"/>
          </a:solidFill>
          <a:ln w="9525" cmpd="sng">
            <a:noFill/>
          </a:ln>
          <a:effectLst>
            <a:innerShdw blurRad="127000" dist="25400" dir="2700000">
              <a:schemeClr val="accent3">
                <a:lumMod val="50000"/>
                <a:alpha val="40000"/>
              </a:scheme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0" fontAlgn="base" hangingPunct="0">
              <a:spcBef>
                <a:spcPct val="0"/>
              </a:spcBef>
              <a:spcAft>
                <a:spcPct val="0"/>
              </a:spcAft>
            </a:pPr>
            <a:r>
              <a:rPr lang="en-US">
                <a:solidFill>
                  <a:srgbClr val="FFFFFF"/>
                </a:solidFill>
              </a:rPr>
              <a:t> </a:t>
            </a:r>
          </a:p>
        </p:txBody>
      </p:sp>
      <p:sp>
        <p:nvSpPr>
          <p:cNvPr id="3" name="Slide Number Placeholder 5"/>
          <p:cNvSpPr>
            <a:spLocks noGrp="1"/>
          </p:cNvSpPr>
          <p:nvPr>
            <p:ph type="sldNum" sz="quarter" idx="10"/>
          </p:nvPr>
        </p:nvSpPr>
        <p:spPr/>
        <p:txBody>
          <a:bodyPr/>
          <a:lstStyle>
            <a:lvl1pPr>
              <a:defRPr/>
            </a:lvl1pPr>
          </a:lstStyle>
          <a:p>
            <a:pPr>
              <a:defRPr/>
            </a:pPr>
            <a:fld id="{FF1F74E8-2156-B64F-A723-2FC713503C5D}" type="slidenum">
              <a:rPr lang="en-US">
                <a:solidFill>
                  <a:srgbClr val="FFFFFF"/>
                </a:solidFill>
              </a:rPr>
              <a:pPr>
                <a:defRPr/>
              </a:pPr>
              <a:t>‹#›</a:t>
            </a:fld>
            <a:endParaRPr lang="en-US">
              <a:solidFill>
                <a:srgbClr val="FFFFFF"/>
              </a:solidFill>
            </a:endParaRPr>
          </a:p>
        </p:txBody>
      </p:sp>
      <p:sp>
        <p:nvSpPr>
          <p:cNvPr id="6" name="Footer Placeholder 1"/>
          <p:cNvSpPr>
            <a:spLocks noGrp="1"/>
          </p:cNvSpPr>
          <p:nvPr>
            <p:ph type="ftr" sz="quarter" idx="3"/>
            <p:custDataLst>
              <p:tags r:id="rId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7"/>
          <p:cNvSpPr>
            <a:spLocks noGrp="1"/>
          </p:cNvSpPr>
          <p:nvPr>
            <p:ph type="body" sz="quarter" idx="13"/>
          </p:nvPr>
        </p:nvSpPr>
        <p:spPr>
          <a:xfrm>
            <a:off x="0" y="4171950"/>
            <a:ext cx="12192000" cy="1276350"/>
          </a:xfrm>
          <a:prstGeom prst="rect">
            <a:avLst/>
          </a:prstGeom>
        </p:spPr>
        <p:txBody>
          <a:bodyPr/>
          <a:lstStyle>
            <a:lvl1pPr algn="ctr">
              <a:buNone/>
              <a:defRPr sz="2400" b="1"/>
            </a:lvl1pPr>
            <a:lvl2pPr>
              <a:buNone/>
              <a:defRPr/>
            </a:lvl2pPr>
          </a:lstStyle>
          <a:p>
            <a:pPr lvl="0"/>
            <a:r>
              <a:rPr lang="en-US"/>
              <a:t>Click to edit Master text styles</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9265" y="650759"/>
            <a:ext cx="11353470" cy="3588959"/>
          </a:xfrm>
          <a:prstGeom prst="rect">
            <a:avLst/>
          </a:prstGeom>
        </p:spPr>
      </p:pic>
    </p:spTree>
    <p:extLst>
      <p:ext uri="{BB962C8B-B14F-4D97-AF65-F5344CB8AC3E}">
        <p14:creationId xmlns:p14="http://schemas.microsoft.com/office/powerpoint/2010/main" val="1098670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Agend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26425-8E0A-4F19-95F9-2CCCC40F8397}"/>
              </a:ext>
            </a:extLst>
          </p:cNvPr>
          <p:cNvGraphicFramePr>
            <a:graphicFrameLocks noChangeAspect="1"/>
          </p:cNvGraphicFramePr>
          <p:nvPr userDrawn="1">
            <p:custDataLst>
              <p:tags r:id="rId1"/>
            </p:custDataLst>
            <p:extLst>
              <p:ext uri="{D42A27DB-BD31-4B8C-83A1-F6EECF244321}">
                <p14:modId xmlns:p14="http://schemas.microsoft.com/office/powerpoint/2010/main" val="2669658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7D926425-8E0A-4F19-95F9-2CCCC40F83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94E27FC-0EBE-49F1-BF4C-F70FB47B782E}"/>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000" b="0" i="0" baseline="0">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a:xfrm>
            <a:off x="495299" y="495299"/>
            <a:ext cx="11201401" cy="615553"/>
          </a:xfrm>
        </p:spPr>
        <p:txBody>
          <a:bodyPr wrap="square">
            <a:spAutoFit/>
          </a:bodyPr>
          <a:lstStyle>
            <a:lvl1pPr>
              <a:defRPr sz="4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a:xfrm>
            <a:off x="4953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Content Placeholder 2">
            <a:extLst>
              <a:ext uri="{FF2B5EF4-FFF2-40B4-BE49-F238E27FC236}">
                <a16:creationId xmlns:a16="http://schemas.microsoft.com/office/drawing/2014/main" id="{081AB863-6602-411C-B695-D0F3F7473088}"/>
              </a:ext>
            </a:extLst>
          </p:cNvPr>
          <p:cNvSpPr>
            <a:spLocks noGrp="1"/>
          </p:cNvSpPr>
          <p:nvPr>
            <p:ph idx="13"/>
          </p:nvPr>
        </p:nvSpPr>
        <p:spPr>
          <a:xfrm>
            <a:off x="63246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8527791"/>
      </p:ext>
    </p:extLst>
  </p:cSld>
  <p:clrMapOvr>
    <a:masterClrMapping/>
  </p:clrMapOvr>
  <p:extLst>
    <p:ext uri="{DCECCB84-F9BA-43D5-87BE-67443E8EF086}">
      <p15:sldGuideLst xmlns:p15="http://schemas.microsoft.com/office/powerpoint/2012/main">
        <p15:guide id="2" pos="3696">
          <p15:clr>
            <a:srgbClr val="FBAE40"/>
          </p15:clr>
        </p15:guide>
        <p15:guide id="3" pos="39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Blank w/o Takeawa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9AAC5D-D7D8-42DB-BA4B-6CDFC5FAF0A6}"/>
              </a:ext>
            </a:extLst>
          </p:cNvPr>
          <p:cNvSpPr>
            <a:spLocks noGrp="1"/>
          </p:cNvSpPr>
          <p:nvPr>
            <p:ph type="ftr" sz="quarter" idx="11"/>
          </p:nvPr>
        </p:nvSpPr>
        <p:spPr/>
        <p:txBody>
          <a:bodyPr/>
          <a:lstStyle>
            <a:lvl1pPr>
              <a:defRPr lang="en-US"/>
            </a:lvl1pPr>
          </a:lstStyle>
          <a:p>
            <a:endParaRPr lang="en-US"/>
          </a:p>
        </p:txBody>
      </p:sp>
      <p:sp>
        <p:nvSpPr>
          <p:cNvPr id="4" name="Slide Number Placeholder 3">
            <a:extLst>
              <a:ext uri="{FF2B5EF4-FFF2-40B4-BE49-F238E27FC236}">
                <a16:creationId xmlns:a16="http://schemas.microsoft.com/office/drawing/2014/main" id="{C0C549D9-CB0B-4053-B4B8-18A9A6E347D0}"/>
              </a:ext>
            </a:extLst>
          </p:cNvPr>
          <p:cNvSpPr>
            <a:spLocks noGrp="1"/>
          </p:cNvSpPr>
          <p:nvPr>
            <p:ph type="sldNum" sz="quarter" idx="12"/>
          </p:nvPr>
        </p:nvSpPr>
        <p:spPr/>
        <p:txBody>
          <a:bodyPr/>
          <a:lstStyle/>
          <a:p>
            <a:fld id="{7B94EC18-1D2B-4535-B738-0E53AFE26620}" type="slidenum">
              <a:rPr lang="en-US" smtClean="0"/>
              <a:t>‹#›</a:t>
            </a:fld>
            <a:endParaRPr lang="en-US"/>
          </a:p>
        </p:txBody>
      </p:sp>
    </p:spTree>
    <p:extLst>
      <p:ext uri="{BB962C8B-B14F-4D97-AF65-F5344CB8AC3E}">
        <p14:creationId xmlns:p14="http://schemas.microsoft.com/office/powerpoint/2010/main" val="15679218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w/o Takeawa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3538A-4A54-4A25-9BD2-E79855D6A549}"/>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5827C14D-9EED-4F3B-9141-0F2882919726}"/>
              </a:ext>
            </a:extLst>
          </p:cNvPr>
          <p:cNvSpPr>
            <a:spLocks noGrp="1"/>
          </p:cNvSpPr>
          <p:nvPr>
            <p:ph type="ftr" sz="quarter" idx="11"/>
          </p:nvPr>
        </p:nvSpPr>
        <p:spPr/>
        <p:txBody>
          <a:bodyPr/>
          <a:lstStyle>
            <a:lvl1pPr>
              <a:defRPr lang="en-US"/>
            </a:lvl1pPr>
          </a:lstStyle>
          <a:p>
            <a:endParaRPr lang="en-US"/>
          </a:p>
        </p:txBody>
      </p:sp>
      <p:sp>
        <p:nvSpPr>
          <p:cNvPr id="5" name="Slide Number Placeholder 4">
            <a:extLst>
              <a:ext uri="{FF2B5EF4-FFF2-40B4-BE49-F238E27FC236}">
                <a16:creationId xmlns:a16="http://schemas.microsoft.com/office/drawing/2014/main" id="{D0D08997-B423-407B-B60D-8D5DFC3705FE}"/>
              </a:ext>
            </a:extLst>
          </p:cNvPr>
          <p:cNvSpPr>
            <a:spLocks noGrp="1"/>
          </p:cNvSpPr>
          <p:nvPr>
            <p:ph type="sldNum" sz="quarter" idx="12"/>
          </p:nvPr>
        </p:nvSpPr>
        <p:spPr/>
        <p:txBody>
          <a:bodyPr/>
          <a:lstStyle/>
          <a:p>
            <a:fld id="{7B94EC18-1D2B-4535-B738-0E53AFE26620}" type="slidenum">
              <a:rPr lang="en-US" smtClean="0"/>
              <a:t>‹#›</a:t>
            </a:fld>
            <a:endParaRPr lang="en-US"/>
          </a:p>
        </p:txBody>
      </p:sp>
    </p:spTree>
    <p:extLst>
      <p:ext uri="{BB962C8B-B14F-4D97-AF65-F5344CB8AC3E}">
        <p14:creationId xmlns:p14="http://schemas.microsoft.com/office/powerpoint/2010/main" val="2256710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Content w/o Takeawa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7218955-D351-40C8-BFD4-823635598113}"/>
              </a:ext>
            </a:extLst>
          </p:cNvPr>
          <p:cNvSpPr>
            <a:spLocks noGrp="1"/>
          </p:cNvSpPr>
          <p:nvPr>
            <p:ph type="ftr" sz="quarter" idx="11"/>
          </p:nvPr>
        </p:nvSpPr>
        <p:spPr/>
        <p:txBody>
          <a:bodyPr/>
          <a:lstStyle>
            <a:lvl1pPr>
              <a:defRPr lang="en-US"/>
            </a:lvl1pPr>
          </a:lstStyle>
          <a:p>
            <a:endParaRPr lang="en-US" dirty="0"/>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dirty="0"/>
          </a:p>
        </p:txBody>
      </p:sp>
    </p:spTree>
    <p:extLst>
      <p:ext uri="{BB962C8B-B14F-4D97-AF65-F5344CB8AC3E}">
        <p14:creationId xmlns:p14="http://schemas.microsoft.com/office/powerpoint/2010/main" val="24656145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6.xml"/><Relationship Id="rId7"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9.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8.xml"/><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image" Target="../media/image11.png"/><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tags" Target="../tags/tag1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heme" Target="../theme/theme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 descr="ATai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51" name="Picture 5" descr="Corner-01 copy.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 name="Picture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3502156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3" cstate="print">
            <a:extLst>
              <a:ext uri="{28A0092B-C50C-407E-A947-70E740481C1C}">
                <a14:useLocalDpi xmlns:a14="http://schemas.microsoft.com/office/drawing/2010/main" val="0"/>
              </a:ext>
            </a:extLst>
          </a:blip>
          <a:srcRect l="14668" r="29726"/>
          <a:stretch>
            <a:fillRect/>
          </a:stretch>
        </p:blipFill>
        <p:spPr bwMode="auto">
          <a:xfrm>
            <a:off x="0" y="0"/>
            <a:ext cx="4703763" cy="5638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016" y="3792538"/>
            <a:ext cx="12209129" cy="3052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4213545949"/>
      </p:ext>
    </p:extLst>
  </p:cSld>
  <p:clrMap bg1="lt1" tx1="dk1" bg2="lt2" tx2="dk2" accent1="accent1" accent2="accent2" accent3="accent3" accent4="accent4" accent5="accent5" accent6="accent6" hlink="hlink" folHlink="folHlink"/>
  <p:sldLayoutIdLst>
    <p:sldLayoutId id="2147483664" r:id="rId1"/>
  </p:sldLayoutIdLst>
  <p:hf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3075" name="Title Placeholder 1"/>
          <p:cNvSpPr>
            <a:spLocks noGrp="1"/>
          </p:cNvSpPr>
          <p:nvPr>
            <p:ph type="title"/>
          </p:nvPr>
        </p:nvSpPr>
        <p:spPr bwMode="auto">
          <a:xfrm>
            <a:off x="712788" y="357188"/>
            <a:ext cx="10480675" cy="498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05CE228-874B-4B88-8E7B-BE8A2097705B}" type="slidenum">
              <a:rPr lang="en-US"/>
              <a:pPr>
                <a:defRPr/>
              </a:pPr>
              <a:t>‹#›</a:t>
            </a:fld>
            <a:endParaRPr lang="en-US"/>
          </a:p>
        </p:txBody>
      </p:sp>
      <p:sp>
        <p:nvSpPr>
          <p:cNvPr id="10" name="Rectangle 23"/>
          <p:cNvSpPr>
            <a:spLocks noChangeArrowheads="1"/>
          </p:cNvSpPr>
          <p:nvPr/>
        </p:nvSpPr>
        <p:spPr bwMode="auto">
          <a:xfrm>
            <a:off x="4407310" y="6657975"/>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a:solidFill>
                  <a:schemeClr val="accent3"/>
                </a:solidFill>
                <a:cs typeface="Arial" panose="020B0604020202020204" pitchFamily="34" charset="0"/>
              </a:rPr>
              <a:t>Honeywell Confidential - © 2017 by Honeywell International Inc. All rights reserved. </a:t>
            </a:r>
          </a:p>
        </p:txBody>
      </p:sp>
      <p:sp>
        <p:nvSpPr>
          <p:cNvPr id="2" name="Footer Placeholder 1"/>
          <p:cNvSpPr>
            <a:spLocks noGrp="1"/>
          </p:cNvSpPr>
          <p:nvPr>
            <p:ph type="ftr" sz="quarter" idx="3"/>
            <p:custDataLst>
              <p:tags r:id="rId7"/>
            </p:custDataLst>
          </p:nvPr>
        </p:nvSpPr>
        <p:spPr>
          <a:xfrm>
            <a:off x="0" y="6656832"/>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58037" y="6340391"/>
            <a:ext cx="1215079" cy="337150"/>
          </a:xfrm>
          <a:prstGeom prst="rect">
            <a:avLst/>
          </a:prstGeom>
        </p:spPr>
      </p:pic>
    </p:spTree>
    <p:extLst>
      <p:ext uri="{BB962C8B-B14F-4D97-AF65-F5344CB8AC3E}">
        <p14:creationId xmlns:p14="http://schemas.microsoft.com/office/powerpoint/2010/main" val="243774926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4099"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076" name="Rectangle 23"/>
          <p:cNvSpPr>
            <a:spLocks noChangeArrowheads="1"/>
          </p:cNvSpPr>
          <p:nvPr/>
        </p:nvSpPr>
        <p:spPr bwMode="auto">
          <a:xfrm>
            <a:off x="4407408" y="6163056"/>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a:solidFill>
                  <a:schemeClr val="accent3"/>
                </a:solidFill>
                <a:cs typeface="Arial" panose="020B0604020202020204" pitchFamily="34" charset="0"/>
              </a:rPr>
              <a:t>Honeywell Confidential - © 2017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7F57E65-5E51-47D0-99CC-FC05E212C347}" type="slidenum">
              <a:rPr lang="en-US"/>
              <a:pPr>
                <a:defRPr/>
              </a:pPr>
              <a:t>‹#›</a:t>
            </a:fld>
            <a:endParaRPr lang="en-US"/>
          </a:p>
        </p:txBody>
      </p:sp>
      <p:sp>
        <p:nvSpPr>
          <p:cNvPr id="3" name="Footer Placeholder 2"/>
          <p:cNvSpPr>
            <a:spLocks noGrp="1"/>
          </p:cNvSpPr>
          <p:nvPr>
            <p:ph type="ftr" sz="quarter" idx="3"/>
            <p:custDataLst>
              <p:tags r:id="rId6"/>
            </p:custDataLst>
          </p:nvPr>
        </p:nvSpPr>
        <p:spPr>
          <a:xfrm>
            <a:off x="0" y="6147014"/>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Round Single Corner Rectangle 7"/>
          <p:cNvSpPr/>
          <p:nvPr/>
        </p:nvSpPr>
        <p:spPr>
          <a:xfrm>
            <a:off x="0" y="6377149"/>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32307659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ound Single Corner Rectangle 1"/>
          <p:cNvSpPr>
            <a:spLocks/>
          </p:cNvSpPr>
          <p:nvPr/>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075" name="Title Placeholder 1"/>
          <p:cNvSpPr>
            <a:spLocks noGrp="1"/>
          </p:cNvSpPr>
          <p:nvPr>
            <p:ph type="title"/>
          </p:nvPr>
        </p:nvSpPr>
        <p:spPr bwMode="auto">
          <a:xfrm>
            <a:off x="713232" y="357189"/>
            <a:ext cx="10681934"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 name="Slide Number Placeholder 5"/>
          <p:cNvSpPr>
            <a:spLocks noGrp="1"/>
          </p:cNvSpPr>
          <p:nvPr>
            <p:ph type="sldNum" sz="quarter" idx="4"/>
          </p:nvPr>
        </p:nvSpPr>
        <p:spPr>
          <a:xfrm>
            <a:off x="11645901" y="-28574"/>
            <a:ext cx="675217" cy="504825"/>
          </a:xfrm>
          <a:prstGeom prst="rect">
            <a:avLst/>
          </a:prstGeom>
        </p:spPr>
        <p:txBody>
          <a:bodyPr vert="horz" lIns="91440" tIns="45720" rIns="91440" bIns="45720" rtlCol="0" anchor="ctr"/>
          <a:lstStyle>
            <a:lvl1pPr algn="l" eaLnBrk="1" fontAlgn="auto" hangingPunct="1">
              <a:spcBef>
                <a:spcPts val="0"/>
              </a:spcBef>
              <a:spcAft>
                <a:spcPts val="0"/>
              </a:spcAft>
              <a:defRPr sz="1000" b="1" i="0">
                <a:solidFill>
                  <a:schemeClr val="bg1"/>
                </a:solidFill>
                <a:latin typeface="HelveticaNeue MediumCond"/>
                <a:cs typeface="HelveticaNeue MediumCond"/>
              </a:defRPr>
            </a:lvl1pPr>
          </a:lstStyle>
          <a:p>
            <a:pPr defTabSz="457200">
              <a:defRPr/>
            </a:pPr>
            <a:fld id="{58E27D68-75D7-1046-B88F-55C44A5ED9A6}" type="slidenum">
              <a:rPr lang="en-US">
                <a:solidFill>
                  <a:srgbClr val="FFFFFF"/>
                </a:solidFill>
              </a:rPr>
              <a:pPr defTabSz="457200">
                <a:defRPr/>
              </a:pPr>
              <a:t>‹#›</a:t>
            </a:fld>
            <a:endParaRPr lang="en-US">
              <a:solidFill>
                <a:srgbClr val="FFFFFF"/>
              </a:solidFill>
            </a:endParaRPr>
          </a:p>
        </p:txBody>
      </p:sp>
      <p:sp>
        <p:nvSpPr>
          <p:cNvPr id="2" name="Footer Placeholder 1"/>
          <p:cNvSpPr>
            <a:spLocks noGrp="1"/>
          </p:cNvSpPr>
          <p:nvPr>
            <p:ph type="ftr" sz="quarter" idx="3"/>
            <p:custDataLst>
              <p:tags r:id="rId32"/>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pPr defTabSz="457200" eaLnBrk="0" fontAlgn="base" hangingPunct="0">
              <a:spcBef>
                <a:spcPct val="0"/>
              </a:spcBef>
              <a:spcAft>
                <a:spcPct val="0"/>
              </a:spcAft>
            </a:pPr>
            <a:r>
              <a:rPr lang="en-US"/>
              <a:t>Honeywell Internal</a:t>
            </a:r>
          </a:p>
        </p:txBody>
      </p:sp>
      <p:pic>
        <p:nvPicPr>
          <p:cNvPr id="7" name="Picture 6" descr="\\localhost\Volumes\DMS-Server\Clients\Honeywell PPT \Honeywell - Freestanding Logos\Honeywell - Freestanding Logo RGB.png"/>
          <p:cNvPicPr>
            <a:picLocks noChangeAspect="1"/>
          </p:cNvPicPr>
          <p:nvPr/>
        </p:nvPicPr>
        <p:blipFill>
          <a:blip r:embed="rId33"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6293276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6" r:id="rId27"/>
    <p:sldLayoutId id="2147483709" r:id="rId28"/>
    <p:sldLayoutId id="2147483710" r:id="rId29"/>
    <p:sldLayoutId id="2147483711" r:id="rId30"/>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41.xml"/></Relationships>
</file>

<file path=ppt/slides/_rels/slide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40.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40.xm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40.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9.xml"/><Relationship Id="rId1" Type="http://schemas.openxmlformats.org/officeDocument/2006/relationships/slideLayout" Target="../slideLayouts/slideLayout40.xml"/><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40.xml"/><Relationship Id="rId5" Type="http://schemas.openxmlformats.org/officeDocument/2006/relationships/image" Target="../media/image48.png"/><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40.xml"/><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40.xml"/><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8.xml"/><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1.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43.xml"/><Relationship Id="rId1" Type="http://schemas.openxmlformats.org/officeDocument/2006/relationships/slideLayout" Target="../slideLayouts/slideLayout40.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4.xml"/><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40.xml"/><Relationship Id="rId6" Type="http://schemas.openxmlformats.org/officeDocument/2006/relationships/image" Target="../media/image70.png"/><Relationship Id="rId5" Type="http://schemas.openxmlformats.org/officeDocument/2006/relationships/image" Target="../media/image68.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6.xml"/><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7.xm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1.xml"/><Relationship Id="rId5" Type="http://schemas.openxmlformats.org/officeDocument/2006/relationships/image" Target="../media/image76.png"/><Relationship Id="rId4" Type="http://schemas.openxmlformats.org/officeDocument/2006/relationships/image" Target="../media/image7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6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0.xml"/><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9.xml"/></Relationships>
</file>

<file path=ppt/slides/_rels/slide6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2.xml"/><Relationship Id="rId1" Type="http://schemas.openxmlformats.org/officeDocument/2006/relationships/slideLayout" Target="../slideLayouts/slideLayout40.xml"/><Relationship Id="rId4" Type="http://schemas.openxmlformats.org/officeDocument/2006/relationships/image" Target="../media/image80.png"/></Relationships>
</file>

<file path=ppt/slides/_rels/slide6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53.xml"/><Relationship Id="rId1" Type="http://schemas.openxmlformats.org/officeDocument/2006/relationships/slideLayout" Target="../slideLayouts/slideLayout40.xml"/></Relationships>
</file>

<file path=ppt/slides/_rels/slide6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4.xml"/><Relationship Id="rId1" Type="http://schemas.openxmlformats.org/officeDocument/2006/relationships/slideLayout" Target="../slideLayouts/slideLayout40.xml"/><Relationship Id="rId4" Type="http://schemas.openxmlformats.org/officeDocument/2006/relationships/image" Target="../media/image83.png"/></Relationships>
</file>

<file path=ppt/slides/_rels/slide6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5.xml"/><Relationship Id="rId1" Type="http://schemas.openxmlformats.org/officeDocument/2006/relationships/slideLayout" Target="../slideLayouts/slideLayout40.xml"/><Relationship Id="rId4" Type="http://schemas.openxmlformats.org/officeDocument/2006/relationships/image" Target="../media/image83.png"/></Relationships>
</file>

<file path=ppt/slides/_rels/slide68.xml.rels><?xml version="1.0" encoding="UTF-8" standalone="yes"?>
<Relationships xmlns="http://schemas.openxmlformats.org/package/2006/relationships"><Relationship Id="rId3" Type="http://schemas.openxmlformats.org/officeDocument/2006/relationships/image" Target="../media/image85.tmp"/><Relationship Id="rId2" Type="http://schemas.openxmlformats.org/officeDocument/2006/relationships/notesSlide" Target="../notesSlides/notesSlide56.xml"/><Relationship Id="rId1" Type="http://schemas.openxmlformats.org/officeDocument/2006/relationships/slideLayout" Target="../slideLayouts/slideLayout40.xml"/><Relationship Id="rId4" Type="http://schemas.openxmlformats.org/officeDocument/2006/relationships/image" Target="../media/image86.tmp"/></Relationships>
</file>

<file path=ppt/slides/_rels/slide69.xml.rels><?xml version="1.0" encoding="UTF-8" standalone="yes"?>
<Relationships xmlns="http://schemas.openxmlformats.org/package/2006/relationships"><Relationship Id="rId3" Type="http://schemas.openxmlformats.org/officeDocument/2006/relationships/image" Target="../media/image87.tmp"/><Relationship Id="rId2" Type="http://schemas.openxmlformats.org/officeDocument/2006/relationships/notesSlide" Target="../notesSlides/notesSlide57.xml"/><Relationship Id="rId1" Type="http://schemas.openxmlformats.org/officeDocument/2006/relationships/slideLayout" Target="../slideLayouts/slideLayout40.xml"/></Relationships>
</file>

<file path=ppt/slides/_rels/slide70.xml.rels><?xml version="1.0" encoding="UTF-8" standalone="yes"?>
<Relationships xmlns="http://schemas.openxmlformats.org/package/2006/relationships"><Relationship Id="rId3" Type="http://schemas.openxmlformats.org/officeDocument/2006/relationships/image" Target="../media/image88.tmp"/><Relationship Id="rId2" Type="http://schemas.openxmlformats.org/officeDocument/2006/relationships/notesSlide" Target="../notesSlides/notesSlide58.xml"/><Relationship Id="rId1" Type="http://schemas.openxmlformats.org/officeDocument/2006/relationships/slideLayout" Target="../slideLayouts/slideLayout40.xml"/><Relationship Id="rId5" Type="http://schemas.openxmlformats.org/officeDocument/2006/relationships/image" Target="../media/image90.png"/><Relationship Id="rId4" Type="http://schemas.openxmlformats.org/officeDocument/2006/relationships/image" Target="../media/image89.tmp"/></Relationships>
</file>

<file path=ppt/slides/_rels/slide7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9.xml"/><Relationship Id="rId1" Type="http://schemas.openxmlformats.org/officeDocument/2006/relationships/slideLayout" Target="../slideLayouts/slideLayout40.xml"/></Relationships>
</file>

<file path=ppt/slides/_rels/slide7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0.xml"/><Relationship Id="rId1" Type="http://schemas.openxmlformats.org/officeDocument/2006/relationships/slideLayout" Target="../slideLayouts/slideLayout40.xml"/></Relationships>
</file>

<file path=ppt/slides/_rels/slide7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1.xml"/><Relationship Id="rId1" Type="http://schemas.openxmlformats.org/officeDocument/2006/relationships/slideLayout" Target="../slideLayouts/slideLayout40.xml"/></Relationships>
</file>

<file path=ppt/slides/_rels/slide7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2.xml"/><Relationship Id="rId1" Type="http://schemas.openxmlformats.org/officeDocument/2006/relationships/slideLayout" Target="../slideLayouts/slideLayout40.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9.xml"/></Relationships>
</file>

<file path=ppt/slides/_rels/slide7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4.xml"/><Relationship Id="rId1" Type="http://schemas.openxmlformats.org/officeDocument/2006/relationships/slideLayout" Target="../slideLayouts/slideLayout40.xml"/><Relationship Id="rId4" Type="http://schemas.openxmlformats.org/officeDocument/2006/relationships/image" Target="../media/image80.png"/></Relationships>
</file>

<file path=ppt/slides/_rels/slide7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5.xml"/><Relationship Id="rId1" Type="http://schemas.openxmlformats.org/officeDocument/2006/relationships/slideLayout" Target="../slideLayouts/slideLayout40.xml"/></Relationships>
</file>

<file path=ppt/slides/_rels/slide7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6.xml"/><Relationship Id="rId1" Type="http://schemas.openxmlformats.org/officeDocument/2006/relationships/slideLayout" Target="../slideLayouts/slideLayout40.xml"/><Relationship Id="rId4" Type="http://schemas.openxmlformats.org/officeDocument/2006/relationships/image" Target="../media/image83.png"/></Relationships>
</file>

<file path=ppt/slides/_rels/slide7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67.xml"/><Relationship Id="rId1" Type="http://schemas.openxmlformats.org/officeDocument/2006/relationships/slideLayout" Target="../slideLayouts/slideLayout40.xml"/><Relationship Id="rId4" Type="http://schemas.openxmlformats.org/officeDocument/2006/relationships/image" Target="../media/image83.png"/></Relationships>
</file>

<file path=ppt/slides/_rels/slide8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68.xml"/><Relationship Id="rId1" Type="http://schemas.openxmlformats.org/officeDocument/2006/relationships/slideLayout" Target="../slideLayouts/slideLayout40.xml"/></Relationships>
</file>

<file path=ppt/slides/_rels/slide8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9.xml"/><Relationship Id="rId1" Type="http://schemas.openxmlformats.org/officeDocument/2006/relationships/slideLayout" Target="../slideLayouts/slideLayout40.xml"/><Relationship Id="rId4" Type="http://schemas.openxmlformats.org/officeDocument/2006/relationships/image" Target="../media/image98.png"/></Relationships>
</file>

<file path=ppt/slides/_rels/slide8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0.xml"/><Relationship Id="rId1" Type="http://schemas.openxmlformats.org/officeDocument/2006/relationships/slideLayout" Target="../slideLayouts/slideLayout40.xml"/><Relationship Id="rId4" Type="http://schemas.openxmlformats.org/officeDocument/2006/relationships/image" Target="../media/image100.png"/></Relationships>
</file>

<file path=ppt/slides/_rels/slide8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1.xml"/><Relationship Id="rId1" Type="http://schemas.openxmlformats.org/officeDocument/2006/relationships/slideLayout" Target="../slideLayouts/slideLayout40.xml"/></Relationships>
</file>

<file path=ppt/slides/_rels/slide84.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2.xml"/><Relationship Id="rId1" Type="http://schemas.openxmlformats.org/officeDocument/2006/relationships/slideLayout" Target="../slideLayouts/slideLayout40.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9.xml"/></Relationships>
</file>

<file path=ppt/slides/_rels/slide8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5.xml"/><Relationship Id="rId1" Type="http://schemas.openxmlformats.org/officeDocument/2006/relationships/slideLayout" Target="../slideLayouts/slideLayout40.xml"/></Relationships>
</file>

<file path=ppt/slides/_rels/slide8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6.xml"/><Relationship Id="rId1" Type="http://schemas.openxmlformats.org/officeDocument/2006/relationships/slideLayout" Target="../slideLayouts/slideLayout40.xml"/><Relationship Id="rId4" Type="http://schemas.openxmlformats.org/officeDocument/2006/relationships/image" Target="../media/image105.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9.xml"/></Relationships>
</file>

<file path=ppt/slides/_rels/slide9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79.xml"/><Relationship Id="rId1" Type="http://schemas.openxmlformats.org/officeDocument/2006/relationships/slideLayout" Target="../slideLayouts/slideLayout40.xml"/></Relationships>
</file>

<file path=ppt/slides/_rels/slide9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0.xml"/><Relationship Id="rId1" Type="http://schemas.openxmlformats.org/officeDocument/2006/relationships/slideLayout" Target="../slideLayouts/slideLayout40.xml"/></Relationships>
</file>

<file path=ppt/slides/_rels/slide9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81.xml"/><Relationship Id="rId1" Type="http://schemas.openxmlformats.org/officeDocument/2006/relationships/slideLayout" Target="../slideLayouts/slideLayout40.xml"/></Relationships>
</file>

<file path=ppt/slides/_rels/slide94.xml.rels><?xml version="1.0" encoding="UTF-8" standalone="yes"?>
<Relationships xmlns="http://schemas.openxmlformats.org/package/2006/relationships"><Relationship Id="rId3" Type="http://schemas.openxmlformats.org/officeDocument/2006/relationships/image" Target="../media/image109.tmp"/><Relationship Id="rId2" Type="http://schemas.openxmlformats.org/officeDocument/2006/relationships/notesSlide" Target="../notesSlides/notesSlide82.xml"/><Relationship Id="rId1" Type="http://schemas.openxmlformats.org/officeDocument/2006/relationships/slideLayout" Target="../slideLayouts/slideLayout40.xml"/><Relationship Id="rId4" Type="http://schemas.openxmlformats.org/officeDocument/2006/relationships/image" Target="../media/image110.tmp"/></Relationships>
</file>

<file path=ppt/slides/_rels/slide95.xml.rels><?xml version="1.0" encoding="UTF-8" standalone="yes"?>
<Relationships xmlns="http://schemas.openxmlformats.org/package/2006/relationships"><Relationship Id="rId3" Type="http://schemas.openxmlformats.org/officeDocument/2006/relationships/image" Target="../media/image111.tmp"/><Relationship Id="rId2" Type="http://schemas.openxmlformats.org/officeDocument/2006/relationships/notesSlide" Target="../notesSlides/notesSlide83.xml"/><Relationship Id="rId1" Type="http://schemas.openxmlformats.org/officeDocument/2006/relationships/slideLayout" Target="../slideLayouts/slideLayout40.xml"/></Relationships>
</file>

<file path=ppt/slides/_rels/slide96.xml.rels><?xml version="1.0" encoding="UTF-8" standalone="yes"?>
<Relationships xmlns="http://schemas.openxmlformats.org/package/2006/relationships"><Relationship Id="rId3" Type="http://schemas.openxmlformats.org/officeDocument/2006/relationships/image" Target="../media/image109.tmp"/><Relationship Id="rId2" Type="http://schemas.openxmlformats.org/officeDocument/2006/relationships/notesSlide" Target="../notesSlides/notesSlide84.xml"/><Relationship Id="rId1" Type="http://schemas.openxmlformats.org/officeDocument/2006/relationships/slideLayout" Target="../slideLayouts/slideLayout40.xml"/><Relationship Id="rId4" Type="http://schemas.openxmlformats.org/officeDocument/2006/relationships/image" Target="../media/image110.tmp"/></Relationships>
</file>

<file path=ppt/slides/_rels/slide97.xml.rels><?xml version="1.0" encoding="UTF-8" standalone="yes"?>
<Relationships xmlns="http://schemas.openxmlformats.org/package/2006/relationships"><Relationship Id="rId3" Type="http://schemas.openxmlformats.org/officeDocument/2006/relationships/image" Target="../media/image111.tmp"/><Relationship Id="rId2" Type="http://schemas.openxmlformats.org/officeDocument/2006/relationships/notesSlide" Target="../notesSlides/notesSlide85.xml"/><Relationship Id="rId1" Type="http://schemas.openxmlformats.org/officeDocument/2006/relationships/slideLayout" Target="../slideLayouts/slideLayout4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9.xml"/></Relationships>
</file>

<file path=ppt/slides/_rels/slide10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7.xml"/><Relationship Id="rId1" Type="http://schemas.openxmlformats.org/officeDocument/2006/relationships/slideLayout" Target="../slideLayouts/slideLayout42.xml"/><Relationship Id="rId4" Type="http://schemas.openxmlformats.org/officeDocument/2006/relationships/image" Target="../media/image113.png"/></Relationships>
</file>

<file path=ppt/slides/_rels/slide10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88.xml"/><Relationship Id="rId1" Type="http://schemas.openxmlformats.org/officeDocument/2006/relationships/slideLayout" Target="../slideLayouts/slideLayout42.xml"/><Relationship Id="rId4" Type="http://schemas.openxmlformats.org/officeDocument/2006/relationships/image" Target="../media/image115.png"/></Relationships>
</file>

<file path=ppt/slides/_rels/slide10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89.xml"/><Relationship Id="rId1" Type="http://schemas.openxmlformats.org/officeDocument/2006/relationships/slideLayout" Target="../slideLayouts/slideLayout42.xml"/><Relationship Id="rId4" Type="http://schemas.openxmlformats.org/officeDocument/2006/relationships/image" Target="../media/image117.png"/></Relationships>
</file>

<file path=ppt/slides/_rels/slide103.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90.xml"/><Relationship Id="rId1" Type="http://schemas.openxmlformats.org/officeDocument/2006/relationships/slideLayout" Target="../slideLayouts/slideLayout42.xml"/></Relationships>
</file>

<file path=ppt/slides/_rels/slide10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91.xml"/><Relationship Id="rId1" Type="http://schemas.openxmlformats.org/officeDocument/2006/relationships/slideLayout" Target="../slideLayouts/slideLayout4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9.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864782" y="6222291"/>
            <a:ext cx="6880797" cy="422953"/>
          </a:xfrm>
        </p:spPr>
        <p:txBody>
          <a:bodyPr vert="horz" lIns="91440" tIns="45720" rIns="91440" bIns="45720" anchor="ctr"/>
          <a:lstStyle/>
          <a:p>
            <a:r>
              <a:rPr lang="en-US">
                <a:latin typeface="Arial"/>
                <a:cs typeface="Arial"/>
              </a:rPr>
              <a:t>Admin </a:t>
            </a:r>
            <a:r>
              <a:rPr lang="en-US" dirty="0">
                <a:latin typeface="Arial"/>
                <a:cs typeface="Arial"/>
              </a:rPr>
              <a:t>Training – Asset Performance Management</a:t>
            </a:r>
          </a:p>
        </p:txBody>
      </p:sp>
      <p:sp>
        <p:nvSpPr>
          <p:cNvPr id="3" name="Text Placeholder 2"/>
          <p:cNvSpPr>
            <a:spLocks noGrp="1"/>
          </p:cNvSpPr>
          <p:nvPr>
            <p:ph type="body" sz="quarter" idx="12"/>
          </p:nvPr>
        </p:nvSpPr>
        <p:spPr/>
        <p:txBody>
          <a:bodyPr/>
          <a:lstStyle/>
          <a:p>
            <a:r>
              <a:rPr lang="en-US" dirty="0"/>
              <a:t> APM</a:t>
            </a:r>
          </a:p>
        </p:txBody>
      </p:sp>
      <p:sp>
        <p:nvSpPr>
          <p:cNvPr id="4" name="Content Placeholder 3"/>
          <p:cNvSpPr>
            <a:spLocks noGrp="1"/>
          </p:cNvSpPr>
          <p:nvPr>
            <p:ph sz="quarter" idx="10"/>
          </p:nvPr>
        </p:nvSpPr>
        <p:spPr/>
        <p:txBody>
          <a:bodyPr/>
          <a:lstStyle/>
          <a:p>
            <a:r>
              <a:rPr lang="en-US"/>
              <a:t>Honeywell</a:t>
            </a:r>
          </a:p>
        </p:txBody>
      </p:sp>
      <p:sp>
        <p:nvSpPr>
          <p:cNvPr id="5" name="Text Placeholder 4"/>
          <p:cNvSpPr>
            <a:spLocks noGrp="1"/>
          </p:cNvSpPr>
          <p:nvPr>
            <p:ph type="body" sz="quarter" idx="11"/>
          </p:nvPr>
        </p:nvSpPr>
        <p:spPr/>
        <p:txBody>
          <a:bodyPr/>
          <a:lstStyle/>
          <a:p>
            <a:r>
              <a:rPr lang="en-US"/>
              <a:t>May 2024</a:t>
            </a:r>
            <a:endParaRPr lang="en-US" dirty="0"/>
          </a:p>
        </p:txBody>
      </p:sp>
      <p:sp>
        <p:nvSpPr>
          <p:cNvPr id="6" name="BJPseudoFooter">
            <a:extLst>
              <a:ext uri="{FF2B5EF4-FFF2-40B4-BE49-F238E27FC236}">
                <a16:creationId xmlns:a16="http://schemas.microsoft.com/office/drawing/2014/main" id="{24533E8C-1C5A-4E14-9E9F-00D7BE2E2A86}"/>
              </a:ext>
            </a:extLst>
          </p:cNvPr>
          <p:cNvSpPr txBox="1"/>
          <p:nvPr>
            <p:custDataLst>
              <p:tags r:id="rId1"/>
            </p:custDataLst>
          </p:nvPr>
        </p:nvSpPr>
        <p:spPr>
          <a:xfrm>
            <a:off x="127000" y="6645245"/>
            <a:ext cx="11938000" cy="200055"/>
          </a:xfrm>
          <a:prstGeom prst="rect">
            <a:avLst/>
          </a:prstGeom>
          <a:noFill/>
        </p:spPr>
        <p:txBody>
          <a:bodyPr vert="horz" rtlCol="0">
            <a:spAutoFit/>
          </a:bodyPr>
          <a:lstStyle/>
          <a:p>
            <a:r>
              <a:rPr lang="en-US" sz="700">
                <a:solidFill>
                  <a:srgbClr val="7F7F7F"/>
                </a:solidFill>
                <a:latin typeface="Arial" panose="020B0604020202020204" pitchFamily="34" charset="0"/>
              </a:rPr>
              <a:t>Honeywell Internal</a:t>
            </a:r>
          </a:p>
        </p:txBody>
      </p:sp>
    </p:spTree>
    <p:extLst>
      <p:ext uri="{BB962C8B-B14F-4D97-AF65-F5344CB8AC3E}">
        <p14:creationId xmlns:p14="http://schemas.microsoft.com/office/powerpoint/2010/main" val="237635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5">
            <a:extLst>
              <a:ext uri="{FF2B5EF4-FFF2-40B4-BE49-F238E27FC236}">
                <a16:creationId xmlns:a16="http://schemas.microsoft.com/office/drawing/2014/main" id="{A90C09C1-E73E-44A2-92FE-0C9C45937064}"/>
              </a:ext>
            </a:extLst>
          </p:cNvPr>
          <p:cNvSpPr txBox="1">
            <a:spLocks/>
          </p:cNvSpPr>
          <p:nvPr/>
        </p:nvSpPr>
        <p:spPr bwMode="auto">
          <a:xfrm>
            <a:off x="532340" y="357810"/>
            <a:ext cx="8002359" cy="498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457200" rtl="0" eaLnBrk="0" fontAlgn="base" hangingPunct="0">
              <a:spcBef>
                <a:spcPct val="0"/>
              </a:spcBef>
              <a:spcAft>
                <a:spcPct val="0"/>
              </a:spcAft>
              <a:defRPr lang="en-US" sz="2800" b="1" kern="1200" baseline="0">
                <a:solidFill>
                  <a:schemeClr val="tx1"/>
                </a:solidFill>
                <a:latin typeface="Arial" pitchFamily="34" charset="0"/>
                <a:ea typeface="Arial" charset="0"/>
                <a:cs typeface="Arial" pitchFamily="34" charset="0"/>
              </a:defRPr>
            </a:lvl1pPr>
            <a:lvl2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0" fontAlgn="base" hangingPunct="0">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fontAlgn="base">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r>
              <a:rPr lang="en-US" dirty="0"/>
              <a:t>Safety and code of conduct</a:t>
            </a:r>
          </a:p>
        </p:txBody>
      </p:sp>
      <p:sp>
        <p:nvSpPr>
          <p:cNvPr id="6" name="Content Placeholder 6">
            <a:extLst>
              <a:ext uri="{FF2B5EF4-FFF2-40B4-BE49-F238E27FC236}">
                <a16:creationId xmlns:a16="http://schemas.microsoft.com/office/drawing/2014/main" id="{C053C4C2-D3FE-4244-A786-78E9B71A4358}"/>
              </a:ext>
            </a:extLst>
          </p:cNvPr>
          <p:cNvSpPr txBox="1">
            <a:spLocks/>
          </p:cNvSpPr>
          <p:nvPr/>
        </p:nvSpPr>
        <p:spPr>
          <a:xfrm>
            <a:off x="532340" y="1005840"/>
            <a:ext cx="8002360" cy="5308600"/>
          </a:xfrm>
          <a:prstGeom prst="rect">
            <a:avLst/>
          </a:prstGeom>
        </p:spPr>
        <p:txBody>
          <a:bodyPr/>
          <a:lstStyle>
            <a:lvl1pPr marL="274320" indent="-169863" algn="l" defTabSz="457200" rtl="0" eaLnBrk="0" fontAlgn="base" hangingPunct="0">
              <a:spcBef>
                <a:spcPts val="0"/>
              </a:spcBef>
              <a:spcAft>
                <a:spcPts val="200"/>
              </a:spcAft>
              <a:buClr>
                <a:schemeClr val="accent1"/>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502920" indent="-169863" algn="l" defTabSz="457200" rtl="0" eaLnBrk="0" fontAlgn="base" hangingPunct="0">
              <a:spcBef>
                <a:spcPts val="0"/>
              </a:spcBef>
              <a:spcAft>
                <a:spcPts val="200"/>
              </a:spcAft>
              <a:buClr>
                <a:schemeClr val="accent3"/>
              </a:buClr>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685800" indent="-169863" algn="l" defTabSz="457200" rtl="0" eaLnBrk="0" fontAlgn="base" hangingPunct="0">
              <a:spcBef>
                <a:spcPts val="0"/>
              </a:spcBef>
              <a:spcAft>
                <a:spcPts val="200"/>
              </a:spcAft>
              <a:buClr>
                <a:schemeClr val="accent3"/>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914400" indent="-173736" algn="l" defTabSz="457200" rtl="0" eaLnBrk="0" fontAlgn="base" hangingPunct="0">
              <a:spcBef>
                <a:spcPts val="0"/>
              </a:spcBef>
              <a:spcAft>
                <a:spcPts val="200"/>
              </a:spcAft>
              <a:buClr>
                <a:schemeClr val="accent3"/>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1097280" indent="-173736" algn="l" defTabSz="457200" rtl="0" eaLnBrk="0" fontAlgn="base" hangingPunct="0">
              <a:spcBef>
                <a:spcPct val="20000"/>
              </a:spcBef>
              <a:spcAft>
                <a:spcPts val="200"/>
              </a:spcAft>
              <a:buClr>
                <a:schemeClr val="accent3"/>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Please review all Emergency exits; be alert for Alarm signals;</a:t>
            </a:r>
          </a:p>
          <a:p>
            <a:pPr marL="104457" indent="0">
              <a:buNone/>
            </a:pPr>
            <a:endParaRPr lang="en-US" dirty="0"/>
          </a:p>
          <a:p>
            <a:r>
              <a:rPr lang="en-US" dirty="0"/>
              <a:t>Please follow the safety procedures of your workplace;</a:t>
            </a:r>
          </a:p>
          <a:p>
            <a:endParaRPr lang="en-US" dirty="0"/>
          </a:p>
          <a:p>
            <a:r>
              <a:rPr lang="en-US" dirty="0"/>
              <a:t>Please switch off or silence your mobile;</a:t>
            </a:r>
          </a:p>
          <a:p>
            <a:endParaRPr lang="en-US" dirty="0"/>
          </a:p>
          <a:p>
            <a:r>
              <a:rPr lang="en-US" dirty="0"/>
              <a:t>Please have one conversation only;</a:t>
            </a:r>
          </a:p>
          <a:p>
            <a:endParaRPr lang="en-US" dirty="0"/>
          </a:p>
          <a:p>
            <a:r>
              <a:rPr lang="en-US" dirty="0"/>
              <a:t>Please speak up, ask questions;</a:t>
            </a:r>
          </a:p>
          <a:p>
            <a:endParaRPr lang="en-US" dirty="0"/>
          </a:p>
          <a:p>
            <a:r>
              <a:rPr lang="en-US" dirty="0"/>
              <a:t>Please follow the COVID guidelines of your workplace;</a:t>
            </a:r>
          </a:p>
          <a:p>
            <a:endParaRPr lang="en-GB" dirty="0"/>
          </a:p>
        </p:txBody>
      </p:sp>
      <p:pic>
        <p:nvPicPr>
          <p:cNvPr id="7" name="Picture 6">
            <a:extLst>
              <a:ext uri="{FF2B5EF4-FFF2-40B4-BE49-F238E27FC236}">
                <a16:creationId xmlns:a16="http://schemas.microsoft.com/office/drawing/2014/main" id="{D872576C-B765-402C-80D1-77FF65ED170B}"/>
              </a:ext>
            </a:extLst>
          </p:cNvPr>
          <p:cNvPicPr>
            <a:picLocks noChangeAspect="1" noChangeArrowheads="1"/>
          </p:cNvPicPr>
          <p:nvPr/>
        </p:nvPicPr>
        <p:blipFill>
          <a:blip r:embed="rId3" cstate="print"/>
          <a:srcRect/>
          <a:stretch>
            <a:fillRect/>
          </a:stretch>
        </p:blipFill>
        <p:spPr bwMode="auto">
          <a:xfrm>
            <a:off x="9132425" y="3163838"/>
            <a:ext cx="2832685" cy="2767566"/>
          </a:xfrm>
          <a:prstGeom prst="rect">
            <a:avLst/>
          </a:prstGeom>
          <a:noFill/>
          <a:ln w="9525">
            <a:noFill/>
            <a:miter lim="800000"/>
            <a:headEnd/>
            <a:tailEnd/>
          </a:ln>
        </p:spPr>
      </p:pic>
      <p:sp>
        <p:nvSpPr>
          <p:cNvPr id="2" name="TextBox 1">
            <a:extLst>
              <a:ext uri="{FF2B5EF4-FFF2-40B4-BE49-F238E27FC236}">
                <a16:creationId xmlns:a16="http://schemas.microsoft.com/office/drawing/2014/main" id="{C5B70294-FC48-47D3-980D-121332A00545}"/>
              </a:ext>
            </a:extLst>
          </p:cNvPr>
          <p:cNvSpPr txBox="1"/>
          <p:nvPr/>
        </p:nvSpPr>
        <p:spPr>
          <a:xfrm>
            <a:off x="5637402" y="2973897"/>
            <a:ext cx="914400" cy="914400"/>
          </a:xfrm>
          <a:prstGeom prst="rect">
            <a:avLst/>
          </a:prstGeom>
          <a:noFill/>
        </p:spPr>
        <p:txBody>
          <a:bodyPr wrap="square" lIns="0" tIns="0" rIns="0" bIns="0" rtlCol="0">
            <a:noAutofit/>
          </a:bodyPr>
          <a:lstStyle/>
          <a:p>
            <a:pPr algn="l"/>
            <a:endParaRPr lang="en-US" dirty="0" err="1"/>
          </a:p>
        </p:txBody>
      </p:sp>
    </p:spTree>
    <p:extLst>
      <p:ext uri="{BB962C8B-B14F-4D97-AF65-F5344CB8AC3E}">
        <p14:creationId xmlns:p14="http://schemas.microsoft.com/office/powerpoint/2010/main" val="4021265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FB7D-4E71-4B8E-B7F1-2169963A0D3D}"/>
              </a:ext>
            </a:extLst>
          </p:cNvPr>
          <p:cNvSpPr>
            <a:spLocks noGrp="1"/>
          </p:cNvSpPr>
          <p:nvPr>
            <p:ph type="title"/>
          </p:nvPr>
        </p:nvSpPr>
        <p:spPr>
          <a:xfrm>
            <a:off x="436576" y="101717"/>
            <a:ext cx="11201401" cy="523220"/>
          </a:xfrm>
        </p:spPr>
        <p:txBody>
          <a:bodyPr/>
          <a:lstStyle/>
          <a:p>
            <a:r>
              <a:rPr lang="en-US" sz="2800" dirty="0">
                <a:latin typeface="+mn-lt"/>
              </a:rPr>
              <a:t>A</a:t>
            </a:r>
            <a:r>
              <a:rPr lang="en-US" sz="2800" dirty="0">
                <a:solidFill>
                  <a:schemeClr val="accent1"/>
                </a:solidFill>
                <a:latin typeface="+mn-lt"/>
              </a:rPr>
              <a:t>genda</a:t>
            </a:r>
          </a:p>
        </p:txBody>
      </p:sp>
      <p:sp>
        <p:nvSpPr>
          <p:cNvPr id="6" name="Content Placeholder 5">
            <a:extLst>
              <a:ext uri="{FF2B5EF4-FFF2-40B4-BE49-F238E27FC236}">
                <a16:creationId xmlns:a16="http://schemas.microsoft.com/office/drawing/2014/main" id="{F0124E5F-30D3-4B0D-8BBB-A1B0FBBFD4D1}"/>
              </a:ext>
            </a:extLst>
          </p:cNvPr>
          <p:cNvSpPr>
            <a:spLocks noGrp="1"/>
          </p:cNvSpPr>
          <p:nvPr>
            <p:ph idx="13"/>
          </p:nvPr>
        </p:nvSpPr>
        <p:spPr>
          <a:xfrm>
            <a:off x="6096000" y="638177"/>
            <a:ext cx="5372100" cy="5857874"/>
          </a:xfrm>
        </p:spPr>
        <p:txBody>
          <a:bodyPr/>
          <a:lstStyle/>
          <a:p>
            <a:pPr marL="742950" lvl="1" indent="-285750">
              <a:buFont typeface="Wingdings" panose="05000000000000000000" pitchFamily="2" charset="2"/>
              <a:buChar char="Ø"/>
            </a:pPr>
            <a:r>
              <a:rPr lang="en-US" sz="1600" b="1" dirty="0"/>
              <a:t>Model Configuration using existing models-BCT Approach</a:t>
            </a:r>
          </a:p>
          <a:p>
            <a:pPr lvl="3">
              <a:buFont typeface="Wingdings" panose="05000000000000000000" pitchFamily="2" charset="2"/>
              <a:buChar char="§"/>
            </a:pPr>
            <a:r>
              <a:rPr lang="en-US" sz="1400" dirty="0"/>
              <a:t>Asset Configuration</a:t>
            </a:r>
          </a:p>
          <a:p>
            <a:pPr lvl="3">
              <a:buFont typeface="Wingdings" panose="05000000000000000000" pitchFamily="2" charset="2"/>
              <a:buChar char="§"/>
            </a:pPr>
            <a:r>
              <a:rPr lang="en-US" sz="1400" dirty="0"/>
              <a:t>Static Attribute Value Update</a:t>
            </a:r>
          </a:p>
          <a:p>
            <a:pPr lvl="3">
              <a:buFont typeface="Wingdings" panose="05000000000000000000" pitchFamily="2" charset="2"/>
              <a:buChar char="§"/>
            </a:pPr>
            <a:r>
              <a:rPr lang="en-US" sz="1400" dirty="0"/>
              <a:t>Dynamic Attribute Tag Mapping</a:t>
            </a:r>
          </a:p>
          <a:p>
            <a:pPr lvl="3">
              <a:buFont typeface="Wingdings" panose="05000000000000000000" pitchFamily="2" charset="2"/>
              <a:buChar char="§"/>
            </a:pPr>
            <a:r>
              <a:rPr lang="en-US" sz="1400" dirty="0"/>
              <a:t>Asset limit update/Property update</a:t>
            </a:r>
          </a:p>
          <a:p>
            <a:pPr lvl="3">
              <a:buFont typeface="Wingdings" panose="05000000000000000000" pitchFamily="2" charset="2"/>
              <a:buChar char="§"/>
            </a:pPr>
            <a:r>
              <a:rPr lang="en-US" sz="1400" dirty="0"/>
              <a:t>Asset Model Mapping and model scheduling</a:t>
            </a:r>
          </a:p>
          <a:p>
            <a:pPr lvl="3">
              <a:buFont typeface="Wingdings" panose="05000000000000000000" pitchFamily="2" charset="2"/>
              <a:buChar char="§"/>
            </a:pPr>
            <a:endParaRPr lang="en-US" sz="1400" dirty="0"/>
          </a:p>
          <a:p>
            <a:pPr marL="0" indent="0">
              <a:buNone/>
            </a:pPr>
            <a:endParaRPr lang="en-US" dirty="0"/>
          </a:p>
        </p:txBody>
      </p:sp>
      <p:sp>
        <p:nvSpPr>
          <p:cNvPr id="8" name="Content Placeholder 7">
            <a:extLst>
              <a:ext uri="{FF2B5EF4-FFF2-40B4-BE49-F238E27FC236}">
                <a16:creationId xmlns:a16="http://schemas.microsoft.com/office/drawing/2014/main" id="{372A0801-9E77-4B90-937C-282D056ABF7F}"/>
              </a:ext>
            </a:extLst>
          </p:cNvPr>
          <p:cNvSpPr>
            <a:spLocks noGrp="1"/>
          </p:cNvSpPr>
          <p:nvPr>
            <p:ph idx="1"/>
          </p:nvPr>
        </p:nvSpPr>
        <p:spPr>
          <a:xfrm>
            <a:off x="495300" y="752476"/>
            <a:ext cx="5372100" cy="5857873"/>
          </a:xfrm>
        </p:spPr>
        <p:txBody>
          <a:bodyPr/>
          <a:lstStyle/>
          <a:p>
            <a:pPr lvl="1">
              <a:buNone/>
            </a:pPr>
            <a:r>
              <a:rPr lang="en-US" sz="2000" b="1" u="sng" dirty="0"/>
              <a:t>Module 1:</a:t>
            </a:r>
          </a:p>
          <a:p>
            <a:pPr marL="742950" lvl="1" indent="-285750">
              <a:buFont typeface="Wingdings" panose="05000000000000000000" pitchFamily="2" charset="2"/>
              <a:buChar char="Ø"/>
            </a:pPr>
            <a:r>
              <a:rPr lang="en-US" sz="1600" b="1" dirty="0"/>
              <a:t>Data Source configuration </a:t>
            </a:r>
          </a:p>
          <a:p>
            <a:pPr lvl="3">
              <a:buFont typeface="Wingdings" panose="05000000000000000000" pitchFamily="2" charset="2"/>
              <a:buChar char="§"/>
            </a:pPr>
            <a:r>
              <a:rPr lang="en-US" sz="1400" dirty="0"/>
              <a:t>OPC DA data source configuration</a:t>
            </a:r>
          </a:p>
          <a:p>
            <a:pPr lvl="3">
              <a:buFont typeface="Wingdings" panose="05000000000000000000" pitchFamily="2" charset="2"/>
              <a:buChar char="§"/>
            </a:pPr>
            <a:r>
              <a:rPr lang="en-US" sz="1400" dirty="0"/>
              <a:t>OPC HDA data source configuration</a:t>
            </a:r>
          </a:p>
          <a:p>
            <a:pPr lvl="3">
              <a:buFont typeface="Wingdings" panose="05000000000000000000" pitchFamily="2" charset="2"/>
              <a:buChar char="§"/>
            </a:pPr>
            <a:r>
              <a:rPr lang="en-US" sz="1400" dirty="0"/>
              <a:t>PHDAPI data source configuration</a:t>
            </a:r>
          </a:p>
          <a:p>
            <a:pPr lvl="3">
              <a:buFont typeface="Wingdings" panose="05000000000000000000" pitchFamily="2" charset="2"/>
              <a:buChar char="§"/>
            </a:pPr>
            <a:r>
              <a:rPr lang="en-US" sz="1400" dirty="0"/>
              <a:t>UniSim data source configuration</a:t>
            </a:r>
          </a:p>
          <a:p>
            <a:pPr lvl="3">
              <a:buFont typeface="Wingdings" panose="05000000000000000000" pitchFamily="2" charset="2"/>
              <a:buChar char="§"/>
            </a:pPr>
            <a:r>
              <a:rPr lang="en-US" sz="1400" dirty="0"/>
              <a:t>Data source status check</a:t>
            </a:r>
          </a:p>
          <a:p>
            <a:pPr marL="742950" lvl="1" indent="-285750">
              <a:buFont typeface="Wingdings" panose="05000000000000000000" pitchFamily="2" charset="2"/>
              <a:buChar char="Ø"/>
            </a:pPr>
            <a:r>
              <a:rPr lang="en-US" sz="1600" b="1" dirty="0"/>
              <a:t>Model Configuration using existing models-UI Approach</a:t>
            </a:r>
          </a:p>
          <a:p>
            <a:pPr lvl="3">
              <a:buFont typeface="Wingdings" panose="05000000000000000000" pitchFamily="2" charset="2"/>
              <a:buChar char="§"/>
            </a:pPr>
            <a:r>
              <a:rPr lang="en-US" sz="1400" dirty="0"/>
              <a:t>Asset Configuration</a:t>
            </a:r>
          </a:p>
          <a:p>
            <a:pPr lvl="3">
              <a:buFont typeface="Wingdings" panose="05000000000000000000" pitchFamily="2" charset="2"/>
              <a:buChar char="§"/>
            </a:pPr>
            <a:r>
              <a:rPr lang="en-US" sz="1400" dirty="0"/>
              <a:t>Static Attribute Value Update</a:t>
            </a:r>
          </a:p>
          <a:p>
            <a:pPr lvl="3">
              <a:buFont typeface="Wingdings" panose="05000000000000000000" pitchFamily="2" charset="2"/>
              <a:buChar char="§"/>
            </a:pPr>
            <a:r>
              <a:rPr lang="en-US" sz="1400" dirty="0"/>
              <a:t>Dynamic Attribute Tag Mapping</a:t>
            </a:r>
          </a:p>
          <a:p>
            <a:pPr lvl="3">
              <a:buFont typeface="Wingdings" panose="05000000000000000000" pitchFamily="2" charset="2"/>
              <a:buChar char="§"/>
            </a:pPr>
            <a:r>
              <a:rPr lang="en-US" sz="1400" dirty="0"/>
              <a:t>Asset limit update/Property update</a:t>
            </a:r>
          </a:p>
          <a:p>
            <a:pPr lvl="3">
              <a:buFont typeface="Wingdings" panose="05000000000000000000" pitchFamily="2" charset="2"/>
              <a:buChar char="§"/>
            </a:pPr>
            <a:r>
              <a:rPr lang="en-US" sz="1400" dirty="0"/>
              <a:t>Asset Model Mapping and model scheduling</a:t>
            </a:r>
          </a:p>
          <a:p>
            <a:pPr lvl="3">
              <a:buFont typeface="Wingdings" panose="05000000000000000000" pitchFamily="2" charset="2"/>
              <a:buChar char="§"/>
            </a:pPr>
            <a:r>
              <a:rPr lang="en-US" sz="1400" dirty="0"/>
              <a:t>Variable Monitoring Configuration</a:t>
            </a:r>
          </a:p>
          <a:p>
            <a:pPr lvl="3">
              <a:buFont typeface="Wingdings" panose="05000000000000000000" pitchFamily="2" charset="2"/>
              <a:buChar char="§"/>
            </a:pPr>
            <a:r>
              <a:rPr lang="en-US" sz="1400" dirty="0"/>
              <a:t>Graphics linkage to asset</a:t>
            </a:r>
          </a:p>
          <a:p>
            <a:pPr lvl="3">
              <a:buFont typeface="Wingdings" panose="05000000000000000000" pitchFamily="2" charset="2"/>
              <a:buChar char="§"/>
            </a:pPr>
            <a:r>
              <a:rPr lang="en-US" sz="1400" dirty="0"/>
              <a:t>Creating default asset trends</a:t>
            </a:r>
          </a:p>
          <a:p>
            <a:pPr lvl="3">
              <a:buFont typeface="Wingdings" panose="05000000000000000000" pitchFamily="2" charset="2"/>
              <a:buChar char="§"/>
            </a:pPr>
            <a:r>
              <a:rPr lang="en-US" sz="1400" dirty="0"/>
              <a:t>Asset links configuration</a:t>
            </a:r>
          </a:p>
          <a:p>
            <a:pPr marL="457200" lvl="2" indent="0">
              <a:buNone/>
            </a:pPr>
            <a:endParaRPr lang="en-US" sz="1600" dirty="0"/>
          </a:p>
          <a:p>
            <a:pPr marL="0" indent="0">
              <a:buNone/>
            </a:pPr>
            <a:endParaRPr lang="en-US" dirty="0"/>
          </a:p>
        </p:txBody>
      </p:sp>
    </p:spTree>
    <p:extLst>
      <p:ext uri="{BB962C8B-B14F-4D97-AF65-F5344CB8AC3E}">
        <p14:creationId xmlns:p14="http://schemas.microsoft.com/office/powerpoint/2010/main" val="4106696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FB7D-4E71-4B8E-B7F1-2169963A0D3D}"/>
              </a:ext>
            </a:extLst>
          </p:cNvPr>
          <p:cNvSpPr>
            <a:spLocks noGrp="1"/>
          </p:cNvSpPr>
          <p:nvPr>
            <p:ph type="title"/>
          </p:nvPr>
        </p:nvSpPr>
        <p:spPr>
          <a:xfrm>
            <a:off x="436576" y="101717"/>
            <a:ext cx="11201401" cy="523220"/>
          </a:xfrm>
        </p:spPr>
        <p:txBody>
          <a:bodyPr/>
          <a:lstStyle/>
          <a:p>
            <a:r>
              <a:rPr lang="en-US" sz="2800" dirty="0">
                <a:latin typeface="+mn-lt"/>
              </a:rPr>
              <a:t>Agenda (Cont..)</a:t>
            </a:r>
            <a:endParaRPr lang="en-US" sz="2800" dirty="0">
              <a:solidFill>
                <a:schemeClr val="accent1"/>
              </a:solidFill>
              <a:latin typeface="+mn-lt"/>
            </a:endParaRPr>
          </a:p>
        </p:txBody>
      </p:sp>
      <p:sp>
        <p:nvSpPr>
          <p:cNvPr id="8" name="Content Placeholder 7">
            <a:extLst>
              <a:ext uri="{FF2B5EF4-FFF2-40B4-BE49-F238E27FC236}">
                <a16:creationId xmlns:a16="http://schemas.microsoft.com/office/drawing/2014/main" id="{372A0801-9E77-4B90-937C-282D056ABF7F}"/>
              </a:ext>
            </a:extLst>
          </p:cNvPr>
          <p:cNvSpPr>
            <a:spLocks noGrp="1"/>
          </p:cNvSpPr>
          <p:nvPr>
            <p:ph idx="1"/>
          </p:nvPr>
        </p:nvSpPr>
        <p:spPr>
          <a:xfrm>
            <a:off x="495300" y="752476"/>
            <a:ext cx="5372100" cy="5857873"/>
          </a:xfrm>
        </p:spPr>
        <p:txBody>
          <a:bodyPr/>
          <a:lstStyle/>
          <a:p>
            <a:pPr lvl="1">
              <a:buNone/>
            </a:pPr>
            <a:r>
              <a:rPr lang="en-US" sz="2000" b="1" u="sng" dirty="0"/>
              <a:t>Module 2:</a:t>
            </a:r>
          </a:p>
          <a:p>
            <a:pPr marL="742950" lvl="1" indent="-285750">
              <a:buFont typeface="Wingdings" panose="05000000000000000000" pitchFamily="2" charset="2"/>
              <a:buChar char="Ø"/>
            </a:pPr>
            <a:r>
              <a:rPr lang="en-US" sz="1600" b="1" dirty="0"/>
              <a:t>Building new models-UI Approach</a:t>
            </a:r>
          </a:p>
          <a:p>
            <a:pPr lvl="3">
              <a:buFont typeface="Wingdings" panose="05000000000000000000" pitchFamily="2" charset="2"/>
              <a:buChar char="§"/>
            </a:pPr>
            <a:r>
              <a:rPr lang="en-US" sz="1400" dirty="0"/>
              <a:t>Asset class configuration</a:t>
            </a:r>
          </a:p>
          <a:p>
            <a:pPr lvl="3">
              <a:buFont typeface="Wingdings" panose="05000000000000000000" pitchFamily="2" charset="2"/>
              <a:buChar char="§"/>
            </a:pPr>
            <a:r>
              <a:rPr lang="en-US" sz="1400" dirty="0"/>
              <a:t>Asset type configuration</a:t>
            </a:r>
          </a:p>
          <a:p>
            <a:pPr lvl="3">
              <a:buFont typeface="Wingdings" panose="05000000000000000000" pitchFamily="2" charset="2"/>
              <a:buChar char="§"/>
            </a:pPr>
            <a:r>
              <a:rPr lang="en-US" sz="1400" dirty="0"/>
              <a:t>Attribute type configuration</a:t>
            </a:r>
          </a:p>
          <a:p>
            <a:pPr lvl="3">
              <a:buFont typeface="Wingdings" panose="05000000000000000000" pitchFamily="2" charset="2"/>
              <a:buChar char="§"/>
            </a:pPr>
            <a:r>
              <a:rPr lang="en-US" sz="1400" dirty="0"/>
              <a:t>Calculation model configuration</a:t>
            </a:r>
          </a:p>
          <a:p>
            <a:pPr lvl="3">
              <a:buFont typeface="Wingdings" panose="05000000000000000000" pitchFamily="2" charset="2"/>
              <a:buChar char="§"/>
            </a:pPr>
            <a:r>
              <a:rPr lang="en-US" sz="1400" dirty="0"/>
              <a:t>Fault-Symptom model configuration</a:t>
            </a:r>
          </a:p>
          <a:p>
            <a:pPr marL="742950" lvl="1" indent="-285750">
              <a:buFont typeface="Wingdings" panose="05000000000000000000" pitchFamily="2" charset="2"/>
              <a:buChar char="Ø"/>
            </a:pPr>
            <a:r>
              <a:rPr lang="en-US" sz="1600" b="1" dirty="0"/>
              <a:t>Building new models-BCT Approach</a:t>
            </a:r>
          </a:p>
          <a:p>
            <a:pPr lvl="3">
              <a:buFont typeface="Wingdings" panose="05000000000000000000" pitchFamily="2" charset="2"/>
              <a:buChar char="§"/>
            </a:pPr>
            <a:r>
              <a:rPr lang="en-US" sz="1400" dirty="0"/>
              <a:t>Asset class configuration</a:t>
            </a:r>
          </a:p>
          <a:p>
            <a:pPr lvl="3">
              <a:buFont typeface="Wingdings" panose="05000000000000000000" pitchFamily="2" charset="2"/>
              <a:buChar char="§"/>
            </a:pPr>
            <a:r>
              <a:rPr lang="en-US" sz="1400" dirty="0"/>
              <a:t>Asset type configuration</a:t>
            </a:r>
          </a:p>
          <a:p>
            <a:pPr lvl="3">
              <a:buFont typeface="Wingdings" panose="05000000000000000000" pitchFamily="2" charset="2"/>
              <a:buChar char="§"/>
            </a:pPr>
            <a:r>
              <a:rPr lang="en-US" sz="1400" dirty="0"/>
              <a:t>Attribute type configuration</a:t>
            </a:r>
          </a:p>
          <a:p>
            <a:pPr lvl="3">
              <a:buFont typeface="Wingdings" panose="05000000000000000000" pitchFamily="2" charset="2"/>
              <a:buChar char="§"/>
            </a:pPr>
            <a:r>
              <a:rPr lang="en-US" sz="1400" dirty="0"/>
              <a:t>Attribute properties configuration</a:t>
            </a:r>
          </a:p>
          <a:p>
            <a:pPr lvl="3">
              <a:buFont typeface="Wingdings" panose="05000000000000000000" pitchFamily="2" charset="2"/>
              <a:buChar char="§"/>
            </a:pPr>
            <a:r>
              <a:rPr lang="en-US" sz="1400" dirty="0"/>
              <a:t>Calculation model configuration</a:t>
            </a:r>
          </a:p>
          <a:p>
            <a:pPr lvl="3">
              <a:buFont typeface="Wingdings" panose="05000000000000000000" pitchFamily="2" charset="2"/>
              <a:buChar char="§"/>
            </a:pPr>
            <a:r>
              <a:rPr lang="en-US" sz="1400" dirty="0"/>
              <a:t>Fault-Symptom model configuration</a:t>
            </a:r>
            <a:endParaRPr lang="en-US" sz="1600" dirty="0"/>
          </a:p>
          <a:p>
            <a:pPr marL="0" indent="0">
              <a:buNone/>
            </a:pPr>
            <a:endParaRPr lang="en-US" dirty="0"/>
          </a:p>
        </p:txBody>
      </p:sp>
      <p:sp>
        <p:nvSpPr>
          <p:cNvPr id="9" name="Content Placeholder 7">
            <a:extLst>
              <a:ext uri="{FF2B5EF4-FFF2-40B4-BE49-F238E27FC236}">
                <a16:creationId xmlns:a16="http://schemas.microsoft.com/office/drawing/2014/main" id="{204CA05A-0985-4708-AEAF-5E169F945C21}"/>
              </a:ext>
            </a:extLst>
          </p:cNvPr>
          <p:cNvSpPr txBox="1">
            <a:spLocks/>
          </p:cNvSpPr>
          <p:nvPr/>
        </p:nvSpPr>
        <p:spPr>
          <a:xfrm>
            <a:off x="6037276" y="752475"/>
            <a:ext cx="5372100" cy="5857873"/>
          </a:xfrm>
          <a:prstGeom prst="rect">
            <a:avLst/>
          </a:prstGeom>
        </p:spPr>
        <p:txBody>
          <a:bodyPr vert="horz" lIns="0" tIns="0" rIns="0" bIns="0" rtlCol="0">
            <a:noAutofit/>
          </a:bodyPr>
          <a:lstStyle>
            <a:lvl1pPr marL="457200" indent="-457200" algn="l" defTabSz="914400" rtl="0" eaLnBrk="1" latinLnBrk="0" hangingPunct="1">
              <a:lnSpc>
                <a:spcPct val="100000"/>
              </a:lnSpc>
              <a:spcBef>
                <a:spcPts val="600"/>
              </a:spcBef>
              <a:spcAft>
                <a:spcPts val="600"/>
              </a:spcAft>
              <a:buClr>
                <a:schemeClr val="accent1"/>
              </a:buClr>
              <a:buFont typeface="+mj-lt"/>
              <a:buAutoNum type="arabicPeriod"/>
              <a:defRPr sz="2400" b="1"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4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1"/>
              </a:buClr>
              <a:buFont typeface="Honeywell Sans" panose="02010503040101060203" pitchFamily="50" charset="0"/>
              <a:buChar char="•"/>
              <a:defRPr sz="2000" kern="1200">
                <a:solidFill>
                  <a:schemeClr val="tx1"/>
                </a:solidFill>
                <a:latin typeface="+mn-lt"/>
                <a:ea typeface="+mn-ea"/>
                <a:cs typeface="+mn-cs"/>
              </a:defRPr>
            </a:lvl3pPr>
            <a:lvl4pPr marL="10287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0" indent="0" algn="l" defTabSz="914400" rtl="0" eaLnBrk="1" latinLnBrk="0" hangingPunct="1">
              <a:lnSpc>
                <a:spcPct val="100000"/>
              </a:lnSpc>
              <a:spcBef>
                <a:spcPts val="800"/>
              </a:spcBef>
              <a:spcAft>
                <a:spcPts val="1000"/>
              </a:spcAft>
              <a:buFont typeface="Arial" panose="020B0604020202020204" pitchFamily="34" charset="0"/>
              <a:buNone/>
              <a:defRPr sz="2800" b="1"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lvl="1" indent="-285750">
              <a:buFont typeface="Wingdings" panose="05000000000000000000" pitchFamily="2" charset="2"/>
              <a:buChar char="Ø"/>
            </a:pPr>
            <a:r>
              <a:rPr lang="en-US" sz="1600" b="1" dirty="0"/>
              <a:t>Graphics changes-HMI Web builder</a:t>
            </a:r>
          </a:p>
          <a:p>
            <a:pPr lvl="3">
              <a:buFont typeface="Wingdings" panose="05000000000000000000" pitchFamily="2" charset="2"/>
              <a:buChar char="§"/>
            </a:pPr>
            <a:r>
              <a:rPr lang="en-US" sz="1400" dirty="0"/>
              <a:t>Graphics toolbars</a:t>
            </a:r>
          </a:p>
          <a:p>
            <a:pPr lvl="3">
              <a:buFont typeface="Wingdings" panose="05000000000000000000" pitchFamily="2" charset="2"/>
              <a:buChar char="§"/>
            </a:pPr>
            <a:r>
              <a:rPr lang="en-US" sz="1400" dirty="0"/>
              <a:t>Adding new tags/modifying existing tag mappings</a:t>
            </a:r>
          </a:p>
          <a:p>
            <a:pPr lvl="3">
              <a:buFont typeface="Wingdings" panose="05000000000000000000" pitchFamily="2" charset="2"/>
              <a:buChar char="§"/>
            </a:pPr>
            <a:r>
              <a:rPr lang="en-US" sz="1400" dirty="0"/>
              <a:t>Updating shapes </a:t>
            </a:r>
          </a:p>
          <a:p>
            <a:pPr lvl="3">
              <a:buFont typeface="Wingdings" panose="05000000000000000000" pitchFamily="2" charset="2"/>
              <a:buChar char="§"/>
            </a:pPr>
            <a:r>
              <a:rPr lang="en-US" sz="1400" dirty="0"/>
              <a:t>Saving and publishing graphics</a:t>
            </a:r>
          </a:p>
          <a:p>
            <a:pPr lvl="3">
              <a:buFont typeface="Wingdings" panose="05000000000000000000" pitchFamily="2" charset="2"/>
              <a:buChar char="§"/>
            </a:pPr>
            <a:r>
              <a:rPr lang="en-US" sz="1400" dirty="0"/>
              <a:t>Graphics location</a:t>
            </a:r>
          </a:p>
          <a:p>
            <a:pPr marL="742950" lvl="1" indent="-285750">
              <a:buFont typeface="Wingdings" panose="05000000000000000000" pitchFamily="2" charset="2"/>
              <a:buChar char="Ø"/>
            </a:pPr>
            <a:r>
              <a:rPr lang="en-US" sz="1600" b="1" dirty="0"/>
              <a:t>Asset hierarchy Updates</a:t>
            </a:r>
          </a:p>
          <a:p>
            <a:pPr marL="0" indent="0">
              <a:buFont typeface="+mj-lt"/>
              <a:buNone/>
            </a:pPr>
            <a:endParaRPr lang="en-US" dirty="0"/>
          </a:p>
        </p:txBody>
      </p:sp>
    </p:spTree>
    <p:extLst>
      <p:ext uri="{BB962C8B-B14F-4D97-AF65-F5344CB8AC3E}">
        <p14:creationId xmlns:p14="http://schemas.microsoft.com/office/powerpoint/2010/main" val="160077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FB7D-4E71-4B8E-B7F1-2169963A0D3D}"/>
              </a:ext>
            </a:extLst>
          </p:cNvPr>
          <p:cNvSpPr>
            <a:spLocks noGrp="1"/>
          </p:cNvSpPr>
          <p:nvPr>
            <p:ph type="title"/>
          </p:nvPr>
        </p:nvSpPr>
        <p:spPr>
          <a:xfrm>
            <a:off x="436576" y="101717"/>
            <a:ext cx="11201401" cy="523220"/>
          </a:xfrm>
        </p:spPr>
        <p:txBody>
          <a:bodyPr/>
          <a:lstStyle/>
          <a:p>
            <a:r>
              <a:rPr lang="en-US" sz="2800" dirty="0">
                <a:solidFill>
                  <a:schemeClr val="accent1"/>
                </a:solidFill>
                <a:latin typeface="+mn-lt"/>
              </a:rPr>
              <a:t>Agenda (Cont..)</a:t>
            </a:r>
          </a:p>
        </p:txBody>
      </p:sp>
      <p:sp>
        <p:nvSpPr>
          <p:cNvPr id="6" name="Content Placeholder 5">
            <a:extLst>
              <a:ext uri="{FF2B5EF4-FFF2-40B4-BE49-F238E27FC236}">
                <a16:creationId xmlns:a16="http://schemas.microsoft.com/office/drawing/2014/main" id="{F0124E5F-30D3-4B0D-8BBB-A1B0FBBFD4D1}"/>
              </a:ext>
            </a:extLst>
          </p:cNvPr>
          <p:cNvSpPr>
            <a:spLocks noGrp="1"/>
          </p:cNvSpPr>
          <p:nvPr>
            <p:ph idx="13"/>
          </p:nvPr>
        </p:nvSpPr>
        <p:spPr>
          <a:xfrm>
            <a:off x="6572250" y="752475"/>
            <a:ext cx="5372100" cy="5857874"/>
          </a:xfrm>
        </p:spPr>
        <p:txBody>
          <a:bodyPr/>
          <a:lstStyle/>
          <a:p>
            <a:pPr marL="742950" lvl="1" indent="-285750">
              <a:buFont typeface="Wingdings" panose="05000000000000000000" pitchFamily="2" charset="2"/>
              <a:buChar char="Ø"/>
            </a:pPr>
            <a:r>
              <a:rPr lang="en-US" sz="1600" b="1" dirty="0"/>
              <a:t>Application Monitoring</a:t>
            </a:r>
          </a:p>
          <a:p>
            <a:pPr lvl="3">
              <a:buFont typeface="Wingdings" panose="05000000000000000000" pitchFamily="2" charset="2"/>
              <a:buChar char="§"/>
            </a:pPr>
            <a:r>
              <a:rPr lang="en-US" sz="1400" dirty="0"/>
              <a:t>Service logs</a:t>
            </a:r>
          </a:p>
          <a:p>
            <a:pPr lvl="3">
              <a:buFont typeface="Wingdings" panose="05000000000000000000" pitchFamily="2" charset="2"/>
              <a:buChar char="§"/>
            </a:pPr>
            <a:r>
              <a:rPr lang="en-US" sz="1400" dirty="0"/>
              <a:t>MES log viewer</a:t>
            </a:r>
          </a:p>
          <a:p>
            <a:pPr lvl="3">
              <a:buFont typeface="Wingdings" panose="05000000000000000000" pitchFamily="2" charset="2"/>
              <a:buChar char="§"/>
            </a:pPr>
            <a:r>
              <a:rPr lang="en-US" sz="1400" dirty="0"/>
              <a:t>AM Service stop/start</a:t>
            </a:r>
          </a:p>
          <a:p>
            <a:pPr lvl="3">
              <a:buFont typeface="Wingdings" panose="05000000000000000000" pitchFamily="2" charset="2"/>
              <a:buChar char="§"/>
            </a:pPr>
            <a:r>
              <a:rPr lang="en-US" sz="1400" dirty="0"/>
              <a:t>PHD Cold start/stop</a:t>
            </a:r>
          </a:p>
          <a:p>
            <a:pPr lvl="3">
              <a:buFont typeface="Wingdings" panose="05000000000000000000" pitchFamily="2" charset="2"/>
              <a:buChar char="§"/>
            </a:pPr>
            <a:r>
              <a:rPr lang="en-US" sz="1400" dirty="0"/>
              <a:t>Server restart procedure</a:t>
            </a:r>
          </a:p>
          <a:p>
            <a:pPr marL="742950" lvl="1" indent="-285750">
              <a:buFont typeface="Wingdings" panose="05000000000000000000" pitchFamily="2" charset="2"/>
              <a:buChar char="Ø"/>
            </a:pPr>
            <a:r>
              <a:rPr lang="en-US" sz="1600" b="1" dirty="0"/>
              <a:t>Security Configuration</a:t>
            </a:r>
          </a:p>
          <a:p>
            <a:pPr lvl="3">
              <a:buFont typeface="Wingdings" panose="05000000000000000000" pitchFamily="2" charset="2"/>
              <a:buChar char="§"/>
            </a:pPr>
            <a:r>
              <a:rPr lang="en-US" sz="1400" dirty="0"/>
              <a:t>Creating new roles</a:t>
            </a:r>
          </a:p>
          <a:p>
            <a:pPr lvl="3">
              <a:buFont typeface="Wingdings" panose="05000000000000000000" pitchFamily="2" charset="2"/>
              <a:buChar char="§"/>
            </a:pPr>
            <a:r>
              <a:rPr lang="en-US" sz="1400" dirty="0"/>
              <a:t>Creating new scopes</a:t>
            </a:r>
          </a:p>
          <a:p>
            <a:pPr lvl="3">
              <a:buFont typeface="Wingdings" panose="05000000000000000000" pitchFamily="2" charset="2"/>
              <a:buChar char="§"/>
            </a:pPr>
            <a:r>
              <a:rPr lang="en-US" sz="1400" dirty="0"/>
              <a:t>Adding/removing users from roles</a:t>
            </a:r>
          </a:p>
          <a:p>
            <a:pPr marL="800100" lvl="3" indent="0">
              <a:buNone/>
            </a:pPr>
            <a:endParaRPr lang="en-US" sz="1400" dirty="0"/>
          </a:p>
          <a:p>
            <a:pPr marL="0" indent="0">
              <a:buNone/>
            </a:pPr>
            <a:r>
              <a:rPr lang="en-US" dirty="0"/>
              <a:t> </a:t>
            </a:r>
          </a:p>
        </p:txBody>
      </p:sp>
      <p:sp>
        <p:nvSpPr>
          <p:cNvPr id="8" name="Content Placeholder 7">
            <a:extLst>
              <a:ext uri="{FF2B5EF4-FFF2-40B4-BE49-F238E27FC236}">
                <a16:creationId xmlns:a16="http://schemas.microsoft.com/office/drawing/2014/main" id="{372A0801-9E77-4B90-937C-282D056ABF7F}"/>
              </a:ext>
            </a:extLst>
          </p:cNvPr>
          <p:cNvSpPr>
            <a:spLocks noGrp="1"/>
          </p:cNvSpPr>
          <p:nvPr>
            <p:ph idx="1"/>
          </p:nvPr>
        </p:nvSpPr>
        <p:spPr>
          <a:xfrm>
            <a:off x="495300" y="752476"/>
            <a:ext cx="5372100" cy="5857873"/>
          </a:xfrm>
        </p:spPr>
        <p:txBody>
          <a:bodyPr/>
          <a:lstStyle/>
          <a:p>
            <a:pPr marL="457200" lvl="2" indent="0">
              <a:buNone/>
            </a:pPr>
            <a:endParaRPr lang="en-US" sz="1600" dirty="0"/>
          </a:p>
          <a:p>
            <a:pPr marL="0" indent="0">
              <a:buNone/>
            </a:pPr>
            <a:endParaRPr lang="en-US" dirty="0"/>
          </a:p>
        </p:txBody>
      </p:sp>
      <p:sp>
        <p:nvSpPr>
          <p:cNvPr id="5" name="Content Placeholder 7">
            <a:extLst>
              <a:ext uri="{FF2B5EF4-FFF2-40B4-BE49-F238E27FC236}">
                <a16:creationId xmlns:a16="http://schemas.microsoft.com/office/drawing/2014/main" id="{3DC0350A-550E-4ED3-A4B0-3566E53A4435}"/>
              </a:ext>
            </a:extLst>
          </p:cNvPr>
          <p:cNvSpPr txBox="1">
            <a:spLocks/>
          </p:cNvSpPr>
          <p:nvPr/>
        </p:nvSpPr>
        <p:spPr>
          <a:xfrm>
            <a:off x="723900" y="752475"/>
            <a:ext cx="5372100" cy="5857873"/>
          </a:xfrm>
          <a:prstGeom prst="rect">
            <a:avLst/>
          </a:prstGeom>
        </p:spPr>
        <p:txBody>
          <a:bodyPr vert="horz" lIns="0" tIns="0" rIns="0" bIns="0" rtlCol="0">
            <a:noAutofit/>
          </a:bodyPr>
          <a:lstStyle>
            <a:lvl1pPr marL="457200" indent="-457200" algn="l" defTabSz="914400" rtl="0" eaLnBrk="1" latinLnBrk="0" hangingPunct="1">
              <a:lnSpc>
                <a:spcPct val="100000"/>
              </a:lnSpc>
              <a:spcBef>
                <a:spcPts val="600"/>
              </a:spcBef>
              <a:spcAft>
                <a:spcPts val="600"/>
              </a:spcAft>
              <a:buClr>
                <a:schemeClr val="accent1"/>
              </a:buClr>
              <a:buFont typeface="+mj-lt"/>
              <a:buAutoNum type="arabicPeriod"/>
              <a:defRPr sz="2400" b="1" kern="1200">
                <a:solidFill>
                  <a:schemeClr val="tx1"/>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Arial" panose="020B0604020202020204" pitchFamily="34" charset="0"/>
              <a:buNone/>
              <a:defRPr sz="24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1"/>
              </a:buClr>
              <a:buFont typeface="Honeywell Sans" panose="02010503040101060203" pitchFamily="50" charset="0"/>
              <a:buChar char="•"/>
              <a:defRPr sz="2000" kern="1200">
                <a:solidFill>
                  <a:schemeClr val="tx1"/>
                </a:solidFill>
                <a:latin typeface="+mn-lt"/>
                <a:ea typeface="+mn-ea"/>
                <a:cs typeface="+mn-cs"/>
              </a:defRPr>
            </a:lvl3pPr>
            <a:lvl4pPr marL="10287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0" indent="0" algn="l" defTabSz="914400" rtl="0" eaLnBrk="1" latinLnBrk="0" hangingPunct="1">
              <a:lnSpc>
                <a:spcPct val="100000"/>
              </a:lnSpc>
              <a:spcBef>
                <a:spcPts val="800"/>
              </a:spcBef>
              <a:spcAft>
                <a:spcPts val="1000"/>
              </a:spcAft>
              <a:buFont typeface="Arial" panose="020B0604020202020204" pitchFamily="34" charset="0"/>
              <a:buNone/>
              <a:defRPr sz="2800" b="1" kern="1200" baseline="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2000" b="1" u="sng" dirty="0"/>
              <a:t>Module 3:</a:t>
            </a:r>
          </a:p>
          <a:p>
            <a:pPr marL="742950" lvl="1" indent="-285750">
              <a:buFont typeface="Wingdings" panose="05000000000000000000" pitchFamily="2" charset="2"/>
              <a:buChar char="Ø"/>
            </a:pPr>
            <a:r>
              <a:rPr lang="en-US" sz="1600" b="1" dirty="0"/>
              <a:t>Thermo stream models </a:t>
            </a:r>
          </a:p>
          <a:p>
            <a:pPr lvl="3">
              <a:buFont typeface="Wingdings" panose="05000000000000000000" pitchFamily="2" charset="2"/>
              <a:buChar char="§"/>
            </a:pPr>
            <a:r>
              <a:rPr lang="en-US" sz="1400" dirty="0"/>
              <a:t>Thermo streams export and import procedure from UniSim</a:t>
            </a:r>
          </a:p>
          <a:p>
            <a:pPr lvl="3">
              <a:buFont typeface="Wingdings" panose="05000000000000000000" pitchFamily="2" charset="2"/>
              <a:buChar char="§"/>
            </a:pPr>
            <a:r>
              <a:rPr lang="en-US" sz="1400" dirty="0"/>
              <a:t>Thermo stream configuration</a:t>
            </a:r>
          </a:p>
          <a:p>
            <a:pPr marL="742950" lvl="1" indent="-285750">
              <a:buFont typeface="Wingdings" panose="05000000000000000000" pitchFamily="2" charset="2"/>
              <a:buChar char="Ø"/>
            </a:pPr>
            <a:r>
              <a:rPr lang="en-US" sz="1600" b="1" dirty="0"/>
              <a:t>UniSim models</a:t>
            </a:r>
          </a:p>
          <a:p>
            <a:pPr lvl="3">
              <a:buFont typeface="Wingdings" panose="05000000000000000000" pitchFamily="2" charset="2"/>
              <a:buChar char="§"/>
            </a:pPr>
            <a:r>
              <a:rPr lang="en-US" sz="1400" dirty="0"/>
              <a:t>UniSim model creation</a:t>
            </a:r>
          </a:p>
          <a:p>
            <a:pPr lvl="3">
              <a:buFont typeface="Wingdings" panose="05000000000000000000" pitchFamily="2" charset="2"/>
              <a:buChar char="§"/>
            </a:pPr>
            <a:r>
              <a:rPr lang="en-US" sz="1400" dirty="0"/>
              <a:t>UniSim-UAS tag mapping</a:t>
            </a:r>
          </a:p>
          <a:p>
            <a:pPr lvl="3">
              <a:buFont typeface="Wingdings" panose="05000000000000000000" pitchFamily="2" charset="2"/>
              <a:buChar char="§"/>
            </a:pPr>
            <a:r>
              <a:rPr lang="en-US" sz="1400" dirty="0"/>
              <a:t>UniSim asset and error codes</a:t>
            </a:r>
          </a:p>
          <a:p>
            <a:pPr marL="742950" lvl="1" indent="-285750">
              <a:buFont typeface="Wingdings" panose="05000000000000000000" pitchFamily="2" charset="2"/>
              <a:buChar char="Ø"/>
            </a:pPr>
            <a:r>
              <a:rPr lang="en-US" sz="1600" b="1" dirty="0"/>
              <a:t>Embedded PHD</a:t>
            </a:r>
          </a:p>
          <a:p>
            <a:pPr lvl="3">
              <a:buFont typeface="Wingdings" panose="05000000000000000000" pitchFamily="2" charset="2"/>
              <a:buChar char="§"/>
            </a:pPr>
            <a:r>
              <a:rPr lang="en-US" sz="1400" dirty="0"/>
              <a:t>PHD tag configuration</a:t>
            </a:r>
          </a:p>
          <a:p>
            <a:pPr lvl="3">
              <a:buFont typeface="Wingdings" panose="05000000000000000000" pitchFamily="2" charset="2"/>
              <a:buChar char="§"/>
            </a:pPr>
            <a:r>
              <a:rPr lang="en-US" sz="1400" dirty="0"/>
              <a:t>PHD monitoring</a:t>
            </a:r>
          </a:p>
          <a:p>
            <a:pPr marL="742950" lvl="1" indent="-285750">
              <a:buFont typeface="Wingdings" panose="05000000000000000000" pitchFamily="2" charset="2"/>
              <a:buChar char="Ø"/>
            </a:pPr>
            <a:r>
              <a:rPr lang="en-US" sz="1600" b="1" dirty="0">
                <a:solidFill>
                  <a:prstClr val="black"/>
                </a:solidFill>
              </a:rPr>
              <a:t>Asset Metrics</a:t>
            </a:r>
          </a:p>
          <a:p>
            <a:pPr lvl="3">
              <a:buFont typeface="Wingdings" panose="05000000000000000000" pitchFamily="2" charset="2"/>
              <a:buChar char="§"/>
            </a:pPr>
            <a:endParaRPr lang="en-US" sz="1400" dirty="0"/>
          </a:p>
          <a:p>
            <a:pPr marL="0" indent="0">
              <a:buFont typeface="+mj-lt"/>
              <a:buNone/>
            </a:pPr>
            <a:endParaRPr lang="en-US" dirty="0"/>
          </a:p>
        </p:txBody>
      </p:sp>
    </p:spTree>
    <p:extLst>
      <p:ext uri="{BB962C8B-B14F-4D97-AF65-F5344CB8AC3E}">
        <p14:creationId xmlns:p14="http://schemas.microsoft.com/office/powerpoint/2010/main" val="355509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Module1</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5796643" cy="492443"/>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a:t>DATA SOURCE CONFIGURATION</a:t>
            </a:r>
          </a:p>
        </p:txBody>
      </p:sp>
    </p:spTree>
    <p:extLst>
      <p:ext uri="{BB962C8B-B14F-4D97-AF65-F5344CB8AC3E}">
        <p14:creationId xmlns:p14="http://schemas.microsoft.com/office/powerpoint/2010/main" val="1268157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11470" y="72629"/>
            <a:ext cx="1072867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latin typeface="+mj-lt"/>
              </a:rPr>
              <a:t>OPC DA DATA SOURCE CONFIGURATION</a:t>
            </a:r>
          </a:p>
        </p:txBody>
      </p:sp>
      <p:sp>
        <p:nvSpPr>
          <p:cNvPr id="4" name="Rectangle 3">
            <a:extLst>
              <a:ext uri="{FF2B5EF4-FFF2-40B4-BE49-F238E27FC236}">
                <a16:creationId xmlns:a16="http://schemas.microsoft.com/office/drawing/2014/main" id="{1F97DCE7-7609-47D3-92C2-D1B5DC3D688D}"/>
              </a:ext>
            </a:extLst>
          </p:cNvPr>
          <p:cNvSpPr/>
          <p:nvPr/>
        </p:nvSpPr>
        <p:spPr>
          <a:xfrm>
            <a:off x="98899" y="676486"/>
            <a:ext cx="5252747" cy="6340197"/>
          </a:xfrm>
          <a:prstGeom prst="rect">
            <a:avLst/>
          </a:prstGeom>
        </p:spPr>
        <p:txBody>
          <a:bodyPr wrap="square">
            <a:spAutoFit/>
          </a:bodyPr>
          <a:lstStyle/>
          <a:p>
            <a:pPr indent="-457200" algn="just">
              <a:buFont typeface="Wingdings" panose="05000000000000000000" pitchFamily="2" charset="2"/>
              <a:buChar char="Ø"/>
            </a:pPr>
            <a:r>
              <a:rPr lang="en-US" sz="1400" b="1" dirty="0"/>
              <a:t>OPC DA Data Sources</a:t>
            </a:r>
          </a:p>
          <a:p>
            <a:pPr marL="800100" lvl="1" indent="-342900" algn="just">
              <a:buFont typeface="+mj-lt"/>
              <a:buAutoNum type="arabicPeriod"/>
            </a:pPr>
            <a:r>
              <a:rPr lang="en-US" sz="1400" dirty="0"/>
              <a:t>“OPCDA” data source is used to read near real-time data from the OPC Generator.</a:t>
            </a:r>
          </a:p>
          <a:p>
            <a:pPr marL="800100" lvl="1" indent="-342900" algn="just">
              <a:buFont typeface="+mj-lt"/>
              <a:buAutoNum type="arabicPeriod"/>
            </a:pPr>
            <a:r>
              <a:rPr lang="en-US" sz="1400" dirty="0"/>
              <a:t>“PHDDA” data source is used to fetch stored input/output/cleansed data from local embedded PHD server.</a:t>
            </a:r>
          </a:p>
          <a:p>
            <a:r>
              <a:rPr lang="en-US" sz="1400" dirty="0">
                <a:solidFill>
                  <a:schemeClr val="tx1">
                    <a:lumMod val="50000"/>
                  </a:schemeClr>
                </a:solidFill>
                <a:latin typeface="Arial" panose="020B0604020202020204" pitchFamily="34" charset="0"/>
                <a:cs typeface="Arial" panose="020B0604020202020204" pitchFamily="34" charset="0"/>
              </a:rPr>
              <a:t>To configure a OPC DA data source, perform the following steps:</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In the Contents Tree choose Datasources in Configuration Tab.</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In the Data Source page, click +Add to list down the data source addition to create OPCDA data source.</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In the Data Source Name &amp; Display Name box, type a name for the data source.</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In the Host box, type the machine name where the external OPC Server is running.</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In the Prog ID box, type the DA program ID of the OPC server.</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In the Polling Interval box, type the sampling rate for the data source (between 2 and 60 seconds). </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Select data directions. Select “Read” if the data is only read from OPC server. If data needs to be written back to the OPC server, select “Write” as well.</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Click Test Connection to verify the connection to the data source. A message in the bottom of the screen indicates if the connection has succeeded or failed. </a:t>
            </a:r>
          </a:p>
          <a:p>
            <a:pPr marL="342900" indent="-342900">
              <a:buFont typeface="+mj-lt"/>
              <a:buAutoNum type="arabicParenR"/>
            </a:pPr>
            <a:r>
              <a:rPr lang="en-US" sz="1400" dirty="0">
                <a:solidFill>
                  <a:schemeClr val="tx1">
                    <a:lumMod val="50000"/>
                  </a:schemeClr>
                </a:solidFill>
                <a:latin typeface="Arial" panose="020B0604020202020204" pitchFamily="34" charset="0"/>
                <a:cs typeface="Arial" panose="020B0604020202020204" pitchFamily="34" charset="0"/>
              </a:rPr>
              <a:t>Click Save to save the external data source configuration</a:t>
            </a:r>
            <a:r>
              <a:rPr lang="en-US" sz="1400" dirty="0">
                <a:latin typeface="Arial" panose="020B0604020202020204" pitchFamily="34" charset="0"/>
                <a:cs typeface="Arial" panose="020B0604020202020204" pitchFamily="34" charset="0"/>
              </a:rPr>
              <a:t>. </a:t>
            </a:r>
            <a:endParaRPr lang="en-AU" altLang="en-US" sz="1400" dirty="0">
              <a:solidFill>
                <a:schemeClr val="tx1">
                  <a:lumMod val="50000"/>
                </a:schemeClr>
              </a:solidFill>
              <a:latin typeface="Arial" panose="020B0604020202020204" pitchFamily="34" charset="0"/>
              <a:cs typeface="Arial" panose="020B0604020202020204" pitchFamily="34" charset="0"/>
            </a:endParaRPr>
          </a:p>
          <a:p>
            <a:pPr lvl="1" algn="just">
              <a:buClr>
                <a:srgbClr val="C00000"/>
              </a:buClr>
            </a:pPr>
            <a:endParaRPr lang="en-US" sz="1400" dirty="0"/>
          </a:p>
        </p:txBody>
      </p:sp>
      <p:pic>
        <p:nvPicPr>
          <p:cNvPr id="5" name="Picture 4">
            <a:extLst>
              <a:ext uri="{FF2B5EF4-FFF2-40B4-BE49-F238E27FC236}">
                <a16:creationId xmlns:a16="http://schemas.microsoft.com/office/drawing/2014/main" id="{BF51CC09-4BB7-E86B-C838-AAE5B6E13910}"/>
              </a:ext>
            </a:extLst>
          </p:cNvPr>
          <p:cNvPicPr>
            <a:picLocks noChangeAspect="1"/>
          </p:cNvPicPr>
          <p:nvPr/>
        </p:nvPicPr>
        <p:blipFill>
          <a:blip r:embed="rId3"/>
          <a:stretch>
            <a:fillRect/>
          </a:stretch>
        </p:blipFill>
        <p:spPr>
          <a:xfrm>
            <a:off x="5630779" y="587141"/>
            <a:ext cx="6432634" cy="5942246"/>
          </a:xfrm>
          <a:prstGeom prst="rect">
            <a:avLst/>
          </a:prstGeom>
        </p:spPr>
      </p:pic>
    </p:spTree>
    <p:extLst>
      <p:ext uri="{BB962C8B-B14F-4D97-AF65-F5344CB8AC3E}">
        <p14:creationId xmlns:p14="http://schemas.microsoft.com/office/powerpoint/2010/main" val="3746436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11470" y="215504"/>
            <a:ext cx="1072867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3200" dirty="0">
              <a:latin typeface="+mj-lt"/>
            </a:endParaRPr>
          </a:p>
          <a:p>
            <a:pPr lvl="1"/>
            <a:r>
              <a:rPr lang="en-US" sz="2800" b="1" dirty="0"/>
              <a:t>OPC HDA DATA SOURCE CONFIGURATION</a:t>
            </a:r>
          </a:p>
          <a:p>
            <a:pPr lvl="1"/>
            <a:endParaRPr lang="en-US" sz="3200" dirty="0">
              <a:latin typeface="+mj-lt"/>
            </a:endParaRPr>
          </a:p>
        </p:txBody>
      </p:sp>
      <p:sp>
        <p:nvSpPr>
          <p:cNvPr id="4" name="Rectangle 3">
            <a:extLst>
              <a:ext uri="{FF2B5EF4-FFF2-40B4-BE49-F238E27FC236}">
                <a16:creationId xmlns:a16="http://schemas.microsoft.com/office/drawing/2014/main" id="{1F97DCE7-7609-47D3-92C2-D1B5DC3D688D}"/>
              </a:ext>
            </a:extLst>
          </p:cNvPr>
          <p:cNvSpPr/>
          <p:nvPr/>
        </p:nvSpPr>
        <p:spPr>
          <a:xfrm>
            <a:off x="178032" y="839876"/>
            <a:ext cx="5238030" cy="5262979"/>
          </a:xfrm>
          <a:prstGeom prst="rect">
            <a:avLst/>
          </a:prstGeom>
        </p:spPr>
        <p:txBody>
          <a:bodyPr wrap="square">
            <a:spAutoFit/>
          </a:bodyPr>
          <a:lstStyle/>
          <a:p>
            <a:pPr indent="-457200" algn="just">
              <a:buFont typeface="Wingdings" panose="05000000000000000000" pitchFamily="2" charset="2"/>
              <a:buChar char="Ø"/>
            </a:pPr>
            <a:r>
              <a:rPr lang="en-US" sz="1600" b="1" dirty="0"/>
              <a:t>OPC HDA Data Source :</a:t>
            </a:r>
          </a:p>
          <a:p>
            <a:pPr algn="just"/>
            <a:endParaRPr lang="en-US" sz="1600" dirty="0"/>
          </a:p>
          <a:p>
            <a:r>
              <a:rPr lang="en-US" sz="1600" dirty="0">
                <a:solidFill>
                  <a:schemeClr val="tx1">
                    <a:lumMod val="50000"/>
                  </a:schemeClr>
                </a:solidFill>
                <a:latin typeface="Arial" panose="020B0604020202020204" pitchFamily="34" charset="0"/>
                <a:cs typeface="Arial" panose="020B0604020202020204" pitchFamily="34" charset="0"/>
              </a:rPr>
              <a:t>To configure a OPC HDA data source, perform the following steps :</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In the Contents Tree choose </a:t>
            </a:r>
            <a:r>
              <a:rPr lang="en-US" sz="1600" dirty="0" err="1">
                <a:solidFill>
                  <a:schemeClr val="tx1">
                    <a:lumMod val="50000"/>
                  </a:schemeClr>
                </a:solidFill>
                <a:latin typeface="Arial" panose="020B0604020202020204" pitchFamily="34" charset="0"/>
                <a:cs typeface="Arial" panose="020B0604020202020204" pitchFamily="34" charset="0"/>
              </a:rPr>
              <a:t>Datasources</a:t>
            </a:r>
            <a:r>
              <a:rPr lang="en-US" sz="1600" dirty="0">
                <a:solidFill>
                  <a:schemeClr val="tx1">
                    <a:lumMod val="50000"/>
                  </a:schemeClr>
                </a:solidFill>
                <a:latin typeface="Arial" panose="020B0604020202020204" pitchFamily="34" charset="0"/>
                <a:cs typeface="Arial" panose="020B0604020202020204" pitchFamily="34" charset="0"/>
              </a:rPr>
              <a:t> in Configuration Tab.</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In the Data Source page, click +Add to list down the data source addition to create OPCHDA data source.</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In the Data Source Name &amp; Display Name box, type a name for the data source.</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In the Host box, type the machine name where the external OPC Server is running.</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In the Prog ID box, type the HDA program ID of the of the OPC server.</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Click Test Connection to verify the connection to the data source. A message in the bottom of the screen indicates if the connection has succeeded or failed. </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Click Save to save the data source configuration</a:t>
            </a:r>
            <a:r>
              <a:rPr lang="en-US" sz="1600" dirty="0">
                <a:latin typeface="Arial" panose="020B0604020202020204" pitchFamily="34" charset="0"/>
                <a:cs typeface="Arial" panose="020B0604020202020204" pitchFamily="34" charset="0"/>
              </a:rPr>
              <a:t>. </a:t>
            </a:r>
            <a:endParaRPr lang="en-AU" altLang="en-US" sz="1600" dirty="0">
              <a:solidFill>
                <a:schemeClr val="tx1">
                  <a:lumMod val="50000"/>
                </a:schemeClr>
              </a:solidFill>
              <a:latin typeface="Arial" panose="020B0604020202020204" pitchFamily="34" charset="0"/>
              <a:cs typeface="Arial" panose="020B0604020202020204" pitchFamily="34" charset="0"/>
            </a:endParaRPr>
          </a:p>
          <a:p>
            <a:pPr lvl="1" algn="just">
              <a:buClr>
                <a:srgbClr val="C00000"/>
              </a:buClr>
            </a:pPr>
            <a:endParaRPr lang="en-US" sz="1600" dirty="0"/>
          </a:p>
          <a:p>
            <a:pPr marL="800100" lvl="1" indent="-342900" algn="just">
              <a:buClr>
                <a:srgbClr val="C00000"/>
              </a:buClr>
              <a:buFont typeface="+mj-lt"/>
              <a:buAutoNum type="arabicPeriod"/>
            </a:pPr>
            <a:endParaRPr lang="en-US" sz="1600" dirty="0"/>
          </a:p>
        </p:txBody>
      </p:sp>
      <p:pic>
        <p:nvPicPr>
          <p:cNvPr id="5" name="Picture 4">
            <a:extLst>
              <a:ext uri="{FF2B5EF4-FFF2-40B4-BE49-F238E27FC236}">
                <a16:creationId xmlns:a16="http://schemas.microsoft.com/office/drawing/2014/main" id="{A32221EB-B93B-A1F8-DF69-E65FFBF67FA4}"/>
              </a:ext>
            </a:extLst>
          </p:cNvPr>
          <p:cNvPicPr>
            <a:picLocks noChangeAspect="1"/>
          </p:cNvPicPr>
          <p:nvPr/>
        </p:nvPicPr>
        <p:blipFill>
          <a:blip r:embed="rId3"/>
          <a:stretch>
            <a:fillRect/>
          </a:stretch>
        </p:blipFill>
        <p:spPr>
          <a:xfrm>
            <a:off x="5486399" y="856833"/>
            <a:ext cx="6562725" cy="5262979"/>
          </a:xfrm>
          <a:prstGeom prst="rect">
            <a:avLst/>
          </a:prstGeom>
        </p:spPr>
      </p:pic>
    </p:spTree>
    <p:extLst>
      <p:ext uri="{BB962C8B-B14F-4D97-AF65-F5344CB8AC3E}">
        <p14:creationId xmlns:p14="http://schemas.microsoft.com/office/powerpoint/2010/main" val="3554238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45528"/>
            <a:ext cx="1072867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3200" dirty="0">
              <a:latin typeface="+mj-lt"/>
            </a:endParaRPr>
          </a:p>
          <a:p>
            <a:pPr lvl="1"/>
            <a:r>
              <a:rPr lang="en-US" sz="2800" b="1" dirty="0"/>
              <a:t>PHDAPI DATA SOURCE CONFIGURATION</a:t>
            </a:r>
          </a:p>
          <a:p>
            <a:pPr lvl="1"/>
            <a:endParaRPr lang="en-US" sz="3200" dirty="0">
              <a:latin typeface="+mj-lt"/>
            </a:endParaRPr>
          </a:p>
        </p:txBody>
      </p:sp>
      <p:sp>
        <p:nvSpPr>
          <p:cNvPr id="4" name="Rectangle 3">
            <a:extLst>
              <a:ext uri="{FF2B5EF4-FFF2-40B4-BE49-F238E27FC236}">
                <a16:creationId xmlns:a16="http://schemas.microsoft.com/office/drawing/2014/main" id="{1F97DCE7-7609-47D3-92C2-D1B5DC3D688D}"/>
              </a:ext>
            </a:extLst>
          </p:cNvPr>
          <p:cNvSpPr/>
          <p:nvPr/>
        </p:nvSpPr>
        <p:spPr>
          <a:xfrm>
            <a:off x="98901" y="642824"/>
            <a:ext cx="4825524" cy="6093976"/>
          </a:xfrm>
          <a:prstGeom prst="rect">
            <a:avLst/>
          </a:prstGeom>
        </p:spPr>
        <p:txBody>
          <a:bodyPr wrap="square">
            <a:spAutoFit/>
          </a:bodyPr>
          <a:lstStyle/>
          <a:p>
            <a:pPr indent="-457200" algn="just">
              <a:buFont typeface="Wingdings" panose="05000000000000000000" pitchFamily="2" charset="2"/>
              <a:buChar char="Ø"/>
            </a:pPr>
            <a:r>
              <a:rPr lang="en-US" sz="1500" b="1" dirty="0"/>
              <a:t>PHDAPI Data Source</a:t>
            </a:r>
          </a:p>
          <a:p>
            <a:pPr marL="800100" lvl="1" indent="-342900" algn="just">
              <a:buFont typeface="+mj-lt"/>
              <a:buAutoNum type="arabicPeriod"/>
            </a:pPr>
            <a:r>
              <a:rPr lang="en-US" sz="1500" dirty="0"/>
              <a:t>PHDAPI data source is used to fetch historical data from PHD server.</a:t>
            </a:r>
          </a:p>
          <a:p>
            <a:pPr marL="800100" lvl="1" indent="-342900" algn="just">
              <a:buFont typeface="+mj-lt"/>
              <a:buAutoNum type="arabicPeriod"/>
            </a:pPr>
            <a:r>
              <a:rPr lang="en-US" sz="1500" dirty="0" err="1"/>
              <a:t>AMHistorian</a:t>
            </a:r>
            <a:r>
              <a:rPr lang="en-US" sz="1500" dirty="0"/>
              <a:t> is used to write data to EPHD.</a:t>
            </a:r>
          </a:p>
          <a:p>
            <a:r>
              <a:rPr lang="en-US" sz="1500" dirty="0">
                <a:solidFill>
                  <a:schemeClr val="tx1">
                    <a:lumMod val="50000"/>
                  </a:schemeClr>
                </a:solidFill>
                <a:latin typeface="Arial" panose="020B0604020202020204" pitchFamily="34" charset="0"/>
                <a:cs typeface="Arial" panose="020B0604020202020204" pitchFamily="34" charset="0"/>
              </a:rPr>
              <a:t>To configure a PHDAPI data source, perform the following steps:</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Contents Tree choose </a:t>
            </a:r>
            <a:r>
              <a:rPr lang="en-US" sz="1500" dirty="0" err="1">
                <a:solidFill>
                  <a:schemeClr val="tx1">
                    <a:lumMod val="50000"/>
                  </a:schemeClr>
                </a:solidFill>
                <a:latin typeface="Arial" panose="020B0604020202020204" pitchFamily="34" charset="0"/>
                <a:cs typeface="Arial" panose="020B0604020202020204" pitchFamily="34" charset="0"/>
              </a:rPr>
              <a:t>Datasources</a:t>
            </a:r>
            <a:r>
              <a:rPr lang="en-US" sz="1500" dirty="0">
                <a:solidFill>
                  <a:schemeClr val="tx1">
                    <a:lumMod val="50000"/>
                  </a:schemeClr>
                </a:solidFill>
                <a:latin typeface="Arial" panose="020B0604020202020204" pitchFamily="34" charset="0"/>
                <a:cs typeface="Arial" panose="020B0604020202020204" pitchFamily="34" charset="0"/>
              </a:rPr>
              <a:t> in Configuration Tab.</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Data Source page, click +Add to list down the data source addition to create PHDAPI data source.</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Data Source Name &amp; Display Name box, type a name for the data source.</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Host box, type the machine name where the Inbuilt Embedded Historian (EPHD)  is running.</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Port Number Box, type the Port Number of the EPHD API service. By default, it is 3100.</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Polling Interval box, type the sampling rate for the data source (between 2 and 60 seconds).</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Select data directions. Select “Read” if the data is only read from EPHD server. If data needs to be written back to the EPHD server, select “Write” as well.</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Click Save to save the data source configuration</a:t>
            </a:r>
            <a:r>
              <a:rPr lang="en-US" sz="1500" dirty="0">
                <a:latin typeface="Arial" panose="020B0604020202020204" pitchFamily="34" charset="0"/>
                <a:cs typeface="Arial" panose="020B0604020202020204" pitchFamily="34" charset="0"/>
              </a:rPr>
              <a:t>. </a:t>
            </a:r>
            <a:endParaRPr lang="en-AU" altLang="en-US" sz="1500" dirty="0">
              <a:solidFill>
                <a:schemeClr val="tx1">
                  <a:lumMod val="50000"/>
                </a:schemeClr>
              </a:solidFill>
              <a:latin typeface="Arial" panose="020B0604020202020204" pitchFamily="34" charset="0"/>
              <a:cs typeface="Arial" panose="020B0604020202020204" pitchFamily="34" charset="0"/>
            </a:endParaRPr>
          </a:p>
          <a:p>
            <a:pPr marL="800100" lvl="1" indent="-342900" algn="just">
              <a:buClr>
                <a:srgbClr val="C00000"/>
              </a:buClr>
              <a:buFont typeface="+mj-lt"/>
              <a:buAutoNum type="arabicPeriod"/>
            </a:pPr>
            <a:endParaRPr lang="en-US" sz="1500" dirty="0"/>
          </a:p>
          <a:p>
            <a:pPr marL="800100" lvl="1" indent="-342900" algn="just">
              <a:buClr>
                <a:srgbClr val="C00000"/>
              </a:buClr>
              <a:buFont typeface="+mj-lt"/>
              <a:buAutoNum type="arabicPeriod"/>
            </a:pPr>
            <a:endParaRPr lang="en-US" sz="1500" dirty="0"/>
          </a:p>
        </p:txBody>
      </p:sp>
      <p:pic>
        <p:nvPicPr>
          <p:cNvPr id="6" name="Picture 5">
            <a:extLst>
              <a:ext uri="{FF2B5EF4-FFF2-40B4-BE49-F238E27FC236}">
                <a16:creationId xmlns:a16="http://schemas.microsoft.com/office/drawing/2014/main" id="{D27FCC9B-8DA2-ABB2-01AA-063AB0FEB023}"/>
              </a:ext>
            </a:extLst>
          </p:cNvPr>
          <p:cNvPicPr>
            <a:picLocks noChangeAspect="1"/>
          </p:cNvPicPr>
          <p:nvPr/>
        </p:nvPicPr>
        <p:blipFill>
          <a:blip r:embed="rId3"/>
          <a:stretch>
            <a:fillRect/>
          </a:stretch>
        </p:blipFill>
        <p:spPr>
          <a:xfrm>
            <a:off x="4924425" y="866775"/>
            <a:ext cx="7186612" cy="5753100"/>
          </a:xfrm>
          <a:prstGeom prst="rect">
            <a:avLst/>
          </a:prstGeom>
        </p:spPr>
      </p:pic>
    </p:spTree>
    <p:extLst>
      <p:ext uri="{BB962C8B-B14F-4D97-AF65-F5344CB8AC3E}">
        <p14:creationId xmlns:p14="http://schemas.microsoft.com/office/powerpoint/2010/main" val="1530547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98901" y="25004"/>
            <a:ext cx="11298441"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3200" dirty="0">
              <a:latin typeface="+mj-lt"/>
            </a:endParaRPr>
          </a:p>
          <a:p>
            <a:pPr lvl="1"/>
            <a:r>
              <a:rPr lang="en-US" sz="2800" b="1" dirty="0">
                <a:latin typeface="+mn-lt"/>
              </a:rPr>
              <a:t>UNISIM DATA SOURCE CONFIGURATION</a:t>
            </a:r>
          </a:p>
          <a:p>
            <a:pPr lvl="1"/>
            <a:endParaRPr lang="en-US" sz="3200" dirty="0">
              <a:latin typeface="+mj-lt"/>
            </a:endParaRPr>
          </a:p>
        </p:txBody>
      </p:sp>
      <p:sp>
        <p:nvSpPr>
          <p:cNvPr id="4" name="Rectangle 3">
            <a:extLst>
              <a:ext uri="{FF2B5EF4-FFF2-40B4-BE49-F238E27FC236}">
                <a16:creationId xmlns:a16="http://schemas.microsoft.com/office/drawing/2014/main" id="{1F97DCE7-7609-47D3-92C2-D1B5DC3D688D}"/>
              </a:ext>
            </a:extLst>
          </p:cNvPr>
          <p:cNvSpPr/>
          <p:nvPr/>
        </p:nvSpPr>
        <p:spPr>
          <a:xfrm>
            <a:off x="98901" y="804482"/>
            <a:ext cx="5025549" cy="6370975"/>
          </a:xfrm>
          <a:prstGeom prst="rect">
            <a:avLst/>
          </a:prstGeom>
        </p:spPr>
        <p:txBody>
          <a:bodyPr wrap="square">
            <a:spAutoFit/>
          </a:bodyPr>
          <a:lstStyle/>
          <a:p>
            <a:pPr indent="-457200" algn="just">
              <a:buFont typeface="Wingdings" panose="05000000000000000000" pitchFamily="2" charset="2"/>
              <a:buChar char="Ø"/>
            </a:pPr>
            <a:r>
              <a:rPr lang="en-US" sz="1500" b="1" dirty="0"/>
              <a:t>UniSim Data Sources</a:t>
            </a:r>
          </a:p>
          <a:p>
            <a:pPr lvl="1" algn="just"/>
            <a:r>
              <a:rPr lang="en-US" sz="1500" dirty="0"/>
              <a:t>USD data source is used to push Input data from Sentinel server to Unisim and read the Output results from UniSim to Sentinel via Attribute Mapping.</a:t>
            </a:r>
            <a:r>
              <a:rPr lang="en-US" sz="1500" dirty="0">
                <a:highlight>
                  <a:srgbClr val="FFFF00"/>
                </a:highlight>
              </a:rPr>
              <a:t> </a:t>
            </a:r>
          </a:p>
          <a:p>
            <a:r>
              <a:rPr lang="en-US" sz="1500" dirty="0">
                <a:solidFill>
                  <a:schemeClr val="tx1">
                    <a:lumMod val="50000"/>
                  </a:schemeClr>
                </a:solidFill>
                <a:latin typeface="Arial" panose="020B0604020202020204" pitchFamily="34" charset="0"/>
                <a:cs typeface="Arial" panose="020B0604020202020204" pitchFamily="34" charset="0"/>
              </a:rPr>
              <a:t>To configure a USD data source, perform the following steps:</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Contents Tree choose </a:t>
            </a:r>
            <a:r>
              <a:rPr lang="en-US" sz="1500" dirty="0" err="1">
                <a:solidFill>
                  <a:schemeClr val="tx1">
                    <a:lumMod val="50000"/>
                  </a:schemeClr>
                </a:solidFill>
                <a:latin typeface="Arial" panose="020B0604020202020204" pitchFamily="34" charset="0"/>
                <a:cs typeface="Arial" panose="020B0604020202020204" pitchFamily="34" charset="0"/>
              </a:rPr>
              <a:t>Datasources</a:t>
            </a:r>
            <a:r>
              <a:rPr lang="en-US" sz="1500" dirty="0">
                <a:solidFill>
                  <a:schemeClr val="tx1">
                    <a:lumMod val="50000"/>
                  </a:schemeClr>
                </a:solidFill>
                <a:latin typeface="Arial" panose="020B0604020202020204" pitchFamily="34" charset="0"/>
                <a:cs typeface="Arial" panose="020B0604020202020204" pitchFamily="34" charset="0"/>
              </a:rPr>
              <a:t> in the Configuration Tab.</a:t>
            </a:r>
          </a:p>
          <a:p>
            <a:pPr marL="342900" indent="-342900">
              <a:buFont typeface="+mj-lt"/>
              <a:buAutoNum type="arabicParenR"/>
            </a:pPr>
            <a:r>
              <a:rPr lang="en-US" sz="1600" dirty="0">
                <a:solidFill>
                  <a:schemeClr val="tx1">
                    <a:lumMod val="50000"/>
                  </a:schemeClr>
                </a:solidFill>
                <a:latin typeface="Arial" panose="020B0604020202020204" pitchFamily="34" charset="0"/>
                <a:cs typeface="Arial" panose="020B0604020202020204" pitchFamily="34" charset="0"/>
              </a:rPr>
              <a:t>In the Data Source page, click +Add to list down the data source addition to create USD data source.</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Data Source Name &amp; Display Name box, type a name for the data source.</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Input File box, type the Location (full path) where the UniSim Model file is kept.</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Snapshot Location Box, type the Location where the Snapshot Folder is kept. This snapshot folder can be used to generate snapshots of each Unisim model run provided USD Administrator license is available.</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In the Timeout box, type the sampling rate for the data source. E.g., 5 Minutes.</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Select mode as “Calculation”.</a:t>
            </a:r>
          </a:p>
          <a:p>
            <a:pPr marL="342900" indent="-342900">
              <a:buFont typeface="+mj-lt"/>
              <a:buAutoNum type="arabicParenR"/>
            </a:pPr>
            <a:r>
              <a:rPr lang="en-US" sz="1500" dirty="0">
                <a:solidFill>
                  <a:schemeClr val="tx1">
                    <a:lumMod val="50000"/>
                  </a:schemeClr>
                </a:solidFill>
                <a:latin typeface="Arial" panose="020B0604020202020204" pitchFamily="34" charset="0"/>
                <a:cs typeface="Arial" panose="020B0604020202020204" pitchFamily="34" charset="0"/>
              </a:rPr>
              <a:t>Click Save to save the data source configuration</a:t>
            </a:r>
            <a:r>
              <a:rPr lang="en-US" sz="1500" dirty="0">
                <a:latin typeface="Arial" panose="020B0604020202020204" pitchFamily="34" charset="0"/>
                <a:cs typeface="Arial" panose="020B0604020202020204" pitchFamily="34" charset="0"/>
              </a:rPr>
              <a:t>. </a:t>
            </a:r>
            <a:endParaRPr lang="en-AU" altLang="en-US" sz="1500" dirty="0">
              <a:solidFill>
                <a:schemeClr val="tx1">
                  <a:lumMod val="50000"/>
                </a:schemeClr>
              </a:solidFill>
              <a:latin typeface="Arial" panose="020B0604020202020204" pitchFamily="34" charset="0"/>
              <a:cs typeface="Arial" panose="020B0604020202020204" pitchFamily="34" charset="0"/>
            </a:endParaRPr>
          </a:p>
          <a:p>
            <a:pPr marL="800100" lvl="1" indent="-342900" algn="just">
              <a:buClr>
                <a:srgbClr val="C00000"/>
              </a:buClr>
              <a:buFont typeface="+mj-lt"/>
              <a:buAutoNum type="arabicPeriod"/>
            </a:pPr>
            <a:endParaRPr lang="en-US" sz="1500" dirty="0"/>
          </a:p>
          <a:p>
            <a:pPr marL="800100" lvl="1" indent="-342900" algn="just">
              <a:buClr>
                <a:srgbClr val="C00000"/>
              </a:buClr>
              <a:buFont typeface="+mj-lt"/>
              <a:buAutoNum type="arabicPeriod"/>
            </a:pPr>
            <a:endParaRPr lang="en-US" sz="1500" dirty="0"/>
          </a:p>
        </p:txBody>
      </p:sp>
      <p:pic>
        <p:nvPicPr>
          <p:cNvPr id="6" name="Picture 5">
            <a:extLst>
              <a:ext uri="{FF2B5EF4-FFF2-40B4-BE49-F238E27FC236}">
                <a16:creationId xmlns:a16="http://schemas.microsoft.com/office/drawing/2014/main" id="{FDCF442B-12EA-769E-CB39-B614604C64C7}"/>
              </a:ext>
            </a:extLst>
          </p:cNvPr>
          <p:cNvPicPr>
            <a:picLocks noChangeAspect="1"/>
          </p:cNvPicPr>
          <p:nvPr/>
        </p:nvPicPr>
        <p:blipFill>
          <a:blip r:embed="rId3"/>
          <a:stretch>
            <a:fillRect/>
          </a:stretch>
        </p:blipFill>
        <p:spPr>
          <a:xfrm>
            <a:off x="5191126" y="1009650"/>
            <a:ext cx="6781800" cy="5505450"/>
          </a:xfrm>
          <a:prstGeom prst="rect">
            <a:avLst/>
          </a:prstGeom>
        </p:spPr>
      </p:pic>
    </p:spTree>
    <p:extLst>
      <p:ext uri="{BB962C8B-B14F-4D97-AF65-F5344CB8AC3E}">
        <p14:creationId xmlns:p14="http://schemas.microsoft.com/office/powerpoint/2010/main" val="2200182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21438"/>
            <a:ext cx="12191999"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DATA SOURCE STATUS CHECK</a:t>
            </a:r>
          </a:p>
        </p:txBody>
      </p:sp>
      <p:sp>
        <p:nvSpPr>
          <p:cNvPr id="3" name="Rectangle 2">
            <a:extLst>
              <a:ext uri="{FF2B5EF4-FFF2-40B4-BE49-F238E27FC236}">
                <a16:creationId xmlns:a16="http://schemas.microsoft.com/office/drawing/2014/main" id="{70D84716-849C-416E-B7B2-4A8C24DEA00E}"/>
              </a:ext>
            </a:extLst>
          </p:cNvPr>
          <p:cNvSpPr/>
          <p:nvPr/>
        </p:nvSpPr>
        <p:spPr>
          <a:xfrm>
            <a:off x="495735" y="807590"/>
            <a:ext cx="4990665" cy="5136919"/>
          </a:xfrm>
          <a:prstGeom prst="rect">
            <a:avLst/>
          </a:prstGeom>
        </p:spPr>
        <p:txBody>
          <a:bodyPr wrap="square">
            <a:spAutoFit/>
          </a:bodyPr>
          <a:lstStyle/>
          <a:p>
            <a:pPr marL="342900" marR="0" lvl="0" indent="-342900">
              <a:lnSpc>
                <a:spcPct val="107000"/>
              </a:lnSpc>
              <a:spcBef>
                <a:spcPts val="0"/>
              </a:spcBef>
              <a:spcAft>
                <a:spcPts val="800"/>
              </a:spcAft>
              <a:buFont typeface="Symbol" panose="05050102010706020507" pitchFamily="18" charset="2"/>
              <a:buChar char=""/>
            </a:pPr>
            <a:r>
              <a:rPr lang="en-US" sz="1600" dirty="0">
                <a:solidFill>
                  <a:schemeClr val="tx1">
                    <a:lumMod val="50000"/>
                  </a:schemeClr>
                </a:solidFill>
                <a:latin typeface="Arial" panose="020B0604020202020204" pitchFamily="34" charset="0"/>
                <a:cs typeface="Arial" panose="020B0604020202020204" pitchFamily="34" charset="0"/>
              </a:rPr>
              <a:t>To check the status of the interfaces and the UAS Application service, the Administrator user can go to Sentinel&gt;Contents Tree&gt; Datasources.</a:t>
            </a:r>
          </a:p>
          <a:p>
            <a:pPr marL="342900" marR="0" lvl="0" indent="-342900">
              <a:lnSpc>
                <a:spcPct val="107000"/>
              </a:lnSpc>
              <a:spcBef>
                <a:spcPts val="0"/>
              </a:spcBef>
              <a:spcAft>
                <a:spcPts val="800"/>
              </a:spcAft>
              <a:buFont typeface="Symbol" panose="05050102010706020507" pitchFamily="18" charset="2"/>
              <a:buChar char=""/>
            </a:pPr>
            <a:r>
              <a:rPr lang="en-US" sz="1600" dirty="0">
                <a:solidFill>
                  <a:schemeClr val="tx1">
                    <a:lumMod val="50000"/>
                  </a:schemeClr>
                </a:solidFill>
                <a:latin typeface="Arial" panose="020B0604020202020204" pitchFamily="34" charset="0"/>
                <a:cs typeface="Arial" panose="020B0604020202020204" pitchFamily="34" charset="0"/>
              </a:rPr>
              <a:t>If the status of all data sources are “Running”, then it means the connectivity between the external machine and UAS server is up and running.</a:t>
            </a:r>
          </a:p>
          <a:p>
            <a:pPr marL="342900" indent="-342900">
              <a:lnSpc>
                <a:spcPct val="107000"/>
              </a:lnSpc>
              <a:spcAft>
                <a:spcPts val="800"/>
              </a:spcAft>
              <a:buFont typeface="Symbol" panose="05050102010706020507" pitchFamily="18" charset="2"/>
              <a:buChar char=""/>
            </a:pPr>
            <a:r>
              <a:rPr lang="en-US" sz="1600" dirty="0">
                <a:solidFill>
                  <a:schemeClr val="tx1">
                    <a:lumMod val="50000"/>
                  </a:schemeClr>
                </a:solidFill>
                <a:latin typeface="Arial" panose="020B0604020202020204" pitchFamily="34" charset="0"/>
                <a:cs typeface="Arial" panose="020B0604020202020204" pitchFamily="34" charset="0"/>
              </a:rPr>
              <a:t>If the status of a data source is “Marginal”, then it means the connectivity between the external machine and UAS server is having a problem and UAS is trying to reconnect to the external machine.</a:t>
            </a:r>
          </a:p>
          <a:p>
            <a:pPr marL="342900" indent="-342900">
              <a:lnSpc>
                <a:spcPct val="107000"/>
              </a:lnSpc>
              <a:spcAft>
                <a:spcPts val="800"/>
              </a:spcAft>
              <a:buFont typeface="Symbol" panose="05050102010706020507" pitchFamily="18" charset="2"/>
              <a:buChar char=""/>
            </a:pPr>
            <a:r>
              <a:rPr lang="en-US" sz="1600" dirty="0">
                <a:solidFill>
                  <a:schemeClr val="tx1">
                    <a:lumMod val="50000"/>
                  </a:schemeClr>
                </a:solidFill>
                <a:latin typeface="Arial" panose="020B0604020202020204" pitchFamily="34" charset="0"/>
                <a:cs typeface="Arial" panose="020B0604020202020204" pitchFamily="34" charset="0"/>
              </a:rPr>
              <a:t>If the status of a data source is “Not Running”, then it means the connectivity between the external machine and UAS server is broken.</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EAF61741-77FF-8905-630C-BAF6A16786BF}"/>
              </a:ext>
            </a:extLst>
          </p:cNvPr>
          <p:cNvPicPr>
            <a:picLocks noChangeAspect="1"/>
          </p:cNvPicPr>
          <p:nvPr/>
        </p:nvPicPr>
        <p:blipFill>
          <a:blip r:embed="rId3"/>
          <a:stretch>
            <a:fillRect/>
          </a:stretch>
        </p:blipFill>
        <p:spPr>
          <a:xfrm>
            <a:off x="5600699" y="885524"/>
            <a:ext cx="5819775" cy="5024388"/>
          </a:xfrm>
          <a:prstGeom prst="rect">
            <a:avLst/>
          </a:prstGeom>
        </p:spPr>
      </p:pic>
    </p:spTree>
    <p:extLst>
      <p:ext uri="{BB962C8B-B14F-4D97-AF65-F5344CB8AC3E}">
        <p14:creationId xmlns:p14="http://schemas.microsoft.com/office/powerpoint/2010/main" val="2727395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p:txBody>
          <a:bodyPr/>
          <a:lstStyle/>
          <a:p>
            <a:r>
              <a:rPr lang="en-US" dirty="0">
                <a:latin typeface="+mn-lt"/>
              </a:rPr>
              <a:t>Data Source Configuration Block Diagram</a:t>
            </a:r>
          </a:p>
        </p:txBody>
      </p:sp>
      <p:grpSp>
        <p:nvGrpSpPr>
          <p:cNvPr id="19" name="Group 18">
            <a:extLst>
              <a:ext uri="{FF2B5EF4-FFF2-40B4-BE49-F238E27FC236}">
                <a16:creationId xmlns:a16="http://schemas.microsoft.com/office/drawing/2014/main" id="{A24E594F-AD9E-4141-B5A3-83B858E1900D}"/>
              </a:ext>
            </a:extLst>
          </p:cNvPr>
          <p:cNvGrpSpPr/>
          <p:nvPr/>
        </p:nvGrpSpPr>
        <p:grpSpPr>
          <a:xfrm>
            <a:off x="1569136" y="2024455"/>
            <a:ext cx="7746314" cy="3395269"/>
            <a:chOff x="2121586" y="2072081"/>
            <a:chExt cx="6079138" cy="2572570"/>
          </a:xfrm>
          <a:solidFill>
            <a:schemeClr val="tx2">
              <a:lumMod val="40000"/>
              <a:lumOff val="60000"/>
            </a:schemeClr>
          </a:solidFill>
        </p:grpSpPr>
        <p:sp>
          <p:nvSpPr>
            <p:cNvPr id="8" name="Rectangle 7">
              <a:extLst>
                <a:ext uri="{FF2B5EF4-FFF2-40B4-BE49-F238E27FC236}">
                  <a16:creationId xmlns:a16="http://schemas.microsoft.com/office/drawing/2014/main" id="{60EA37E0-442B-4F35-8C32-8DF703B4AA71}"/>
                </a:ext>
              </a:extLst>
            </p:cNvPr>
            <p:cNvSpPr/>
            <p:nvPr/>
          </p:nvSpPr>
          <p:spPr>
            <a:xfrm>
              <a:off x="2704699" y="2072081"/>
              <a:ext cx="2110431" cy="23992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Source configuration </a:t>
              </a:r>
            </a:p>
          </p:txBody>
        </p:sp>
        <p:sp>
          <p:nvSpPr>
            <p:cNvPr id="9" name="Rectangle 8">
              <a:extLst>
                <a:ext uri="{FF2B5EF4-FFF2-40B4-BE49-F238E27FC236}">
                  <a16:creationId xmlns:a16="http://schemas.microsoft.com/office/drawing/2014/main" id="{C6C28179-52B8-4FFC-9850-EE786FCF4C15}"/>
                </a:ext>
              </a:extLst>
            </p:cNvPr>
            <p:cNvSpPr/>
            <p:nvPr/>
          </p:nvSpPr>
          <p:spPr>
            <a:xfrm>
              <a:off x="5712640" y="2113157"/>
              <a:ext cx="2488084" cy="639668"/>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OPC DA data source configuration</a:t>
              </a:r>
            </a:p>
          </p:txBody>
        </p:sp>
        <p:sp>
          <p:nvSpPr>
            <p:cNvPr id="10" name="Rectangle 9">
              <a:extLst>
                <a:ext uri="{FF2B5EF4-FFF2-40B4-BE49-F238E27FC236}">
                  <a16:creationId xmlns:a16="http://schemas.microsoft.com/office/drawing/2014/main" id="{EE95A89C-C632-4651-B179-1C10E76619BA}"/>
                </a:ext>
              </a:extLst>
            </p:cNvPr>
            <p:cNvSpPr/>
            <p:nvPr/>
          </p:nvSpPr>
          <p:spPr>
            <a:xfrm>
              <a:off x="5712640" y="3059879"/>
              <a:ext cx="2488084" cy="639668"/>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PHDAPI data source configuration</a:t>
              </a:r>
            </a:p>
          </p:txBody>
        </p:sp>
        <p:sp>
          <p:nvSpPr>
            <p:cNvPr id="11" name="Rectangle 10">
              <a:extLst>
                <a:ext uri="{FF2B5EF4-FFF2-40B4-BE49-F238E27FC236}">
                  <a16:creationId xmlns:a16="http://schemas.microsoft.com/office/drawing/2014/main" id="{7DCA6B4C-6FE6-45E1-B926-3BC3CDEBF56B}"/>
                </a:ext>
              </a:extLst>
            </p:cNvPr>
            <p:cNvSpPr/>
            <p:nvPr/>
          </p:nvSpPr>
          <p:spPr>
            <a:xfrm>
              <a:off x="5712640" y="4004983"/>
              <a:ext cx="2488084" cy="639668"/>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UniSim data source configuration</a:t>
              </a:r>
            </a:p>
          </p:txBody>
        </p:sp>
        <p:sp>
          <p:nvSpPr>
            <p:cNvPr id="12" name="Heptagon 11">
              <a:extLst>
                <a:ext uri="{FF2B5EF4-FFF2-40B4-BE49-F238E27FC236}">
                  <a16:creationId xmlns:a16="http://schemas.microsoft.com/office/drawing/2014/main" id="{05674432-6E41-4CB0-AFFA-7CAE786A3EB5}"/>
                </a:ext>
              </a:extLst>
            </p:cNvPr>
            <p:cNvSpPr/>
            <p:nvPr/>
          </p:nvSpPr>
          <p:spPr>
            <a:xfrm>
              <a:off x="5402711" y="2334979"/>
              <a:ext cx="199822"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Heptagon 12">
              <a:extLst>
                <a:ext uri="{FF2B5EF4-FFF2-40B4-BE49-F238E27FC236}">
                  <a16:creationId xmlns:a16="http://schemas.microsoft.com/office/drawing/2014/main" id="{A13243E0-DC19-460F-86D4-F538368B757D}"/>
                </a:ext>
              </a:extLst>
            </p:cNvPr>
            <p:cNvSpPr/>
            <p:nvPr/>
          </p:nvSpPr>
          <p:spPr>
            <a:xfrm>
              <a:off x="5402711" y="3192749"/>
              <a:ext cx="199822"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4" name="Heptagon 13">
              <a:extLst>
                <a:ext uri="{FF2B5EF4-FFF2-40B4-BE49-F238E27FC236}">
                  <a16:creationId xmlns:a16="http://schemas.microsoft.com/office/drawing/2014/main" id="{661F2610-34D1-46FB-87A6-59D9E1D04368}"/>
                </a:ext>
              </a:extLst>
            </p:cNvPr>
            <p:cNvSpPr/>
            <p:nvPr/>
          </p:nvSpPr>
          <p:spPr>
            <a:xfrm>
              <a:off x="5402711" y="4226805"/>
              <a:ext cx="199822"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Arrow: Right 14">
              <a:extLst>
                <a:ext uri="{FF2B5EF4-FFF2-40B4-BE49-F238E27FC236}">
                  <a16:creationId xmlns:a16="http://schemas.microsoft.com/office/drawing/2014/main" id="{9A92E1D1-0E01-4F06-89EA-E7F17B7CF8C4}"/>
                </a:ext>
              </a:extLst>
            </p:cNvPr>
            <p:cNvSpPr/>
            <p:nvPr/>
          </p:nvSpPr>
          <p:spPr>
            <a:xfrm>
              <a:off x="4815130" y="2341551"/>
              <a:ext cx="548640" cy="18288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Arrow: Right 15">
              <a:extLst>
                <a:ext uri="{FF2B5EF4-FFF2-40B4-BE49-F238E27FC236}">
                  <a16:creationId xmlns:a16="http://schemas.microsoft.com/office/drawing/2014/main" id="{873067CA-7F99-484A-99C7-B33873726AC9}"/>
                </a:ext>
              </a:extLst>
            </p:cNvPr>
            <p:cNvSpPr/>
            <p:nvPr/>
          </p:nvSpPr>
          <p:spPr>
            <a:xfrm>
              <a:off x="4815130" y="3199321"/>
              <a:ext cx="548640" cy="18288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Arrow: Right 16">
              <a:extLst>
                <a:ext uri="{FF2B5EF4-FFF2-40B4-BE49-F238E27FC236}">
                  <a16:creationId xmlns:a16="http://schemas.microsoft.com/office/drawing/2014/main" id="{D7A3AA10-52EB-4B70-9547-1CE1F48E82C4}"/>
                </a:ext>
              </a:extLst>
            </p:cNvPr>
            <p:cNvSpPr/>
            <p:nvPr/>
          </p:nvSpPr>
          <p:spPr>
            <a:xfrm>
              <a:off x="4815130" y="4233377"/>
              <a:ext cx="548640" cy="18288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Heptagon 17">
              <a:extLst>
                <a:ext uri="{FF2B5EF4-FFF2-40B4-BE49-F238E27FC236}">
                  <a16:creationId xmlns:a16="http://schemas.microsoft.com/office/drawing/2014/main" id="{888387DB-4CD0-4F09-9758-6CE868399A59}"/>
                </a:ext>
              </a:extLst>
            </p:cNvPr>
            <p:cNvSpPr/>
            <p:nvPr/>
          </p:nvSpPr>
          <p:spPr>
            <a:xfrm>
              <a:off x="2121586" y="2072081"/>
              <a:ext cx="393700"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p>
          </p:txBody>
        </p:sp>
      </p:grpSp>
    </p:spTree>
    <p:extLst>
      <p:ext uri="{BB962C8B-B14F-4D97-AF65-F5344CB8AC3E}">
        <p14:creationId xmlns:p14="http://schemas.microsoft.com/office/powerpoint/2010/main" val="4266697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495299" y="123825"/>
            <a:ext cx="11201401" cy="419100"/>
          </a:xfrm>
        </p:spPr>
        <p:txBody>
          <a:bodyPr/>
          <a:lstStyle/>
          <a:p>
            <a:r>
              <a:rPr lang="en-US" dirty="0">
                <a:latin typeface="+mn-lt"/>
              </a:rPr>
              <a:t>Data Source Configuration Block Diagram</a:t>
            </a:r>
          </a:p>
        </p:txBody>
      </p:sp>
      <p:grpSp>
        <p:nvGrpSpPr>
          <p:cNvPr id="56" name="Group 55">
            <a:extLst>
              <a:ext uri="{FF2B5EF4-FFF2-40B4-BE49-F238E27FC236}">
                <a16:creationId xmlns:a16="http://schemas.microsoft.com/office/drawing/2014/main" id="{7B0FF667-0E71-481B-AB3C-1B125FCAE459}"/>
              </a:ext>
            </a:extLst>
          </p:cNvPr>
          <p:cNvGrpSpPr/>
          <p:nvPr/>
        </p:nvGrpSpPr>
        <p:grpSpPr>
          <a:xfrm>
            <a:off x="880972" y="688901"/>
            <a:ext cx="4148228" cy="5705029"/>
            <a:chOff x="71347" y="688901"/>
            <a:chExt cx="4148228" cy="5705029"/>
          </a:xfrm>
          <a:solidFill>
            <a:schemeClr val="tx2">
              <a:lumMod val="40000"/>
              <a:lumOff val="60000"/>
            </a:schemeClr>
          </a:solidFill>
        </p:grpSpPr>
        <p:sp>
          <p:nvSpPr>
            <p:cNvPr id="20" name="Rectangle 19">
              <a:extLst>
                <a:ext uri="{FF2B5EF4-FFF2-40B4-BE49-F238E27FC236}">
                  <a16:creationId xmlns:a16="http://schemas.microsoft.com/office/drawing/2014/main" id="{FF4A4B81-7D31-4900-8C8E-5853134A4ACB}"/>
                </a:ext>
              </a:extLst>
            </p:cNvPr>
            <p:cNvSpPr/>
            <p:nvPr/>
          </p:nvSpPr>
          <p:spPr>
            <a:xfrm>
              <a:off x="525974" y="975051"/>
              <a:ext cx="2843546" cy="529899"/>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OPC DA data source configuration</a:t>
              </a:r>
            </a:p>
          </p:txBody>
        </p:sp>
        <p:sp>
          <p:nvSpPr>
            <p:cNvPr id="23" name="Heptagon 22">
              <a:extLst>
                <a:ext uri="{FF2B5EF4-FFF2-40B4-BE49-F238E27FC236}">
                  <a16:creationId xmlns:a16="http://schemas.microsoft.com/office/drawing/2014/main" id="{DCDCB05A-4423-4C0F-8981-C87A6F05C3B2}"/>
                </a:ext>
              </a:extLst>
            </p:cNvPr>
            <p:cNvSpPr/>
            <p:nvPr/>
          </p:nvSpPr>
          <p:spPr>
            <a:xfrm>
              <a:off x="1847836" y="688901"/>
              <a:ext cx="199822"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Rectangle 25">
              <a:extLst>
                <a:ext uri="{FF2B5EF4-FFF2-40B4-BE49-F238E27FC236}">
                  <a16:creationId xmlns:a16="http://schemas.microsoft.com/office/drawing/2014/main" id="{0F3DBF76-7F73-4C5B-9F92-BD0CD8EE7672}"/>
                </a:ext>
              </a:extLst>
            </p:cNvPr>
            <p:cNvSpPr/>
            <p:nvPr/>
          </p:nvSpPr>
          <p:spPr>
            <a:xfrm>
              <a:off x="510636" y="1584651"/>
              <a:ext cx="2855402" cy="189343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Enter the following details:</a:t>
              </a:r>
            </a:p>
            <a:p>
              <a:pPr marL="171450" indent="-171450">
                <a:buFontTx/>
                <a:buChar char="-"/>
              </a:pPr>
              <a:r>
                <a:rPr lang="en-US" dirty="0">
                  <a:solidFill>
                    <a:schemeClr val="tx1"/>
                  </a:solidFill>
                </a:rPr>
                <a:t>Data Source Name</a:t>
              </a:r>
            </a:p>
            <a:p>
              <a:pPr marL="171450" indent="-171450">
                <a:buFontTx/>
                <a:buChar char="-"/>
              </a:pPr>
              <a:r>
                <a:rPr lang="en-US" dirty="0">
                  <a:solidFill>
                    <a:schemeClr val="tx1"/>
                  </a:solidFill>
                </a:rPr>
                <a:t>DisplayName</a:t>
              </a:r>
            </a:p>
            <a:p>
              <a:pPr marL="171450" indent="-171450">
                <a:buFontTx/>
                <a:buChar char="-"/>
              </a:pPr>
              <a:r>
                <a:rPr lang="en-US" dirty="0">
                  <a:solidFill>
                    <a:schemeClr val="tx1"/>
                  </a:solidFill>
                </a:rPr>
                <a:t>Host</a:t>
              </a:r>
            </a:p>
            <a:p>
              <a:pPr marL="171450" indent="-171450">
                <a:buFontTx/>
                <a:buChar char="-"/>
              </a:pPr>
              <a:r>
                <a:rPr lang="en-US" dirty="0">
                  <a:solidFill>
                    <a:schemeClr val="tx1"/>
                  </a:solidFill>
                </a:rPr>
                <a:t>ProgID</a:t>
              </a:r>
            </a:p>
            <a:p>
              <a:pPr marL="171450" indent="-171450">
                <a:buFontTx/>
                <a:buChar char="-"/>
              </a:pPr>
              <a:r>
                <a:rPr lang="en-US" dirty="0">
                  <a:solidFill>
                    <a:schemeClr val="tx1"/>
                  </a:solidFill>
                </a:rPr>
                <a:t>Polling interval as 60 s</a:t>
              </a:r>
            </a:p>
          </p:txBody>
        </p:sp>
        <p:sp>
          <p:nvSpPr>
            <p:cNvPr id="27" name="Rectangle 26">
              <a:extLst>
                <a:ext uri="{FF2B5EF4-FFF2-40B4-BE49-F238E27FC236}">
                  <a16:creationId xmlns:a16="http://schemas.microsoft.com/office/drawing/2014/main" id="{3AAF6583-68AB-492D-9672-F87DF25F3C8D}"/>
                </a:ext>
              </a:extLst>
            </p:cNvPr>
            <p:cNvSpPr/>
            <p:nvPr/>
          </p:nvSpPr>
          <p:spPr>
            <a:xfrm>
              <a:off x="510636" y="4901631"/>
              <a:ext cx="2855402" cy="48688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Click on </a:t>
              </a:r>
              <a:r>
                <a:rPr lang="en-US" dirty="0" err="1">
                  <a:solidFill>
                    <a:schemeClr val="tx1"/>
                  </a:solidFill>
                </a:rPr>
                <a:t>TestConnection</a:t>
              </a:r>
              <a:endParaRPr lang="en-US" dirty="0">
                <a:solidFill>
                  <a:schemeClr val="tx1"/>
                </a:solidFill>
              </a:endParaRPr>
            </a:p>
          </p:txBody>
        </p:sp>
        <p:sp>
          <p:nvSpPr>
            <p:cNvPr id="28" name="Rectangle 27">
              <a:extLst>
                <a:ext uri="{FF2B5EF4-FFF2-40B4-BE49-F238E27FC236}">
                  <a16:creationId xmlns:a16="http://schemas.microsoft.com/office/drawing/2014/main" id="{743D6D56-C5C5-4BB6-8E1A-256A8404416F}"/>
                </a:ext>
              </a:extLst>
            </p:cNvPr>
            <p:cNvSpPr/>
            <p:nvPr/>
          </p:nvSpPr>
          <p:spPr>
            <a:xfrm>
              <a:off x="516565" y="4381832"/>
              <a:ext cx="2843545" cy="33419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on Save</a:t>
              </a:r>
            </a:p>
          </p:txBody>
        </p:sp>
        <p:sp>
          <p:nvSpPr>
            <p:cNvPr id="29" name="Arrow: Down 28">
              <a:extLst>
                <a:ext uri="{FF2B5EF4-FFF2-40B4-BE49-F238E27FC236}">
                  <a16:creationId xmlns:a16="http://schemas.microsoft.com/office/drawing/2014/main" id="{5BAF3225-7AA7-4742-A915-476D37B0AF10}"/>
                </a:ext>
              </a:extLst>
            </p:cNvPr>
            <p:cNvSpPr/>
            <p:nvPr/>
          </p:nvSpPr>
          <p:spPr>
            <a:xfrm>
              <a:off x="1801177" y="4143143"/>
              <a:ext cx="274320" cy="256032"/>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Arrow: Down 29">
              <a:extLst>
                <a:ext uri="{FF2B5EF4-FFF2-40B4-BE49-F238E27FC236}">
                  <a16:creationId xmlns:a16="http://schemas.microsoft.com/office/drawing/2014/main" id="{06899D07-03A3-42F0-BF91-2FC055D63738}"/>
                </a:ext>
              </a:extLst>
            </p:cNvPr>
            <p:cNvSpPr/>
            <p:nvPr/>
          </p:nvSpPr>
          <p:spPr>
            <a:xfrm>
              <a:off x="1801177" y="4720764"/>
              <a:ext cx="274320"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1" name="Connector: Elbow 30">
              <a:extLst>
                <a:ext uri="{FF2B5EF4-FFF2-40B4-BE49-F238E27FC236}">
                  <a16:creationId xmlns:a16="http://schemas.microsoft.com/office/drawing/2014/main" id="{E6CAC078-B294-4628-8FA8-7051A9429C06}"/>
                </a:ext>
              </a:extLst>
            </p:cNvPr>
            <p:cNvCxnSpPr>
              <a:cxnSpLocks/>
              <a:stCxn id="33" idx="3"/>
              <a:endCxn id="26" idx="3"/>
            </p:cNvCxnSpPr>
            <p:nvPr/>
          </p:nvCxnSpPr>
          <p:spPr>
            <a:xfrm flipH="1" flipV="1">
              <a:off x="3366038" y="2531367"/>
              <a:ext cx="853537" cy="3541927"/>
            </a:xfrm>
            <a:prstGeom prst="bentConnector3">
              <a:avLst>
                <a:gd name="adj1" fmla="val -26783"/>
              </a:avLst>
            </a:prstGeom>
            <a:grpFill/>
            <a:ln w="762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1B658225-30D9-41BE-AD80-562422D874EB}"/>
                </a:ext>
              </a:extLst>
            </p:cNvPr>
            <p:cNvSpPr/>
            <p:nvPr/>
          </p:nvSpPr>
          <p:spPr>
            <a:xfrm>
              <a:off x="71347" y="5784331"/>
              <a:ext cx="1641894" cy="609599"/>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Success</a:t>
              </a:r>
            </a:p>
          </p:txBody>
        </p:sp>
        <p:sp>
          <p:nvSpPr>
            <p:cNvPr id="33" name="Rectangle 32">
              <a:extLst>
                <a:ext uri="{FF2B5EF4-FFF2-40B4-BE49-F238E27FC236}">
                  <a16:creationId xmlns:a16="http://schemas.microsoft.com/office/drawing/2014/main" id="{015403AB-631D-43B2-B4DC-D62CA5C6212B}"/>
                </a:ext>
              </a:extLst>
            </p:cNvPr>
            <p:cNvSpPr/>
            <p:nvPr/>
          </p:nvSpPr>
          <p:spPr>
            <a:xfrm>
              <a:off x="1947744" y="5752657"/>
              <a:ext cx="2271831" cy="64127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Error (Check the details in Step 1)</a:t>
              </a:r>
            </a:p>
          </p:txBody>
        </p:sp>
        <p:sp>
          <p:nvSpPr>
            <p:cNvPr id="34" name="Arrow: Left-Up 33">
              <a:extLst>
                <a:ext uri="{FF2B5EF4-FFF2-40B4-BE49-F238E27FC236}">
                  <a16:creationId xmlns:a16="http://schemas.microsoft.com/office/drawing/2014/main" id="{0484E690-8C4A-4081-BEB5-E37B743639DF}"/>
                </a:ext>
              </a:extLst>
            </p:cNvPr>
            <p:cNvSpPr/>
            <p:nvPr/>
          </p:nvSpPr>
          <p:spPr>
            <a:xfrm rot="13247990">
              <a:off x="1664017" y="5386774"/>
              <a:ext cx="548640" cy="548640"/>
            </a:xfrm>
            <a:prstGeom prst="leftUp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Rectangle 34">
              <a:extLst>
                <a:ext uri="{FF2B5EF4-FFF2-40B4-BE49-F238E27FC236}">
                  <a16:creationId xmlns:a16="http://schemas.microsoft.com/office/drawing/2014/main" id="{1686739E-4608-4C29-BF17-398580990B4F}"/>
                </a:ext>
              </a:extLst>
            </p:cNvPr>
            <p:cNvSpPr/>
            <p:nvPr/>
          </p:nvSpPr>
          <p:spPr>
            <a:xfrm>
              <a:off x="510636" y="3649070"/>
              <a:ext cx="2855402" cy="48688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on Read check box</a:t>
              </a:r>
            </a:p>
          </p:txBody>
        </p:sp>
        <p:sp>
          <p:nvSpPr>
            <p:cNvPr id="36" name="Arrow: Down 35">
              <a:extLst>
                <a:ext uri="{FF2B5EF4-FFF2-40B4-BE49-F238E27FC236}">
                  <a16:creationId xmlns:a16="http://schemas.microsoft.com/office/drawing/2014/main" id="{68CC3012-3BBB-492E-B6FF-5394B3F26700}"/>
                </a:ext>
              </a:extLst>
            </p:cNvPr>
            <p:cNvSpPr/>
            <p:nvPr/>
          </p:nvSpPr>
          <p:spPr>
            <a:xfrm>
              <a:off x="1801177" y="3480216"/>
              <a:ext cx="274320" cy="17837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2" name="Group 71">
            <a:extLst>
              <a:ext uri="{FF2B5EF4-FFF2-40B4-BE49-F238E27FC236}">
                <a16:creationId xmlns:a16="http://schemas.microsoft.com/office/drawing/2014/main" id="{0C38969F-64F3-4061-A64B-0332D1CB6E55}"/>
              </a:ext>
            </a:extLst>
          </p:cNvPr>
          <p:cNvGrpSpPr/>
          <p:nvPr/>
        </p:nvGrpSpPr>
        <p:grpSpPr>
          <a:xfrm>
            <a:off x="6556801" y="677199"/>
            <a:ext cx="4148228" cy="5052698"/>
            <a:chOff x="6556801" y="677199"/>
            <a:chExt cx="4148228" cy="5052698"/>
          </a:xfrm>
          <a:solidFill>
            <a:schemeClr val="tx2">
              <a:lumMod val="40000"/>
              <a:lumOff val="60000"/>
            </a:schemeClr>
          </a:solidFill>
        </p:grpSpPr>
        <p:sp>
          <p:nvSpPr>
            <p:cNvPr id="58" name="Rectangle 57">
              <a:extLst>
                <a:ext uri="{FF2B5EF4-FFF2-40B4-BE49-F238E27FC236}">
                  <a16:creationId xmlns:a16="http://schemas.microsoft.com/office/drawing/2014/main" id="{9361794D-F0F8-43D5-BC0F-1487569648C9}"/>
                </a:ext>
              </a:extLst>
            </p:cNvPr>
            <p:cNvSpPr/>
            <p:nvPr/>
          </p:nvSpPr>
          <p:spPr>
            <a:xfrm>
              <a:off x="7011428" y="958718"/>
              <a:ext cx="2843546" cy="529899"/>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PHDAPI data source configuration</a:t>
              </a:r>
            </a:p>
          </p:txBody>
        </p:sp>
        <p:sp>
          <p:nvSpPr>
            <p:cNvPr id="60" name="Rectangle 59">
              <a:extLst>
                <a:ext uri="{FF2B5EF4-FFF2-40B4-BE49-F238E27FC236}">
                  <a16:creationId xmlns:a16="http://schemas.microsoft.com/office/drawing/2014/main" id="{CF779576-3D56-4691-AD74-AE422F6D91E1}"/>
                </a:ext>
              </a:extLst>
            </p:cNvPr>
            <p:cNvSpPr/>
            <p:nvPr/>
          </p:nvSpPr>
          <p:spPr>
            <a:xfrm>
              <a:off x="6996090" y="1568318"/>
              <a:ext cx="2855402" cy="189343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Enter the following details:</a:t>
              </a:r>
            </a:p>
            <a:p>
              <a:pPr marL="171450" indent="-171450">
                <a:buFontTx/>
                <a:buChar char="-"/>
              </a:pPr>
              <a:r>
                <a:rPr lang="en-US" dirty="0">
                  <a:solidFill>
                    <a:schemeClr val="tx1"/>
                  </a:solidFill>
                </a:rPr>
                <a:t>Data Source Name</a:t>
              </a:r>
            </a:p>
            <a:p>
              <a:pPr marL="171450" indent="-171450">
                <a:buFontTx/>
                <a:buChar char="-"/>
              </a:pPr>
              <a:r>
                <a:rPr lang="en-US" dirty="0">
                  <a:solidFill>
                    <a:schemeClr val="tx1"/>
                  </a:solidFill>
                </a:rPr>
                <a:t>DisplayName</a:t>
              </a:r>
            </a:p>
            <a:p>
              <a:pPr marL="171450" indent="-171450">
                <a:buFontTx/>
                <a:buChar char="-"/>
              </a:pPr>
              <a:r>
                <a:rPr lang="en-US" dirty="0">
                  <a:solidFill>
                    <a:schemeClr val="tx1"/>
                  </a:solidFill>
                </a:rPr>
                <a:t>Host</a:t>
              </a:r>
            </a:p>
            <a:p>
              <a:pPr marL="171450" indent="-171450">
                <a:buFontTx/>
                <a:buChar char="-"/>
              </a:pPr>
              <a:r>
                <a:rPr lang="en-US" dirty="0">
                  <a:solidFill>
                    <a:schemeClr val="tx1"/>
                  </a:solidFill>
                </a:rPr>
                <a:t>Port (3100 is default)</a:t>
              </a:r>
            </a:p>
            <a:p>
              <a:pPr marL="171450" indent="-171450">
                <a:buFontTx/>
                <a:buChar char="-"/>
              </a:pPr>
              <a:r>
                <a:rPr lang="en-US" dirty="0">
                  <a:solidFill>
                    <a:schemeClr val="tx1"/>
                  </a:solidFill>
                </a:rPr>
                <a:t>Polling interval as 60 s</a:t>
              </a:r>
            </a:p>
          </p:txBody>
        </p:sp>
        <p:sp>
          <p:nvSpPr>
            <p:cNvPr id="62" name="Rectangle 61">
              <a:extLst>
                <a:ext uri="{FF2B5EF4-FFF2-40B4-BE49-F238E27FC236}">
                  <a16:creationId xmlns:a16="http://schemas.microsoft.com/office/drawing/2014/main" id="{A9B50C2B-6598-492B-9294-EB75BE35B0BE}"/>
                </a:ext>
              </a:extLst>
            </p:cNvPr>
            <p:cNvSpPr/>
            <p:nvPr/>
          </p:nvSpPr>
          <p:spPr>
            <a:xfrm>
              <a:off x="7002019" y="4365499"/>
              <a:ext cx="2843545" cy="33419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on Save</a:t>
              </a:r>
            </a:p>
          </p:txBody>
        </p:sp>
        <p:sp>
          <p:nvSpPr>
            <p:cNvPr id="63" name="Arrow: Down 62">
              <a:extLst>
                <a:ext uri="{FF2B5EF4-FFF2-40B4-BE49-F238E27FC236}">
                  <a16:creationId xmlns:a16="http://schemas.microsoft.com/office/drawing/2014/main" id="{515451E2-DA54-4C12-AD54-676F231C72B3}"/>
                </a:ext>
              </a:extLst>
            </p:cNvPr>
            <p:cNvSpPr/>
            <p:nvPr/>
          </p:nvSpPr>
          <p:spPr>
            <a:xfrm>
              <a:off x="8286631" y="4126810"/>
              <a:ext cx="274320" cy="256032"/>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5" name="Connector: Elbow 64">
              <a:extLst>
                <a:ext uri="{FF2B5EF4-FFF2-40B4-BE49-F238E27FC236}">
                  <a16:creationId xmlns:a16="http://schemas.microsoft.com/office/drawing/2014/main" id="{95082838-47C0-42DF-9426-8F26A5CEE7AE}"/>
                </a:ext>
              </a:extLst>
            </p:cNvPr>
            <p:cNvCxnSpPr>
              <a:cxnSpLocks/>
              <a:stCxn id="67" idx="3"/>
              <a:endCxn id="60" idx="3"/>
            </p:cNvCxnSpPr>
            <p:nvPr/>
          </p:nvCxnSpPr>
          <p:spPr>
            <a:xfrm flipH="1" flipV="1">
              <a:off x="9851492" y="2515034"/>
              <a:ext cx="853537" cy="2894227"/>
            </a:xfrm>
            <a:prstGeom prst="bentConnector3">
              <a:avLst>
                <a:gd name="adj1" fmla="val -26783"/>
              </a:avLst>
            </a:prstGeom>
            <a:grpFill/>
            <a:ln w="762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84510A3E-5542-4CAF-84B6-CCB9456EB9E6}"/>
                </a:ext>
              </a:extLst>
            </p:cNvPr>
            <p:cNvSpPr/>
            <p:nvPr/>
          </p:nvSpPr>
          <p:spPr>
            <a:xfrm>
              <a:off x="6556801" y="5120298"/>
              <a:ext cx="1641894" cy="609599"/>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Success</a:t>
              </a:r>
            </a:p>
          </p:txBody>
        </p:sp>
        <p:sp>
          <p:nvSpPr>
            <p:cNvPr id="67" name="Rectangle 66">
              <a:extLst>
                <a:ext uri="{FF2B5EF4-FFF2-40B4-BE49-F238E27FC236}">
                  <a16:creationId xmlns:a16="http://schemas.microsoft.com/office/drawing/2014/main" id="{1BE73362-31FD-4323-831B-E7368AE89BAD}"/>
                </a:ext>
              </a:extLst>
            </p:cNvPr>
            <p:cNvSpPr/>
            <p:nvPr/>
          </p:nvSpPr>
          <p:spPr>
            <a:xfrm>
              <a:off x="8433198" y="5088624"/>
              <a:ext cx="2271831" cy="64127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Error (Check the details in Step 1)</a:t>
              </a:r>
            </a:p>
          </p:txBody>
        </p:sp>
        <p:sp>
          <p:nvSpPr>
            <p:cNvPr id="68" name="Arrow: Left-Up 67">
              <a:extLst>
                <a:ext uri="{FF2B5EF4-FFF2-40B4-BE49-F238E27FC236}">
                  <a16:creationId xmlns:a16="http://schemas.microsoft.com/office/drawing/2014/main" id="{97F3052F-7971-4B37-BCFC-9F2DA9F3C3E8}"/>
                </a:ext>
              </a:extLst>
            </p:cNvPr>
            <p:cNvSpPr/>
            <p:nvPr/>
          </p:nvSpPr>
          <p:spPr>
            <a:xfrm rot="13247990">
              <a:off x="8149471" y="4722741"/>
              <a:ext cx="548640" cy="548640"/>
            </a:xfrm>
            <a:prstGeom prst="leftUp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Rectangle 68">
              <a:extLst>
                <a:ext uri="{FF2B5EF4-FFF2-40B4-BE49-F238E27FC236}">
                  <a16:creationId xmlns:a16="http://schemas.microsoft.com/office/drawing/2014/main" id="{3A3AE316-1FB5-4D77-9415-EAF78F01B9C5}"/>
                </a:ext>
              </a:extLst>
            </p:cNvPr>
            <p:cNvSpPr/>
            <p:nvPr/>
          </p:nvSpPr>
          <p:spPr>
            <a:xfrm>
              <a:off x="6996090" y="3632737"/>
              <a:ext cx="2855402" cy="48688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on Read check box</a:t>
              </a:r>
            </a:p>
          </p:txBody>
        </p:sp>
        <p:sp>
          <p:nvSpPr>
            <p:cNvPr id="70" name="Arrow: Down 69">
              <a:extLst>
                <a:ext uri="{FF2B5EF4-FFF2-40B4-BE49-F238E27FC236}">
                  <a16:creationId xmlns:a16="http://schemas.microsoft.com/office/drawing/2014/main" id="{FE9E1942-A507-4830-9516-5EF0322587E7}"/>
                </a:ext>
              </a:extLst>
            </p:cNvPr>
            <p:cNvSpPr/>
            <p:nvPr/>
          </p:nvSpPr>
          <p:spPr>
            <a:xfrm>
              <a:off x="8286631" y="3463883"/>
              <a:ext cx="274320" cy="17837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1" name="Heptagon 70">
              <a:extLst>
                <a:ext uri="{FF2B5EF4-FFF2-40B4-BE49-F238E27FC236}">
                  <a16:creationId xmlns:a16="http://schemas.microsoft.com/office/drawing/2014/main" id="{379368B2-A41D-48AC-90A0-034898E2A3D7}"/>
                </a:ext>
              </a:extLst>
            </p:cNvPr>
            <p:cNvSpPr/>
            <p:nvPr/>
          </p:nvSpPr>
          <p:spPr>
            <a:xfrm>
              <a:off x="8333290" y="677199"/>
              <a:ext cx="199822"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spTree>
    <p:extLst>
      <p:ext uri="{BB962C8B-B14F-4D97-AF65-F5344CB8AC3E}">
        <p14:creationId xmlns:p14="http://schemas.microsoft.com/office/powerpoint/2010/main" val="167155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495299" y="123825"/>
            <a:ext cx="11201401" cy="419100"/>
          </a:xfrm>
        </p:spPr>
        <p:txBody>
          <a:bodyPr/>
          <a:lstStyle/>
          <a:p>
            <a:r>
              <a:rPr lang="en-US" dirty="0">
                <a:latin typeface="+mn-lt"/>
              </a:rPr>
              <a:t>Data Source Configuration Block Diagram</a:t>
            </a:r>
          </a:p>
        </p:txBody>
      </p:sp>
      <p:grpSp>
        <p:nvGrpSpPr>
          <p:cNvPr id="9" name="Group 8">
            <a:extLst>
              <a:ext uri="{FF2B5EF4-FFF2-40B4-BE49-F238E27FC236}">
                <a16:creationId xmlns:a16="http://schemas.microsoft.com/office/drawing/2014/main" id="{175B0626-B065-498C-A496-A99E576F3CCF}"/>
              </a:ext>
            </a:extLst>
          </p:cNvPr>
          <p:cNvGrpSpPr/>
          <p:nvPr/>
        </p:nvGrpSpPr>
        <p:grpSpPr>
          <a:xfrm>
            <a:off x="3699301" y="749226"/>
            <a:ext cx="4148228" cy="5081446"/>
            <a:chOff x="3699301" y="749226"/>
            <a:chExt cx="4148228" cy="5081446"/>
          </a:xfrm>
          <a:solidFill>
            <a:schemeClr val="tx2">
              <a:lumMod val="40000"/>
              <a:lumOff val="60000"/>
            </a:schemeClr>
          </a:solidFill>
        </p:grpSpPr>
        <p:sp>
          <p:nvSpPr>
            <p:cNvPr id="58" name="Rectangle 57">
              <a:extLst>
                <a:ext uri="{FF2B5EF4-FFF2-40B4-BE49-F238E27FC236}">
                  <a16:creationId xmlns:a16="http://schemas.microsoft.com/office/drawing/2014/main" id="{9361794D-F0F8-43D5-BC0F-1487569648C9}"/>
                </a:ext>
              </a:extLst>
            </p:cNvPr>
            <p:cNvSpPr/>
            <p:nvPr/>
          </p:nvSpPr>
          <p:spPr>
            <a:xfrm>
              <a:off x="4153928" y="1030918"/>
              <a:ext cx="2843546" cy="529899"/>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UniSim data source configuration</a:t>
              </a:r>
            </a:p>
          </p:txBody>
        </p:sp>
        <p:sp>
          <p:nvSpPr>
            <p:cNvPr id="60" name="Rectangle 59">
              <a:extLst>
                <a:ext uri="{FF2B5EF4-FFF2-40B4-BE49-F238E27FC236}">
                  <a16:creationId xmlns:a16="http://schemas.microsoft.com/office/drawing/2014/main" id="{CF779576-3D56-4691-AD74-AE422F6D91E1}"/>
                </a:ext>
              </a:extLst>
            </p:cNvPr>
            <p:cNvSpPr/>
            <p:nvPr/>
          </p:nvSpPr>
          <p:spPr>
            <a:xfrm>
              <a:off x="4138590" y="1646483"/>
              <a:ext cx="2855402" cy="257540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Enter the following details:</a:t>
              </a:r>
            </a:p>
            <a:p>
              <a:pPr marL="171450" indent="-171450">
                <a:buFontTx/>
                <a:buChar char="-"/>
              </a:pPr>
              <a:r>
                <a:rPr lang="en-US" dirty="0">
                  <a:solidFill>
                    <a:schemeClr val="tx1"/>
                  </a:solidFill>
                </a:rPr>
                <a:t>Data Source Name</a:t>
              </a:r>
            </a:p>
            <a:p>
              <a:pPr marL="171450" indent="-171450">
                <a:buFontTx/>
                <a:buChar char="-"/>
              </a:pPr>
              <a:r>
                <a:rPr lang="en-US" dirty="0">
                  <a:solidFill>
                    <a:schemeClr val="tx1"/>
                  </a:solidFill>
                </a:rPr>
                <a:t>DisplayName</a:t>
              </a:r>
            </a:p>
            <a:p>
              <a:pPr marL="171450" indent="-171450">
                <a:buFontTx/>
                <a:buChar char="-"/>
              </a:pPr>
              <a:r>
                <a:rPr lang="en-US" dirty="0">
                  <a:solidFill>
                    <a:schemeClr val="tx1"/>
                  </a:solidFill>
                </a:rPr>
                <a:t>Description</a:t>
              </a:r>
            </a:p>
            <a:p>
              <a:pPr marL="171450" indent="-171450">
                <a:buFontTx/>
                <a:buChar char="-"/>
              </a:pPr>
              <a:r>
                <a:rPr lang="en-US" dirty="0">
                  <a:solidFill>
                    <a:schemeClr val="tx1"/>
                  </a:solidFill>
                </a:rPr>
                <a:t>Input File</a:t>
              </a:r>
            </a:p>
            <a:p>
              <a:pPr marL="171450" indent="-171450">
                <a:buFontTx/>
                <a:buChar char="-"/>
              </a:pPr>
              <a:r>
                <a:rPr lang="en-US" dirty="0">
                  <a:solidFill>
                    <a:schemeClr val="tx1"/>
                  </a:solidFill>
                </a:rPr>
                <a:t>Snapshot Location</a:t>
              </a:r>
            </a:p>
            <a:p>
              <a:pPr marL="171450" indent="-171450">
                <a:buFontTx/>
                <a:buChar char="-"/>
              </a:pPr>
              <a:r>
                <a:rPr lang="en-US" dirty="0">
                  <a:solidFill>
                    <a:schemeClr val="tx1"/>
                  </a:solidFill>
                </a:rPr>
                <a:t>Timeout</a:t>
              </a:r>
            </a:p>
            <a:p>
              <a:pPr marL="171450" indent="-171450">
                <a:buFontTx/>
                <a:buChar char="-"/>
              </a:pPr>
              <a:r>
                <a:rPr lang="en-US" dirty="0">
                  <a:solidFill>
                    <a:schemeClr val="tx1"/>
                  </a:solidFill>
                </a:rPr>
                <a:t>Mode as “Calculation”</a:t>
              </a:r>
            </a:p>
          </p:txBody>
        </p:sp>
        <p:sp>
          <p:nvSpPr>
            <p:cNvPr id="62" name="Rectangle 61">
              <a:extLst>
                <a:ext uri="{FF2B5EF4-FFF2-40B4-BE49-F238E27FC236}">
                  <a16:creationId xmlns:a16="http://schemas.microsoft.com/office/drawing/2014/main" id="{A9B50C2B-6598-492B-9294-EB75BE35B0BE}"/>
                </a:ext>
              </a:extLst>
            </p:cNvPr>
            <p:cNvSpPr/>
            <p:nvPr/>
          </p:nvSpPr>
          <p:spPr>
            <a:xfrm>
              <a:off x="4144519" y="4466274"/>
              <a:ext cx="2843545" cy="33419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on Save</a:t>
              </a:r>
            </a:p>
          </p:txBody>
        </p:sp>
        <p:sp>
          <p:nvSpPr>
            <p:cNvPr id="63" name="Arrow: Down 62">
              <a:extLst>
                <a:ext uri="{FF2B5EF4-FFF2-40B4-BE49-F238E27FC236}">
                  <a16:creationId xmlns:a16="http://schemas.microsoft.com/office/drawing/2014/main" id="{515451E2-DA54-4C12-AD54-676F231C72B3}"/>
                </a:ext>
              </a:extLst>
            </p:cNvPr>
            <p:cNvSpPr/>
            <p:nvPr/>
          </p:nvSpPr>
          <p:spPr>
            <a:xfrm>
              <a:off x="5429131" y="4227585"/>
              <a:ext cx="274320" cy="256032"/>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65" name="Connector: Elbow 64">
              <a:extLst>
                <a:ext uri="{FF2B5EF4-FFF2-40B4-BE49-F238E27FC236}">
                  <a16:creationId xmlns:a16="http://schemas.microsoft.com/office/drawing/2014/main" id="{95082838-47C0-42DF-9426-8F26A5CEE7AE}"/>
                </a:ext>
              </a:extLst>
            </p:cNvPr>
            <p:cNvCxnSpPr>
              <a:cxnSpLocks/>
              <a:stCxn id="67" idx="3"/>
              <a:endCxn id="60" idx="3"/>
            </p:cNvCxnSpPr>
            <p:nvPr/>
          </p:nvCxnSpPr>
          <p:spPr>
            <a:xfrm flipH="1" flipV="1">
              <a:off x="6993992" y="2934183"/>
              <a:ext cx="853537" cy="2575853"/>
            </a:xfrm>
            <a:prstGeom prst="bentConnector3">
              <a:avLst>
                <a:gd name="adj1" fmla="val -26783"/>
              </a:avLst>
            </a:prstGeom>
            <a:grpFill/>
            <a:ln w="76200">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84510A3E-5542-4CAF-84B6-CCB9456EB9E6}"/>
                </a:ext>
              </a:extLst>
            </p:cNvPr>
            <p:cNvSpPr/>
            <p:nvPr/>
          </p:nvSpPr>
          <p:spPr>
            <a:xfrm>
              <a:off x="3699301" y="5221073"/>
              <a:ext cx="1641894" cy="609599"/>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Success</a:t>
              </a:r>
            </a:p>
          </p:txBody>
        </p:sp>
        <p:sp>
          <p:nvSpPr>
            <p:cNvPr id="67" name="Rectangle 66">
              <a:extLst>
                <a:ext uri="{FF2B5EF4-FFF2-40B4-BE49-F238E27FC236}">
                  <a16:creationId xmlns:a16="http://schemas.microsoft.com/office/drawing/2014/main" id="{1BE73362-31FD-4323-831B-E7368AE89BAD}"/>
                </a:ext>
              </a:extLst>
            </p:cNvPr>
            <p:cNvSpPr/>
            <p:nvPr/>
          </p:nvSpPr>
          <p:spPr>
            <a:xfrm>
              <a:off x="5575698" y="5189399"/>
              <a:ext cx="2271831" cy="64127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Error (Check the details in Step 1)</a:t>
              </a:r>
            </a:p>
          </p:txBody>
        </p:sp>
        <p:sp>
          <p:nvSpPr>
            <p:cNvPr id="68" name="Arrow: Left-Up 67">
              <a:extLst>
                <a:ext uri="{FF2B5EF4-FFF2-40B4-BE49-F238E27FC236}">
                  <a16:creationId xmlns:a16="http://schemas.microsoft.com/office/drawing/2014/main" id="{97F3052F-7971-4B37-BCFC-9F2DA9F3C3E8}"/>
                </a:ext>
              </a:extLst>
            </p:cNvPr>
            <p:cNvSpPr/>
            <p:nvPr/>
          </p:nvSpPr>
          <p:spPr>
            <a:xfrm rot="13247990">
              <a:off x="5291971" y="4823516"/>
              <a:ext cx="548640" cy="548640"/>
            </a:xfrm>
            <a:prstGeom prst="leftUp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Heptagon 36">
              <a:extLst>
                <a:ext uri="{FF2B5EF4-FFF2-40B4-BE49-F238E27FC236}">
                  <a16:creationId xmlns:a16="http://schemas.microsoft.com/office/drawing/2014/main" id="{2011FA44-4FCD-46F3-BD24-E7A8F6598951}"/>
                </a:ext>
              </a:extLst>
            </p:cNvPr>
            <p:cNvSpPr/>
            <p:nvPr/>
          </p:nvSpPr>
          <p:spPr>
            <a:xfrm>
              <a:off x="5475790" y="749226"/>
              <a:ext cx="199822" cy="196025"/>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Tree>
    <p:extLst>
      <p:ext uri="{BB962C8B-B14F-4D97-AF65-F5344CB8AC3E}">
        <p14:creationId xmlns:p14="http://schemas.microsoft.com/office/powerpoint/2010/main" val="373829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Module1</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043557" cy="492443"/>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MODEL CONFIGURATION USING EXISTING MODELS-UI APPROACH</a:t>
            </a:r>
          </a:p>
        </p:txBody>
      </p:sp>
    </p:spTree>
    <p:extLst>
      <p:ext uri="{BB962C8B-B14F-4D97-AF65-F5344CB8AC3E}">
        <p14:creationId xmlns:p14="http://schemas.microsoft.com/office/powerpoint/2010/main" val="2471211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67779" y="178685"/>
            <a:ext cx="6710206"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latin typeface="+mj-lt"/>
              </a:rPr>
              <a:t>ASSET CONFIGURATION</a:t>
            </a:r>
          </a:p>
        </p:txBody>
      </p:sp>
      <p:sp>
        <p:nvSpPr>
          <p:cNvPr id="8" name="Rectangle 7">
            <a:extLst>
              <a:ext uri="{FF2B5EF4-FFF2-40B4-BE49-F238E27FC236}">
                <a16:creationId xmlns:a16="http://schemas.microsoft.com/office/drawing/2014/main" id="{36BD4EC1-51E6-47D1-A674-8399E68ED71C}"/>
              </a:ext>
            </a:extLst>
          </p:cNvPr>
          <p:cNvSpPr/>
          <p:nvPr/>
        </p:nvSpPr>
        <p:spPr>
          <a:xfrm>
            <a:off x="594371" y="866332"/>
            <a:ext cx="3882380" cy="5632311"/>
          </a:xfrm>
          <a:prstGeom prst="rect">
            <a:avLst/>
          </a:prstGeom>
        </p:spPr>
        <p:txBody>
          <a:bodyPr wrap="square">
            <a:spAutoFit/>
          </a:bodyPr>
          <a:lstStyle/>
          <a:p>
            <a:pPr marL="342900" indent="-342900">
              <a:buFont typeface="+mj-lt"/>
              <a:buAutoNum type="arabicPeriod"/>
            </a:pPr>
            <a:r>
              <a:rPr lang="en-US" sz="1500" dirty="0">
                <a:solidFill>
                  <a:schemeClr val="tx1">
                    <a:lumMod val="50000"/>
                  </a:schemeClr>
                </a:solidFill>
                <a:latin typeface="Arial" panose="020B0604020202020204" pitchFamily="34" charset="0"/>
                <a:cs typeface="Arial" panose="020B0604020202020204" pitchFamily="34" charset="0"/>
              </a:rPr>
              <a:t>Launch the UAS home page. Go to “Asset Configuration” in the Contents tree. In the new window page Select “Asset Configuration” tab.</a:t>
            </a:r>
          </a:p>
          <a:p>
            <a:pPr marL="342900" indent="-342900">
              <a:buFont typeface="+mj-lt"/>
              <a:buAutoNum type="arabicPeriod"/>
            </a:pPr>
            <a:r>
              <a:rPr lang="en-US" sz="1500" dirty="0">
                <a:solidFill>
                  <a:schemeClr val="tx1">
                    <a:lumMod val="50000"/>
                  </a:schemeClr>
                </a:solidFill>
                <a:latin typeface="Arial" panose="020B0604020202020204" pitchFamily="34" charset="0"/>
                <a:cs typeface="Arial" panose="020B0604020202020204" pitchFamily="34" charset="0"/>
              </a:rPr>
              <a:t>In the tree view, select an existing asset and click on Create Asset. If no other assets are present, click on Create Asset. An asset called NEWASSET is added under the selected parent asset in the tree view after providing below information.</a:t>
            </a:r>
          </a:p>
          <a:p>
            <a:pPr marL="342900" indent="-342900">
              <a:buFont typeface="+mj-lt"/>
              <a:buAutoNum type="arabicPeriod"/>
            </a:pPr>
            <a:r>
              <a:rPr lang="en-US" sz="1500" dirty="0">
                <a:solidFill>
                  <a:schemeClr val="tx1">
                    <a:lumMod val="50000"/>
                  </a:schemeClr>
                </a:solidFill>
                <a:latin typeface="Arial" panose="020B0604020202020204" pitchFamily="34" charset="0"/>
                <a:cs typeface="Arial" panose="020B0604020202020204" pitchFamily="34" charset="0"/>
              </a:rPr>
              <a:t>In the Asset Name box and Display Name box, type the name of the asset.</a:t>
            </a:r>
          </a:p>
          <a:p>
            <a:pPr marL="342900" indent="-342900">
              <a:buFont typeface="+mj-lt"/>
              <a:buAutoNum type="arabicPeriod"/>
            </a:pPr>
            <a:r>
              <a:rPr lang="en-US" sz="1500" dirty="0">
                <a:solidFill>
                  <a:schemeClr val="tx1">
                    <a:lumMod val="50000"/>
                  </a:schemeClr>
                </a:solidFill>
                <a:latin typeface="Arial" panose="020B0604020202020204" pitchFamily="34" charset="0"/>
                <a:cs typeface="Arial" panose="020B0604020202020204" pitchFamily="34" charset="0"/>
              </a:rPr>
              <a:t>In the Asset Description box, type the description of the asset.</a:t>
            </a:r>
          </a:p>
          <a:p>
            <a:pPr marL="342900" indent="-342900">
              <a:buFont typeface="+mj-lt"/>
              <a:buAutoNum type="arabicPeriod"/>
            </a:pPr>
            <a:r>
              <a:rPr lang="en-US" sz="1500" dirty="0">
                <a:solidFill>
                  <a:schemeClr val="tx1">
                    <a:lumMod val="50000"/>
                  </a:schemeClr>
                </a:solidFill>
                <a:latin typeface="Arial" panose="020B0604020202020204" pitchFamily="34" charset="0"/>
                <a:cs typeface="Arial" panose="020B0604020202020204" pitchFamily="34" charset="0"/>
              </a:rPr>
              <a:t>From the Asset Type drop-down list, select the required type.</a:t>
            </a:r>
          </a:p>
          <a:p>
            <a:pPr marL="342900" indent="-342900">
              <a:buFont typeface="+mj-lt"/>
              <a:buAutoNum type="arabicPeriod"/>
            </a:pPr>
            <a:r>
              <a:rPr lang="en-US" sz="1500" dirty="0">
                <a:solidFill>
                  <a:schemeClr val="tx1">
                    <a:lumMod val="50000"/>
                  </a:schemeClr>
                </a:solidFill>
                <a:latin typeface="Arial" panose="020B0604020202020204" pitchFamily="34" charset="0"/>
                <a:cs typeface="Arial" panose="020B0604020202020204" pitchFamily="34" charset="0"/>
              </a:rPr>
              <a:t>Click the Criticality drop-down list and select the criticality value.</a:t>
            </a:r>
          </a:p>
          <a:p>
            <a:endParaRPr lang="en-US" sz="1500" dirty="0">
              <a:solidFill>
                <a:schemeClr val="tx1">
                  <a:lumMod val="50000"/>
                </a:schemeClr>
              </a:solidFill>
              <a:latin typeface="Arial" panose="020B0604020202020204" pitchFamily="34" charset="0"/>
              <a:cs typeface="Arial" panose="020B0604020202020204" pitchFamily="34" charset="0"/>
            </a:endParaRPr>
          </a:p>
          <a:p>
            <a:r>
              <a:rPr lang="en-US" sz="1500" b="1" dirty="0">
                <a:solidFill>
                  <a:schemeClr val="tx1">
                    <a:lumMod val="50000"/>
                  </a:schemeClr>
                </a:solidFill>
                <a:latin typeface="Arial" panose="020B0604020202020204" pitchFamily="34" charset="0"/>
                <a:cs typeface="Arial" panose="020B0604020202020204" pitchFamily="34" charset="0"/>
              </a:rPr>
              <a:t>Note:</a:t>
            </a:r>
          </a:p>
          <a:p>
            <a:r>
              <a:rPr lang="en-US" sz="1500" dirty="0">
                <a:solidFill>
                  <a:schemeClr val="tx1">
                    <a:lumMod val="50000"/>
                  </a:schemeClr>
                </a:solidFill>
                <a:latin typeface="Arial" panose="020B0604020202020204" pitchFamily="34" charset="0"/>
                <a:cs typeface="Arial" panose="020B0604020202020204" pitchFamily="34" charset="0"/>
              </a:rPr>
              <a:t>Configuration changes shall be done in the test server first and then migrated to production server using BCT after testing</a:t>
            </a:r>
          </a:p>
        </p:txBody>
      </p:sp>
      <p:sp>
        <p:nvSpPr>
          <p:cNvPr id="25" name="Rectangle 24">
            <a:extLst>
              <a:ext uri="{FF2B5EF4-FFF2-40B4-BE49-F238E27FC236}">
                <a16:creationId xmlns:a16="http://schemas.microsoft.com/office/drawing/2014/main" id="{A5E57075-7CE2-4E4A-A8E9-B221A0E3682F}"/>
              </a:ext>
            </a:extLst>
          </p:cNvPr>
          <p:cNvSpPr/>
          <p:nvPr/>
        </p:nvSpPr>
        <p:spPr>
          <a:xfrm>
            <a:off x="8332307" y="1138696"/>
            <a:ext cx="184730" cy="369332"/>
          </a:xfrm>
          <a:prstGeom prst="rect">
            <a:avLst/>
          </a:prstGeom>
          <a:noFill/>
        </p:spPr>
        <p:txBody>
          <a:bodyPr wrap="none" lIns="91440" tIns="45720" rIns="91440" bIns="45720">
            <a:spAutoFit/>
          </a:bodyPr>
          <a:lstStyle/>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pic>
        <p:nvPicPr>
          <p:cNvPr id="5" name="Picture 4">
            <a:extLst>
              <a:ext uri="{FF2B5EF4-FFF2-40B4-BE49-F238E27FC236}">
                <a16:creationId xmlns:a16="http://schemas.microsoft.com/office/drawing/2014/main" id="{CD3FDF09-5855-EFBE-CA38-3A2AB99B2654}"/>
              </a:ext>
            </a:extLst>
          </p:cNvPr>
          <p:cNvPicPr>
            <a:picLocks noChangeAspect="1"/>
          </p:cNvPicPr>
          <p:nvPr/>
        </p:nvPicPr>
        <p:blipFill>
          <a:blip r:embed="rId3"/>
          <a:stretch>
            <a:fillRect/>
          </a:stretch>
        </p:blipFill>
        <p:spPr>
          <a:xfrm>
            <a:off x="4714875" y="866332"/>
            <a:ext cx="7153275" cy="5424930"/>
          </a:xfrm>
          <a:prstGeom prst="rect">
            <a:avLst/>
          </a:prstGeom>
        </p:spPr>
      </p:pic>
    </p:spTree>
    <p:extLst>
      <p:ext uri="{BB962C8B-B14F-4D97-AF65-F5344CB8AC3E}">
        <p14:creationId xmlns:p14="http://schemas.microsoft.com/office/powerpoint/2010/main" val="2953264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505522" y="113014"/>
            <a:ext cx="8998383"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t>STATIC ATTRIBUTE VALUE UPDATE</a:t>
            </a:r>
          </a:p>
        </p:txBody>
      </p:sp>
      <p:sp>
        <p:nvSpPr>
          <p:cNvPr id="7" name="Rectangle 6">
            <a:extLst>
              <a:ext uri="{FF2B5EF4-FFF2-40B4-BE49-F238E27FC236}">
                <a16:creationId xmlns:a16="http://schemas.microsoft.com/office/drawing/2014/main" id="{C47E8E91-9D99-4C44-8637-1C1362722BF5}"/>
              </a:ext>
            </a:extLst>
          </p:cNvPr>
          <p:cNvSpPr/>
          <p:nvPr/>
        </p:nvSpPr>
        <p:spPr>
          <a:xfrm>
            <a:off x="612178" y="906657"/>
            <a:ext cx="5255222" cy="2554545"/>
          </a:xfrm>
          <a:prstGeom prst="rect">
            <a:avLst/>
          </a:prstGeom>
        </p:spPr>
        <p:txBody>
          <a:bodyPr wrap="square">
            <a:spAutoFit/>
          </a:bodyPr>
          <a:lstStyle/>
          <a:p>
            <a:pPr marL="800100" lvl="1" indent="-342900">
              <a:buFont typeface="+mj-lt"/>
              <a:buAutoNum type="arabicPeriod"/>
            </a:pPr>
            <a:r>
              <a:rPr lang="en-US" sz="1600" dirty="0">
                <a:solidFill>
                  <a:schemeClr val="tx1">
                    <a:lumMod val="50000"/>
                  </a:schemeClr>
                </a:solidFill>
                <a:latin typeface="Arial" panose="020B0604020202020204" pitchFamily="34" charset="0"/>
                <a:cs typeface="Arial" panose="020B0604020202020204" pitchFamily="34" charset="0"/>
              </a:rPr>
              <a:t>Select on the Asset Attribute for the asset you created from the asset tree.</a:t>
            </a:r>
          </a:p>
          <a:p>
            <a:pPr marL="800100" lvl="1" indent="-342900">
              <a:buFont typeface="+mj-lt"/>
              <a:buAutoNum type="arabicPeriod"/>
            </a:pPr>
            <a:r>
              <a:rPr lang="en-US" sz="1600" dirty="0">
                <a:solidFill>
                  <a:schemeClr val="tx1">
                    <a:lumMod val="50000"/>
                  </a:schemeClr>
                </a:solidFill>
                <a:latin typeface="Arial" panose="020B0604020202020204" pitchFamily="34" charset="0"/>
                <a:cs typeface="Arial" panose="020B0604020202020204" pitchFamily="34" charset="0"/>
              </a:rPr>
              <a:t>On the Asset Attribute pane, click the attribute you want to edit. </a:t>
            </a:r>
          </a:p>
          <a:p>
            <a:pPr marL="800100" lvl="1" indent="-342900">
              <a:buFont typeface="+mj-lt"/>
              <a:buAutoNum type="arabicPeriod"/>
            </a:pPr>
            <a:r>
              <a:rPr lang="en-US" sz="1600" dirty="0">
                <a:solidFill>
                  <a:schemeClr val="tx1">
                    <a:lumMod val="50000"/>
                  </a:schemeClr>
                </a:solidFill>
                <a:latin typeface="Arial" panose="020B0604020202020204" pitchFamily="34" charset="0"/>
                <a:cs typeface="Arial" panose="020B0604020202020204" pitchFamily="34" charset="0"/>
              </a:rPr>
              <a:t>The details of the attribute are listed for the asset . From the last row add new attribute available from the dropdown.</a:t>
            </a:r>
          </a:p>
          <a:p>
            <a:pPr marL="800100" lvl="1" indent="-342900">
              <a:buFont typeface="+mj-lt"/>
              <a:buAutoNum type="arabicPeriod"/>
            </a:pPr>
            <a:r>
              <a:rPr lang="en-US" sz="1600" dirty="0">
                <a:solidFill>
                  <a:schemeClr val="tx1">
                    <a:lumMod val="50000"/>
                  </a:schemeClr>
                </a:solidFill>
                <a:latin typeface="Arial" panose="020B0604020202020204" pitchFamily="34" charset="0"/>
                <a:cs typeface="Arial" panose="020B0604020202020204" pitchFamily="34" charset="0"/>
              </a:rPr>
              <a:t>Edit the value in the Value field.</a:t>
            </a:r>
          </a:p>
          <a:p>
            <a:pPr marL="800100" lvl="1" indent="-342900">
              <a:buFont typeface="+mj-lt"/>
              <a:buAutoNum type="arabicPeriod"/>
            </a:pPr>
            <a:r>
              <a:rPr lang="en-US" sz="1600" dirty="0">
                <a:solidFill>
                  <a:schemeClr val="tx1">
                    <a:lumMod val="50000"/>
                  </a:schemeClr>
                </a:solidFill>
                <a:latin typeface="Arial" panose="020B0604020202020204" pitchFamily="34" charset="0"/>
                <a:cs typeface="Arial" panose="020B0604020202020204" pitchFamily="34" charset="0"/>
              </a:rPr>
              <a:t>Click Save to save the changes made to the attribute.</a:t>
            </a:r>
            <a:endParaRPr lang="en-AU" altLang="en-US" sz="1600" dirty="0">
              <a:solidFill>
                <a:schemeClr val="tx1">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BE4C48A9-A4DD-F615-8FAC-344F5979C187}"/>
              </a:ext>
            </a:extLst>
          </p:cNvPr>
          <p:cNvPicPr>
            <a:picLocks noChangeAspect="1"/>
          </p:cNvPicPr>
          <p:nvPr/>
        </p:nvPicPr>
        <p:blipFill>
          <a:blip r:embed="rId3"/>
          <a:stretch>
            <a:fillRect/>
          </a:stretch>
        </p:blipFill>
        <p:spPr>
          <a:xfrm>
            <a:off x="6096000" y="906657"/>
            <a:ext cx="5905500" cy="5332218"/>
          </a:xfrm>
          <a:prstGeom prst="rect">
            <a:avLst/>
          </a:prstGeom>
        </p:spPr>
      </p:pic>
    </p:spTree>
    <p:extLst>
      <p:ext uri="{BB962C8B-B14F-4D97-AF65-F5344CB8AC3E}">
        <p14:creationId xmlns:p14="http://schemas.microsoft.com/office/powerpoint/2010/main" val="1208603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466726" y="83788"/>
            <a:ext cx="972502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t>DYNAMIC ATTRIBUTE TAG MAPPING</a:t>
            </a:r>
          </a:p>
        </p:txBody>
      </p:sp>
      <p:sp>
        <p:nvSpPr>
          <p:cNvPr id="3" name="Content Placeholder 2">
            <a:extLst>
              <a:ext uri="{FF2B5EF4-FFF2-40B4-BE49-F238E27FC236}">
                <a16:creationId xmlns:a16="http://schemas.microsoft.com/office/drawing/2014/main" id="{8048BDBF-5760-4885-92A2-0D5C0CFA1822}"/>
              </a:ext>
            </a:extLst>
          </p:cNvPr>
          <p:cNvSpPr txBox="1">
            <a:spLocks/>
          </p:cNvSpPr>
          <p:nvPr/>
        </p:nvSpPr>
        <p:spPr>
          <a:xfrm>
            <a:off x="231823" y="583126"/>
            <a:ext cx="3587702" cy="5305841"/>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0100" lvl="1" indent="-342900">
              <a:buFont typeface="+mj-lt"/>
              <a:buAutoNum type="arabicPeriod"/>
            </a:pPr>
            <a:r>
              <a:rPr lang="en-US" sz="1400" dirty="0">
                <a:solidFill>
                  <a:schemeClr val="tx1">
                    <a:lumMod val="50000"/>
                  </a:schemeClr>
                </a:solidFill>
              </a:rPr>
              <a:t>On the right side select the tags from drop down option available in the top row header. Also enable the check box to show real time source. </a:t>
            </a:r>
            <a:endParaRPr lang="en-US" sz="1400" dirty="0">
              <a:latin typeface="+mn-lt"/>
            </a:endParaRPr>
          </a:p>
          <a:p>
            <a:pPr marL="800100" lvl="1" indent="-342900">
              <a:buFont typeface="+mj-lt"/>
              <a:buAutoNum type="arabicPeriod"/>
            </a:pPr>
            <a:r>
              <a:rPr lang="en-US" sz="1400" dirty="0">
                <a:latin typeface="+mn-lt"/>
              </a:rPr>
              <a:t>Select the attribute for which PHD tag is to be mapped.</a:t>
            </a:r>
          </a:p>
          <a:p>
            <a:pPr marL="800100" lvl="1" indent="-342900">
              <a:buFont typeface="+mj-lt"/>
              <a:buAutoNum type="arabicPeriod"/>
            </a:pPr>
            <a:r>
              <a:rPr lang="en-US" sz="1400" dirty="0">
                <a:latin typeface="+mn-lt"/>
              </a:rPr>
              <a:t>If attribute is reading from EPHD, select the Read </a:t>
            </a:r>
            <a:r>
              <a:rPr lang="en-US" sz="1400" dirty="0" err="1">
                <a:latin typeface="+mn-lt"/>
              </a:rPr>
              <a:t>Datasource</a:t>
            </a:r>
            <a:r>
              <a:rPr lang="en-US" sz="1400" dirty="0">
                <a:latin typeface="+mn-lt"/>
              </a:rPr>
              <a:t> from dropdown (PHDDA). This configuration is for real-time data reading from PHD server.</a:t>
            </a:r>
          </a:p>
          <a:p>
            <a:pPr marL="800100" lvl="1" indent="-342900">
              <a:buFont typeface="+mj-lt"/>
              <a:buAutoNum type="arabicPeriod"/>
            </a:pPr>
            <a:r>
              <a:rPr lang="en-US" sz="1400" dirty="0">
                <a:latin typeface="+mn-lt"/>
              </a:rPr>
              <a:t>If attribute is writing to EPHD, select Write </a:t>
            </a:r>
            <a:r>
              <a:rPr lang="en-US" sz="1400" dirty="0" err="1">
                <a:latin typeface="+mn-lt"/>
              </a:rPr>
              <a:t>datasource</a:t>
            </a:r>
            <a:r>
              <a:rPr lang="en-US" sz="1400" dirty="0">
                <a:latin typeface="+mn-lt"/>
              </a:rPr>
              <a:t> from dropdown and provide write tag name.</a:t>
            </a:r>
          </a:p>
          <a:p>
            <a:pPr marL="800100" lvl="1" indent="-342900">
              <a:buFont typeface="+mj-lt"/>
              <a:buAutoNum type="arabicPeriod"/>
            </a:pPr>
            <a:r>
              <a:rPr lang="en-US" sz="1400" dirty="0">
                <a:latin typeface="+mn-lt"/>
              </a:rPr>
              <a:t>Select the Historical </a:t>
            </a:r>
            <a:r>
              <a:rPr lang="en-US" sz="1400" dirty="0" err="1">
                <a:latin typeface="+mn-lt"/>
              </a:rPr>
              <a:t>datasource</a:t>
            </a:r>
            <a:r>
              <a:rPr lang="en-US" sz="1400" dirty="0">
                <a:latin typeface="+mn-lt"/>
              </a:rPr>
              <a:t> from dropdown (PHDHDA) and provide the tag name in tag name field. This enables trending functionality for attribute</a:t>
            </a:r>
          </a:p>
          <a:p>
            <a:pPr marL="800100" lvl="1" indent="-342900">
              <a:buFont typeface="+mj-lt"/>
              <a:buAutoNum type="arabicPeriod"/>
            </a:pPr>
            <a:r>
              <a:rPr lang="en-US" sz="1400" dirty="0">
                <a:latin typeface="+mn-lt"/>
              </a:rPr>
              <a:t>Click Save. Read tag name is required only when real-time tag is different than history tag. Select read tag source and provide read tag name in this case.</a:t>
            </a:r>
          </a:p>
          <a:p>
            <a:pPr marL="457200" lvl="1" indent="0">
              <a:buClr>
                <a:srgbClr val="C00000"/>
              </a:buClr>
              <a:buNone/>
            </a:pPr>
            <a:endParaRPr lang="en-US" sz="1400" dirty="0"/>
          </a:p>
        </p:txBody>
      </p:sp>
      <p:pic>
        <p:nvPicPr>
          <p:cNvPr id="8" name="Picture 7">
            <a:extLst>
              <a:ext uri="{FF2B5EF4-FFF2-40B4-BE49-F238E27FC236}">
                <a16:creationId xmlns:a16="http://schemas.microsoft.com/office/drawing/2014/main" id="{8B046FE4-6976-CCD4-2938-7A15C57416AC}"/>
              </a:ext>
            </a:extLst>
          </p:cNvPr>
          <p:cNvPicPr>
            <a:picLocks noChangeAspect="1"/>
          </p:cNvPicPr>
          <p:nvPr/>
        </p:nvPicPr>
        <p:blipFill>
          <a:blip r:embed="rId3"/>
          <a:stretch>
            <a:fillRect/>
          </a:stretch>
        </p:blipFill>
        <p:spPr>
          <a:xfrm>
            <a:off x="4238624" y="717193"/>
            <a:ext cx="7953375" cy="5423614"/>
          </a:xfrm>
          <a:prstGeom prst="rect">
            <a:avLst/>
          </a:prstGeom>
        </p:spPr>
      </p:pic>
    </p:spTree>
    <p:extLst>
      <p:ext uri="{BB962C8B-B14F-4D97-AF65-F5344CB8AC3E}">
        <p14:creationId xmlns:p14="http://schemas.microsoft.com/office/powerpoint/2010/main" val="42393850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466726" y="62473"/>
            <a:ext cx="972502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t>DYNAMIC ATTRIBUTE TAG MAPPING</a:t>
            </a:r>
          </a:p>
        </p:txBody>
      </p:sp>
      <p:sp>
        <p:nvSpPr>
          <p:cNvPr id="3" name="Content Placeholder 2">
            <a:extLst>
              <a:ext uri="{FF2B5EF4-FFF2-40B4-BE49-F238E27FC236}">
                <a16:creationId xmlns:a16="http://schemas.microsoft.com/office/drawing/2014/main" id="{8048BDBF-5760-4885-92A2-0D5C0CFA1822}"/>
              </a:ext>
            </a:extLst>
          </p:cNvPr>
          <p:cNvSpPr txBox="1">
            <a:spLocks/>
          </p:cNvSpPr>
          <p:nvPr/>
        </p:nvSpPr>
        <p:spPr>
          <a:xfrm>
            <a:off x="231822" y="659769"/>
            <a:ext cx="11823544" cy="5993279"/>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0100" lvl="1" indent="-342900" algn="just">
              <a:buFont typeface="+mj-lt"/>
              <a:buAutoNum type="arabicPeriod" startAt="8"/>
            </a:pPr>
            <a:r>
              <a:rPr lang="en-US" sz="1600" dirty="0">
                <a:latin typeface="+mn-lt"/>
              </a:rPr>
              <a:t>Rules to be considered</a:t>
            </a:r>
          </a:p>
          <a:p>
            <a:pPr lvl="2" algn="just"/>
            <a:r>
              <a:rPr lang="en-US" dirty="0">
                <a:latin typeface="+mn-lt"/>
              </a:rPr>
              <a:t>If Input tag is read from OPC Generator, read data source is OPCDA. </a:t>
            </a:r>
          </a:p>
          <a:p>
            <a:pPr lvl="2" algn="just"/>
            <a:r>
              <a:rPr lang="en-US" dirty="0">
                <a:latin typeface="+mn-lt"/>
              </a:rPr>
              <a:t>If Input tag is read from EPHD (cleansed data/output tag/intermediate tag), then the read data source is PHDDA.</a:t>
            </a:r>
          </a:p>
          <a:p>
            <a:pPr lvl="2" algn="just"/>
            <a:r>
              <a:rPr lang="en-US" dirty="0">
                <a:latin typeface="+mn-lt"/>
              </a:rPr>
              <a:t>If calculation output needs to be stored in EPHD, use only Historical data source. The data source to be selected is “</a:t>
            </a:r>
            <a:r>
              <a:rPr lang="en-US" dirty="0" err="1">
                <a:latin typeface="+mn-lt"/>
              </a:rPr>
              <a:t>AMHistorian</a:t>
            </a:r>
            <a:r>
              <a:rPr lang="en-US" dirty="0">
                <a:latin typeface="+mn-lt"/>
              </a:rPr>
              <a:t>” in the “Historical” data source section.</a:t>
            </a:r>
          </a:p>
          <a:p>
            <a:pPr marL="800100" lvl="1" indent="-342900" algn="just" defTabSz="914400" eaLnBrk="1" fontAlgn="auto" hangingPunct="1">
              <a:spcBef>
                <a:spcPts val="0"/>
              </a:spcBef>
              <a:spcAft>
                <a:spcPts val="0"/>
              </a:spcAft>
              <a:buFont typeface="+mj-lt"/>
              <a:buAutoNum type="arabicPeriod" startAt="8"/>
            </a:pPr>
            <a:r>
              <a:rPr lang="en-US" sz="1600" dirty="0">
                <a:solidFill>
                  <a:prstClr val="black"/>
                </a:solidFill>
                <a:latin typeface="Arial"/>
                <a:ea typeface="+mn-ea"/>
                <a:cs typeface="+mn-cs"/>
              </a:rPr>
              <a:t>Configuration Scenarios: </a:t>
            </a:r>
          </a:p>
          <a:p>
            <a:pPr lvl="2" algn="just" defTabSz="914400" eaLnBrk="1" fontAlgn="auto" hangingPunct="1">
              <a:spcBef>
                <a:spcPts val="0"/>
              </a:spcBef>
              <a:spcAft>
                <a:spcPts val="0"/>
              </a:spcAft>
            </a:pPr>
            <a:r>
              <a:rPr lang="en-US" dirty="0">
                <a:latin typeface="+mn-lt"/>
              </a:rPr>
              <a:t>Attribute needs input value from OPC Generator and it needs to be stored in EPHD:</a:t>
            </a:r>
          </a:p>
          <a:p>
            <a:pPr lvl="3" algn="just" defTabSz="914400" eaLnBrk="1" fontAlgn="auto" hangingPunct="1">
              <a:spcBef>
                <a:spcPts val="0"/>
              </a:spcBef>
              <a:spcAft>
                <a:spcPts val="0"/>
              </a:spcAft>
            </a:pPr>
            <a:r>
              <a:rPr lang="en-US" dirty="0">
                <a:latin typeface="+mn-lt"/>
              </a:rPr>
              <a:t>Read datasource-OPCDA</a:t>
            </a:r>
          </a:p>
          <a:p>
            <a:pPr lvl="3" algn="just" defTabSz="914400" eaLnBrk="1" fontAlgn="auto" hangingPunct="1">
              <a:spcBef>
                <a:spcPts val="0"/>
              </a:spcBef>
              <a:spcAft>
                <a:spcPts val="0"/>
              </a:spcAft>
            </a:pPr>
            <a:r>
              <a:rPr lang="en-US" dirty="0">
                <a:latin typeface="+mn-lt"/>
              </a:rPr>
              <a:t>Read tag name-OPC Generator tag name</a:t>
            </a:r>
          </a:p>
          <a:p>
            <a:pPr lvl="3" algn="just" defTabSz="914400" eaLnBrk="1" fontAlgn="auto" hangingPunct="1">
              <a:spcBef>
                <a:spcPts val="0"/>
              </a:spcBef>
              <a:spcAft>
                <a:spcPts val="0"/>
              </a:spcAft>
            </a:pPr>
            <a:r>
              <a:rPr lang="en-US" dirty="0">
                <a:latin typeface="+mn-lt"/>
              </a:rPr>
              <a:t>Write datasource-</a:t>
            </a:r>
          </a:p>
          <a:p>
            <a:pPr lvl="3" algn="just" defTabSz="914400" eaLnBrk="1" fontAlgn="auto" hangingPunct="1">
              <a:spcBef>
                <a:spcPts val="0"/>
              </a:spcBef>
              <a:spcAft>
                <a:spcPts val="0"/>
              </a:spcAft>
            </a:pPr>
            <a:r>
              <a:rPr lang="en-US" dirty="0">
                <a:latin typeface="+mn-lt"/>
              </a:rPr>
              <a:t>Write tag name-</a:t>
            </a:r>
          </a:p>
          <a:p>
            <a:pPr lvl="3" algn="just" defTabSz="914400" eaLnBrk="1" fontAlgn="auto" hangingPunct="1">
              <a:spcBef>
                <a:spcPts val="0"/>
              </a:spcBef>
              <a:spcAft>
                <a:spcPts val="0"/>
              </a:spcAft>
            </a:pPr>
            <a:r>
              <a:rPr lang="en-US" dirty="0">
                <a:latin typeface="+mn-lt"/>
              </a:rPr>
              <a:t>Historical datasource-</a:t>
            </a:r>
            <a:r>
              <a:rPr lang="en-US" dirty="0" err="1">
                <a:latin typeface="+mn-lt"/>
              </a:rPr>
              <a:t>AMHistorian</a:t>
            </a:r>
            <a:endParaRPr lang="en-US" dirty="0">
              <a:latin typeface="+mn-lt"/>
            </a:endParaRPr>
          </a:p>
          <a:p>
            <a:pPr lvl="3" algn="just" defTabSz="914400" eaLnBrk="1" fontAlgn="auto" hangingPunct="1">
              <a:spcBef>
                <a:spcPts val="0"/>
              </a:spcBef>
              <a:spcAft>
                <a:spcPts val="0"/>
              </a:spcAft>
            </a:pPr>
            <a:r>
              <a:rPr lang="en-US" dirty="0">
                <a:latin typeface="+mn-lt"/>
              </a:rPr>
              <a:t>Historical tag name-EHD tag name</a:t>
            </a:r>
          </a:p>
          <a:p>
            <a:pPr lvl="2" algn="just" defTabSz="914400" eaLnBrk="1" fontAlgn="auto" hangingPunct="1">
              <a:spcBef>
                <a:spcPts val="0"/>
              </a:spcBef>
              <a:spcAft>
                <a:spcPts val="0"/>
              </a:spcAft>
            </a:pPr>
            <a:r>
              <a:rPr lang="en-US" dirty="0">
                <a:latin typeface="+mn-lt"/>
              </a:rPr>
              <a:t>Attribute needs cleansed input value from EPHD, and attribute needs to be trended:</a:t>
            </a:r>
          </a:p>
          <a:p>
            <a:pPr lvl="3" algn="just" defTabSz="914400" eaLnBrk="1" fontAlgn="auto" hangingPunct="1">
              <a:spcBef>
                <a:spcPts val="0"/>
              </a:spcBef>
              <a:spcAft>
                <a:spcPts val="0"/>
              </a:spcAft>
            </a:pPr>
            <a:r>
              <a:rPr lang="en-US" dirty="0"/>
              <a:t>Read datasource-PHDDA</a:t>
            </a:r>
          </a:p>
          <a:p>
            <a:pPr lvl="3" algn="just" defTabSz="914400" eaLnBrk="1" fontAlgn="auto" hangingPunct="1">
              <a:spcBef>
                <a:spcPts val="0"/>
              </a:spcBef>
              <a:spcAft>
                <a:spcPts val="0"/>
              </a:spcAft>
            </a:pPr>
            <a:r>
              <a:rPr lang="en-US" dirty="0"/>
              <a:t>Read tag name-EPHD tag name</a:t>
            </a:r>
          </a:p>
          <a:p>
            <a:pPr lvl="3" algn="just" defTabSz="914400" eaLnBrk="1" fontAlgn="auto" hangingPunct="1">
              <a:spcBef>
                <a:spcPts val="0"/>
              </a:spcBef>
              <a:spcAft>
                <a:spcPts val="0"/>
              </a:spcAft>
            </a:pPr>
            <a:r>
              <a:rPr lang="en-US" dirty="0"/>
              <a:t>Write datasource-</a:t>
            </a:r>
          </a:p>
          <a:p>
            <a:pPr lvl="3" algn="just" defTabSz="914400" eaLnBrk="1" fontAlgn="auto" hangingPunct="1">
              <a:spcBef>
                <a:spcPts val="0"/>
              </a:spcBef>
              <a:spcAft>
                <a:spcPts val="0"/>
              </a:spcAft>
            </a:pPr>
            <a:r>
              <a:rPr lang="en-US" dirty="0"/>
              <a:t>Write tag name-</a:t>
            </a:r>
          </a:p>
          <a:p>
            <a:pPr lvl="3" algn="just" defTabSz="914400" eaLnBrk="1" fontAlgn="auto" hangingPunct="1">
              <a:spcBef>
                <a:spcPts val="0"/>
              </a:spcBef>
              <a:spcAft>
                <a:spcPts val="0"/>
              </a:spcAft>
            </a:pPr>
            <a:r>
              <a:rPr lang="en-US" dirty="0"/>
              <a:t>Historical datasource-PHDHDA</a:t>
            </a:r>
          </a:p>
          <a:p>
            <a:pPr lvl="3" algn="just" defTabSz="914400" eaLnBrk="1" fontAlgn="auto" hangingPunct="1">
              <a:spcBef>
                <a:spcPts val="0"/>
              </a:spcBef>
              <a:spcAft>
                <a:spcPts val="0"/>
              </a:spcAft>
            </a:pPr>
            <a:r>
              <a:rPr lang="en-US" dirty="0"/>
              <a:t>Historical tag name-EHD tag name</a:t>
            </a:r>
          </a:p>
          <a:p>
            <a:pPr lvl="2" algn="just" defTabSz="914400" eaLnBrk="1" fontAlgn="auto" hangingPunct="1">
              <a:spcBef>
                <a:spcPts val="0"/>
              </a:spcBef>
              <a:spcAft>
                <a:spcPts val="0"/>
              </a:spcAft>
            </a:pPr>
            <a:r>
              <a:rPr lang="en-US" dirty="0"/>
              <a:t>Attribute needs to store calculation output values in EPHD, and attribute needs to be trended:</a:t>
            </a:r>
          </a:p>
          <a:p>
            <a:pPr lvl="3" algn="just" defTabSz="914400" eaLnBrk="1" fontAlgn="auto" hangingPunct="1">
              <a:spcBef>
                <a:spcPts val="0"/>
              </a:spcBef>
              <a:spcAft>
                <a:spcPts val="0"/>
              </a:spcAft>
            </a:pPr>
            <a:r>
              <a:rPr lang="en-US" dirty="0"/>
              <a:t>Read datasource-</a:t>
            </a:r>
          </a:p>
          <a:p>
            <a:pPr lvl="3" algn="just" defTabSz="914400" eaLnBrk="1" fontAlgn="auto" hangingPunct="1">
              <a:spcBef>
                <a:spcPts val="0"/>
              </a:spcBef>
              <a:spcAft>
                <a:spcPts val="0"/>
              </a:spcAft>
            </a:pPr>
            <a:r>
              <a:rPr lang="en-US" dirty="0"/>
              <a:t>Read tag name-</a:t>
            </a:r>
          </a:p>
          <a:p>
            <a:pPr lvl="3" algn="just" defTabSz="914400" eaLnBrk="1" fontAlgn="auto" hangingPunct="1">
              <a:spcBef>
                <a:spcPts val="0"/>
              </a:spcBef>
              <a:spcAft>
                <a:spcPts val="0"/>
              </a:spcAft>
            </a:pPr>
            <a:r>
              <a:rPr lang="en-US" dirty="0"/>
              <a:t>Write datasource-</a:t>
            </a:r>
          </a:p>
          <a:p>
            <a:pPr lvl="3" algn="just" defTabSz="914400" eaLnBrk="1" fontAlgn="auto" hangingPunct="1">
              <a:spcBef>
                <a:spcPts val="0"/>
              </a:spcBef>
              <a:spcAft>
                <a:spcPts val="0"/>
              </a:spcAft>
            </a:pPr>
            <a:r>
              <a:rPr lang="en-US" dirty="0"/>
              <a:t>Write tag name-</a:t>
            </a:r>
          </a:p>
          <a:p>
            <a:pPr lvl="3" algn="just" defTabSz="914400" eaLnBrk="1" fontAlgn="auto" hangingPunct="1">
              <a:spcBef>
                <a:spcPts val="0"/>
              </a:spcBef>
              <a:spcAft>
                <a:spcPts val="0"/>
              </a:spcAft>
            </a:pPr>
            <a:r>
              <a:rPr lang="en-US" dirty="0"/>
              <a:t>Historical datasource-</a:t>
            </a:r>
            <a:r>
              <a:rPr lang="en-US" dirty="0" err="1"/>
              <a:t>AMHistorian</a:t>
            </a:r>
            <a:endParaRPr lang="en-US" dirty="0"/>
          </a:p>
          <a:p>
            <a:pPr lvl="3" algn="just" defTabSz="914400" eaLnBrk="1" fontAlgn="auto" hangingPunct="1">
              <a:spcBef>
                <a:spcPts val="0"/>
              </a:spcBef>
              <a:spcAft>
                <a:spcPts val="0"/>
              </a:spcAft>
            </a:pPr>
            <a:r>
              <a:rPr lang="en-US" dirty="0"/>
              <a:t>Historical tag name-EHD tag name</a:t>
            </a:r>
          </a:p>
          <a:p>
            <a:pPr lvl="1" algn="just"/>
            <a:endParaRPr lang="en-US" dirty="0">
              <a:latin typeface="+mn-lt"/>
            </a:endParaRPr>
          </a:p>
          <a:p>
            <a:pPr lvl="2" algn="just"/>
            <a:endParaRPr lang="en-US" dirty="0">
              <a:latin typeface="+mn-lt"/>
            </a:endParaRPr>
          </a:p>
          <a:p>
            <a:pPr marL="800100" lvl="1" indent="-342900" algn="just">
              <a:buClr>
                <a:srgbClr val="C00000"/>
              </a:buClr>
              <a:buFont typeface="+mj-lt"/>
              <a:buAutoNum type="arabicParenR"/>
            </a:pPr>
            <a:endParaRPr lang="en-US" sz="1600" dirty="0"/>
          </a:p>
          <a:p>
            <a:pPr marL="800100" lvl="1" indent="-342900" algn="just">
              <a:buClr>
                <a:srgbClr val="C00000"/>
              </a:buClr>
              <a:buFont typeface="+mj-lt"/>
              <a:buAutoNum type="arabicParenR"/>
            </a:pPr>
            <a:endParaRPr lang="en-US" sz="1600" dirty="0"/>
          </a:p>
        </p:txBody>
      </p:sp>
    </p:spTree>
    <p:extLst>
      <p:ext uri="{BB962C8B-B14F-4D97-AF65-F5344CB8AC3E}">
        <p14:creationId xmlns:p14="http://schemas.microsoft.com/office/powerpoint/2010/main" val="3691504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342899" y="128963"/>
            <a:ext cx="10115549"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2800" b="1" dirty="0"/>
          </a:p>
          <a:p>
            <a:pPr lvl="1"/>
            <a:r>
              <a:rPr lang="en-US" sz="2800" b="1" dirty="0"/>
              <a:t>ASSET LIMIT UPDATE/PROPERTY UPDATE</a:t>
            </a:r>
          </a:p>
          <a:p>
            <a:pPr lvl="1"/>
            <a:r>
              <a:rPr lang="en-US" sz="2800" b="1" dirty="0"/>
              <a:t> </a:t>
            </a:r>
          </a:p>
        </p:txBody>
      </p:sp>
      <p:sp>
        <p:nvSpPr>
          <p:cNvPr id="4" name="Rectangle 3">
            <a:extLst>
              <a:ext uri="{FF2B5EF4-FFF2-40B4-BE49-F238E27FC236}">
                <a16:creationId xmlns:a16="http://schemas.microsoft.com/office/drawing/2014/main" id="{F3E11888-38C4-4C22-8E32-05F435900122}"/>
              </a:ext>
            </a:extLst>
          </p:cNvPr>
          <p:cNvSpPr/>
          <p:nvPr/>
        </p:nvSpPr>
        <p:spPr>
          <a:xfrm>
            <a:off x="0" y="857846"/>
            <a:ext cx="11220450" cy="1323439"/>
          </a:xfrm>
          <a:prstGeom prst="rect">
            <a:avLst/>
          </a:prstGeom>
        </p:spPr>
        <p:txBody>
          <a:bodyPr wrap="square">
            <a:spAutoFit/>
          </a:bodyPr>
          <a:lstStyle/>
          <a:p>
            <a:pPr marL="800100" lvl="1" indent="-342900" algn="just">
              <a:buFont typeface="+mj-lt"/>
              <a:buAutoNum type="arabicParenR"/>
            </a:pPr>
            <a:r>
              <a:rPr lang="en-US" sz="1600" dirty="0"/>
              <a:t>Select an Asset from the “</a:t>
            </a:r>
            <a:r>
              <a:rPr lang="en-US" sz="1600" dirty="0" err="1"/>
              <a:t>PlantHierarchy</a:t>
            </a:r>
            <a:r>
              <a:rPr lang="en-US" sz="1600" dirty="0"/>
              <a:t>”. </a:t>
            </a:r>
          </a:p>
          <a:p>
            <a:pPr marL="800100" lvl="1" indent="-342900" algn="just">
              <a:buFont typeface="+mj-lt"/>
              <a:buAutoNum type="arabicParenR"/>
            </a:pPr>
            <a:r>
              <a:rPr lang="en-US" sz="1600" dirty="0"/>
              <a:t>Select Asset Attribute under Dashboards.</a:t>
            </a:r>
          </a:p>
          <a:p>
            <a:pPr marL="800100" lvl="1" indent="-342900" algn="just">
              <a:buFont typeface="+mj-lt"/>
              <a:buAutoNum type="arabicParenR"/>
            </a:pPr>
            <a:r>
              <a:rPr lang="en-US" sz="1600" dirty="0"/>
              <a:t>Double click on Attribute and the property window will open in bottom of the attribute pane.</a:t>
            </a:r>
          </a:p>
          <a:p>
            <a:pPr marL="800100" lvl="1" indent="-342900" algn="just">
              <a:buFont typeface="+mj-lt"/>
              <a:buAutoNum type="arabicParenR"/>
            </a:pPr>
            <a:r>
              <a:rPr lang="en-US" sz="1600" dirty="0"/>
              <a:t>Enter High and Low Limit values as applicable and click Save         in the top of the attribute pane to save the new limits.</a:t>
            </a:r>
            <a:endParaRPr lang="en-US" dirty="0"/>
          </a:p>
        </p:txBody>
      </p:sp>
      <p:pic>
        <p:nvPicPr>
          <p:cNvPr id="6" name="Picture 5">
            <a:extLst>
              <a:ext uri="{FF2B5EF4-FFF2-40B4-BE49-F238E27FC236}">
                <a16:creationId xmlns:a16="http://schemas.microsoft.com/office/drawing/2014/main" id="{7A13039B-41DA-4668-AB2D-985EEF686922}"/>
              </a:ext>
            </a:extLst>
          </p:cNvPr>
          <p:cNvPicPr>
            <a:picLocks noChangeAspect="1"/>
          </p:cNvPicPr>
          <p:nvPr/>
        </p:nvPicPr>
        <p:blipFill>
          <a:blip r:embed="rId3"/>
          <a:stretch>
            <a:fillRect/>
          </a:stretch>
        </p:blipFill>
        <p:spPr>
          <a:xfrm>
            <a:off x="6468131" y="1664842"/>
            <a:ext cx="390525" cy="276225"/>
          </a:xfrm>
          <a:prstGeom prst="rect">
            <a:avLst/>
          </a:prstGeom>
        </p:spPr>
      </p:pic>
      <p:pic>
        <p:nvPicPr>
          <p:cNvPr id="7" name="Picture 6">
            <a:extLst>
              <a:ext uri="{FF2B5EF4-FFF2-40B4-BE49-F238E27FC236}">
                <a16:creationId xmlns:a16="http://schemas.microsoft.com/office/drawing/2014/main" id="{F698A31C-5362-72E4-988B-ECD5D2D6BA77}"/>
              </a:ext>
            </a:extLst>
          </p:cNvPr>
          <p:cNvPicPr>
            <a:picLocks noChangeAspect="1"/>
          </p:cNvPicPr>
          <p:nvPr/>
        </p:nvPicPr>
        <p:blipFill>
          <a:blip r:embed="rId4"/>
          <a:stretch>
            <a:fillRect/>
          </a:stretch>
        </p:blipFill>
        <p:spPr>
          <a:xfrm>
            <a:off x="576262" y="2417317"/>
            <a:ext cx="10796588" cy="4059087"/>
          </a:xfrm>
          <a:prstGeom prst="rect">
            <a:avLst/>
          </a:prstGeom>
        </p:spPr>
      </p:pic>
    </p:spTree>
    <p:extLst>
      <p:ext uri="{BB962C8B-B14F-4D97-AF65-F5344CB8AC3E}">
        <p14:creationId xmlns:p14="http://schemas.microsoft.com/office/powerpoint/2010/main" val="3396835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9B49E14-273B-9F6B-EB5A-C6895B4057DA}"/>
              </a:ext>
            </a:extLst>
          </p:cNvPr>
          <p:cNvPicPr>
            <a:picLocks noChangeAspect="1"/>
          </p:cNvPicPr>
          <p:nvPr/>
        </p:nvPicPr>
        <p:blipFill>
          <a:blip r:embed="rId3"/>
          <a:stretch>
            <a:fillRect/>
          </a:stretch>
        </p:blipFill>
        <p:spPr>
          <a:xfrm>
            <a:off x="5234676" y="842480"/>
            <a:ext cx="6785125" cy="5547426"/>
          </a:xfrm>
          <a:prstGeom prst="rect">
            <a:avLst/>
          </a:prstGeom>
          <a:solidFill>
            <a:schemeClr val="bg1"/>
          </a:solidFill>
          <a:ln w="12700">
            <a:solidFill>
              <a:schemeClr val="accent1"/>
            </a:solidFill>
          </a:ln>
        </p:spPr>
      </p:pic>
      <p:sp>
        <p:nvSpPr>
          <p:cNvPr id="2" name="Title 1">
            <a:extLst>
              <a:ext uri="{FF2B5EF4-FFF2-40B4-BE49-F238E27FC236}">
                <a16:creationId xmlns:a16="http://schemas.microsoft.com/office/drawing/2014/main" id="{6318A966-A631-4E97-84E8-4B177544910D}"/>
              </a:ext>
            </a:extLst>
          </p:cNvPr>
          <p:cNvSpPr txBox="1">
            <a:spLocks/>
          </p:cNvSpPr>
          <p:nvPr/>
        </p:nvSpPr>
        <p:spPr>
          <a:xfrm>
            <a:off x="-742950" y="119438"/>
            <a:ext cx="1081087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latin typeface="+mj-lt"/>
              </a:rPr>
              <a:t>Asset Model Mapping and model scheduling</a:t>
            </a:r>
          </a:p>
        </p:txBody>
      </p:sp>
      <p:sp>
        <p:nvSpPr>
          <p:cNvPr id="5" name="Rectangle 4">
            <a:extLst>
              <a:ext uri="{FF2B5EF4-FFF2-40B4-BE49-F238E27FC236}">
                <a16:creationId xmlns:a16="http://schemas.microsoft.com/office/drawing/2014/main" id="{4AF6AB4F-9DD5-4B65-9331-45C643F87AF1}"/>
              </a:ext>
            </a:extLst>
          </p:cNvPr>
          <p:cNvSpPr/>
          <p:nvPr/>
        </p:nvSpPr>
        <p:spPr>
          <a:xfrm>
            <a:off x="171449" y="1161217"/>
            <a:ext cx="5175287" cy="2062103"/>
          </a:xfrm>
          <a:prstGeom prst="rect">
            <a:avLst/>
          </a:prstGeom>
        </p:spPr>
        <p:txBody>
          <a:bodyPr wrap="square">
            <a:spAutoFit/>
          </a:bodyPr>
          <a:lstStyle/>
          <a:p>
            <a:pPr marL="800100" lvl="1" indent="-342900">
              <a:buFont typeface="+mj-lt"/>
              <a:buAutoNum type="arabicParenR"/>
            </a:pPr>
            <a:r>
              <a:rPr lang="en-US" sz="1600" dirty="0"/>
              <a:t>Navigate to “Calculation Configuration” menu.</a:t>
            </a:r>
          </a:p>
          <a:p>
            <a:pPr marL="800100" lvl="1" indent="-342900">
              <a:buFont typeface="+mj-lt"/>
              <a:buAutoNum type="arabicParenR"/>
            </a:pPr>
            <a:r>
              <a:rPr lang="en-US" sz="1600" dirty="0"/>
              <a:t>Select all the calculation models in the calculation configuration page and click save.</a:t>
            </a:r>
          </a:p>
          <a:p>
            <a:pPr marL="800100" lvl="1" indent="-342900">
              <a:buFont typeface="+mj-lt"/>
              <a:buAutoNum type="arabicParenR"/>
            </a:pPr>
            <a:endParaRPr lang="en-US" sz="1600" dirty="0"/>
          </a:p>
          <a:p>
            <a:pPr marL="800100" lvl="1" indent="-342900">
              <a:buFont typeface="+mj-lt"/>
              <a:buAutoNum type="arabicParenR"/>
            </a:pPr>
            <a:r>
              <a:rPr lang="en-US" sz="1600" dirty="0"/>
              <a:t>Click on         to open the schedule calculation window .</a:t>
            </a:r>
          </a:p>
          <a:p>
            <a:pPr marL="800100" lvl="1" indent="-342900">
              <a:buFont typeface="+mj-lt"/>
              <a:buAutoNum type="arabicParenR"/>
            </a:pPr>
            <a:r>
              <a:rPr lang="en-US" sz="1600" dirty="0"/>
              <a:t>Update the schedule as per requirement and click save to save the results.</a:t>
            </a:r>
          </a:p>
        </p:txBody>
      </p:sp>
      <p:sp>
        <p:nvSpPr>
          <p:cNvPr id="7" name="Arc 6">
            <a:extLst>
              <a:ext uri="{FF2B5EF4-FFF2-40B4-BE49-F238E27FC236}">
                <a16:creationId xmlns:a16="http://schemas.microsoft.com/office/drawing/2014/main" id="{763C22A2-920C-4A43-A987-7A236B16F0B6}"/>
              </a:ext>
            </a:extLst>
          </p:cNvPr>
          <p:cNvSpPr/>
          <p:nvPr/>
        </p:nvSpPr>
        <p:spPr>
          <a:xfrm rot="16724587" flipV="1">
            <a:off x="3752680" y="989777"/>
            <a:ext cx="2926413" cy="3471019"/>
          </a:xfrm>
          <a:prstGeom prst="arc">
            <a:avLst>
              <a:gd name="adj1" fmla="val 12150503"/>
              <a:gd name="adj2" fmla="val 0"/>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 name="Picture 7">
            <a:extLst>
              <a:ext uri="{FF2B5EF4-FFF2-40B4-BE49-F238E27FC236}">
                <a16:creationId xmlns:a16="http://schemas.microsoft.com/office/drawing/2014/main" id="{71241347-CB49-4F9F-A3FB-F2A645E439CC}"/>
              </a:ext>
            </a:extLst>
          </p:cNvPr>
          <p:cNvPicPr>
            <a:picLocks noChangeAspect="1"/>
          </p:cNvPicPr>
          <p:nvPr/>
        </p:nvPicPr>
        <p:blipFill>
          <a:blip r:embed="rId4"/>
          <a:stretch>
            <a:fillRect/>
          </a:stretch>
        </p:blipFill>
        <p:spPr>
          <a:xfrm>
            <a:off x="1843286" y="2127273"/>
            <a:ext cx="285750" cy="428625"/>
          </a:xfrm>
          <a:prstGeom prst="rect">
            <a:avLst/>
          </a:prstGeom>
        </p:spPr>
      </p:pic>
      <p:pic>
        <p:nvPicPr>
          <p:cNvPr id="9" name="Picture 8">
            <a:extLst>
              <a:ext uri="{FF2B5EF4-FFF2-40B4-BE49-F238E27FC236}">
                <a16:creationId xmlns:a16="http://schemas.microsoft.com/office/drawing/2014/main" id="{E57BA9C3-5781-238C-1E1E-10EED3560D19}"/>
              </a:ext>
            </a:extLst>
          </p:cNvPr>
          <p:cNvPicPr>
            <a:picLocks noChangeAspect="1"/>
          </p:cNvPicPr>
          <p:nvPr/>
        </p:nvPicPr>
        <p:blipFill>
          <a:blip r:embed="rId5"/>
          <a:stretch>
            <a:fillRect/>
          </a:stretch>
        </p:blipFill>
        <p:spPr>
          <a:xfrm>
            <a:off x="2449460" y="3223320"/>
            <a:ext cx="3102880" cy="3166586"/>
          </a:xfrm>
          <a:prstGeom prst="rect">
            <a:avLst/>
          </a:prstGeom>
          <a:ln w="12700">
            <a:solidFill>
              <a:schemeClr val="accent1"/>
            </a:solidFill>
          </a:ln>
          <a:effectLst>
            <a:softEdge rad="0"/>
          </a:effectLst>
        </p:spPr>
      </p:pic>
    </p:spTree>
    <p:extLst>
      <p:ext uri="{BB962C8B-B14F-4D97-AF65-F5344CB8AC3E}">
        <p14:creationId xmlns:p14="http://schemas.microsoft.com/office/powerpoint/2010/main" val="4024745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409575" y="3233"/>
            <a:ext cx="9850664"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3200" b="1" dirty="0"/>
              <a:t>VARIABLE MONITORING CONFIGURATION</a:t>
            </a:r>
          </a:p>
        </p:txBody>
      </p:sp>
      <p:sp>
        <p:nvSpPr>
          <p:cNvPr id="4" name="Rectangle 3">
            <a:extLst>
              <a:ext uri="{FF2B5EF4-FFF2-40B4-BE49-F238E27FC236}">
                <a16:creationId xmlns:a16="http://schemas.microsoft.com/office/drawing/2014/main" id="{FD181CCA-820C-4FDC-8717-26A0327EACE9}"/>
              </a:ext>
            </a:extLst>
          </p:cNvPr>
          <p:cNvSpPr/>
          <p:nvPr/>
        </p:nvSpPr>
        <p:spPr>
          <a:xfrm>
            <a:off x="257175" y="640913"/>
            <a:ext cx="5286375" cy="6217087"/>
          </a:xfrm>
          <a:prstGeom prst="rect">
            <a:avLst/>
          </a:prstGeom>
        </p:spPr>
        <p:txBody>
          <a:bodyPr wrap="square">
            <a:spAutoFit/>
          </a:bodyPr>
          <a:lstStyle/>
          <a:p>
            <a:pPr marL="342900" indent="-342900">
              <a:buFont typeface="+mj-lt"/>
              <a:buAutoNum type="arabicPeriod"/>
            </a:pPr>
            <a:r>
              <a:rPr lang="en-US" dirty="0"/>
              <a:t>Go to Sentinel Dashboard, under Content expand configuration tab click on Variable monitoring. </a:t>
            </a:r>
          </a:p>
          <a:p>
            <a:pPr marL="342900" indent="-342900">
              <a:buFont typeface="+mj-lt"/>
              <a:buAutoNum type="arabicPeriod"/>
            </a:pPr>
            <a:r>
              <a:rPr lang="en-US" dirty="0"/>
              <a:t>Go to “Replacement &amp; Filtering” tab.</a:t>
            </a:r>
          </a:p>
          <a:p>
            <a:pPr marL="342900" indent="-342900">
              <a:buFont typeface="+mj-lt"/>
              <a:buAutoNum type="arabicPeriod"/>
            </a:pPr>
            <a:r>
              <a:rPr lang="en-US" dirty="0"/>
              <a:t>Drag and drop the attribute from the right sidebar to the viewing pane. The attribute appears in the table.</a:t>
            </a:r>
            <a:endParaRPr lang="en-US" sz="1600" dirty="0"/>
          </a:p>
          <a:p>
            <a:pPr marL="342900" indent="-342900">
              <a:buFont typeface="+mj-lt"/>
              <a:buAutoNum type="arabicPeriod"/>
            </a:pPr>
            <a:r>
              <a:rPr lang="en-US" sz="1600" dirty="0"/>
              <a:t>In the </a:t>
            </a:r>
            <a:r>
              <a:rPr lang="en-US" sz="1600" b="1" dirty="0"/>
              <a:t>Replacement </a:t>
            </a:r>
            <a:r>
              <a:rPr lang="en-US" sz="1600" dirty="0"/>
              <a:t>column, select the replacement type for the bad quality data.</a:t>
            </a:r>
          </a:p>
          <a:p>
            <a:pPr marL="342900" indent="-342900">
              <a:buFont typeface="+mj-lt"/>
              <a:buAutoNum type="arabicPeriod"/>
            </a:pPr>
            <a:r>
              <a:rPr lang="en-US" sz="1600" dirty="0"/>
              <a:t>In the </a:t>
            </a:r>
            <a:r>
              <a:rPr lang="en-US" sz="1600" b="1" dirty="0"/>
              <a:t>Filter </a:t>
            </a:r>
            <a:r>
              <a:rPr lang="en-US" sz="1600" dirty="0"/>
              <a:t>column, select the filter type to use.</a:t>
            </a:r>
          </a:p>
          <a:p>
            <a:pPr marL="342900" indent="-342900">
              <a:buFont typeface="+mj-lt"/>
              <a:buAutoNum type="arabicPeriod"/>
            </a:pPr>
            <a:r>
              <a:rPr lang="en-US" sz="1600" dirty="0"/>
              <a:t>In the </a:t>
            </a:r>
            <a:r>
              <a:rPr lang="en-US" sz="1600" b="1" dirty="0"/>
              <a:t>Filter Param </a:t>
            </a:r>
            <a:r>
              <a:rPr lang="en-US" sz="1600" dirty="0"/>
              <a:t>column, type the value for the filter type.</a:t>
            </a:r>
          </a:p>
          <a:p>
            <a:pPr marL="342900" indent="-342900">
              <a:buFont typeface="+mj-lt"/>
              <a:buAutoNum type="arabicPeriod"/>
            </a:pPr>
            <a:r>
              <a:rPr lang="en-US" sz="1600" dirty="0"/>
              <a:t>In the </a:t>
            </a:r>
            <a:r>
              <a:rPr lang="en-US" sz="1600" b="1" dirty="0"/>
              <a:t>Range Low </a:t>
            </a:r>
            <a:r>
              <a:rPr lang="en-US" sz="1600" dirty="0"/>
              <a:t>column, type the low value threshold.</a:t>
            </a:r>
          </a:p>
          <a:p>
            <a:pPr marL="342900" indent="-342900">
              <a:buFont typeface="+mj-lt"/>
              <a:buAutoNum type="arabicPeriod"/>
            </a:pPr>
            <a:r>
              <a:rPr lang="en-US" sz="1600" dirty="0"/>
              <a:t>In the </a:t>
            </a:r>
            <a:r>
              <a:rPr lang="en-US" sz="1600" b="1" dirty="0"/>
              <a:t>Range High </a:t>
            </a:r>
            <a:r>
              <a:rPr lang="en-US" sz="1600" dirty="0"/>
              <a:t>column, type the high value threshold.</a:t>
            </a:r>
          </a:p>
          <a:p>
            <a:pPr marL="342900" indent="-342900">
              <a:buFont typeface="+mj-lt"/>
              <a:buAutoNum type="arabicPeriod"/>
            </a:pPr>
            <a:r>
              <a:rPr lang="en-US" sz="1600" dirty="0"/>
              <a:t>In the </a:t>
            </a:r>
            <a:r>
              <a:rPr lang="en-US" sz="1600" b="1" dirty="0"/>
              <a:t>Frozen</a:t>
            </a:r>
            <a:r>
              <a:rPr lang="en-US" sz="1600" dirty="0"/>
              <a:t>, type the number of minutes a value must remain the same before it is considered frozen/bad data.</a:t>
            </a:r>
          </a:p>
          <a:p>
            <a:pPr marL="342900" indent="-342900">
              <a:buFont typeface="+mj-lt"/>
              <a:buAutoNum type="arabicPeriod"/>
            </a:pPr>
            <a:r>
              <a:rPr lang="en-US" sz="1600" dirty="0"/>
              <a:t>In the </a:t>
            </a:r>
            <a:r>
              <a:rPr lang="en-US" sz="1600" b="1" dirty="0"/>
              <a:t>Generate Events </a:t>
            </a:r>
            <a:r>
              <a:rPr lang="en-US" sz="1600" dirty="0"/>
              <a:t>column, select the checkbox to create the related data events for the attribute.</a:t>
            </a:r>
          </a:p>
          <a:p>
            <a:pPr marL="342900" indent="-342900">
              <a:buFont typeface="+mj-lt"/>
              <a:buAutoNum type="arabicPeriod"/>
            </a:pPr>
            <a:r>
              <a:rPr lang="en-US" sz="1600" dirty="0"/>
              <a:t>Click </a:t>
            </a:r>
            <a:r>
              <a:rPr lang="en-US" sz="1600" b="1" dirty="0"/>
              <a:t>Save</a:t>
            </a:r>
            <a:r>
              <a:rPr lang="en-US" sz="1600" dirty="0"/>
              <a:t>.</a:t>
            </a:r>
          </a:p>
          <a:p>
            <a:pPr marL="342900" indent="-342900">
              <a:buFont typeface="+mj-lt"/>
              <a:buAutoNum type="arabicPeriod"/>
            </a:pPr>
            <a:r>
              <a:rPr lang="en-US" sz="1600" dirty="0"/>
              <a:t>To push the changes to the server, click </a:t>
            </a:r>
            <a:r>
              <a:rPr lang="en-US" sz="1600" b="1" dirty="0"/>
              <a:t>Publish</a:t>
            </a:r>
            <a:r>
              <a:rPr lang="en-US" sz="1600" dirty="0"/>
              <a:t>.</a:t>
            </a:r>
          </a:p>
        </p:txBody>
      </p:sp>
      <p:pic>
        <p:nvPicPr>
          <p:cNvPr id="6" name="Picture 5">
            <a:extLst>
              <a:ext uri="{FF2B5EF4-FFF2-40B4-BE49-F238E27FC236}">
                <a16:creationId xmlns:a16="http://schemas.microsoft.com/office/drawing/2014/main" id="{19E7D9E3-06B4-8B06-3F60-4EBF439511B1}"/>
              </a:ext>
            </a:extLst>
          </p:cNvPr>
          <p:cNvPicPr>
            <a:picLocks noChangeAspect="1"/>
          </p:cNvPicPr>
          <p:nvPr/>
        </p:nvPicPr>
        <p:blipFill>
          <a:blip r:embed="rId3"/>
          <a:stretch>
            <a:fillRect/>
          </a:stretch>
        </p:blipFill>
        <p:spPr>
          <a:xfrm>
            <a:off x="5439738" y="814173"/>
            <a:ext cx="6752262" cy="4990725"/>
          </a:xfrm>
          <a:prstGeom prst="rect">
            <a:avLst/>
          </a:prstGeom>
          <a:solidFill>
            <a:schemeClr val="bg1"/>
          </a:solidFill>
          <a:ln w="12700">
            <a:solidFill>
              <a:schemeClr val="accent1"/>
            </a:solidFill>
          </a:ln>
        </p:spPr>
      </p:pic>
    </p:spTree>
    <p:extLst>
      <p:ext uri="{BB962C8B-B14F-4D97-AF65-F5344CB8AC3E}">
        <p14:creationId xmlns:p14="http://schemas.microsoft.com/office/powerpoint/2010/main" val="9933442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3EFF0C-1C62-146F-B807-8C5DD57E07D1}"/>
              </a:ext>
            </a:extLst>
          </p:cNvPr>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23</a:t>
            </a:fld>
            <a:endParaRPr lang="en-US">
              <a:solidFill>
                <a:srgbClr val="FFFFFF"/>
              </a:solidFill>
            </a:endParaRPr>
          </a:p>
        </p:txBody>
      </p:sp>
      <p:sp>
        <p:nvSpPr>
          <p:cNvPr id="3" name="Footer Placeholder 2">
            <a:extLst>
              <a:ext uri="{FF2B5EF4-FFF2-40B4-BE49-F238E27FC236}">
                <a16:creationId xmlns:a16="http://schemas.microsoft.com/office/drawing/2014/main" id="{D17AD638-7839-B5F1-8827-A0B4B32F086F}"/>
              </a:ext>
            </a:extLst>
          </p:cNvPr>
          <p:cNvSpPr>
            <a:spLocks noGrp="1"/>
          </p:cNvSpPr>
          <p:nvPr>
            <p:ph type="ftr" sz="quarter" idx="11"/>
          </p:nvPr>
        </p:nvSpPr>
        <p:spPr/>
        <p:txBody>
          <a:bodyPr/>
          <a:lstStyle/>
          <a:p>
            <a:r>
              <a:rPr lang="en-US"/>
              <a:t>Honeywell Internal</a:t>
            </a:r>
          </a:p>
        </p:txBody>
      </p:sp>
      <p:sp>
        <p:nvSpPr>
          <p:cNvPr id="4" name="Title 1">
            <a:extLst>
              <a:ext uri="{FF2B5EF4-FFF2-40B4-BE49-F238E27FC236}">
                <a16:creationId xmlns:a16="http://schemas.microsoft.com/office/drawing/2014/main" id="{F09B1942-151D-3077-47B2-5F7B3415D8D0}"/>
              </a:ext>
            </a:extLst>
          </p:cNvPr>
          <p:cNvSpPr txBox="1">
            <a:spLocks/>
          </p:cNvSpPr>
          <p:nvPr/>
        </p:nvSpPr>
        <p:spPr>
          <a:xfrm>
            <a:off x="-239848" y="128963"/>
            <a:ext cx="9098098"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latin typeface="+mj-lt"/>
              </a:rPr>
              <a:t>GRAPHICS LINKAGE TO ASSET</a:t>
            </a:r>
          </a:p>
        </p:txBody>
      </p:sp>
      <p:sp>
        <p:nvSpPr>
          <p:cNvPr id="5" name="Content Placeholder 2">
            <a:extLst>
              <a:ext uri="{FF2B5EF4-FFF2-40B4-BE49-F238E27FC236}">
                <a16:creationId xmlns:a16="http://schemas.microsoft.com/office/drawing/2014/main" id="{56B5D8EA-2408-ADF8-C5F0-4BF35019BB64}"/>
              </a:ext>
            </a:extLst>
          </p:cNvPr>
          <p:cNvSpPr txBox="1">
            <a:spLocks/>
          </p:cNvSpPr>
          <p:nvPr/>
        </p:nvSpPr>
        <p:spPr>
          <a:xfrm>
            <a:off x="570995" y="726259"/>
            <a:ext cx="11247458" cy="5580561"/>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0100" lvl="1" indent="-342900" algn="just">
              <a:buFont typeface="+mj-lt"/>
              <a:buAutoNum type="arabicParenR"/>
            </a:pPr>
            <a:r>
              <a:rPr lang="en-US" sz="1600" dirty="0"/>
              <a:t>Navigate to Configuration studio and search for Asset Link. </a:t>
            </a:r>
          </a:p>
          <a:p>
            <a:pPr marL="800100" lvl="1" indent="-342900" algn="just">
              <a:buFont typeface="+mj-lt"/>
              <a:buAutoNum type="arabicParenR"/>
            </a:pPr>
            <a:r>
              <a:rPr lang="en-US" sz="1600" dirty="0"/>
              <a:t>Click on Create button for new Asset Links or existing link can be modified by searching it.</a:t>
            </a:r>
          </a:p>
          <a:p>
            <a:pPr marL="800100" lvl="1" indent="-342900" algn="just">
              <a:buFont typeface="+mj-lt"/>
              <a:buAutoNum type="arabicParenR"/>
            </a:pPr>
            <a:r>
              <a:rPr lang="en-US" sz="1600" dirty="0"/>
              <a:t>Provide link name, display name and description.</a:t>
            </a:r>
          </a:p>
          <a:p>
            <a:pPr marL="800100" lvl="1" indent="-342900" algn="just">
              <a:buFont typeface="+mj-lt"/>
              <a:buAutoNum type="arabicParenR"/>
            </a:pPr>
            <a:r>
              <a:rPr lang="en-US" sz="1600" dirty="0"/>
              <a:t>Select link type and category from drop down, enter Asset Link URL and click Save changes.</a:t>
            </a:r>
          </a:p>
          <a:p>
            <a:pPr marL="800100" lvl="1" indent="-342900" algn="just">
              <a:buFont typeface="+mj-lt"/>
              <a:buAutoNum type="arabicParenR"/>
            </a:pPr>
            <a:r>
              <a:rPr lang="en-US" sz="1600" dirty="0"/>
              <a:t>The equipment graphics URL should have “/MES/HMIWeb/Ui/DisplayService1.0/view/Displays/&lt;graphic file name&gt;?Asset=&lt;Asset Name&gt;</a:t>
            </a:r>
          </a:p>
          <a:p>
            <a:pPr marL="800100" lvl="1" indent="-342900" algn="just">
              <a:buClr>
                <a:srgbClr val="C00000"/>
              </a:buClr>
              <a:buFont typeface="+mj-lt"/>
              <a:buAutoNum type="arabicParenR"/>
            </a:pPr>
            <a:endParaRPr lang="en-US" sz="1600" dirty="0"/>
          </a:p>
        </p:txBody>
      </p:sp>
      <p:pic>
        <p:nvPicPr>
          <p:cNvPr id="6" name="Picture 5">
            <a:extLst>
              <a:ext uri="{FF2B5EF4-FFF2-40B4-BE49-F238E27FC236}">
                <a16:creationId xmlns:a16="http://schemas.microsoft.com/office/drawing/2014/main" id="{CC7DFFAC-35C1-82A5-2662-0D40F4C4DA10}"/>
              </a:ext>
            </a:extLst>
          </p:cNvPr>
          <p:cNvPicPr>
            <a:picLocks noChangeAspect="1"/>
          </p:cNvPicPr>
          <p:nvPr/>
        </p:nvPicPr>
        <p:blipFill>
          <a:blip r:embed="rId2"/>
          <a:stretch>
            <a:fillRect/>
          </a:stretch>
        </p:blipFill>
        <p:spPr>
          <a:xfrm>
            <a:off x="1016000" y="2427111"/>
            <a:ext cx="10714037" cy="4089752"/>
          </a:xfrm>
          <a:prstGeom prst="rect">
            <a:avLst/>
          </a:prstGeom>
        </p:spPr>
      </p:pic>
    </p:spTree>
    <p:extLst>
      <p:ext uri="{BB962C8B-B14F-4D97-AF65-F5344CB8AC3E}">
        <p14:creationId xmlns:p14="http://schemas.microsoft.com/office/powerpoint/2010/main" val="4008908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385893" y="111573"/>
            <a:ext cx="8456103"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CREATE DEFAULT ASSET TRENDS</a:t>
            </a:r>
          </a:p>
        </p:txBody>
      </p:sp>
      <p:sp>
        <p:nvSpPr>
          <p:cNvPr id="3" name="Rectangle 2">
            <a:extLst>
              <a:ext uri="{FF2B5EF4-FFF2-40B4-BE49-F238E27FC236}">
                <a16:creationId xmlns:a16="http://schemas.microsoft.com/office/drawing/2014/main" id="{77422128-68E4-4F5F-B86D-1BBF1DBD0F39}"/>
              </a:ext>
            </a:extLst>
          </p:cNvPr>
          <p:cNvSpPr/>
          <p:nvPr/>
        </p:nvSpPr>
        <p:spPr>
          <a:xfrm>
            <a:off x="584941" y="768556"/>
            <a:ext cx="4122526" cy="6001643"/>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To create the Asset trend for a selected asset based on its attributes, you can Click on Asset Trend on the Contents View.</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The Asset trend window for the selected Asset will get displayed. Any preconfigured trend shall be available for viewing.</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To create a new trend, click on the downward arrow.</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Then click on the radio button of the attributes from the down side pane into the trend window.</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By default, the trend will be a time series trend with time in the X-axis.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The X-Y trend can be plotted by having attributes dragged and dropped to both X and Y axis.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Multiple attributes can be plotted in the Y-axis for a time series trend.</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The time scale for the trend can be changed using the time picker in the top right corner.</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Save Trend by clicking on </a:t>
            </a:r>
          </a:p>
        </p:txBody>
      </p:sp>
      <p:pic>
        <p:nvPicPr>
          <p:cNvPr id="15" name="Picture 14">
            <a:extLst>
              <a:ext uri="{FF2B5EF4-FFF2-40B4-BE49-F238E27FC236}">
                <a16:creationId xmlns:a16="http://schemas.microsoft.com/office/drawing/2014/main" id="{0CF8E7A5-1800-4630-AD7C-A568E1CD9B1E}"/>
              </a:ext>
            </a:extLst>
          </p:cNvPr>
          <p:cNvPicPr>
            <a:picLocks noChangeAspect="1"/>
          </p:cNvPicPr>
          <p:nvPr/>
        </p:nvPicPr>
        <p:blipFill>
          <a:blip r:embed="rId3"/>
          <a:stretch>
            <a:fillRect/>
          </a:stretch>
        </p:blipFill>
        <p:spPr>
          <a:xfrm>
            <a:off x="3415662" y="4514679"/>
            <a:ext cx="276225" cy="285750"/>
          </a:xfrm>
          <a:prstGeom prst="rect">
            <a:avLst/>
          </a:prstGeom>
        </p:spPr>
      </p:pic>
      <p:pic>
        <p:nvPicPr>
          <p:cNvPr id="6" name="Picture 5">
            <a:extLst>
              <a:ext uri="{FF2B5EF4-FFF2-40B4-BE49-F238E27FC236}">
                <a16:creationId xmlns:a16="http://schemas.microsoft.com/office/drawing/2014/main" id="{464E5268-19D2-F927-46A3-8060234A9D1D}"/>
              </a:ext>
            </a:extLst>
          </p:cNvPr>
          <p:cNvPicPr>
            <a:picLocks noChangeAspect="1"/>
          </p:cNvPicPr>
          <p:nvPr/>
        </p:nvPicPr>
        <p:blipFill>
          <a:blip r:embed="rId4"/>
          <a:stretch>
            <a:fillRect/>
          </a:stretch>
        </p:blipFill>
        <p:spPr>
          <a:xfrm>
            <a:off x="4707467" y="708869"/>
            <a:ext cx="7452892" cy="6061330"/>
          </a:xfrm>
          <a:prstGeom prst="rect">
            <a:avLst/>
          </a:prstGeom>
        </p:spPr>
      </p:pic>
    </p:spTree>
    <p:extLst>
      <p:ext uri="{BB962C8B-B14F-4D97-AF65-F5344CB8AC3E}">
        <p14:creationId xmlns:p14="http://schemas.microsoft.com/office/powerpoint/2010/main" val="348148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161925" y="123825"/>
            <a:ext cx="11944350" cy="419100"/>
          </a:xfrm>
        </p:spPr>
        <p:txBody>
          <a:bodyPr/>
          <a:lstStyle/>
          <a:p>
            <a:r>
              <a:rPr lang="en-US" dirty="0">
                <a:latin typeface="+mn-lt"/>
              </a:rPr>
              <a:t>EXISTING Model Configuration Block Diagram</a:t>
            </a:r>
          </a:p>
        </p:txBody>
      </p:sp>
      <p:grpSp>
        <p:nvGrpSpPr>
          <p:cNvPr id="10" name="Group 9">
            <a:extLst>
              <a:ext uri="{FF2B5EF4-FFF2-40B4-BE49-F238E27FC236}">
                <a16:creationId xmlns:a16="http://schemas.microsoft.com/office/drawing/2014/main" id="{44D7222F-A6FC-4891-BC5D-B60125F3B86A}"/>
              </a:ext>
            </a:extLst>
          </p:cNvPr>
          <p:cNvGrpSpPr/>
          <p:nvPr/>
        </p:nvGrpSpPr>
        <p:grpSpPr>
          <a:xfrm>
            <a:off x="767926" y="917219"/>
            <a:ext cx="10656146" cy="5023562"/>
            <a:chOff x="1040554" y="1462963"/>
            <a:chExt cx="10656146" cy="5023562"/>
          </a:xfrm>
          <a:solidFill>
            <a:schemeClr val="tx2">
              <a:lumMod val="40000"/>
              <a:lumOff val="60000"/>
            </a:schemeClr>
          </a:solidFill>
        </p:grpSpPr>
        <p:sp>
          <p:nvSpPr>
            <p:cNvPr id="13" name="Rectangle 12">
              <a:extLst>
                <a:ext uri="{FF2B5EF4-FFF2-40B4-BE49-F238E27FC236}">
                  <a16:creationId xmlns:a16="http://schemas.microsoft.com/office/drawing/2014/main" id="{969076C1-81B5-44B5-AE46-6050855D9C0E}"/>
                </a:ext>
              </a:extLst>
            </p:cNvPr>
            <p:cNvSpPr/>
            <p:nvPr/>
          </p:nvSpPr>
          <p:spPr>
            <a:xfrm>
              <a:off x="1682015" y="1462963"/>
              <a:ext cx="1977191" cy="502356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Model Configuration</a:t>
              </a:r>
            </a:p>
          </p:txBody>
        </p:sp>
        <p:sp>
          <p:nvSpPr>
            <p:cNvPr id="14" name="Rectangle 13">
              <a:extLst>
                <a:ext uri="{FF2B5EF4-FFF2-40B4-BE49-F238E27FC236}">
                  <a16:creationId xmlns:a16="http://schemas.microsoft.com/office/drawing/2014/main" id="{B7509E7B-9E91-4A30-A166-6349EEC096EF}"/>
                </a:ext>
              </a:extLst>
            </p:cNvPr>
            <p:cNvSpPr/>
            <p:nvPr/>
          </p:nvSpPr>
          <p:spPr>
            <a:xfrm>
              <a:off x="4821289" y="3711019"/>
              <a:ext cx="1977191" cy="52745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Existing models</a:t>
              </a:r>
            </a:p>
          </p:txBody>
        </p:sp>
        <p:sp>
          <p:nvSpPr>
            <p:cNvPr id="16" name="Heptagon 15">
              <a:extLst>
                <a:ext uri="{FF2B5EF4-FFF2-40B4-BE49-F238E27FC236}">
                  <a16:creationId xmlns:a16="http://schemas.microsoft.com/office/drawing/2014/main" id="{FD9D617D-ED70-4141-896F-90A7CC62ED9D}"/>
                </a:ext>
              </a:extLst>
            </p:cNvPr>
            <p:cNvSpPr/>
            <p:nvPr/>
          </p:nvSpPr>
          <p:spPr>
            <a:xfrm>
              <a:off x="4419997" y="3861184"/>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 name="Arrow: Right 17">
              <a:extLst>
                <a:ext uri="{FF2B5EF4-FFF2-40B4-BE49-F238E27FC236}">
                  <a16:creationId xmlns:a16="http://schemas.microsoft.com/office/drawing/2014/main" id="{832C43F9-1774-4238-BA22-8497ACD77337}"/>
                </a:ext>
              </a:extLst>
            </p:cNvPr>
            <p:cNvSpPr/>
            <p:nvPr/>
          </p:nvSpPr>
          <p:spPr>
            <a:xfrm>
              <a:off x="3659205" y="3837584"/>
              <a:ext cx="729488" cy="27432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Arrow: Right 20">
              <a:extLst>
                <a:ext uri="{FF2B5EF4-FFF2-40B4-BE49-F238E27FC236}">
                  <a16:creationId xmlns:a16="http://schemas.microsoft.com/office/drawing/2014/main" id="{A1C51786-9DED-4862-866C-64EE7675AB68}"/>
                </a:ext>
              </a:extLst>
            </p:cNvPr>
            <p:cNvSpPr/>
            <p:nvPr/>
          </p:nvSpPr>
          <p:spPr>
            <a:xfrm>
              <a:off x="6818376" y="3837584"/>
              <a:ext cx="791214" cy="27432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 name="Group 2">
              <a:extLst>
                <a:ext uri="{FF2B5EF4-FFF2-40B4-BE49-F238E27FC236}">
                  <a16:creationId xmlns:a16="http://schemas.microsoft.com/office/drawing/2014/main" id="{5914C9A1-F52E-4FBD-B74A-2FBF87FCB120}"/>
                </a:ext>
              </a:extLst>
            </p:cNvPr>
            <p:cNvGrpSpPr/>
            <p:nvPr/>
          </p:nvGrpSpPr>
          <p:grpSpPr>
            <a:xfrm>
              <a:off x="7745052" y="1755796"/>
              <a:ext cx="3951648" cy="249101"/>
              <a:chOff x="7745052" y="1755796"/>
              <a:chExt cx="3951648" cy="249101"/>
            </a:xfrm>
            <a:grpFill/>
          </p:grpSpPr>
          <p:sp>
            <p:nvSpPr>
              <p:cNvPr id="20" name="Heptagon 19">
                <a:extLst>
                  <a:ext uri="{FF2B5EF4-FFF2-40B4-BE49-F238E27FC236}">
                    <a16:creationId xmlns:a16="http://schemas.microsoft.com/office/drawing/2014/main" id="{F8619BD8-7A1F-4BF1-ABAF-9F1C2D7785AD}"/>
                  </a:ext>
                </a:extLst>
              </p:cNvPr>
              <p:cNvSpPr/>
              <p:nvPr/>
            </p:nvSpPr>
            <p:spPr>
              <a:xfrm>
                <a:off x="7745052" y="1766786"/>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3" name="Rectangle 22">
                <a:extLst>
                  <a:ext uri="{FF2B5EF4-FFF2-40B4-BE49-F238E27FC236}">
                    <a16:creationId xmlns:a16="http://schemas.microsoft.com/office/drawing/2014/main" id="{E3A9172A-2DAA-4FB8-AA88-3D5C397099BB}"/>
                  </a:ext>
                </a:extLst>
              </p:cNvPr>
              <p:cNvSpPr/>
              <p:nvPr/>
            </p:nvSpPr>
            <p:spPr>
              <a:xfrm>
                <a:off x="8069627" y="1755796"/>
                <a:ext cx="3627073" cy="24910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Configuration</a:t>
                </a:r>
              </a:p>
            </p:txBody>
          </p:sp>
        </p:grpSp>
        <p:grpSp>
          <p:nvGrpSpPr>
            <p:cNvPr id="4" name="Group 3">
              <a:extLst>
                <a:ext uri="{FF2B5EF4-FFF2-40B4-BE49-F238E27FC236}">
                  <a16:creationId xmlns:a16="http://schemas.microsoft.com/office/drawing/2014/main" id="{FB3FE30D-EB65-43B4-9A6A-5677171552CA}"/>
                </a:ext>
              </a:extLst>
            </p:cNvPr>
            <p:cNvGrpSpPr/>
            <p:nvPr/>
          </p:nvGrpSpPr>
          <p:grpSpPr>
            <a:xfrm>
              <a:off x="7745052" y="2586105"/>
              <a:ext cx="3950384" cy="266618"/>
              <a:chOff x="7745052" y="2487838"/>
              <a:chExt cx="3950384" cy="266618"/>
            </a:xfrm>
            <a:grpFill/>
          </p:grpSpPr>
          <p:sp>
            <p:nvSpPr>
              <p:cNvPr id="24" name="Rectangle 23">
                <a:extLst>
                  <a:ext uri="{FF2B5EF4-FFF2-40B4-BE49-F238E27FC236}">
                    <a16:creationId xmlns:a16="http://schemas.microsoft.com/office/drawing/2014/main" id="{AD324C7C-7C50-41BB-89D7-FB01CA12B2A7}"/>
                  </a:ext>
                </a:extLst>
              </p:cNvPr>
              <p:cNvSpPr/>
              <p:nvPr/>
            </p:nvSpPr>
            <p:spPr>
              <a:xfrm>
                <a:off x="8069628" y="2487838"/>
                <a:ext cx="3625808" cy="266618"/>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Static Attribute Value Update</a:t>
                </a:r>
              </a:p>
            </p:txBody>
          </p:sp>
          <p:sp>
            <p:nvSpPr>
              <p:cNvPr id="27" name="Heptagon 26">
                <a:extLst>
                  <a:ext uri="{FF2B5EF4-FFF2-40B4-BE49-F238E27FC236}">
                    <a16:creationId xmlns:a16="http://schemas.microsoft.com/office/drawing/2014/main" id="{6F50AF35-84B5-4DDB-93EC-5103AAD3055A}"/>
                  </a:ext>
                </a:extLst>
              </p:cNvPr>
              <p:cNvSpPr/>
              <p:nvPr/>
            </p:nvSpPr>
            <p:spPr>
              <a:xfrm>
                <a:off x="7745052" y="2507587"/>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grpSp>
          <p:nvGrpSpPr>
            <p:cNvPr id="5" name="Group 4">
              <a:extLst>
                <a:ext uri="{FF2B5EF4-FFF2-40B4-BE49-F238E27FC236}">
                  <a16:creationId xmlns:a16="http://schemas.microsoft.com/office/drawing/2014/main" id="{6523F34A-33EC-4138-AE1C-C9D12BA3C6FD}"/>
                </a:ext>
              </a:extLst>
            </p:cNvPr>
            <p:cNvGrpSpPr/>
            <p:nvPr/>
          </p:nvGrpSpPr>
          <p:grpSpPr>
            <a:xfrm>
              <a:off x="7745052" y="3433931"/>
              <a:ext cx="3951648" cy="457871"/>
              <a:chOff x="7745052" y="3107860"/>
              <a:chExt cx="3951648" cy="457871"/>
            </a:xfrm>
            <a:grpFill/>
          </p:grpSpPr>
          <p:sp>
            <p:nvSpPr>
              <p:cNvPr id="25" name="Rectangle 24">
                <a:extLst>
                  <a:ext uri="{FF2B5EF4-FFF2-40B4-BE49-F238E27FC236}">
                    <a16:creationId xmlns:a16="http://schemas.microsoft.com/office/drawing/2014/main" id="{F4E9DD83-0806-4CDE-BC00-8D058FE041CE}"/>
                  </a:ext>
                </a:extLst>
              </p:cNvPr>
              <p:cNvSpPr/>
              <p:nvPr/>
            </p:nvSpPr>
            <p:spPr>
              <a:xfrm>
                <a:off x="8069628" y="3107860"/>
                <a:ext cx="3627072" cy="45787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Dynamic Attribute Tag Mapping</a:t>
                </a:r>
              </a:p>
            </p:txBody>
          </p:sp>
          <p:sp>
            <p:nvSpPr>
              <p:cNvPr id="28" name="Heptagon 27">
                <a:extLst>
                  <a:ext uri="{FF2B5EF4-FFF2-40B4-BE49-F238E27FC236}">
                    <a16:creationId xmlns:a16="http://schemas.microsoft.com/office/drawing/2014/main" id="{892171DB-3938-4ECA-BBCC-73681168A531}"/>
                  </a:ext>
                </a:extLst>
              </p:cNvPr>
              <p:cNvSpPr/>
              <p:nvPr/>
            </p:nvSpPr>
            <p:spPr>
              <a:xfrm>
                <a:off x="7745052" y="3223235"/>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6" name="Group 5">
              <a:extLst>
                <a:ext uri="{FF2B5EF4-FFF2-40B4-BE49-F238E27FC236}">
                  <a16:creationId xmlns:a16="http://schemas.microsoft.com/office/drawing/2014/main" id="{67FA43C6-F00D-4E66-BE5B-B45E56C5C14C}"/>
                </a:ext>
              </a:extLst>
            </p:cNvPr>
            <p:cNvGrpSpPr/>
            <p:nvPr/>
          </p:nvGrpSpPr>
          <p:grpSpPr>
            <a:xfrm>
              <a:off x="7745052" y="4473010"/>
              <a:ext cx="3951648" cy="557767"/>
              <a:chOff x="7745052" y="3798081"/>
              <a:chExt cx="3951648" cy="557767"/>
            </a:xfrm>
            <a:grpFill/>
          </p:grpSpPr>
          <p:sp>
            <p:nvSpPr>
              <p:cNvPr id="26" name="Rectangle 25">
                <a:extLst>
                  <a:ext uri="{FF2B5EF4-FFF2-40B4-BE49-F238E27FC236}">
                    <a16:creationId xmlns:a16="http://schemas.microsoft.com/office/drawing/2014/main" id="{A57A15B3-5B8B-403B-B797-FE3A367DBC47}"/>
                  </a:ext>
                </a:extLst>
              </p:cNvPr>
              <p:cNvSpPr/>
              <p:nvPr/>
            </p:nvSpPr>
            <p:spPr>
              <a:xfrm>
                <a:off x="8069628" y="3798081"/>
                <a:ext cx="3627072" cy="55776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limit update/Property update</a:t>
                </a:r>
              </a:p>
            </p:txBody>
          </p:sp>
          <p:sp>
            <p:nvSpPr>
              <p:cNvPr id="29" name="Heptagon 28">
                <a:extLst>
                  <a:ext uri="{FF2B5EF4-FFF2-40B4-BE49-F238E27FC236}">
                    <a16:creationId xmlns:a16="http://schemas.microsoft.com/office/drawing/2014/main" id="{0430A5C6-4521-43E7-831F-298773596C8F}"/>
                  </a:ext>
                </a:extLst>
              </p:cNvPr>
              <p:cNvSpPr/>
              <p:nvPr/>
            </p:nvSpPr>
            <p:spPr>
              <a:xfrm>
                <a:off x="7745052" y="3963404"/>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grpSp>
        <p:sp>
          <p:nvSpPr>
            <p:cNvPr id="30" name="Heptagon 29">
              <a:extLst>
                <a:ext uri="{FF2B5EF4-FFF2-40B4-BE49-F238E27FC236}">
                  <a16:creationId xmlns:a16="http://schemas.microsoft.com/office/drawing/2014/main" id="{24CC30BB-2651-4AB6-B3E2-96849F22ED81}"/>
                </a:ext>
              </a:extLst>
            </p:cNvPr>
            <p:cNvSpPr/>
            <p:nvPr/>
          </p:nvSpPr>
          <p:spPr>
            <a:xfrm>
              <a:off x="1040554" y="1462963"/>
              <a:ext cx="509758"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II</a:t>
              </a:r>
            </a:p>
          </p:txBody>
        </p:sp>
        <p:grpSp>
          <p:nvGrpSpPr>
            <p:cNvPr id="8" name="Group 7">
              <a:extLst>
                <a:ext uri="{FF2B5EF4-FFF2-40B4-BE49-F238E27FC236}">
                  <a16:creationId xmlns:a16="http://schemas.microsoft.com/office/drawing/2014/main" id="{D991EC33-EDC3-4430-B788-84111E6FF741}"/>
                </a:ext>
              </a:extLst>
            </p:cNvPr>
            <p:cNvGrpSpPr/>
            <p:nvPr/>
          </p:nvGrpSpPr>
          <p:grpSpPr>
            <a:xfrm>
              <a:off x="7745051" y="5611985"/>
              <a:ext cx="3951649" cy="558852"/>
              <a:chOff x="7745051" y="5611985"/>
              <a:chExt cx="3951649" cy="558852"/>
            </a:xfrm>
            <a:grpFill/>
          </p:grpSpPr>
          <p:sp>
            <p:nvSpPr>
              <p:cNvPr id="42" name="Rectangle 41">
                <a:extLst>
                  <a:ext uri="{FF2B5EF4-FFF2-40B4-BE49-F238E27FC236}">
                    <a16:creationId xmlns:a16="http://schemas.microsoft.com/office/drawing/2014/main" id="{C5CD5A16-C712-4A2C-9A3B-4C84A49F07B7}"/>
                  </a:ext>
                </a:extLst>
              </p:cNvPr>
              <p:cNvSpPr/>
              <p:nvPr/>
            </p:nvSpPr>
            <p:spPr>
              <a:xfrm>
                <a:off x="8071272" y="5611985"/>
                <a:ext cx="3625428" cy="55885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Model Mapping and model scheduling</a:t>
                </a:r>
              </a:p>
            </p:txBody>
          </p:sp>
          <p:sp>
            <p:nvSpPr>
              <p:cNvPr id="43" name="Heptagon 42">
                <a:extLst>
                  <a:ext uri="{FF2B5EF4-FFF2-40B4-BE49-F238E27FC236}">
                    <a16:creationId xmlns:a16="http://schemas.microsoft.com/office/drawing/2014/main" id="{5FA9F125-0D28-4B41-B602-C42B1E84962F}"/>
                  </a:ext>
                </a:extLst>
              </p:cNvPr>
              <p:cNvSpPr/>
              <p:nvPr/>
            </p:nvSpPr>
            <p:spPr>
              <a:xfrm>
                <a:off x="7745051" y="5777851"/>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grpSp>
    </p:spTree>
    <p:extLst>
      <p:ext uri="{BB962C8B-B14F-4D97-AF65-F5344CB8AC3E}">
        <p14:creationId xmlns:p14="http://schemas.microsoft.com/office/powerpoint/2010/main" val="1270616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123825" y="36737"/>
            <a:ext cx="11934825" cy="419100"/>
          </a:xfrm>
        </p:spPr>
        <p:txBody>
          <a:bodyPr/>
          <a:lstStyle/>
          <a:p>
            <a:r>
              <a:rPr lang="en-US" dirty="0">
                <a:latin typeface="+mn-lt"/>
              </a:rPr>
              <a:t>Existing Model Configuration Block Diagram</a:t>
            </a:r>
          </a:p>
        </p:txBody>
      </p:sp>
      <p:grpSp>
        <p:nvGrpSpPr>
          <p:cNvPr id="3" name="Group 2">
            <a:extLst>
              <a:ext uri="{FF2B5EF4-FFF2-40B4-BE49-F238E27FC236}">
                <a16:creationId xmlns:a16="http://schemas.microsoft.com/office/drawing/2014/main" id="{5B29B1A9-6E90-4A0F-B8E8-91869D8B6057}"/>
              </a:ext>
            </a:extLst>
          </p:cNvPr>
          <p:cNvGrpSpPr/>
          <p:nvPr/>
        </p:nvGrpSpPr>
        <p:grpSpPr>
          <a:xfrm>
            <a:off x="657033" y="553238"/>
            <a:ext cx="2474490" cy="5470598"/>
            <a:chOff x="657033" y="760072"/>
            <a:chExt cx="2474490" cy="5470598"/>
          </a:xfrm>
          <a:solidFill>
            <a:schemeClr val="tx2">
              <a:lumMod val="40000"/>
              <a:lumOff val="60000"/>
            </a:schemeClr>
          </a:solidFill>
        </p:grpSpPr>
        <p:sp>
          <p:nvSpPr>
            <p:cNvPr id="31" name="Heptagon 30">
              <a:extLst>
                <a:ext uri="{FF2B5EF4-FFF2-40B4-BE49-F238E27FC236}">
                  <a16:creationId xmlns:a16="http://schemas.microsoft.com/office/drawing/2014/main" id="{8BF13021-5F7B-427F-8CF6-146F0A78B04E}"/>
                </a:ext>
              </a:extLst>
            </p:cNvPr>
            <p:cNvSpPr/>
            <p:nvPr/>
          </p:nvSpPr>
          <p:spPr>
            <a:xfrm>
              <a:off x="657033" y="839452"/>
              <a:ext cx="344184" cy="32661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2" name="Rectangle 31">
              <a:extLst>
                <a:ext uri="{FF2B5EF4-FFF2-40B4-BE49-F238E27FC236}">
                  <a16:creationId xmlns:a16="http://schemas.microsoft.com/office/drawing/2014/main" id="{A3670564-312A-4523-99CA-05B23FE075D0}"/>
                </a:ext>
              </a:extLst>
            </p:cNvPr>
            <p:cNvSpPr/>
            <p:nvPr/>
          </p:nvSpPr>
          <p:spPr>
            <a:xfrm>
              <a:off x="1151984" y="760072"/>
              <a:ext cx="1968721" cy="531865"/>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Configuration</a:t>
              </a:r>
            </a:p>
          </p:txBody>
        </p:sp>
        <p:sp>
          <p:nvSpPr>
            <p:cNvPr id="41" name="Rectangle 40">
              <a:extLst>
                <a:ext uri="{FF2B5EF4-FFF2-40B4-BE49-F238E27FC236}">
                  <a16:creationId xmlns:a16="http://schemas.microsoft.com/office/drawing/2014/main" id="{A72C855F-82BE-4BE8-8CC4-ADCEE28E04AB}"/>
                </a:ext>
              </a:extLst>
            </p:cNvPr>
            <p:cNvSpPr/>
            <p:nvPr/>
          </p:nvSpPr>
          <p:spPr>
            <a:xfrm>
              <a:off x="1127919" y="1461423"/>
              <a:ext cx="2003604" cy="492185"/>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Right Click on Existing Asset</a:t>
              </a:r>
            </a:p>
          </p:txBody>
        </p:sp>
        <p:sp>
          <p:nvSpPr>
            <p:cNvPr id="44" name="Rectangle 43">
              <a:extLst>
                <a:ext uri="{FF2B5EF4-FFF2-40B4-BE49-F238E27FC236}">
                  <a16:creationId xmlns:a16="http://schemas.microsoft.com/office/drawing/2014/main" id="{B4C900D3-04BD-4E86-8A51-5553B2A40590}"/>
                </a:ext>
              </a:extLst>
            </p:cNvPr>
            <p:cNvSpPr/>
            <p:nvPr/>
          </p:nvSpPr>
          <p:spPr>
            <a:xfrm>
              <a:off x="1145361" y="2252677"/>
              <a:ext cx="1968720" cy="42626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on Add</a:t>
              </a:r>
            </a:p>
          </p:txBody>
        </p:sp>
        <p:sp>
          <p:nvSpPr>
            <p:cNvPr id="45" name="Rectangle 44">
              <a:extLst>
                <a:ext uri="{FF2B5EF4-FFF2-40B4-BE49-F238E27FC236}">
                  <a16:creationId xmlns:a16="http://schemas.microsoft.com/office/drawing/2014/main" id="{97A21AA7-6779-4B12-B08F-DFE3EFBCE632}"/>
                </a:ext>
              </a:extLst>
            </p:cNvPr>
            <p:cNvSpPr/>
            <p:nvPr/>
          </p:nvSpPr>
          <p:spPr>
            <a:xfrm>
              <a:off x="1135941" y="2900932"/>
              <a:ext cx="1987560" cy="240602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Enter the following details:</a:t>
              </a:r>
            </a:p>
            <a:p>
              <a:pPr marL="171450" indent="-171450">
                <a:buFontTx/>
                <a:buChar char="-"/>
              </a:pPr>
              <a:r>
                <a:rPr lang="en-US" dirty="0">
                  <a:solidFill>
                    <a:schemeClr val="tx1"/>
                  </a:solidFill>
                </a:rPr>
                <a:t>Name</a:t>
              </a:r>
            </a:p>
            <a:p>
              <a:pPr marL="171450" indent="-171450">
                <a:buFontTx/>
                <a:buChar char="-"/>
              </a:pPr>
              <a:r>
                <a:rPr lang="en-US" dirty="0">
                  <a:solidFill>
                    <a:schemeClr val="tx1"/>
                  </a:solidFill>
                </a:rPr>
                <a:t>Display Name</a:t>
              </a:r>
            </a:p>
            <a:p>
              <a:pPr marL="171450" indent="-171450">
                <a:buFontTx/>
                <a:buChar char="-"/>
              </a:pPr>
              <a:r>
                <a:rPr lang="en-US" dirty="0">
                  <a:solidFill>
                    <a:schemeClr val="tx1"/>
                  </a:solidFill>
                </a:rPr>
                <a:t>Description</a:t>
              </a:r>
            </a:p>
            <a:p>
              <a:pPr marL="171450" indent="-171450">
                <a:buFontTx/>
                <a:buChar char="-"/>
              </a:pPr>
              <a:r>
                <a:rPr lang="en-US" dirty="0">
                  <a:solidFill>
                    <a:schemeClr val="tx1"/>
                  </a:solidFill>
                </a:rPr>
                <a:t>Criticality</a:t>
              </a:r>
            </a:p>
            <a:p>
              <a:pPr marL="171450" indent="-171450">
                <a:buFontTx/>
                <a:buChar char="-"/>
              </a:pPr>
              <a:r>
                <a:rPr lang="en-US" dirty="0">
                  <a:solidFill>
                    <a:schemeClr val="tx1"/>
                  </a:solidFill>
                </a:rPr>
                <a:t>Class</a:t>
              </a:r>
            </a:p>
            <a:p>
              <a:pPr marL="171450" indent="-171450">
                <a:buFontTx/>
                <a:buChar char="-"/>
              </a:pPr>
              <a:r>
                <a:rPr lang="en-US" dirty="0">
                  <a:solidFill>
                    <a:schemeClr val="tx1"/>
                  </a:solidFill>
                </a:rPr>
                <a:t>Type</a:t>
              </a:r>
            </a:p>
            <a:p>
              <a:pPr marL="171450" indent="-171450">
                <a:buFontTx/>
                <a:buChar char="-"/>
              </a:pPr>
              <a:r>
                <a:rPr lang="en-US" dirty="0">
                  <a:solidFill>
                    <a:schemeClr val="tx1"/>
                  </a:solidFill>
                </a:rPr>
                <a:t>Confirm status</a:t>
              </a:r>
            </a:p>
          </p:txBody>
        </p:sp>
        <p:sp>
          <p:nvSpPr>
            <p:cNvPr id="46" name="Rectangle 45">
              <a:extLst>
                <a:ext uri="{FF2B5EF4-FFF2-40B4-BE49-F238E27FC236}">
                  <a16:creationId xmlns:a16="http://schemas.microsoft.com/office/drawing/2014/main" id="{994F436D-A348-49AD-B426-E85A92B085F8}"/>
                </a:ext>
              </a:extLst>
            </p:cNvPr>
            <p:cNvSpPr/>
            <p:nvPr/>
          </p:nvSpPr>
          <p:spPr>
            <a:xfrm>
              <a:off x="1129317" y="5660288"/>
              <a:ext cx="2000808" cy="57038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Click on Save</a:t>
              </a:r>
            </a:p>
          </p:txBody>
        </p:sp>
        <p:sp>
          <p:nvSpPr>
            <p:cNvPr id="47" name="Arrow: Down 46">
              <a:extLst>
                <a:ext uri="{FF2B5EF4-FFF2-40B4-BE49-F238E27FC236}">
                  <a16:creationId xmlns:a16="http://schemas.microsoft.com/office/drawing/2014/main" id="{0F72B650-D8E3-474A-B877-381C39297214}"/>
                </a:ext>
              </a:extLst>
            </p:cNvPr>
            <p:cNvSpPr/>
            <p:nvPr/>
          </p:nvSpPr>
          <p:spPr>
            <a:xfrm>
              <a:off x="2046182" y="1979042"/>
              <a:ext cx="167078" cy="256857"/>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62EBAAFA-6486-4F33-9147-33B092B96D3A}"/>
                </a:ext>
              </a:extLst>
            </p:cNvPr>
            <p:cNvSpPr/>
            <p:nvPr/>
          </p:nvSpPr>
          <p:spPr>
            <a:xfrm>
              <a:off x="2046182" y="2695721"/>
              <a:ext cx="167079" cy="205212"/>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23BC9EE6-01C2-4F5E-8ED8-ECF321629E2C}"/>
                </a:ext>
              </a:extLst>
            </p:cNvPr>
            <p:cNvSpPr/>
            <p:nvPr/>
          </p:nvSpPr>
          <p:spPr>
            <a:xfrm>
              <a:off x="2041987" y="5315536"/>
              <a:ext cx="175469" cy="329031"/>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38190D5B-4D05-46D6-9110-C0C8122FE905}"/>
              </a:ext>
            </a:extLst>
          </p:cNvPr>
          <p:cNvGrpSpPr/>
          <p:nvPr/>
        </p:nvGrpSpPr>
        <p:grpSpPr>
          <a:xfrm>
            <a:off x="3615656" y="567130"/>
            <a:ext cx="3347206" cy="4532990"/>
            <a:chOff x="3615656" y="773964"/>
            <a:chExt cx="3347206" cy="4532990"/>
          </a:xfrm>
          <a:solidFill>
            <a:schemeClr val="tx2">
              <a:lumMod val="40000"/>
              <a:lumOff val="60000"/>
            </a:schemeClr>
          </a:solidFill>
        </p:grpSpPr>
        <p:sp>
          <p:nvSpPr>
            <p:cNvPr id="33" name="Rectangle 32">
              <a:extLst>
                <a:ext uri="{FF2B5EF4-FFF2-40B4-BE49-F238E27FC236}">
                  <a16:creationId xmlns:a16="http://schemas.microsoft.com/office/drawing/2014/main" id="{4092DC45-ADC9-4CF7-A6CC-282664900DC1}"/>
                </a:ext>
              </a:extLst>
            </p:cNvPr>
            <p:cNvSpPr/>
            <p:nvPr/>
          </p:nvSpPr>
          <p:spPr>
            <a:xfrm>
              <a:off x="4053075" y="773964"/>
              <a:ext cx="2842675" cy="517973"/>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Static Attribute Value Update</a:t>
              </a:r>
            </a:p>
          </p:txBody>
        </p:sp>
        <p:sp>
          <p:nvSpPr>
            <p:cNvPr id="37" name="Heptagon 36">
              <a:extLst>
                <a:ext uri="{FF2B5EF4-FFF2-40B4-BE49-F238E27FC236}">
                  <a16:creationId xmlns:a16="http://schemas.microsoft.com/office/drawing/2014/main" id="{1A47FE49-611C-4D27-9EBB-89FCF6982F63}"/>
                </a:ext>
              </a:extLst>
            </p:cNvPr>
            <p:cNvSpPr/>
            <p:nvPr/>
          </p:nvSpPr>
          <p:spPr>
            <a:xfrm>
              <a:off x="3615656" y="838540"/>
              <a:ext cx="311062" cy="302362"/>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 name="Rectangle 49">
              <a:extLst>
                <a:ext uri="{FF2B5EF4-FFF2-40B4-BE49-F238E27FC236}">
                  <a16:creationId xmlns:a16="http://schemas.microsoft.com/office/drawing/2014/main" id="{A34E171B-556F-4396-8CB4-191DD5650FD6}"/>
                </a:ext>
              </a:extLst>
            </p:cNvPr>
            <p:cNvSpPr/>
            <p:nvPr/>
          </p:nvSpPr>
          <p:spPr>
            <a:xfrm>
              <a:off x="4078424" y="1598965"/>
              <a:ext cx="2842676" cy="61311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Click the Attribute Value Configuration tab</a:t>
              </a:r>
            </a:p>
          </p:txBody>
        </p:sp>
        <p:sp>
          <p:nvSpPr>
            <p:cNvPr id="51" name="Rectangle 50">
              <a:extLst>
                <a:ext uri="{FF2B5EF4-FFF2-40B4-BE49-F238E27FC236}">
                  <a16:creationId xmlns:a16="http://schemas.microsoft.com/office/drawing/2014/main" id="{8776F617-D0D7-4E2D-9051-ED72B0619F12}"/>
                </a:ext>
              </a:extLst>
            </p:cNvPr>
            <p:cNvSpPr/>
            <p:nvPr/>
          </p:nvSpPr>
          <p:spPr>
            <a:xfrm>
              <a:off x="4070219" y="2495952"/>
              <a:ext cx="2859087" cy="51797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the attribute you want to edit.</a:t>
              </a:r>
            </a:p>
          </p:txBody>
        </p:sp>
        <p:sp>
          <p:nvSpPr>
            <p:cNvPr id="52" name="Rectangle 51">
              <a:extLst>
                <a:ext uri="{FF2B5EF4-FFF2-40B4-BE49-F238E27FC236}">
                  <a16:creationId xmlns:a16="http://schemas.microsoft.com/office/drawing/2014/main" id="{570A8DF4-7C0E-4E0C-B56F-2749225693B6}"/>
                </a:ext>
              </a:extLst>
            </p:cNvPr>
            <p:cNvSpPr/>
            <p:nvPr/>
          </p:nvSpPr>
          <p:spPr>
            <a:xfrm>
              <a:off x="4070219" y="4132849"/>
              <a:ext cx="2859086" cy="40690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Edit the value</a:t>
              </a:r>
            </a:p>
          </p:txBody>
        </p:sp>
        <p:sp>
          <p:nvSpPr>
            <p:cNvPr id="53" name="Rectangle 52">
              <a:extLst>
                <a:ext uri="{FF2B5EF4-FFF2-40B4-BE49-F238E27FC236}">
                  <a16:creationId xmlns:a16="http://schemas.microsoft.com/office/drawing/2014/main" id="{C84D9643-5609-4ACC-AA1E-77D1C74BDCA3}"/>
                </a:ext>
              </a:extLst>
            </p:cNvPr>
            <p:cNvSpPr/>
            <p:nvPr/>
          </p:nvSpPr>
          <p:spPr>
            <a:xfrm>
              <a:off x="4036662" y="4850781"/>
              <a:ext cx="2926200" cy="45617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on Save</a:t>
              </a:r>
            </a:p>
          </p:txBody>
        </p:sp>
        <p:sp>
          <p:nvSpPr>
            <p:cNvPr id="56" name="Arrow: Down 55">
              <a:extLst>
                <a:ext uri="{FF2B5EF4-FFF2-40B4-BE49-F238E27FC236}">
                  <a16:creationId xmlns:a16="http://schemas.microsoft.com/office/drawing/2014/main" id="{7DF310D0-C2EC-401D-8496-3DA34102EFE6}"/>
                </a:ext>
              </a:extLst>
            </p:cNvPr>
            <p:cNvSpPr/>
            <p:nvPr/>
          </p:nvSpPr>
          <p:spPr>
            <a:xfrm>
              <a:off x="5416714" y="4566764"/>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ectangle 56">
              <a:extLst>
                <a:ext uri="{FF2B5EF4-FFF2-40B4-BE49-F238E27FC236}">
                  <a16:creationId xmlns:a16="http://schemas.microsoft.com/office/drawing/2014/main" id="{8EAAE67F-FECD-4850-94E8-4962A6BFC574}"/>
                </a:ext>
              </a:extLst>
            </p:cNvPr>
            <p:cNvSpPr/>
            <p:nvPr/>
          </p:nvSpPr>
          <p:spPr>
            <a:xfrm>
              <a:off x="4070218" y="3321957"/>
              <a:ext cx="2859088" cy="52701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the Edit icon to enable the Value field</a:t>
              </a:r>
            </a:p>
          </p:txBody>
        </p:sp>
        <p:sp>
          <p:nvSpPr>
            <p:cNvPr id="92" name="Arrow: Down 91">
              <a:extLst>
                <a:ext uri="{FF2B5EF4-FFF2-40B4-BE49-F238E27FC236}">
                  <a16:creationId xmlns:a16="http://schemas.microsoft.com/office/drawing/2014/main" id="{93C9B11A-DDCC-4186-9C6A-7B2C418F99A2}"/>
                </a:ext>
              </a:extLst>
            </p:cNvPr>
            <p:cNvSpPr/>
            <p:nvPr/>
          </p:nvSpPr>
          <p:spPr>
            <a:xfrm>
              <a:off x="5416714" y="3884259"/>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Arrow: Down 92">
              <a:extLst>
                <a:ext uri="{FF2B5EF4-FFF2-40B4-BE49-F238E27FC236}">
                  <a16:creationId xmlns:a16="http://schemas.microsoft.com/office/drawing/2014/main" id="{8E80787C-181F-46C5-9FB2-862C4A6408A0}"/>
                </a:ext>
              </a:extLst>
            </p:cNvPr>
            <p:cNvSpPr/>
            <p:nvPr/>
          </p:nvSpPr>
          <p:spPr>
            <a:xfrm>
              <a:off x="5416714" y="3022194"/>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Arrow: Down 93">
              <a:extLst>
                <a:ext uri="{FF2B5EF4-FFF2-40B4-BE49-F238E27FC236}">
                  <a16:creationId xmlns:a16="http://schemas.microsoft.com/office/drawing/2014/main" id="{6E8A7B06-846A-48FA-8BFB-103D2C6B769A}"/>
                </a:ext>
              </a:extLst>
            </p:cNvPr>
            <p:cNvSpPr/>
            <p:nvPr/>
          </p:nvSpPr>
          <p:spPr>
            <a:xfrm>
              <a:off x="5416714" y="2206720"/>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 name="Group 4">
            <a:extLst>
              <a:ext uri="{FF2B5EF4-FFF2-40B4-BE49-F238E27FC236}">
                <a16:creationId xmlns:a16="http://schemas.microsoft.com/office/drawing/2014/main" id="{5F801308-F3B4-48F0-8E8C-493A927A8723}"/>
              </a:ext>
            </a:extLst>
          </p:cNvPr>
          <p:cNvGrpSpPr/>
          <p:nvPr/>
        </p:nvGrpSpPr>
        <p:grpSpPr>
          <a:xfrm>
            <a:off x="7290034" y="564315"/>
            <a:ext cx="3866960" cy="5814168"/>
            <a:chOff x="7290034" y="771149"/>
            <a:chExt cx="3866960" cy="5814168"/>
          </a:xfrm>
          <a:solidFill>
            <a:schemeClr val="tx2">
              <a:lumMod val="40000"/>
              <a:lumOff val="60000"/>
            </a:schemeClr>
          </a:solidFill>
        </p:grpSpPr>
        <p:sp>
          <p:nvSpPr>
            <p:cNvPr id="34" name="Rectangle 33">
              <a:extLst>
                <a:ext uri="{FF2B5EF4-FFF2-40B4-BE49-F238E27FC236}">
                  <a16:creationId xmlns:a16="http://schemas.microsoft.com/office/drawing/2014/main" id="{1FB7BE69-CB79-4F8C-807D-ECB24AA2D50C}"/>
                </a:ext>
              </a:extLst>
            </p:cNvPr>
            <p:cNvSpPr/>
            <p:nvPr/>
          </p:nvSpPr>
          <p:spPr>
            <a:xfrm>
              <a:off x="7809280" y="771149"/>
              <a:ext cx="3347714" cy="514105"/>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Dynamic Attribute Tag Mapping</a:t>
              </a:r>
            </a:p>
          </p:txBody>
        </p:sp>
        <p:sp>
          <p:nvSpPr>
            <p:cNvPr id="38" name="Heptagon 37">
              <a:extLst>
                <a:ext uri="{FF2B5EF4-FFF2-40B4-BE49-F238E27FC236}">
                  <a16:creationId xmlns:a16="http://schemas.microsoft.com/office/drawing/2014/main" id="{E8904D0C-6A11-4EC9-BC2C-F2DFAD52ACF9}"/>
                </a:ext>
              </a:extLst>
            </p:cNvPr>
            <p:cNvSpPr/>
            <p:nvPr/>
          </p:nvSpPr>
          <p:spPr>
            <a:xfrm>
              <a:off x="7290034" y="839452"/>
              <a:ext cx="326773" cy="32661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9" name="Rectangle 58">
              <a:extLst>
                <a:ext uri="{FF2B5EF4-FFF2-40B4-BE49-F238E27FC236}">
                  <a16:creationId xmlns:a16="http://schemas.microsoft.com/office/drawing/2014/main" id="{37EA9954-E582-4466-9B3D-4905800A9935}"/>
                </a:ext>
              </a:extLst>
            </p:cNvPr>
            <p:cNvSpPr/>
            <p:nvPr/>
          </p:nvSpPr>
          <p:spPr>
            <a:xfrm>
              <a:off x="7792865" y="1489021"/>
              <a:ext cx="3347714" cy="51558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Click the “Attribute Datasource Mapping” tab</a:t>
              </a:r>
            </a:p>
          </p:txBody>
        </p:sp>
        <p:sp>
          <p:nvSpPr>
            <p:cNvPr id="60" name="Rectangle 59">
              <a:extLst>
                <a:ext uri="{FF2B5EF4-FFF2-40B4-BE49-F238E27FC236}">
                  <a16:creationId xmlns:a16="http://schemas.microsoft.com/office/drawing/2014/main" id="{712CE290-668E-4C0F-A9B5-F95B8CDC4299}"/>
                </a:ext>
              </a:extLst>
            </p:cNvPr>
            <p:cNvSpPr/>
            <p:nvPr/>
          </p:nvSpPr>
          <p:spPr>
            <a:xfrm>
              <a:off x="7792865" y="2163999"/>
              <a:ext cx="3347714" cy="80937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Select the attribute for which OPCDA tag is to be mapped</a:t>
              </a:r>
            </a:p>
          </p:txBody>
        </p:sp>
        <p:sp>
          <p:nvSpPr>
            <p:cNvPr id="61" name="Rectangle 60">
              <a:extLst>
                <a:ext uri="{FF2B5EF4-FFF2-40B4-BE49-F238E27FC236}">
                  <a16:creationId xmlns:a16="http://schemas.microsoft.com/office/drawing/2014/main" id="{68E2C8F1-2AB1-4217-8CF8-43B36B86C736}"/>
                </a:ext>
              </a:extLst>
            </p:cNvPr>
            <p:cNvSpPr/>
            <p:nvPr/>
          </p:nvSpPr>
          <p:spPr>
            <a:xfrm>
              <a:off x="7801073" y="3863963"/>
              <a:ext cx="3331299" cy="65642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Select Read </a:t>
              </a:r>
              <a:r>
                <a:rPr lang="en-US" dirty="0" err="1">
                  <a:solidFill>
                    <a:schemeClr val="tx1"/>
                  </a:solidFill>
                </a:rPr>
                <a:t>DataSource</a:t>
              </a:r>
              <a:r>
                <a:rPr lang="en-US" dirty="0">
                  <a:solidFill>
                    <a:schemeClr val="tx1"/>
                  </a:solidFill>
                </a:rPr>
                <a:t> as PHDDA/OPCDA/EPKSDA</a:t>
              </a:r>
            </a:p>
          </p:txBody>
        </p:sp>
        <p:sp>
          <p:nvSpPr>
            <p:cNvPr id="62" name="Rectangle 61">
              <a:extLst>
                <a:ext uri="{FF2B5EF4-FFF2-40B4-BE49-F238E27FC236}">
                  <a16:creationId xmlns:a16="http://schemas.microsoft.com/office/drawing/2014/main" id="{ED0A535D-E12F-43CD-83EC-730A0F2D19E7}"/>
                </a:ext>
              </a:extLst>
            </p:cNvPr>
            <p:cNvSpPr/>
            <p:nvPr/>
          </p:nvSpPr>
          <p:spPr>
            <a:xfrm>
              <a:off x="7776451" y="6366566"/>
              <a:ext cx="3380543"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7. Click on Save</a:t>
              </a:r>
            </a:p>
          </p:txBody>
        </p:sp>
        <p:sp>
          <p:nvSpPr>
            <p:cNvPr id="66" name="Rectangle 65">
              <a:extLst>
                <a:ext uri="{FF2B5EF4-FFF2-40B4-BE49-F238E27FC236}">
                  <a16:creationId xmlns:a16="http://schemas.microsoft.com/office/drawing/2014/main" id="{488CF0FA-2F2D-4170-9749-7DA7353F9705}"/>
                </a:ext>
              </a:extLst>
            </p:cNvPr>
            <p:cNvSpPr/>
            <p:nvPr/>
          </p:nvSpPr>
          <p:spPr>
            <a:xfrm>
              <a:off x="7784659" y="3175381"/>
              <a:ext cx="3364127" cy="48510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on Use Direct Mapping</a:t>
              </a:r>
            </a:p>
          </p:txBody>
        </p:sp>
        <p:sp>
          <p:nvSpPr>
            <p:cNvPr id="87" name="Rectangle 86">
              <a:extLst>
                <a:ext uri="{FF2B5EF4-FFF2-40B4-BE49-F238E27FC236}">
                  <a16:creationId xmlns:a16="http://schemas.microsoft.com/office/drawing/2014/main" id="{55EAEF87-CD3D-4D00-845F-7AA327140F7D}"/>
                </a:ext>
              </a:extLst>
            </p:cNvPr>
            <p:cNvSpPr/>
            <p:nvPr/>
          </p:nvSpPr>
          <p:spPr>
            <a:xfrm>
              <a:off x="7792866" y="4765809"/>
              <a:ext cx="3347712" cy="63263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Under Historical, Select </a:t>
              </a:r>
              <a:r>
                <a:rPr lang="en-US" dirty="0" err="1">
                  <a:solidFill>
                    <a:schemeClr val="tx1"/>
                  </a:solidFill>
                </a:rPr>
                <a:t>DataSource</a:t>
              </a:r>
              <a:r>
                <a:rPr lang="en-US" dirty="0">
                  <a:solidFill>
                    <a:schemeClr val="tx1"/>
                  </a:solidFill>
                </a:rPr>
                <a:t> as PHDHDA</a:t>
              </a:r>
            </a:p>
          </p:txBody>
        </p:sp>
        <p:sp>
          <p:nvSpPr>
            <p:cNvPr id="89" name="Rectangle 88">
              <a:extLst>
                <a:ext uri="{FF2B5EF4-FFF2-40B4-BE49-F238E27FC236}">
                  <a16:creationId xmlns:a16="http://schemas.microsoft.com/office/drawing/2014/main" id="{DED8A801-9941-4AA1-AEC7-4C3187701990}"/>
                </a:ext>
              </a:extLst>
            </p:cNvPr>
            <p:cNvSpPr/>
            <p:nvPr/>
          </p:nvSpPr>
          <p:spPr>
            <a:xfrm>
              <a:off x="7784659" y="5637209"/>
              <a:ext cx="3364127" cy="48510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Enter the </a:t>
              </a:r>
              <a:r>
                <a:rPr lang="en-US" dirty="0" err="1">
                  <a:solidFill>
                    <a:schemeClr val="tx1"/>
                  </a:solidFill>
                </a:rPr>
                <a:t>Tagname</a:t>
              </a:r>
              <a:r>
                <a:rPr lang="en-US" dirty="0">
                  <a:solidFill>
                    <a:schemeClr val="tx1"/>
                  </a:solidFill>
                </a:rPr>
                <a:t> in front of PHDHDA </a:t>
              </a:r>
              <a:r>
                <a:rPr lang="en-US" dirty="0" err="1">
                  <a:solidFill>
                    <a:schemeClr val="tx1"/>
                  </a:solidFill>
                </a:rPr>
                <a:t>datasource</a:t>
              </a:r>
              <a:endParaRPr lang="en-US" dirty="0">
                <a:solidFill>
                  <a:schemeClr val="tx1"/>
                </a:solidFill>
              </a:endParaRPr>
            </a:p>
          </p:txBody>
        </p:sp>
        <p:sp>
          <p:nvSpPr>
            <p:cNvPr id="96" name="Arrow: Down 95">
              <a:extLst>
                <a:ext uri="{FF2B5EF4-FFF2-40B4-BE49-F238E27FC236}">
                  <a16:creationId xmlns:a16="http://schemas.microsoft.com/office/drawing/2014/main" id="{4C40CE95-F83F-401F-95A3-CEA0B1782F06}"/>
                </a:ext>
              </a:extLst>
            </p:cNvPr>
            <p:cNvSpPr/>
            <p:nvPr/>
          </p:nvSpPr>
          <p:spPr>
            <a:xfrm>
              <a:off x="9383674" y="3672223"/>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8" name="Arrow: Down 97">
              <a:extLst>
                <a:ext uri="{FF2B5EF4-FFF2-40B4-BE49-F238E27FC236}">
                  <a16:creationId xmlns:a16="http://schemas.microsoft.com/office/drawing/2014/main" id="{F2B40547-B964-47F3-9D1F-11CBEA9338BA}"/>
                </a:ext>
              </a:extLst>
            </p:cNvPr>
            <p:cNvSpPr/>
            <p:nvPr/>
          </p:nvSpPr>
          <p:spPr>
            <a:xfrm>
              <a:off x="9383674" y="2987051"/>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9" name="Arrow: Down 98">
              <a:extLst>
                <a:ext uri="{FF2B5EF4-FFF2-40B4-BE49-F238E27FC236}">
                  <a16:creationId xmlns:a16="http://schemas.microsoft.com/office/drawing/2014/main" id="{E9FE43BC-5332-40B2-AF9D-DA69670E5B3F}"/>
                </a:ext>
              </a:extLst>
            </p:cNvPr>
            <p:cNvSpPr/>
            <p:nvPr/>
          </p:nvSpPr>
          <p:spPr>
            <a:xfrm>
              <a:off x="9383674" y="1990644"/>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0" name="Arrow: Down 99">
              <a:extLst>
                <a:ext uri="{FF2B5EF4-FFF2-40B4-BE49-F238E27FC236}">
                  <a16:creationId xmlns:a16="http://schemas.microsoft.com/office/drawing/2014/main" id="{10C4BF9B-4F5A-40B4-AD12-90A42815A82D}"/>
                </a:ext>
              </a:extLst>
            </p:cNvPr>
            <p:cNvSpPr/>
            <p:nvPr/>
          </p:nvSpPr>
          <p:spPr>
            <a:xfrm>
              <a:off x="9383674" y="4575951"/>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1" name="Arrow: Down 100">
              <a:extLst>
                <a:ext uri="{FF2B5EF4-FFF2-40B4-BE49-F238E27FC236}">
                  <a16:creationId xmlns:a16="http://schemas.microsoft.com/office/drawing/2014/main" id="{E999961B-B5A2-4724-91A1-85084AC495F7}"/>
                </a:ext>
              </a:extLst>
            </p:cNvPr>
            <p:cNvSpPr/>
            <p:nvPr/>
          </p:nvSpPr>
          <p:spPr>
            <a:xfrm>
              <a:off x="9383674" y="5433638"/>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2" name="Arrow: Down 101">
              <a:extLst>
                <a:ext uri="{FF2B5EF4-FFF2-40B4-BE49-F238E27FC236}">
                  <a16:creationId xmlns:a16="http://schemas.microsoft.com/office/drawing/2014/main" id="{73FED5EF-9450-4125-9535-8BEE98AC163E}"/>
                </a:ext>
              </a:extLst>
            </p:cNvPr>
            <p:cNvSpPr/>
            <p:nvPr/>
          </p:nvSpPr>
          <p:spPr>
            <a:xfrm>
              <a:off x="9383674" y="6167711"/>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2373200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123825" y="123825"/>
            <a:ext cx="11934825" cy="419100"/>
          </a:xfrm>
        </p:spPr>
        <p:txBody>
          <a:bodyPr/>
          <a:lstStyle/>
          <a:p>
            <a:r>
              <a:rPr lang="en-US" dirty="0">
                <a:latin typeface="+mn-lt"/>
              </a:rPr>
              <a:t>Existing Model Configuration Block Diagram</a:t>
            </a:r>
          </a:p>
        </p:txBody>
      </p:sp>
      <p:grpSp>
        <p:nvGrpSpPr>
          <p:cNvPr id="2" name="Group 1">
            <a:extLst>
              <a:ext uri="{FF2B5EF4-FFF2-40B4-BE49-F238E27FC236}">
                <a16:creationId xmlns:a16="http://schemas.microsoft.com/office/drawing/2014/main" id="{5E44C536-64D1-4072-9248-D44DA4870180}"/>
              </a:ext>
            </a:extLst>
          </p:cNvPr>
          <p:cNvGrpSpPr/>
          <p:nvPr/>
        </p:nvGrpSpPr>
        <p:grpSpPr>
          <a:xfrm>
            <a:off x="1098959" y="898925"/>
            <a:ext cx="3361449" cy="4481188"/>
            <a:chOff x="1098959" y="898925"/>
            <a:chExt cx="3361449" cy="4481188"/>
          </a:xfrm>
          <a:solidFill>
            <a:schemeClr val="tx2">
              <a:lumMod val="40000"/>
              <a:lumOff val="60000"/>
            </a:schemeClr>
          </a:solidFill>
        </p:grpSpPr>
        <p:sp>
          <p:nvSpPr>
            <p:cNvPr id="35" name="Rectangle 34">
              <a:extLst>
                <a:ext uri="{FF2B5EF4-FFF2-40B4-BE49-F238E27FC236}">
                  <a16:creationId xmlns:a16="http://schemas.microsoft.com/office/drawing/2014/main" id="{796B13C1-F247-4F20-8346-6D02C57B80D2}"/>
                </a:ext>
              </a:extLst>
            </p:cNvPr>
            <p:cNvSpPr/>
            <p:nvPr/>
          </p:nvSpPr>
          <p:spPr>
            <a:xfrm>
              <a:off x="1577289" y="898925"/>
              <a:ext cx="2883119" cy="530681"/>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limit update/Property update</a:t>
              </a:r>
            </a:p>
          </p:txBody>
        </p:sp>
        <p:sp>
          <p:nvSpPr>
            <p:cNvPr id="39" name="Heptagon 38">
              <a:extLst>
                <a:ext uri="{FF2B5EF4-FFF2-40B4-BE49-F238E27FC236}">
                  <a16:creationId xmlns:a16="http://schemas.microsoft.com/office/drawing/2014/main" id="{ECA120E9-65AC-4061-942A-E868861278CD}"/>
                </a:ext>
              </a:extLst>
            </p:cNvPr>
            <p:cNvSpPr/>
            <p:nvPr/>
          </p:nvSpPr>
          <p:spPr>
            <a:xfrm>
              <a:off x="1098959" y="1010856"/>
              <a:ext cx="338879" cy="307972"/>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8" name="Rectangle 67">
              <a:extLst>
                <a:ext uri="{FF2B5EF4-FFF2-40B4-BE49-F238E27FC236}">
                  <a16:creationId xmlns:a16="http://schemas.microsoft.com/office/drawing/2014/main" id="{391060C7-0BFC-42C6-ADB5-2E28D3634AB5}"/>
                </a:ext>
              </a:extLst>
            </p:cNvPr>
            <p:cNvSpPr/>
            <p:nvPr/>
          </p:nvSpPr>
          <p:spPr>
            <a:xfrm>
              <a:off x="1577289" y="1739603"/>
              <a:ext cx="2883118" cy="53068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Select an Asset from the “</a:t>
              </a:r>
              <a:r>
                <a:rPr lang="en-US" dirty="0" err="1">
                  <a:solidFill>
                    <a:schemeClr val="tx1"/>
                  </a:solidFill>
                </a:rPr>
                <a:t>PlantHierarchy</a:t>
              </a:r>
              <a:r>
                <a:rPr lang="en-US" dirty="0">
                  <a:solidFill>
                    <a:schemeClr val="tx1"/>
                  </a:solidFill>
                </a:rPr>
                <a:t>”.</a:t>
              </a:r>
            </a:p>
          </p:txBody>
        </p:sp>
        <p:sp>
          <p:nvSpPr>
            <p:cNvPr id="69" name="Rectangle 68">
              <a:extLst>
                <a:ext uri="{FF2B5EF4-FFF2-40B4-BE49-F238E27FC236}">
                  <a16:creationId xmlns:a16="http://schemas.microsoft.com/office/drawing/2014/main" id="{C5901A04-74C6-41A1-A422-0C86B6EEB322}"/>
                </a:ext>
              </a:extLst>
            </p:cNvPr>
            <p:cNvSpPr/>
            <p:nvPr/>
          </p:nvSpPr>
          <p:spPr>
            <a:xfrm>
              <a:off x="1577289" y="2587330"/>
              <a:ext cx="2883118" cy="53068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Select Asset Attribute under Detail Views. </a:t>
              </a:r>
            </a:p>
          </p:txBody>
        </p:sp>
        <p:sp>
          <p:nvSpPr>
            <p:cNvPr id="70" name="Rectangle 69">
              <a:extLst>
                <a:ext uri="{FF2B5EF4-FFF2-40B4-BE49-F238E27FC236}">
                  <a16:creationId xmlns:a16="http://schemas.microsoft.com/office/drawing/2014/main" id="{4CF69F61-2708-4A8B-8E20-AACD42DB2CAE}"/>
                </a:ext>
              </a:extLst>
            </p:cNvPr>
            <p:cNvSpPr/>
            <p:nvPr/>
          </p:nvSpPr>
          <p:spPr>
            <a:xfrm>
              <a:off x="1577289" y="4271754"/>
              <a:ext cx="2883118" cy="54236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Enter High and Low Limit</a:t>
              </a:r>
            </a:p>
          </p:txBody>
        </p:sp>
        <p:sp>
          <p:nvSpPr>
            <p:cNvPr id="71" name="Rectangle 70">
              <a:extLst>
                <a:ext uri="{FF2B5EF4-FFF2-40B4-BE49-F238E27FC236}">
                  <a16:creationId xmlns:a16="http://schemas.microsoft.com/office/drawing/2014/main" id="{3DBC31BE-1E77-47FF-94BB-B3555AFC7929}"/>
                </a:ext>
              </a:extLst>
            </p:cNvPr>
            <p:cNvSpPr/>
            <p:nvPr/>
          </p:nvSpPr>
          <p:spPr>
            <a:xfrm>
              <a:off x="1577289" y="5161362"/>
              <a:ext cx="2883119"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on Save</a:t>
              </a:r>
            </a:p>
          </p:txBody>
        </p:sp>
        <p:sp>
          <p:nvSpPr>
            <p:cNvPr id="75" name="Rectangle 74">
              <a:extLst>
                <a:ext uri="{FF2B5EF4-FFF2-40B4-BE49-F238E27FC236}">
                  <a16:creationId xmlns:a16="http://schemas.microsoft.com/office/drawing/2014/main" id="{1DF3E76D-F812-4528-82F9-624C95F79EB8}"/>
                </a:ext>
              </a:extLst>
            </p:cNvPr>
            <p:cNvSpPr/>
            <p:nvPr/>
          </p:nvSpPr>
          <p:spPr>
            <a:xfrm>
              <a:off x="1577289" y="3439114"/>
              <a:ext cx="2883118" cy="53068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Double click on Attribute</a:t>
              </a:r>
            </a:p>
          </p:txBody>
        </p:sp>
        <p:sp>
          <p:nvSpPr>
            <p:cNvPr id="92" name="Arrow: Down 91">
              <a:extLst>
                <a:ext uri="{FF2B5EF4-FFF2-40B4-BE49-F238E27FC236}">
                  <a16:creationId xmlns:a16="http://schemas.microsoft.com/office/drawing/2014/main" id="{8E9A913D-61C0-4629-BF7D-30DBC77B7160}"/>
                </a:ext>
              </a:extLst>
            </p:cNvPr>
            <p:cNvSpPr/>
            <p:nvPr/>
          </p:nvSpPr>
          <p:spPr>
            <a:xfrm>
              <a:off x="2927977" y="2224192"/>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Arrow: Down 92">
              <a:extLst>
                <a:ext uri="{FF2B5EF4-FFF2-40B4-BE49-F238E27FC236}">
                  <a16:creationId xmlns:a16="http://schemas.microsoft.com/office/drawing/2014/main" id="{5B62FE9E-3631-4CDA-9718-3C8757EAFE9B}"/>
                </a:ext>
              </a:extLst>
            </p:cNvPr>
            <p:cNvSpPr/>
            <p:nvPr/>
          </p:nvSpPr>
          <p:spPr>
            <a:xfrm>
              <a:off x="2927977" y="3114192"/>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Arrow: Down 93">
              <a:extLst>
                <a:ext uri="{FF2B5EF4-FFF2-40B4-BE49-F238E27FC236}">
                  <a16:creationId xmlns:a16="http://schemas.microsoft.com/office/drawing/2014/main" id="{30E55111-EE86-41C4-95FD-076CE23EFC69}"/>
                </a:ext>
              </a:extLst>
            </p:cNvPr>
            <p:cNvSpPr/>
            <p:nvPr/>
          </p:nvSpPr>
          <p:spPr>
            <a:xfrm>
              <a:off x="2927977" y="3908753"/>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Arrow: Down 94">
              <a:extLst>
                <a:ext uri="{FF2B5EF4-FFF2-40B4-BE49-F238E27FC236}">
                  <a16:creationId xmlns:a16="http://schemas.microsoft.com/office/drawing/2014/main" id="{E19DA4BE-ABC4-44C5-B88E-0ECFAAE34D43}"/>
                </a:ext>
              </a:extLst>
            </p:cNvPr>
            <p:cNvSpPr/>
            <p:nvPr/>
          </p:nvSpPr>
          <p:spPr>
            <a:xfrm>
              <a:off x="2927977" y="4809599"/>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90860FCB-0677-47A9-8F58-8AD68A761A2A}"/>
              </a:ext>
            </a:extLst>
          </p:cNvPr>
          <p:cNvGrpSpPr/>
          <p:nvPr/>
        </p:nvGrpSpPr>
        <p:grpSpPr>
          <a:xfrm>
            <a:off x="6627303" y="898932"/>
            <a:ext cx="3892491" cy="5408477"/>
            <a:chOff x="6627303" y="898932"/>
            <a:chExt cx="3892491" cy="5408477"/>
          </a:xfrm>
          <a:solidFill>
            <a:schemeClr val="tx2">
              <a:lumMod val="40000"/>
              <a:lumOff val="60000"/>
            </a:schemeClr>
          </a:solidFill>
        </p:grpSpPr>
        <p:sp>
          <p:nvSpPr>
            <p:cNvPr id="36" name="Rectangle 35">
              <a:extLst>
                <a:ext uri="{FF2B5EF4-FFF2-40B4-BE49-F238E27FC236}">
                  <a16:creationId xmlns:a16="http://schemas.microsoft.com/office/drawing/2014/main" id="{679E22E3-6943-4237-AB54-2DF863975A08}"/>
                </a:ext>
              </a:extLst>
            </p:cNvPr>
            <p:cNvSpPr/>
            <p:nvPr/>
          </p:nvSpPr>
          <p:spPr>
            <a:xfrm>
              <a:off x="7090401" y="914652"/>
              <a:ext cx="3429393" cy="480755"/>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Model Mapping and model scheduling</a:t>
              </a:r>
            </a:p>
          </p:txBody>
        </p:sp>
        <p:sp>
          <p:nvSpPr>
            <p:cNvPr id="40" name="Heptagon 39">
              <a:extLst>
                <a:ext uri="{FF2B5EF4-FFF2-40B4-BE49-F238E27FC236}">
                  <a16:creationId xmlns:a16="http://schemas.microsoft.com/office/drawing/2014/main" id="{7829942D-5AF3-4446-BEC0-569A444E057F}"/>
                </a:ext>
              </a:extLst>
            </p:cNvPr>
            <p:cNvSpPr/>
            <p:nvPr/>
          </p:nvSpPr>
          <p:spPr>
            <a:xfrm>
              <a:off x="6627303" y="898932"/>
              <a:ext cx="336741" cy="32586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7" name="Rectangle 76">
              <a:extLst>
                <a:ext uri="{FF2B5EF4-FFF2-40B4-BE49-F238E27FC236}">
                  <a16:creationId xmlns:a16="http://schemas.microsoft.com/office/drawing/2014/main" id="{2090F5CD-4A34-4F9B-B5AF-528F5024AF9B}"/>
                </a:ext>
              </a:extLst>
            </p:cNvPr>
            <p:cNvSpPr/>
            <p:nvPr/>
          </p:nvSpPr>
          <p:spPr>
            <a:xfrm>
              <a:off x="7090401" y="1759447"/>
              <a:ext cx="3429392" cy="53068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Navigate to “Calculation Configuration” menu</a:t>
              </a:r>
            </a:p>
          </p:txBody>
        </p:sp>
        <p:sp>
          <p:nvSpPr>
            <p:cNvPr id="78" name="Rectangle 77">
              <a:extLst>
                <a:ext uri="{FF2B5EF4-FFF2-40B4-BE49-F238E27FC236}">
                  <a16:creationId xmlns:a16="http://schemas.microsoft.com/office/drawing/2014/main" id="{9E205F3D-78F0-40FE-B792-D4B64E1CB775}"/>
                </a:ext>
              </a:extLst>
            </p:cNvPr>
            <p:cNvSpPr/>
            <p:nvPr/>
          </p:nvSpPr>
          <p:spPr>
            <a:xfrm>
              <a:off x="7090402" y="2647032"/>
              <a:ext cx="3429391" cy="53068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Select all the calculation models</a:t>
              </a:r>
            </a:p>
          </p:txBody>
        </p:sp>
        <p:sp>
          <p:nvSpPr>
            <p:cNvPr id="79" name="Rectangle 78">
              <a:extLst>
                <a:ext uri="{FF2B5EF4-FFF2-40B4-BE49-F238E27FC236}">
                  <a16:creationId xmlns:a16="http://schemas.microsoft.com/office/drawing/2014/main" id="{C4D103D1-94AF-4E5B-9A9D-AD444B7443AF}"/>
                </a:ext>
              </a:extLst>
            </p:cNvPr>
            <p:cNvSpPr/>
            <p:nvPr/>
          </p:nvSpPr>
          <p:spPr>
            <a:xfrm>
              <a:off x="7116384" y="4251421"/>
              <a:ext cx="3377427" cy="56599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Click on schedule calculation icon. </a:t>
              </a:r>
            </a:p>
          </p:txBody>
        </p:sp>
        <p:sp>
          <p:nvSpPr>
            <p:cNvPr id="80" name="Rectangle 79">
              <a:extLst>
                <a:ext uri="{FF2B5EF4-FFF2-40B4-BE49-F238E27FC236}">
                  <a16:creationId xmlns:a16="http://schemas.microsoft.com/office/drawing/2014/main" id="{0106366B-C6FC-49B0-A5BF-4ED826080EAE}"/>
                </a:ext>
              </a:extLst>
            </p:cNvPr>
            <p:cNvSpPr/>
            <p:nvPr/>
          </p:nvSpPr>
          <p:spPr>
            <a:xfrm>
              <a:off x="7090401" y="5203124"/>
              <a:ext cx="3429392" cy="52860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Select execute calculation every 1 minute</a:t>
              </a:r>
            </a:p>
          </p:txBody>
        </p:sp>
        <p:sp>
          <p:nvSpPr>
            <p:cNvPr id="84" name="Rectangle 83">
              <a:extLst>
                <a:ext uri="{FF2B5EF4-FFF2-40B4-BE49-F238E27FC236}">
                  <a16:creationId xmlns:a16="http://schemas.microsoft.com/office/drawing/2014/main" id="{F982CD6F-6A09-4791-855F-07A9340F4122}"/>
                </a:ext>
              </a:extLst>
            </p:cNvPr>
            <p:cNvSpPr/>
            <p:nvPr/>
          </p:nvSpPr>
          <p:spPr>
            <a:xfrm>
              <a:off x="7090401" y="3538923"/>
              <a:ext cx="3429392" cy="336159"/>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on Save</a:t>
              </a:r>
            </a:p>
          </p:txBody>
        </p:sp>
        <p:sp>
          <p:nvSpPr>
            <p:cNvPr id="90" name="Rectangle 89">
              <a:extLst>
                <a:ext uri="{FF2B5EF4-FFF2-40B4-BE49-F238E27FC236}">
                  <a16:creationId xmlns:a16="http://schemas.microsoft.com/office/drawing/2014/main" id="{CE9A13F5-D260-4D10-BDD3-4A81043DF15C}"/>
                </a:ext>
              </a:extLst>
            </p:cNvPr>
            <p:cNvSpPr/>
            <p:nvPr/>
          </p:nvSpPr>
          <p:spPr>
            <a:xfrm>
              <a:off x="7090401" y="6088658"/>
              <a:ext cx="3429392"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Click on Save</a:t>
              </a:r>
            </a:p>
          </p:txBody>
        </p:sp>
        <p:sp>
          <p:nvSpPr>
            <p:cNvPr id="97" name="Arrow: Down 96">
              <a:extLst>
                <a:ext uri="{FF2B5EF4-FFF2-40B4-BE49-F238E27FC236}">
                  <a16:creationId xmlns:a16="http://schemas.microsoft.com/office/drawing/2014/main" id="{4EA42646-9885-49E0-89FF-2FA252A73460}"/>
                </a:ext>
              </a:extLst>
            </p:cNvPr>
            <p:cNvSpPr/>
            <p:nvPr/>
          </p:nvSpPr>
          <p:spPr>
            <a:xfrm>
              <a:off x="8714226" y="2295456"/>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Down 97">
              <a:extLst>
                <a:ext uri="{FF2B5EF4-FFF2-40B4-BE49-F238E27FC236}">
                  <a16:creationId xmlns:a16="http://schemas.microsoft.com/office/drawing/2014/main" id="{D11B3D43-3277-4C3D-9B6A-CCC364FD73A2}"/>
                </a:ext>
              </a:extLst>
            </p:cNvPr>
            <p:cNvSpPr/>
            <p:nvPr/>
          </p:nvSpPr>
          <p:spPr>
            <a:xfrm>
              <a:off x="8714226" y="3185456"/>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Arrow: Down 98">
              <a:extLst>
                <a:ext uri="{FF2B5EF4-FFF2-40B4-BE49-F238E27FC236}">
                  <a16:creationId xmlns:a16="http://schemas.microsoft.com/office/drawing/2014/main" id="{65D4E576-2D10-434F-ACD8-ED0CBF66012E}"/>
                </a:ext>
              </a:extLst>
            </p:cNvPr>
            <p:cNvSpPr/>
            <p:nvPr/>
          </p:nvSpPr>
          <p:spPr>
            <a:xfrm>
              <a:off x="8714226" y="3896127"/>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Arrow: Down 99">
              <a:extLst>
                <a:ext uri="{FF2B5EF4-FFF2-40B4-BE49-F238E27FC236}">
                  <a16:creationId xmlns:a16="http://schemas.microsoft.com/office/drawing/2014/main" id="{8A9D4727-55C0-4ABB-B9C1-5C626AD88CD5}"/>
                </a:ext>
              </a:extLst>
            </p:cNvPr>
            <p:cNvSpPr/>
            <p:nvPr/>
          </p:nvSpPr>
          <p:spPr>
            <a:xfrm>
              <a:off x="8714226" y="4830529"/>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Arrow: Down 100">
              <a:extLst>
                <a:ext uri="{FF2B5EF4-FFF2-40B4-BE49-F238E27FC236}">
                  <a16:creationId xmlns:a16="http://schemas.microsoft.com/office/drawing/2014/main" id="{C7C47792-DE33-4FC1-9F86-4B06B8292257}"/>
                </a:ext>
              </a:extLst>
            </p:cNvPr>
            <p:cNvSpPr/>
            <p:nvPr/>
          </p:nvSpPr>
          <p:spPr>
            <a:xfrm>
              <a:off x="8714226" y="5731731"/>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37588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Module1</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MODEL CONFIGURATION USING EXISTING MODELS- BCT (BULKCONFIGURATION TOOL) APPROACH</a:t>
            </a:r>
          </a:p>
        </p:txBody>
      </p:sp>
    </p:spTree>
    <p:extLst>
      <p:ext uri="{BB962C8B-B14F-4D97-AF65-F5344CB8AC3E}">
        <p14:creationId xmlns:p14="http://schemas.microsoft.com/office/powerpoint/2010/main" val="736962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38125" y="92104"/>
            <a:ext cx="6161802" cy="93537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algn="ctr"/>
            <a:r>
              <a:rPr lang="en-US" sz="2800" b="1" dirty="0">
                <a:latin typeface="+mn-lt"/>
              </a:rPr>
              <a:t>UAS Excel Add-in(BCT)</a:t>
            </a:r>
          </a:p>
        </p:txBody>
      </p:sp>
      <p:sp>
        <p:nvSpPr>
          <p:cNvPr id="4" name="Rectangle 3">
            <a:extLst>
              <a:ext uri="{FF2B5EF4-FFF2-40B4-BE49-F238E27FC236}">
                <a16:creationId xmlns:a16="http://schemas.microsoft.com/office/drawing/2014/main" id="{77BC2C9F-33FB-445E-A60A-BE4985322707}"/>
              </a:ext>
            </a:extLst>
          </p:cNvPr>
          <p:cNvSpPr/>
          <p:nvPr/>
        </p:nvSpPr>
        <p:spPr>
          <a:xfrm>
            <a:off x="346815" y="1206706"/>
            <a:ext cx="4663335" cy="4524315"/>
          </a:xfrm>
          <a:prstGeom prst="rect">
            <a:avLst/>
          </a:prstGeom>
        </p:spPr>
        <p:txBody>
          <a:bodyPr wrap="square">
            <a:spAutoFit/>
          </a:bodyPr>
          <a:lstStyle/>
          <a:p>
            <a:pPr fontAlgn="base">
              <a:spcAft>
                <a:spcPct val="0"/>
              </a:spcAft>
            </a:pPr>
            <a:r>
              <a:rPr lang="en-US" sz="1600" b="1" dirty="0"/>
              <a:t>UAS Excel Add-in Toolbar Listed below</a:t>
            </a:r>
          </a:p>
          <a:p>
            <a:pPr fontAlgn="base">
              <a:spcAft>
                <a:spcPct val="0"/>
              </a:spcAft>
            </a:pPr>
            <a:endParaRPr lang="en-US" altLang="en-US" sz="1600" b="1" dirty="0">
              <a:solidFill>
                <a:schemeClr val="tx1">
                  <a:lumMod val="50000"/>
                </a:schemeClr>
              </a:solidFill>
              <a:latin typeface="Arial" panose="020B0604020202020204" pitchFamily="34" charset="0"/>
              <a:cs typeface="Arial" panose="020B0604020202020204" pitchFamily="34" charset="0"/>
            </a:endParaRPr>
          </a:p>
          <a:p>
            <a:pPr fontAlgn="base">
              <a:spcAft>
                <a:spcPct val="0"/>
              </a:spcAft>
            </a:pPr>
            <a:r>
              <a:rPr lang="en-US" altLang="en-US" sz="1600" b="1" dirty="0">
                <a:solidFill>
                  <a:schemeClr val="tx1">
                    <a:lumMod val="50000"/>
                  </a:schemeClr>
                </a:solidFill>
                <a:latin typeface="Arial" panose="020B0604020202020204" pitchFamily="34" charset="0"/>
                <a:cs typeface="Arial" panose="020B0604020202020204" pitchFamily="34" charset="0"/>
              </a:rPr>
              <a:t>Configuration</a:t>
            </a:r>
            <a:endParaRPr lang="en-AU" altLang="en-US" sz="1600" dirty="0">
              <a:solidFill>
                <a:schemeClr val="tx1">
                  <a:lumMod val="50000"/>
                </a:schemeClr>
              </a:solidFill>
              <a:latin typeface="Arial" panose="020B0604020202020204" pitchFamily="34" charset="0"/>
              <a:cs typeface="Arial" panose="020B0604020202020204" pitchFamily="34" charset="0"/>
            </a:endParaRP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 </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Load Asset Sheets </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Change Server Configuration</a:t>
            </a:r>
          </a:p>
          <a:p>
            <a:pPr marL="0" lvl="1" fontAlgn="base">
              <a:spcAft>
                <a:spcPct val="0"/>
              </a:spcAft>
            </a:pPr>
            <a:r>
              <a:rPr lang="en-AU" altLang="en-US" sz="1600" b="1" dirty="0">
                <a:solidFill>
                  <a:schemeClr val="tx1">
                    <a:lumMod val="50000"/>
                  </a:schemeClr>
                </a:solidFill>
                <a:latin typeface="Arial" panose="020B0604020202020204" pitchFamily="34" charset="0"/>
                <a:cs typeface="Arial" panose="020B0604020202020204" pitchFamily="34" charset="0"/>
              </a:rPr>
              <a:t>Get Data</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Get Data</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Get Data(Filter By Asset)</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Get Data(Filter By Asset Type)</a:t>
            </a:r>
          </a:p>
          <a:p>
            <a:pPr marL="0" lvl="1" fontAlgn="base">
              <a:spcAft>
                <a:spcPct val="0"/>
              </a:spcAft>
            </a:pPr>
            <a:r>
              <a:rPr lang="en-AU" altLang="en-US" sz="1600" b="1" dirty="0">
                <a:solidFill>
                  <a:schemeClr val="tx1">
                    <a:lumMod val="50000"/>
                  </a:schemeClr>
                </a:solidFill>
                <a:latin typeface="Arial" panose="020B0604020202020204" pitchFamily="34" charset="0"/>
                <a:cs typeface="Arial" panose="020B0604020202020204" pitchFamily="34" charset="0"/>
              </a:rPr>
              <a:t>Publish Data</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Publish All Sheet</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Clear All Data On This Sheet</a:t>
            </a:r>
          </a:p>
          <a:p>
            <a:pPr marL="0" lvl="1" fontAlgn="base">
              <a:spcAft>
                <a:spcPct val="0"/>
              </a:spcAft>
            </a:pPr>
            <a:r>
              <a:rPr lang="en-AU" altLang="en-US" sz="1600" b="1" dirty="0">
                <a:solidFill>
                  <a:schemeClr val="tx1">
                    <a:lumMod val="50000"/>
                  </a:schemeClr>
                </a:solidFill>
                <a:latin typeface="Arial" panose="020B0604020202020204" pitchFamily="34" charset="0"/>
                <a:cs typeface="Arial" panose="020B0604020202020204" pitchFamily="34" charset="0"/>
              </a:rPr>
              <a:t>Tools</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Browse Units</a:t>
            </a:r>
          </a:p>
          <a:p>
            <a:pPr marL="742950" lvl="1" indent="-285750" fontAlgn="base">
              <a:spcAft>
                <a:spcPct val="0"/>
              </a:spcAft>
              <a:buFont typeface="Wingdings" panose="05000000000000000000" pitchFamily="2" charset="2"/>
              <a:buChar char="Ø"/>
            </a:pPr>
            <a:r>
              <a:rPr lang="en-AU" altLang="en-US" sz="1600" dirty="0">
                <a:solidFill>
                  <a:schemeClr val="tx1">
                    <a:lumMod val="50000"/>
                  </a:schemeClr>
                </a:solidFill>
                <a:latin typeface="Arial" panose="020B0604020202020204" pitchFamily="34" charset="0"/>
                <a:cs typeface="Arial" panose="020B0604020202020204" pitchFamily="34" charset="0"/>
              </a:rPr>
              <a:t>Diagnostic Options</a:t>
            </a:r>
          </a:p>
          <a:p>
            <a:pPr fontAlgn="base">
              <a:spcAft>
                <a:spcPct val="0"/>
              </a:spcAft>
            </a:pPr>
            <a:endParaRPr lang="en-AU" altLang="en-US" sz="1600" dirty="0">
              <a:solidFill>
                <a:schemeClr val="tx1">
                  <a:lumMod val="50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7130972-963E-41CD-B999-E1E800AF2D6B}"/>
              </a:ext>
            </a:extLst>
          </p:cNvPr>
          <p:cNvPicPr>
            <a:picLocks noChangeAspect="1"/>
          </p:cNvPicPr>
          <p:nvPr/>
        </p:nvPicPr>
        <p:blipFill>
          <a:blip r:embed="rId3"/>
          <a:stretch>
            <a:fillRect/>
          </a:stretch>
        </p:blipFill>
        <p:spPr>
          <a:xfrm>
            <a:off x="5123678" y="742950"/>
            <a:ext cx="6756219" cy="563880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539838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38125" y="92104"/>
            <a:ext cx="6161802" cy="93537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lgn="ctr"/>
            <a:r>
              <a:rPr lang="en-US" sz="2800" b="1" dirty="0">
                <a:latin typeface="+mj-lt"/>
              </a:rPr>
              <a:t>ASSET CONFIGURATION</a:t>
            </a:r>
          </a:p>
        </p:txBody>
      </p:sp>
      <p:pic>
        <p:nvPicPr>
          <p:cNvPr id="3" name="Picture 2">
            <a:extLst>
              <a:ext uri="{FF2B5EF4-FFF2-40B4-BE49-F238E27FC236}">
                <a16:creationId xmlns:a16="http://schemas.microsoft.com/office/drawing/2014/main" id="{7AFCEE6A-6920-4311-A800-6FCB46D3EF50}"/>
              </a:ext>
            </a:extLst>
          </p:cNvPr>
          <p:cNvPicPr>
            <a:picLocks noChangeAspect="1"/>
          </p:cNvPicPr>
          <p:nvPr/>
        </p:nvPicPr>
        <p:blipFill>
          <a:blip r:embed="rId3"/>
          <a:stretch>
            <a:fillRect/>
          </a:stretch>
        </p:blipFill>
        <p:spPr>
          <a:xfrm>
            <a:off x="5923677" y="1027476"/>
            <a:ext cx="5653460" cy="5507523"/>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77BC2C9F-33FB-445E-A60A-BE4985322707}"/>
              </a:ext>
            </a:extLst>
          </p:cNvPr>
          <p:cNvSpPr/>
          <p:nvPr/>
        </p:nvSpPr>
        <p:spPr>
          <a:xfrm>
            <a:off x="346815" y="1206706"/>
            <a:ext cx="5465405" cy="2308324"/>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Asset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Asset Name, Display Name, Description, asset type Name, Criticality and Parent asset details.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a:p>
            <a:pPr marL="342900" indent="-342900" fontAlgn="base">
              <a:spcAft>
                <a:spcPct val="0"/>
              </a:spcAft>
              <a:buFont typeface="+mj-lt"/>
              <a:buAutoNum type="arabicParenR"/>
            </a:pPr>
            <a:endParaRPr lang="en-AU" altLang="en-US" sz="1600" dirty="0">
              <a:solidFill>
                <a:schemeClr val="tx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9700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504825" y="150827"/>
            <a:ext cx="8963025" cy="430198"/>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lgn="ctr"/>
            <a:r>
              <a:rPr lang="en-US" sz="2800" b="1" dirty="0">
                <a:latin typeface="+mj-lt"/>
              </a:rPr>
              <a:t>STATIC ATTRIBUTE VALUE UPDATE</a:t>
            </a:r>
          </a:p>
        </p:txBody>
      </p:sp>
      <p:pic>
        <p:nvPicPr>
          <p:cNvPr id="3" name="Picture 2">
            <a:extLst>
              <a:ext uri="{FF2B5EF4-FFF2-40B4-BE49-F238E27FC236}">
                <a16:creationId xmlns:a16="http://schemas.microsoft.com/office/drawing/2014/main" id="{D813D112-74B3-4A88-8904-1734B850CF71}"/>
              </a:ext>
            </a:extLst>
          </p:cNvPr>
          <p:cNvPicPr>
            <a:picLocks noChangeAspect="1"/>
          </p:cNvPicPr>
          <p:nvPr/>
        </p:nvPicPr>
        <p:blipFill>
          <a:blip r:embed="rId3"/>
          <a:stretch>
            <a:fillRect/>
          </a:stretch>
        </p:blipFill>
        <p:spPr>
          <a:xfrm>
            <a:off x="4981575" y="799406"/>
            <a:ext cx="6808443" cy="5810943"/>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20EA0E3A-4044-48C5-9858-1EB80D500150}"/>
              </a:ext>
            </a:extLst>
          </p:cNvPr>
          <p:cNvSpPr/>
          <p:nvPr/>
        </p:nvSpPr>
        <p:spPr>
          <a:xfrm>
            <a:off x="346816" y="1206706"/>
            <a:ext cx="4472834" cy="3539430"/>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Asset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 Attribute Mappings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Click on “Get Data (Filter by Asset)” to get the attributes for an asset.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Enter the asset name in the pop-up window and click on ok.</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All the attributes of the asset shall be loaded in the window.</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Value column enter design value for each static attribute.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Update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spTree>
    <p:extLst>
      <p:ext uri="{BB962C8B-B14F-4D97-AF65-F5344CB8AC3E}">
        <p14:creationId xmlns:p14="http://schemas.microsoft.com/office/powerpoint/2010/main" val="1503577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581026" y="7952"/>
            <a:ext cx="9466977" cy="93537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lgn="ctr"/>
            <a:r>
              <a:rPr lang="en-US" sz="3200" b="1" dirty="0">
                <a:latin typeface="+mj-lt"/>
              </a:rPr>
              <a:t>DYNAMIC ATTRIBUTE TAG MAPPING</a:t>
            </a:r>
          </a:p>
        </p:txBody>
      </p:sp>
      <p:pic>
        <p:nvPicPr>
          <p:cNvPr id="3" name="Picture 2">
            <a:extLst>
              <a:ext uri="{FF2B5EF4-FFF2-40B4-BE49-F238E27FC236}">
                <a16:creationId xmlns:a16="http://schemas.microsoft.com/office/drawing/2014/main" id="{7CCB86A9-808F-4A9B-A688-DCCDAC36DF78}"/>
              </a:ext>
            </a:extLst>
          </p:cNvPr>
          <p:cNvPicPr>
            <a:picLocks noChangeAspect="1"/>
          </p:cNvPicPr>
          <p:nvPr/>
        </p:nvPicPr>
        <p:blipFill>
          <a:blip r:embed="rId3"/>
          <a:stretch>
            <a:fillRect/>
          </a:stretch>
        </p:blipFill>
        <p:spPr>
          <a:xfrm>
            <a:off x="5934075" y="765675"/>
            <a:ext cx="6071971" cy="5900252"/>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13122037-5C04-4DC9-9D1A-C60DAA0E9031}"/>
              </a:ext>
            </a:extLst>
          </p:cNvPr>
          <p:cNvSpPr/>
          <p:nvPr/>
        </p:nvSpPr>
        <p:spPr>
          <a:xfrm>
            <a:off x="346816" y="1206706"/>
            <a:ext cx="4472834" cy="4278094"/>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Asset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 Attribute Mappings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Click on “Get Data (Filter by Asset)” to get the attributes for an asset.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Enter the asset name in the pop-up window and click on ok.</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All the attributes of the asset shall be loaded in the window.</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For dynamic tags, select the data source and tag name for read/write depending on the attribute. For the different combinations, please refer “Dynamic Attribute Tag Mapping” slide.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Update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spTree>
    <p:extLst>
      <p:ext uri="{BB962C8B-B14F-4D97-AF65-F5344CB8AC3E}">
        <p14:creationId xmlns:p14="http://schemas.microsoft.com/office/powerpoint/2010/main" val="3953894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90500" y="7952"/>
            <a:ext cx="10344150" cy="93537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lgn="ctr"/>
            <a:r>
              <a:rPr lang="en-US" sz="3200" b="1" dirty="0">
                <a:latin typeface="+mj-lt"/>
              </a:rPr>
              <a:t>ASSET LIMIT UPDATE/PROPERTY UPDATE </a:t>
            </a:r>
          </a:p>
        </p:txBody>
      </p:sp>
      <p:sp>
        <p:nvSpPr>
          <p:cNvPr id="4" name="Rectangle 3">
            <a:extLst>
              <a:ext uri="{FF2B5EF4-FFF2-40B4-BE49-F238E27FC236}">
                <a16:creationId xmlns:a16="http://schemas.microsoft.com/office/drawing/2014/main" id="{13122037-5C04-4DC9-9D1A-C60DAA0E9031}"/>
              </a:ext>
            </a:extLst>
          </p:cNvPr>
          <p:cNvSpPr/>
          <p:nvPr/>
        </p:nvSpPr>
        <p:spPr>
          <a:xfrm>
            <a:off x="346816" y="1206706"/>
            <a:ext cx="4472834" cy="3539430"/>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Asset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Attribute Property Mappings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Click on “Get Data (Filter by Asset)” to get the attributes for an asset.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Enter the asset name in the pop-up window and click on ok.</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All the attributes properties of the asset shall be loaded in the window.</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Enter High and Low Limit value with respect to each attribute.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Update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pic>
        <p:nvPicPr>
          <p:cNvPr id="5" name="Picture 4">
            <a:extLst>
              <a:ext uri="{FF2B5EF4-FFF2-40B4-BE49-F238E27FC236}">
                <a16:creationId xmlns:a16="http://schemas.microsoft.com/office/drawing/2014/main" id="{904F5370-1D63-4ED8-B12A-57EE133AE2D3}"/>
              </a:ext>
            </a:extLst>
          </p:cNvPr>
          <p:cNvPicPr>
            <a:picLocks noChangeAspect="1"/>
          </p:cNvPicPr>
          <p:nvPr/>
        </p:nvPicPr>
        <p:blipFill>
          <a:blip r:embed="rId3"/>
          <a:stretch>
            <a:fillRect/>
          </a:stretch>
        </p:blipFill>
        <p:spPr>
          <a:xfrm>
            <a:off x="5222668" y="1206706"/>
            <a:ext cx="6622516" cy="495680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1326395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90500" y="7952"/>
            <a:ext cx="10344150" cy="93537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algn="ctr"/>
            <a:r>
              <a:rPr lang="en-US" sz="2800" b="1" dirty="0">
                <a:latin typeface="+mn-lt"/>
              </a:rPr>
              <a:t>ASSET MODEL MAPPING AND SCHEDULING</a:t>
            </a:r>
          </a:p>
        </p:txBody>
      </p:sp>
      <p:sp>
        <p:nvSpPr>
          <p:cNvPr id="4" name="Rectangle 3">
            <a:extLst>
              <a:ext uri="{FF2B5EF4-FFF2-40B4-BE49-F238E27FC236}">
                <a16:creationId xmlns:a16="http://schemas.microsoft.com/office/drawing/2014/main" id="{13122037-5C04-4DC9-9D1A-C60DAA0E9031}"/>
              </a:ext>
            </a:extLst>
          </p:cNvPr>
          <p:cNvSpPr/>
          <p:nvPr/>
        </p:nvSpPr>
        <p:spPr>
          <a:xfrm>
            <a:off x="346816" y="797510"/>
            <a:ext cx="4472834" cy="6001643"/>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Asset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 Calculations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Click on “Get Data (Filter by Asset)” to get the attributes for an asset.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Enter the asset name in the pop-up window and click on ok.</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All the models associated with an asset will be populated.</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“YES” in Active column for enabling the calculation for an asset. </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the Schedule mode from the Schedule Mode column. A model can be scheduled or run on data change or can be run on both scheduled and data change.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Interval column specify the time for scheduling the model in minutes.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“Interval Type” as minutes.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Provide anchor date/month/year if the model needs to be anchored based on a particular 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pic>
        <p:nvPicPr>
          <p:cNvPr id="3" name="Picture 2">
            <a:extLst>
              <a:ext uri="{FF2B5EF4-FFF2-40B4-BE49-F238E27FC236}">
                <a16:creationId xmlns:a16="http://schemas.microsoft.com/office/drawing/2014/main" id="{90265C6B-CAF0-4245-AB65-315AFEE7DED7}"/>
              </a:ext>
            </a:extLst>
          </p:cNvPr>
          <p:cNvPicPr>
            <a:picLocks noChangeAspect="1"/>
          </p:cNvPicPr>
          <p:nvPr/>
        </p:nvPicPr>
        <p:blipFill>
          <a:blip r:embed="rId3"/>
          <a:stretch>
            <a:fillRect/>
          </a:stretch>
        </p:blipFill>
        <p:spPr>
          <a:xfrm>
            <a:off x="5333999" y="840018"/>
            <a:ext cx="5911813" cy="5884632"/>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4700139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Module2</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BUILDING NEW MODELS-UI APPROACH</a:t>
            </a:r>
          </a:p>
        </p:txBody>
      </p:sp>
    </p:spTree>
    <p:extLst>
      <p:ext uri="{BB962C8B-B14F-4D97-AF65-F5344CB8AC3E}">
        <p14:creationId xmlns:p14="http://schemas.microsoft.com/office/powerpoint/2010/main" val="4191415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76225" y="225087"/>
            <a:ext cx="9002939"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ASSET CLASS CONFIGURATION</a:t>
            </a:r>
          </a:p>
        </p:txBody>
      </p:sp>
      <p:sp>
        <p:nvSpPr>
          <p:cNvPr id="6" name="Content Placeholder 2">
            <a:extLst>
              <a:ext uri="{FF2B5EF4-FFF2-40B4-BE49-F238E27FC236}">
                <a16:creationId xmlns:a16="http://schemas.microsoft.com/office/drawing/2014/main" id="{29C4AF2D-A5B7-4C59-A6EB-A7E481FF6529}"/>
              </a:ext>
            </a:extLst>
          </p:cNvPr>
          <p:cNvSpPr txBox="1">
            <a:spLocks/>
          </p:cNvSpPr>
          <p:nvPr/>
        </p:nvSpPr>
        <p:spPr>
          <a:xfrm>
            <a:off x="668989" y="700758"/>
            <a:ext cx="11030455" cy="5161348"/>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06400" indent="-406400" algn="just">
              <a:buClrTx/>
              <a:buFont typeface="Wingdings" panose="05000000000000000000" pitchFamily="2" charset="2"/>
              <a:buChar char="Ø"/>
            </a:pPr>
            <a:r>
              <a:rPr lang="en-US" sz="1800" dirty="0"/>
              <a:t>Navigate to Asset Configuration page. Select Asset Type configuration.</a:t>
            </a:r>
          </a:p>
          <a:p>
            <a:pPr marL="406400" indent="-406400" algn="just">
              <a:buClrTx/>
              <a:buFont typeface="Wingdings" panose="05000000000000000000" pitchFamily="2" charset="2"/>
              <a:buChar char="Ø"/>
            </a:pPr>
            <a:r>
              <a:rPr lang="en-US" sz="1800" dirty="0"/>
              <a:t>A new asset class can be added by right clicking on  +create and selecting “Add </a:t>
            </a:r>
            <a:r>
              <a:rPr lang="en-US" sz="1800" dirty="0" err="1"/>
              <a:t>AssetClass</a:t>
            </a:r>
            <a:r>
              <a:rPr lang="en-US" sz="1800" dirty="0"/>
              <a:t>” option.</a:t>
            </a:r>
          </a:p>
          <a:p>
            <a:pPr marL="406400" indent="-406400" algn="just">
              <a:buClrTx/>
              <a:buFont typeface="Wingdings" panose="05000000000000000000" pitchFamily="2" charset="2"/>
              <a:buChar char="Ø"/>
            </a:pPr>
            <a:r>
              <a:rPr lang="en-US" sz="1800" dirty="0"/>
              <a:t>The selected asset class icon is displayed in Asset Hierarchy for the asset belonging to respective class.</a:t>
            </a:r>
          </a:p>
          <a:p>
            <a:pPr marL="406400" indent="-406400" algn="just">
              <a:buClrTx/>
              <a:buFont typeface="Wingdings" panose="05000000000000000000" pitchFamily="2" charset="2"/>
              <a:buChar char="Ø"/>
            </a:pPr>
            <a:r>
              <a:rPr lang="en-US" sz="1800" dirty="0"/>
              <a:t>The icons need to be placed in a specific location (&lt;Installed drive&gt;:\Program Files(x86)\Honeywell\MES\Core\</a:t>
            </a:r>
            <a:r>
              <a:rPr lang="en-US" sz="1800" dirty="0" err="1"/>
              <a:t>WWWMESCore</a:t>
            </a:r>
            <a:r>
              <a:rPr lang="en-US" sz="1800" dirty="0"/>
              <a:t>\</a:t>
            </a:r>
            <a:r>
              <a:rPr lang="en-US" sz="1800" dirty="0" err="1"/>
              <a:t>AMInformationFolders</a:t>
            </a:r>
            <a:r>
              <a:rPr lang="en-US" sz="1800" dirty="0"/>
              <a:t> in the UAS server and should be in “.</a:t>
            </a:r>
            <a:r>
              <a:rPr lang="en-US" sz="1800" dirty="0" err="1"/>
              <a:t>png</a:t>
            </a:r>
            <a:r>
              <a:rPr lang="en-US" sz="1800" dirty="0"/>
              <a:t>” format.</a:t>
            </a:r>
          </a:p>
          <a:p>
            <a:pPr marL="406400" indent="-406400" algn="just">
              <a:buClrTx/>
              <a:buFont typeface="Wingdings" panose="05000000000000000000" pitchFamily="2" charset="2"/>
              <a:buChar char="Ø"/>
            </a:pPr>
            <a:r>
              <a:rPr lang="en-US" sz="1800" dirty="0"/>
              <a:t>To select an existing icon, click “Browse” and select the image from the specific location.</a:t>
            </a:r>
          </a:p>
        </p:txBody>
      </p:sp>
      <p:pic>
        <p:nvPicPr>
          <p:cNvPr id="4" name="Picture 3">
            <a:extLst>
              <a:ext uri="{FF2B5EF4-FFF2-40B4-BE49-F238E27FC236}">
                <a16:creationId xmlns:a16="http://schemas.microsoft.com/office/drawing/2014/main" id="{B76D5096-EC2D-62A9-2E73-557086B80FD5}"/>
              </a:ext>
            </a:extLst>
          </p:cNvPr>
          <p:cNvPicPr>
            <a:picLocks noChangeAspect="1"/>
          </p:cNvPicPr>
          <p:nvPr/>
        </p:nvPicPr>
        <p:blipFill>
          <a:blip r:embed="rId3"/>
          <a:stretch>
            <a:fillRect/>
          </a:stretch>
        </p:blipFill>
        <p:spPr>
          <a:xfrm>
            <a:off x="1123607" y="3605685"/>
            <a:ext cx="4469119" cy="2848277"/>
          </a:xfrm>
          <a:prstGeom prst="rect">
            <a:avLst/>
          </a:prstGeom>
        </p:spPr>
      </p:pic>
      <p:pic>
        <p:nvPicPr>
          <p:cNvPr id="9" name="Picture 8">
            <a:extLst>
              <a:ext uri="{FF2B5EF4-FFF2-40B4-BE49-F238E27FC236}">
                <a16:creationId xmlns:a16="http://schemas.microsoft.com/office/drawing/2014/main" id="{310471CE-6364-4948-01ED-8EE400CAFDF6}"/>
              </a:ext>
            </a:extLst>
          </p:cNvPr>
          <p:cNvPicPr>
            <a:picLocks noChangeAspect="1"/>
          </p:cNvPicPr>
          <p:nvPr/>
        </p:nvPicPr>
        <p:blipFill>
          <a:blip r:embed="rId4"/>
          <a:stretch>
            <a:fillRect/>
          </a:stretch>
        </p:blipFill>
        <p:spPr>
          <a:xfrm>
            <a:off x="6096000" y="3605684"/>
            <a:ext cx="5603444" cy="2848277"/>
          </a:xfrm>
          <a:prstGeom prst="rect">
            <a:avLst/>
          </a:prstGeom>
        </p:spPr>
      </p:pic>
      <p:pic>
        <p:nvPicPr>
          <p:cNvPr id="10" name="Picture 9">
            <a:extLst>
              <a:ext uri="{FF2B5EF4-FFF2-40B4-BE49-F238E27FC236}">
                <a16:creationId xmlns:a16="http://schemas.microsoft.com/office/drawing/2014/main" id="{8520EEBE-A093-EA1D-4FE6-DF804F594581}"/>
              </a:ext>
            </a:extLst>
          </p:cNvPr>
          <p:cNvPicPr>
            <a:picLocks noChangeAspect="1"/>
          </p:cNvPicPr>
          <p:nvPr/>
        </p:nvPicPr>
        <p:blipFill>
          <a:blip r:embed="rId5"/>
          <a:stretch>
            <a:fillRect/>
          </a:stretch>
        </p:blipFill>
        <p:spPr>
          <a:xfrm>
            <a:off x="6439572" y="1109414"/>
            <a:ext cx="209579" cy="190527"/>
          </a:xfrm>
          <a:prstGeom prst="rect">
            <a:avLst/>
          </a:prstGeom>
        </p:spPr>
      </p:pic>
    </p:spTree>
    <p:extLst>
      <p:ext uri="{BB962C8B-B14F-4D97-AF65-F5344CB8AC3E}">
        <p14:creationId xmlns:p14="http://schemas.microsoft.com/office/powerpoint/2010/main" val="1425285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58989" y="108008"/>
            <a:ext cx="7509328"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ASSET TYPE CONFIGURATION</a:t>
            </a:r>
          </a:p>
        </p:txBody>
      </p:sp>
      <p:sp>
        <p:nvSpPr>
          <p:cNvPr id="3" name="Content Placeholder 2">
            <a:extLst>
              <a:ext uri="{FF2B5EF4-FFF2-40B4-BE49-F238E27FC236}">
                <a16:creationId xmlns:a16="http://schemas.microsoft.com/office/drawing/2014/main" id="{21CDC8B7-CB2B-44B1-8E1D-7B6518E1A905}"/>
              </a:ext>
            </a:extLst>
          </p:cNvPr>
          <p:cNvSpPr txBox="1">
            <a:spLocks/>
          </p:cNvSpPr>
          <p:nvPr/>
        </p:nvSpPr>
        <p:spPr>
          <a:xfrm>
            <a:off x="666245" y="1000913"/>
            <a:ext cx="11030455" cy="5161348"/>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06400" indent="-406400" algn="just">
              <a:buClrTx/>
              <a:buFont typeface="Wingdings" panose="05000000000000000000" pitchFamily="2" charset="2"/>
              <a:buChar char="Ø"/>
            </a:pPr>
            <a:r>
              <a:rPr lang="en-US" sz="1800" dirty="0"/>
              <a:t>Navigate to Asset Configuration page and select asset type configuration from System &gt; Assets dropdown.</a:t>
            </a:r>
          </a:p>
          <a:p>
            <a:pPr marL="406400" indent="-406400" algn="just">
              <a:buClrTx/>
              <a:buFont typeface="Wingdings" panose="05000000000000000000" pitchFamily="2" charset="2"/>
              <a:buChar char="Ø"/>
            </a:pPr>
            <a:r>
              <a:rPr lang="en-US" sz="1800" dirty="0"/>
              <a:t>A new asset class can be added by right clicking on     create and selecting “Add Asset type” option.</a:t>
            </a:r>
          </a:p>
          <a:p>
            <a:pPr marL="406400" indent="-406400" algn="just">
              <a:buClrTx/>
              <a:buFont typeface="Wingdings" panose="05000000000000000000" pitchFamily="2" charset="2"/>
              <a:buChar char="Ø"/>
            </a:pPr>
            <a:r>
              <a:rPr lang="en-US" sz="1800" dirty="0"/>
              <a:t>Provide * highlighted information and save to create the asset type under asset class.</a:t>
            </a:r>
          </a:p>
          <a:p>
            <a:pPr marL="0" indent="0" algn="just">
              <a:buClrTx/>
              <a:buNone/>
            </a:pPr>
            <a:endParaRPr lang="en-US" sz="1800" dirty="0"/>
          </a:p>
        </p:txBody>
      </p:sp>
      <p:pic>
        <p:nvPicPr>
          <p:cNvPr id="6" name="Picture 5">
            <a:extLst>
              <a:ext uri="{FF2B5EF4-FFF2-40B4-BE49-F238E27FC236}">
                <a16:creationId xmlns:a16="http://schemas.microsoft.com/office/drawing/2014/main" id="{630F287C-8433-B776-B370-03193939B153}"/>
              </a:ext>
            </a:extLst>
          </p:cNvPr>
          <p:cNvPicPr>
            <a:picLocks noChangeAspect="1"/>
          </p:cNvPicPr>
          <p:nvPr/>
        </p:nvPicPr>
        <p:blipFill>
          <a:blip r:embed="rId3"/>
          <a:stretch>
            <a:fillRect/>
          </a:stretch>
        </p:blipFill>
        <p:spPr>
          <a:xfrm>
            <a:off x="772732" y="2714023"/>
            <a:ext cx="4469119" cy="2848277"/>
          </a:xfrm>
          <a:prstGeom prst="rect">
            <a:avLst/>
          </a:prstGeom>
        </p:spPr>
      </p:pic>
      <p:pic>
        <p:nvPicPr>
          <p:cNvPr id="8" name="Picture 7">
            <a:extLst>
              <a:ext uri="{FF2B5EF4-FFF2-40B4-BE49-F238E27FC236}">
                <a16:creationId xmlns:a16="http://schemas.microsoft.com/office/drawing/2014/main" id="{D6A39E1C-7516-1582-DD0B-B27800C1AE74}"/>
              </a:ext>
            </a:extLst>
          </p:cNvPr>
          <p:cNvPicPr>
            <a:picLocks noChangeAspect="1"/>
          </p:cNvPicPr>
          <p:nvPr/>
        </p:nvPicPr>
        <p:blipFill>
          <a:blip r:embed="rId4"/>
          <a:stretch>
            <a:fillRect/>
          </a:stretch>
        </p:blipFill>
        <p:spPr>
          <a:xfrm>
            <a:off x="5493913" y="2714023"/>
            <a:ext cx="5755334" cy="2848277"/>
          </a:xfrm>
          <a:prstGeom prst="rect">
            <a:avLst/>
          </a:prstGeom>
        </p:spPr>
      </p:pic>
      <p:pic>
        <p:nvPicPr>
          <p:cNvPr id="9" name="Picture 8">
            <a:extLst>
              <a:ext uri="{FF2B5EF4-FFF2-40B4-BE49-F238E27FC236}">
                <a16:creationId xmlns:a16="http://schemas.microsoft.com/office/drawing/2014/main" id="{B7171967-75C1-B021-6F5D-7C489111C720}"/>
              </a:ext>
            </a:extLst>
          </p:cNvPr>
          <p:cNvPicPr>
            <a:picLocks noChangeAspect="1"/>
          </p:cNvPicPr>
          <p:nvPr/>
        </p:nvPicPr>
        <p:blipFill>
          <a:blip r:embed="rId5"/>
          <a:stretch>
            <a:fillRect/>
          </a:stretch>
        </p:blipFill>
        <p:spPr>
          <a:xfrm>
            <a:off x="6482102" y="1666941"/>
            <a:ext cx="209579" cy="190527"/>
          </a:xfrm>
          <a:prstGeom prst="rect">
            <a:avLst/>
          </a:prstGeom>
        </p:spPr>
      </p:pic>
    </p:spTree>
    <p:extLst>
      <p:ext uri="{BB962C8B-B14F-4D97-AF65-F5344CB8AC3E}">
        <p14:creationId xmlns:p14="http://schemas.microsoft.com/office/powerpoint/2010/main" val="9263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54214" y="235066"/>
            <a:ext cx="10117364"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ATTRIBUTE TYPE CONFIGURATION</a:t>
            </a:r>
          </a:p>
        </p:txBody>
      </p:sp>
      <p:sp>
        <p:nvSpPr>
          <p:cNvPr id="3" name="Content Placeholder 2">
            <a:extLst>
              <a:ext uri="{FF2B5EF4-FFF2-40B4-BE49-F238E27FC236}">
                <a16:creationId xmlns:a16="http://schemas.microsoft.com/office/drawing/2014/main" id="{2AEDB2FF-F39C-41FD-914C-5D8218585FB8}"/>
              </a:ext>
            </a:extLst>
          </p:cNvPr>
          <p:cNvSpPr txBox="1">
            <a:spLocks/>
          </p:cNvSpPr>
          <p:nvPr/>
        </p:nvSpPr>
        <p:spPr>
          <a:xfrm>
            <a:off x="485270" y="915187"/>
            <a:ext cx="11398754" cy="5305841"/>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indent="-457200" algn="just">
              <a:buClrTx/>
              <a:buFont typeface="Wingdings" panose="05000000000000000000" pitchFamily="2" charset="2"/>
              <a:buChar char="Ø"/>
            </a:pPr>
            <a:r>
              <a:rPr lang="en-US" sz="1600" dirty="0"/>
              <a:t>Asset type contains asset attributes e.g. Running Status, Availability, Performance, Quality, etc.</a:t>
            </a:r>
          </a:p>
          <a:p>
            <a:pPr indent="-457200" algn="just">
              <a:buClrTx/>
              <a:buFont typeface="Wingdings" panose="05000000000000000000" pitchFamily="2" charset="2"/>
              <a:buChar char="Ø"/>
            </a:pPr>
            <a:r>
              <a:rPr lang="en-US" sz="1600" dirty="0"/>
              <a:t>Click      Create to add new attribute or click     to edit existing attribute.</a:t>
            </a:r>
          </a:p>
          <a:p>
            <a:pPr indent="-457200" algn="just">
              <a:buClrTx/>
              <a:buFont typeface="Wingdings" panose="05000000000000000000" pitchFamily="2" charset="2"/>
              <a:buChar char="Ø"/>
            </a:pPr>
            <a:r>
              <a:rPr lang="en-US" sz="1600" dirty="0"/>
              <a:t>Attribute Name is used to define calculation expression.</a:t>
            </a:r>
          </a:p>
          <a:p>
            <a:pPr indent="-457200" algn="just">
              <a:buClrTx/>
              <a:buFont typeface="Wingdings" panose="05000000000000000000" pitchFamily="2" charset="2"/>
              <a:buChar char="Ø"/>
            </a:pPr>
            <a:r>
              <a:rPr lang="en-US" sz="1600" dirty="0"/>
              <a:t>Attribute can be of type ‘Double’, ‘Integer’, ‘String’, etc. </a:t>
            </a:r>
          </a:p>
          <a:p>
            <a:pPr indent="-457200" algn="just">
              <a:buClrTx/>
              <a:buFont typeface="Wingdings" panose="05000000000000000000" pitchFamily="2" charset="2"/>
              <a:buChar char="Ø"/>
            </a:pPr>
            <a:r>
              <a:rPr lang="en-US" sz="1600" dirty="0"/>
              <a:t>Attribute category can be ‘Static’, ‘Dynamic’, etc.</a:t>
            </a:r>
          </a:p>
          <a:p>
            <a:pPr indent="-457200" algn="just">
              <a:buClrTx/>
              <a:buFont typeface="Wingdings" panose="05000000000000000000" pitchFamily="2" charset="2"/>
              <a:buChar char="Ø"/>
            </a:pPr>
            <a:r>
              <a:rPr lang="en-US" sz="1600" dirty="0"/>
              <a:t>Units of measurement can be defined for the attribute e.g. m3/hr, %, etc. To use Intuition unit conversion, please use 	BCT for updating UoM of attributes.</a:t>
            </a:r>
          </a:p>
          <a:p>
            <a:pPr indent="-457200" algn="just">
              <a:buClrTx/>
              <a:buFont typeface="Wingdings" panose="05000000000000000000" pitchFamily="2" charset="2"/>
              <a:buChar char="Ø"/>
            </a:pPr>
            <a:r>
              <a:rPr lang="en-US" sz="1600" dirty="0"/>
              <a:t>Attribute filter can be used to categorize the type of attribute. e.g. Design, Availability, etc.</a:t>
            </a:r>
          </a:p>
          <a:p>
            <a:pPr indent="-457200" algn="just">
              <a:buClrTx/>
              <a:buFont typeface="Wingdings" panose="05000000000000000000" pitchFamily="2" charset="2"/>
              <a:buChar char="Ø"/>
            </a:pPr>
            <a:r>
              <a:rPr lang="en-US" sz="1600" dirty="0"/>
              <a:t>Attributes can be defined using attribute configuration page or excel plug-in</a:t>
            </a:r>
          </a:p>
        </p:txBody>
      </p:sp>
      <p:sp>
        <p:nvSpPr>
          <p:cNvPr id="5" name="Content Placeholder 2">
            <a:extLst>
              <a:ext uri="{FF2B5EF4-FFF2-40B4-BE49-F238E27FC236}">
                <a16:creationId xmlns:a16="http://schemas.microsoft.com/office/drawing/2014/main" id="{690B1813-14BA-4B7D-A573-98FE738A32D3}"/>
              </a:ext>
            </a:extLst>
          </p:cNvPr>
          <p:cNvSpPr txBox="1">
            <a:spLocks/>
          </p:cNvSpPr>
          <p:nvPr/>
        </p:nvSpPr>
        <p:spPr>
          <a:xfrm>
            <a:off x="489389" y="3568107"/>
            <a:ext cx="5747808" cy="3127586"/>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indent="-457200" algn="just">
              <a:buClrTx/>
              <a:buFont typeface="Wingdings" panose="05000000000000000000" pitchFamily="2" charset="2"/>
              <a:buChar char="Ø"/>
            </a:pPr>
            <a:r>
              <a:rPr lang="en-US" sz="1600" b="1" dirty="0"/>
              <a:t>Ensure</a:t>
            </a:r>
          </a:p>
          <a:p>
            <a:pPr marL="741363" lvl="1" indent="-342900" algn="just">
              <a:buFont typeface="+mj-lt"/>
              <a:buAutoNum type="arabicPeriod"/>
            </a:pPr>
            <a:r>
              <a:rPr lang="en-US" sz="1600" dirty="0"/>
              <a:t>The first character of the attribute name is alphabet.</a:t>
            </a:r>
          </a:p>
          <a:p>
            <a:pPr marL="741363" lvl="1" indent="-342900" algn="just">
              <a:buFont typeface="+mj-lt"/>
              <a:buAutoNum type="arabicPeriod"/>
            </a:pPr>
            <a:r>
              <a:rPr lang="en-US" sz="1600" dirty="0"/>
              <a:t>The attribute name is case sensitive.</a:t>
            </a:r>
          </a:p>
          <a:p>
            <a:pPr marL="741363" lvl="1" indent="-342900" algn="just">
              <a:buFont typeface="+mj-lt"/>
              <a:buAutoNum type="arabicPeriod"/>
            </a:pPr>
            <a:r>
              <a:rPr lang="en-US" sz="1600" dirty="0"/>
              <a:t>The attribute name does not begin with C_ (this prevents the attribute from being used in fault, symptom, or calculation expressions).</a:t>
            </a:r>
          </a:p>
          <a:p>
            <a:pPr marL="741363" lvl="1" indent="-342900" algn="just">
              <a:buFont typeface="+mj-lt"/>
              <a:buAutoNum type="arabicPeriod"/>
            </a:pPr>
            <a:r>
              <a:rPr lang="en-US" sz="1600" dirty="0"/>
              <a:t>The length of an attribute name must not exceed 50 characters.</a:t>
            </a:r>
          </a:p>
          <a:p>
            <a:pPr marL="741363" lvl="1" indent="-342900" algn="just">
              <a:buFont typeface="+mj-lt"/>
              <a:buAutoNum type="arabicPeriod"/>
            </a:pPr>
            <a:r>
              <a:rPr lang="en-US" sz="1600" dirty="0"/>
              <a:t>Provide the same attribute name, which is case sensitive while defining expressions in calculation and fault models</a:t>
            </a:r>
          </a:p>
        </p:txBody>
      </p:sp>
      <p:pic>
        <p:nvPicPr>
          <p:cNvPr id="6" name="Picture 5">
            <a:extLst>
              <a:ext uri="{FF2B5EF4-FFF2-40B4-BE49-F238E27FC236}">
                <a16:creationId xmlns:a16="http://schemas.microsoft.com/office/drawing/2014/main" id="{5B19A940-0427-4E48-A41A-7D1E5AE1F294}"/>
              </a:ext>
            </a:extLst>
          </p:cNvPr>
          <p:cNvPicPr>
            <a:picLocks noChangeAspect="1"/>
          </p:cNvPicPr>
          <p:nvPr/>
        </p:nvPicPr>
        <p:blipFill>
          <a:blip r:embed="rId3"/>
          <a:stretch>
            <a:fillRect/>
          </a:stretch>
        </p:blipFill>
        <p:spPr>
          <a:xfrm>
            <a:off x="1527330" y="1299941"/>
            <a:ext cx="209579" cy="190527"/>
          </a:xfrm>
          <a:prstGeom prst="rect">
            <a:avLst/>
          </a:prstGeom>
        </p:spPr>
      </p:pic>
      <p:pic>
        <p:nvPicPr>
          <p:cNvPr id="7" name="Picture 6">
            <a:extLst>
              <a:ext uri="{FF2B5EF4-FFF2-40B4-BE49-F238E27FC236}">
                <a16:creationId xmlns:a16="http://schemas.microsoft.com/office/drawing/2014/main" id="{C2846013-D361-44A2-87D6-0A28FBACAC50}"/>
              </a:ext>
            </a:extLst>
          </p:cNvPr>
          <p:cNvPicPr>
            <a:picLocks noChangeAspect="1"/>
          </p:cNvPicPr>
          <p:nvPr/>
        </p:nvPicPr>
        <p:blipFill>
          <a:blip r:embed="rId4"/>
          <a:stretch>
            <a:fillRect/>
          </a:stretch>
        </p:blipFill>
        <p:spPr>
          <a:xfrm>
            <a:off x="5037426" y="1318994"/>
            <a:ext cx="181000" cy="171474"/>
          </a:xfrm>
          <a:prstGeom prst="rect">
            <a:avLst/>
          </a:prstGeom>
        </p:spPr>
      </p:pic>
      <p:pic>
        <p:nvPicPr>
          <p:cNvPr id="9" name="Picture 8">
            <a:extLst>
              <a:ext uri="{FF2B5EF4-FFF2-40B4-BE49-F238E27FC236}">
                <a16:creationId xmlns:a16="http://schemas.microsoft.com/office/drawing/2014/main" id="{956F015B-8692-0C31-55B2-E25FA66E3C05}"/>
              </a:ext>
            </a:extLst>
          </p:cNvPr>
          <p:cNvPicPr>
            <a:picLocks noChangeAspect="1"/>
          </p:cNvPicPr>
          <p:nvPr/>
        </p:nvPicPr>
        <p:blipFill>
          <a:blip r:embed="rId5"/>
          <a:stretch>
            <a:fillRect/>
          </a:stretch>
        </p:blipFill>
        <p:spPr>
          <a:xfrm>
            <a:off x="6422066" y="3668233"/>
            <a:ext cx="5560384" cy="2665892"/>
          </a:xfrm>
          <a:prstGeom prst="rect">
            <a:avLst/>
          </a:prstGeom>
        </p:spPr>
      </p:pic>
    </p:spTree>
    <p:extLst>
      <p:ext uri="{BB962C8B-B14F-4D97-AF65-F5344CB8AC3E}">
        <p14:creationId xmlns:p14="http://schemas.microsoft.com/office/powerpoint/2010/main" val="29798474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27116"/>
            <a:ext cx="10434864"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CALCULATION MODEL CONFIGURATION</a:t>
            </a:r>
          </a:p>
        </p:txBody>
      </p:sp>
      <p:sp>
        <p:nvSpPr>
          <p:cNvPr id="3" name="Content Placeholder 2">
            <a:extLst>
              <a:ext uri="{FF2B5EF4-FFF2-40B4-BE49-F238E27FC236}">
                <a16:creationId xmlns:a16="http://schemas.microsoft.com/office/drawing/2014/main" id="{6E7AA7A5-5E57-4B2C-9652-417ACCCAE89B}"/>
              </a:ext>
            </a:extLst>
          </p:cNvPr>
          <p:cNvSpPr txBox="1">
            <a:spLocks/>
          </p:cNvSpPr>
          <p:nvPr/>
        </p:nvSpPr>
        <p:spPr>
          <a:xfrm>
            <a:off x="639741" y="776079"/>
            <a:ext cx="11345746" cy="1981079"/>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0100" lvl="1" indent="-342900" algn="just">
              <a:buFont typeface="+mj-lt"/>
              <a:buAutoNum type="arabicPeriod"/>
            </a:pPr>
            <a:r>
              <a:rPr lang="en-US" sz="1600" dirty="0"/>
              <a:t>Navigate to calculation Configuration page from contents tree.</a:t>
            </a:r>
          </a:p>
          <a:p>
            <a:pPr marL="800100" lvl="1" indent="-342900" algn="just">
              <a:buFont typeface="+mj-lt"/>
              <a:buAutoNum type="arabicPeriod"/>
            </a:pPr>
            <a:r>
              <a:rPr lang="en-US" sz="1500" dirty="0"/>
              <a:t>Click on Basic“+” symbol to add a new calculation model.</a:t>
            </a:r>
          </a:p>
          <a:p>
            <a:pPr marL="800100" lvl="1" indent="-342900" algn="just">
              <a:buFont typeface="+mj-lt"/>
              <a:buAutoNum type="arabicPeriod"/>
            </a:pPr>
            <a:r>
              <a:rPr lang="en-US" sz="1500" dirty="0"/>
              <a:t>New calculation window appears for adding calculation.</a:t>
            </a:r>
          </a:p>
          <a:p>
            <a:pPr marL="800100" lvl="1" indent="-342900" algn="just">
              <a:buFont typeface="+mj-lt"/>
              <a:buAutoNum type="arabicPeriod"/>
            </a:pPr>
            <a:r>
              <a:rPr lang="en-US" sz="1500" dirty="0"/>
              <a:t>Provide name, display name, description and expression.</a:t>
            </a:r>
          </a:p>
          <a:p>
            <a:pPr marL="800100" lvl="1" indent="-342900" algn="just">
              <a:buFont typeface="+mj-lt"/>
              <a:buAutoNum type="arabicPeriod"/>
            </a:pPr>
            <a:r>
              <a:rPr lang="en-US" sz="1500" dirty="0"/>
              <a:t>Build calculation expression using various operators and functions and click “check syntax” to validate calculation syntax.</a:t>
            </a:r>
          </a:p>
          <a:p>
            <a:pPr marL="800100" lvl="1" indent="-342900" algn="just">
              <a:buFont typeface="+mj-lt"/>
              <a:buAutoNum type="arabicPeriod"/>
            </a:pPr>
            <a:r>
              <a:rPr lang="en-US" sz="1500" dirty="0"/>
              <a:t>Click Save to save the calculation.</a:t>
            </a:r>
          </a:p>
          <a:p>
            <a:pPr marL="800100" lvl="1" indent="-342900" algn="just">
              <a:buFont typeface="+mj-lt"/>
              <a:buAutoNum type="arabicPeriod"/>
            </a:pPr>
            <a:r>
              <a:rPr lang="en-US" sz="1500" dirty="0"/>
              <a:t>Repeat the steps 2-5 for adding more calculations.</a:t>
            </a:r>
          </a:p>
          <a:p>
            <a:pPr marL="800100" lvl="1" indent="-342900" algn="just">
              <a:buFont typeface="+mj-lt"/>
              <a:buAutoNum type="arabicPeriod"/>
            </a:pPr>
            <a:r>
              <a:rPr lang="en-US" sz="1500" dirty="0"/>
              <a:t>Use Add this calculation to templatize for that respective asset type.</a:t>
            </a:r>
          </a:p>
          <a:p>
            <a:pPr marL="800100" lvl="1" indent="-342900" algn="just">
              <a:buFont typeface="+mj-lt"/>
              <a:buAutoNum type="arabicPeriod"/>
            </a:pPr>
            <a:endParaRPr lang="en-US" sz="1500" dirty="0"/>
          </a:p>
        </p:txBody>
      </p:sp>
      <p:pic>
        <p:nvPicPr>
          <p:cNvPr id="7" name="Picture 6">
            <a:extLst>
              <a:ext uri="{FF2B5EF4-FFF2-40B4-BE49-F238E27FC236}">
                <a16:creationId xmlns:a16="http://schemas.microsoft.com/office/drawing/2014/main" id="{2C7FEC34-8F95-D0C0-F10E-BA364CC4B95E}"/>
              </a:ext>
            </a:extLst>
          </p:cNvPr>
          <p:cNvPicPr>
            <a:picLocks noChangeAspect="1"/>
          </p:cNvPicPr>
          <p:nvPr/>
        </p:nvPicPr>
        <p:blipFill>
          <a:blip r:embed="rId3"/>
          <a:stretch>
            <a:fillRect/>
          </a:stretch>
        </p:blipFill>
        <p:spPr>
          <a:xfrm>
            <a:off x="1066799" y="2995699"/>
            <a:ext cx="10384465" cy="3575221"/>
          </a:xfrm>
          <a:prstGeom prst="rect">
            <a:avLst/>
          </a:prstGeom>
        </p:spPr>
      </p:pic>
    </p:spTree>
    <p:extLst>
      <p:ext uri="{BB962C8B-B14F-4D97-AF65-F5344CB8AC3E}">
        <p14:creationId xmlns:p14="http://schemas.microsoft.com/office/powerpoint/2010/main" val="974904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28601" y="133408"/>
            <a:ext cx="1147762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FAULT AND SYMPTOM MODEL CONFIGURATION</a:t>
            </a:r>
          </a:p>
        </p:txBody>
      </p:sp>
      <p:sp>
        <p:nvSpPr>
          <p:cNvPr id="3" name="Content Placeholder 2">
            <a:extLst>
              <a:ext uri="{FF2B5EF4-FFF2-40B4-BE49-F238E27FC236}">
                <a16:creationId xmlns:a16="http://schemas.microsoft.com/office/drawing/2014/main" id="{AF765FE6-EC3C-4C5A-9019-44F7E5A5B519}"/>
              </a:ext>
            </a:extLst>
          </p:cNvPr>
          <p:cNvSpPr txBox="1">
            <a:spLocks/>
          </p:cNvSpPr>
          <p:nvPr/>
        </p:nvSpPr>
        <p:spPr>
          <a:xfrm>
            <a:off x="666245" y="754154"/>
            <a:ext cx="11226477" cy="1957515"/>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800100" lvl="1" indent="-342900" algn="just">
              <a:buFont typeface="+mj-lt"/>
              <a:buAutoNum type="arabicPeriod"/>
            </a:pPr>
            <a:r>
              <a:rPr lang="en-US" sz="1600" dirty="0"/>
              <a:t>Navigate to calculation Configuration page from contents tree.</a:t>
            </a:r>
          </a:p>
          <a:p>
            <a:pPr marL="800100" lvl="1" indent="-342900" algn="just">
              <a:buFont typeface="+mj-lt"/>
              <a:buAutoNum type="arabicPeriod"/>
            </a:pPr>
            <a:r>
              <a:rPr lang="en-US" sz="1600" dirty="0"/>
              <a:t>Click on Fault“+” symbol to add a new Fault model.</a:t>
            </a:r>
          </a:p>
          <a:p>
            <a:pPr marL="800100" lvl="1" indent="-342900" algn="just">
              <a:buFont typeface="+mj-lt"/>
              <a:buAutoNum type="arabicPeriod"/>
            </a:pPr>
            <a:r>
              <a:rPr lang="en-US" sz="1600" dirty="0"/>
              <a:t>Right click on fault symptom model and select “Add Fault”</a:t>
            </a:r>
          </a:p>
          <a:p>
            <a:pPr marL="800100" lvl="1" indent="-342900" algn="just">
              <a:buFont typeface="+mj-lt"/>
              <a:buAutoNum type="arabicPeriod"/>
            </a:pPr>
            <a:r>
              <a:rPr lang="en-US" sz="1600" dirty="0"/>
              <a:t>Provide name, display name, description, severity, category and on/off interval for fault in general tab.</a:t>
            </a:r>
          </a:p>
          <a:p>
            <a:pPr marL="800100" lvl="1" indent="-342900" algn="just">
              <a:buFont typeface="+mj-lt"/>
              <a:buAutoNum type="arabicPeriod"/>
            </a:pPr>
            <a:r>
              <a:rPr lang="en-US" sz="1600" dirty="0"/>
              <a:t>Provide fault expression using various operators and functions and click “check syntax” to validate fault syntax.</a:t>
            </a:r>
          </a:p>
          <a:p>
            <a:pPr marL="800100" lvl="1" indent="-342900" algn="just">
              <a:buFont typeface="+mj-lt"/>
              <a:buAutoNum type="arabicPeriod"/>
            </a:pPr>
            <a:r>
              <a:rPr lang="en-US" sz="1600" dirty="0"/>
              <a:t>Click Save to save the fault.</a:t>
            </a:r>
          </a:p>
          <a:p>
            <a:pPr marL="800100" lvl="1" indent="-342900" algn="just">
              <a:buFont typeface="+mj-lt"/>
              <a:buAutoNum type="arabicPeriod"/>
            </a:pPr>
            <a:r>
              <a:rPr lang="en-US" sz="1600" dirty="0"/>
              <a:t>To add a new Symptom, right click on fault and select “Add Symptom” and follow steps 3 to 5.</a:t>
            </a:r>
          </a:p>
        </p:txBody>
      </p:sp>
      <p:pic>
        <p:nvPicPr>
          <p:cNvPr id="7" name="Picture 6">
            <a:extLst>
              <a:ext uri="{FF2B5EF4-FFF2-40B4-BE49-F238E27FC236}">
                <a16:creationId xmlns:a16="http://schemas.microsoft.com/office/drawing/2014/main" id="{B4A4EF45-33C2-3359-911E-9AE832793E5A}"/>
              </a:ext>
            </a:extLst>
          </p:cNvPr>
          <p:cNvPicPr>
            <a:picLocks noChangeAspect="1"/>
          </p:cNvPicPr>
          <p:nvPr/>
        </p:nvPicPr>
        <p:blipFill>
          <a:blip r:embed="rId3"/>
          <a:stretch>
            <a:fillRect/>
          </a:stretch>
        </p:blipFill>
        <p:spPr>
          <a:xfrm>
            <a:off x="762001" y="3763925"/>
            <a:ext cx="4384221" cy="2842804"/>
          </a:xfrm>
          <a:prstGeom prst="rect">
            <a:avLst/>
          </a:prstGeom>
        </p:spPr>
      </p:pic>
      <p:pic>
        <p:nvPicPr>
          <p:cNvPr id="9" name="Picture 8">
            <a:extLst>
              <a:ext uri="{FF2B5EF4-FFF2-40B4-BE49-F238E27FC236}">
                <a16:creationId xmlns:a16="http://schemas.microsoft.com/office/drawing/2014/main" id="{92A129A7-2286-3C0D-2BFE-0C8764272003}"/>
              </a:ext>
            </a:extLst>
          </p:cNvPr>
          <p:cNvPicPr>
            <a:picLocks noChangeAspect="1"/>
          </p:cNvPicPr>
          <p:nvPr/>
        </p:nvPicPr>
        <p:blipFill>
          <a:blip r:embed="rId4"/>
          <a:stretch>
            <a:fillRect/>
          </a:stretch>
        </p:blipFill>
        <p:spPr>
          <a:xfrm>
            <a:off x="5777022" y="3175024"/>
            <a:ext cx="5652977" cy="3431705"/>
          </a:xfrm>
          <a:prstGeom prst="rect">
            <a:avLst/>
          </a:prstGeom>
        </p:spPr>
      </p:pic>
    </p:spTree>
    <p:extLst>
      <p:ext uri="{BB962C8B-B14F-4D97-AF65-F5344CB8AC3E}">
        <p14:creationId xmlns:p14="http://schemas.microsoft.com/office/powerpoint/2010/main" val="26470995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495299" y="123825"/>
            <a:ext cx="11201401" cy="419100"/>
          </a:xfrm>
        </p:spPr>
        <p:txBody>
          <a:bodyPr/>
          <a:lstStyle/>
          <a:p>
            <a:r>
              <a:rPr lang="en-US" dirty="0">
                <a:latin typeface="+mn-lt"/>
              </a:rPr>
              <a:t>NEW Model Configuration Block Diagram</a:t>
            </a:r>
          </a:p>
        </p:txBody>
      </p:sp>
      <p:grpSp>
        <p:nvGrpSpPr>
          <p:cNvPr id="10" name="Group 9">
            <a:extLst>
              <a:ext uri="{FF2B5EF4-FFF2-40B4-BE49-F238E27FC236}">
                <a16:creationId xmlns:a16="http://schemas.microsoft.com/office/drawing/2014/main" id="{A5DBE2A8-47FC-4B49-9FB3-6EABEE20C0D6}"/>
              </a:ext>
            </a:extLst>
          </p:cNvPr>
          <p:cNvGrpSpPr/>
          <p:nvPr/>
        </p:nvGrpSpPr>
        <p:grpSpPr>
          <a:xfrm>
            <a:off x="780495" y="1110625"/>
            <a:ext cx="10677868" cy="5023562"/>
            <a:chOff x="780495" y="1110625"/>
            <a:chExt cx="10677868" cy="5023562"/>
          </a:xfrm>
          <a:solidFill>
            <a:schemeClr val="tx2">
              <a:lumMod val="40000"/>
              <a:lumOff val="60000"/>
            </a:schemeClr>
          </a:solidFill>
        </p:grpSpPr>
        <p:sp>
          <p:nvSpPr>
            <p:cNvPr id="13" name="Rectangle 12">
              <a:extLst>
                <a:ext uri="{FF2B5EF4-FFF2-40B4-BE49-F238E27FC236}">
                  <a16:creationId xmlns:a16="http://schemas.microsoft.com/office/drawing/2014/main" id="{969076C1-81B5-44B5-AE46-6050855D9C0E}"/>
                </a:ext>
              </a:extLst>
            </p:cNvPr>
            <p:cNvSpPr/>
            <p:nvPr/>
          </p:nvSpPr>
          <p:spPr>
            <a:xfrm>
              <a:off x="1421956" y="1110625"/>
              <a:ext cx="1977191" cy="502356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Model Configuration</a:t>
              </a:r>
            </a:p>
          </p:txBody>
        </p:sp>
        <p:sp>
          <p:nvSpPr>
            <p:cNvPr id="15" name="Rectangle 14">
              <a:extLst>
                <a:ext uri="{FF2B5EF4-FFF2-40B4-BE49-F238E27FC236}">
                  <a16:creationId xmlns:a16="http://schemas.microsoft.com/office/drawing/2014/main" id="{784C3FD7-2198-4B5F-9434-6C7EE07E0E06}"/>
                </a:ext>
              </a:extLst>
            </p:cNvPr>
            <p:cNvSpPr/>
            <p:nvPr/>
          </p:nvSpPr>
          <p:spPr>
            <a:xfrm>
              <a:off x="4561230" y="3358681"/>
              <a:ext cx="1977191" cy="52745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New Model</a:t>
              </a:r>
            </a:p>
          </p:txBody>
        </p:sp>
        <p:sp>
          <p:nvSpPr>
            <p:cNvPr id="17" name="Heptagon 16">
              <a:extLst>
                <a:ext uri="{FF2B5EF4-FFF2-40B4-BE49-F238E27FC236}">
                  <a16:creationId xmlns:a16="http://schemas.microsoft.com/office/drawing/2014/main" id="{287B7FE8-1631-4A12-85B1-B93A5119CD72}"/>
                </a:ext>
              </a:extLst>
            </p:cNvPr>
            <p:cNvSpPr/>
            <p:nvPr/>
          </p:nvSpPr>
          <p:spPr>
            <a:xfrm>
              <a:off x="4159938" y="3508846"/>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9" name="Arrow: Right 18">
              <a:extLst>
                <a:ext uri="{FF2B5EF4-FFF2-40B4-BE49-F238E27FC236}">
                  <a16:creationId xmlns:a16="http://schemas.microsoft.com/office/drawing/2014/main" id="{C1C802AE-A7F4-4349-966F-789BB08AF610}"/>
                </a:ext>
              </a:extLst>
            </p:cNvPr>
            <p:cNvSpPr/>
            <p:nvPr/>
          </p:nvSpPr>
          <p:spPr>
            <a:xfrm>
              <a:off x="3399146" y="3485246"/>
              <a:ext cx="729488" cy="27432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Arrow: Right 21">
              <a:extLst>
                <a:ext uri="{FF2B5EF4-FFF2-40B4-BE49-F238E27FC236}">
                  <a16:creationId xmlns:a16="http://schemas.microsoft.com/office/drawing/2014/main" id="{83A86DC7-1535-443D-A958-0BB284D2C9E4}"/>
                </a:ext>
              </a:extLst>
            </p:cNvPr>
            <p:cNvSpPr/>
            <p:nvPr/>
          </p:nvSpPr>
          <p:spPr>
            <a:xfrm>
              <a:off x="6544889" y="3485246"/>
              <a:ext cx="804643" cy="274320"/>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Heptagon 29">
              <a:extLst>
                <a:ext uri="{FF2B5EF4-FFF2-40B4-BE49-F238E27FC236}">
                  <a16:creationId xmlns:a16="http://schemas.microsoft.com/office/drawing/2014/main" id="{24CC30BB-2651-4AB6-B3E2-96849F22ED81}"/>
                </a:ext>
              </a:extLst>
            </p:cNvPr>
            <p:cNvSpPr/>
            <p:nvPr/>
          </p:nvSpPr>
          <p:spPr>
            <a:xfrm>
              <a:off x="780495" y="1110625"/>
              <a:ext cx="509758"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II</a:t>
              </a:r>
            </a:p>
          </p:txBody>
        </p:sp>
        <p:grpSp>
          <p:nvGrpSpPr>
            <p:cNvPr id="2" name="Group 1">
              <a:extLst>
                <a:ext uri="{FF2B5EF4-FFF2-40B4-BE49-F238E27FC236}">
                  <a16:creationId xmlns:a16="http://schemas.microsoft.com/office/drawing/2014/main" id="{28E166B0-8E84-4B2A-842C-6139059BDA40}"/>
                </a:ext>
              </a:extLst>
            </p:cNvPr>
            <p:cNvGrpSpPr/>
            <p:nvPr/>
          </p:nvGrpSpPr>
          <p:grpSpPr>
            <a:xfrm>
              <a:off x="7484993" y="1138050"/>
              <a:ext cx="3950004" cy="253452"/>
              <a:chOff x="7484993" y="1138050"/>
              <a:chExt cx="3950004" cy="253452"/>
            </a:xfrm>
            <a:grpFill/>
          </p:grpSpPr>
          <p:sp>
            <p:nvSpPr>
              <p:cNvPr id="31" name="Heptagon 30">
                <a:extLst>
                  <a:ext uri="{FF2B5EF4-FFF2-40B4-BE49-F238E27FC236}">
                    <a16:creationId xmlns:a16="http://schemas.microsoft.com/office/drawing/2014/main" id="{FC8984E3-B0AC-4CD9-88E1-33BBEE7F3F94}"/>
                  </a:ext>
                </a:extLst>
              </p:cNvPr>
              <p:cNvSpPr/>
              <p:nvPr/>
            </p:nvSpPr>
            <p:spPr>
              <a:xfrm>
                <a:off x="7484993" y="1151216"/>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2" name="Rectangle 31">
                <a:extLst>
                  <a:ext uri="{FF2B5EF4-FFF2-40B4-BE49-F238E27FC236}">
                    <a16:creationId xmlns:a16="http://schemas.microsoft.com/office/drawing/2014/main" id="{C952C596-B7FA-4D9D-A9FB-8E55ED4EFC49}"/>
                  </a:ext>
                </a:extLst>
              </p:cNvPr>
              <p:cNvSpPr/>
              <p:nvPr/>
            </p:nvSpPr>
            <p:spPr>
              <a:xfrm>
                <a:off x="7809569" y="1138050"/>
                <a:ext cx="3625428" cy="25345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class configuration </a:t>
                </a:r>
              </a:p>
            </p:txBody>
          </p:sp>
        </p:grpSp>
        <p:grpSp>
          <p:nvGrpSpPr>
            <p:cNvPr id="4" name="Group 3">
              <a:extLst>
                <a:ext uri="{FF2B5EF4-FFF2-40B4-BE49-F238E27FC236}">
                  <a16:creationId xmlns:a16="http://schemas.microsoft.com/office/drawing/2014/main" id="{7E21891F-7EA6-4F29-998D-A1EBAFC0C02F}"/>
                </a:ext>
              </a:extLst>
            </p:cNvPr>
            <p:cNvGrpSpPr/>
            <p:nvPr/>
          </p:nvGrpSpPr>
          <p:grpSpPr>
            <a:xfrm>
              <a:off x="7484993" y="1928913"/>
              <a:ext cx="3950004" cy="253452"/>
              <a:chOff x="7484993" y="2356362"/>
              <a:chExt cx="3950004" cy="253452"/>
            </a:xfrm>
            <a:grpFill/>
          </p:grpSpPr>
          <p:sp>
            <p:nvSpPr>
              <p:cNvPr id="33" name="Rectangle 32">
                <a:extLst>
                  <a:ext uri="{FF2B5EF4-FFF2-40B4-BE49-F238E27FC236}">
                    <a16:creationId xmlns:a16="http://schemas.microsoft.com/office/drawing/2014/main" id="{60B54A7B-7000-493A-A628-27B0F1B2A140}"/>
                  </a:ext>
                </a:extLst>
              </p:cNvPr>
              <p:cNvSpPr/>
              <p:nvPr/>
            </p:nvSpPr>
            <p:spPr>
              <a:xfrm>
                <a:off x="7809569" y="2356362"/>
                <a:ext cx="3625428" cy="25345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type configuration </a:t>
                </a:r>
              </a:p>
            </p:txBody>
          </p:sp>
          <p:sp>
            <p:nvSpPr>
              <p:cNvPr id="36" name="Heptagon 35">
                <a:extLst>
                  <a:ext uri="{FF2B5EF4-FFF2-40B4-BE49-F238E27FC236}">
                    <a16:creationId xmlns:a16="http://schemas.microsoft.com/office/drawing/2014/main" id="{0DDFF88C-42FA-41CA-AE0C-328D30ABD95F}"/>
                  </a:ext>
                </a:extLst>
              </p:cNvPr>
              <p:cNvSpPr/>
              <p:nvPr/>
            </p:nvSpPr>
            <p:spPr>
              <a:xfrm>
                <a:off x="7484993" y="2369528"/>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grpSp>
          <p:nvGrpSpPr>
            <p:cNvPr id="5" name="Group 4">
              <a:extLst>
                <a:ext uri="{FF2B5EF4-FFF2-40B4-BE49-F238E27FC236}">
                  <a16:creationId xmlns:a16="http://schemas.microsoft.com/office/drawing/2014/main" id="{AE69774D-F5EF-4DEA-98BD-849D3ACA448E}"/>
                </a:ext>
              </a:extLst>
            </p:cNvPr>
            <p:cNvGrpSpPr/>
            <p:nvPr/>
          </p:nvGrpSpPr>
          <p:grpSpPr>
            <a:xfrm>
              <a:off x="7484993" y="2719776"/>
              <a:ext cx="3950004" cy="253452"/>
              <a:chOff x="7484993" y="3178887"/>
              <a:chExt cx="3950004" cy="253452"/>
            </a:xfrm>
            <a:grpFill/>
          </p:grpSpPr>
          <p:sp>
            <p:nvSpPr>
              <p:cNvPr id="34" name="Rectangle 33">
                <a:extLst>
                  <a:ext uri="{FF2B5EF4-FFF2-40B4-BE49-F238E27FC236}">
                    <a16:creationId xmlns:a16="http://schemas.microsoft.com/office/drawing/2014/main" id="{1901A6B9-F027-46FD-BB17-B3E73A579FAF}"/>
                  </a:ext>
                </a:extLst>
              </p:cNvPr>
              <p:cNvSpPr/>
              <p:nvPr/>
            </p:nvSpPr>
            <p:spPr>
              <a:xfrm>
                <a:off x="7809569" y="3178887"/>
                <a:ext cx="3625428" cy="25345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Attribute type configuration</a:t>
                </a:r>
              </a:p>
            </p:txBody>
          </p:sp>
          <p:sp>
            <p:nvSpPr>
              <p:cNvPr id="38" name="Heptagon 37">
                <a:extLst>
                  <a:ext uri="{FF2B5EF4-FFF2-40B4-BE49-F238E27FC236}">
                    <a16:creationId xmlns:a16="http://schemas.microsoft.com/office/drawing/2014/main" id="{78C15C68-CD12-4B0F-8DB5-93EEC95008B7}"/>
                  </a:ext>
                </a:extLst>
              </p:cNvPr>
              <p:cNvSpPr/>
              <p:nvPr/>
            </p:nvSpPr>
            <p:spPr>
              <a:xfrm>
                <a:off x="7484993" y="3192053"/>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grpSp>
          <p:nvGrpSpPr>
            <p:cNvPr id="6" name="Group 5">
              <a:extLst>
                <a:ext uri="{FF2B5EF4-FFF2-40B4-BE49-F238E27FC236}">
                  <a16:creationId xmlns:a16="http://schemas.microsoft.com/office/drawing/2014/main" id="{88BD1BCA-063A-41DE-ADA2-E43EC2017DE1}"/>
                </a:ext>
              </a:extLst>
            </p:cNvPr>
            <p:cNvGrpSpPr/>
            <p:nvPr/>
          </p:nvGrpSpPr>
          <p:grpSpPr>
            <a:xfrm>
              <a:off x="7484993" y="3510639"/>
              <a:ext cx="3950004" cy="253452"/>
              <a:chOff x="7484993" y="3879572"/>
              <a:chExt cx="3950004" cy="253452"/>
            </a:xfrm>
            <a:grpFill/>
          </p:grpSpPr>
          <p:sp>
            <p:nvSpPr>
              <p:cNvPr id="35" name="Rectangle 34">
                <a:extLst>
                  <a:ext uri="{FF2B5EF4-FFF2-40B4-BE49-F238E27FC236}">
                    <a16:creationId xmlns:a16="http://schemas.microsoft.com/office/drawing/2014/main" id="{C302BE65-3EA2-4737-8FB4-492EF8BAC517}"/>
                  </a:ext>
                </a:extLst>
              </p:cNvPr>
              <p:cNvSpPr/>
              <p:nvPr/>
            </p:nvSpPr>
            <p:spPr>
              <a:xfrm>
                <a:off x="7809569" y="3879572"/>
                <a:ext cx="3625428" cy="25345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Calculation model configuration </a:t>
                </a:r>
              </a:p>
            </p:txBody>
          </p:sp>
          <p:sp>
            <p:nvSpPr>
              <p:cNvPr id="39" name="Heptagon 38">
                <a:extLst>
                  <a:ext uri="{FF2B5EF4-FFF2-40B4-BE49-F238E27FC236}">
                    <a16:creationId xmlns:a16="http://schemas.microsoft.com/office/drawing/2014/main" id="{67917D97-8A79-4054-A89A-EDB5EA60C667}"/>
                  </a:ext>
                </a:extLst>
              </p:cNvPr>
              <p:cNvSpPr/>
              <p:nvPr/>
            </p:nvSpPr>
            <p:spPr>
              <a:xfrm>
                <a:off x="7484993" y="3892738"/>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grpSp>
        <p:grpSp>
          <p:nvGrpSpPr>
            <p:cNvPr id="8" name="Group 7">
              <a:extLst>
                <a:ext uri="{FF2B5EF4-FFF2-40B4-BE49-F238E27FC236}">
                  <a16:creationId xmlns:a16="http://schemas.microsoft.com/office/drawing/2014/main" id="{B6467D41-2CE2-439F-8A0F-D4F4062666CC}"/>
                </a:ext>
              </a:extLst>
            </p:cNvPr>
            <p:cNvGrpSpPr/>
            <p:nvPr/>
          </p:nvGrpSpPr>
          <p:grpSpPr>
            <a:xfrm>
              <a:off x="7508361" y="4301502"/>
              <a:ext cx="3950002" cy="457871"/>
              <a:chOff x="7508361" y="4466990"/>
              <a:chExt cx="3950002" cy="457871"/>
            </a:xfrm>
            <a:grpFill/>
          </p:grpSpPr>
          <p:sp>
            <p:nvSpPr>
              <p:cNvPr id="40" name="Rectangle 39">
                <a:extLst>
                  <a:ext uri="{FF2B5EF4-FFF2-40B4-BE49-F238E27FC236}">
                    <a16:creationId xmlns:a16="http://schemas.microsoft.com/office/drawing/2014/main" id="{3B00791D-5D6C-416A-BA3B-E7C89841D556}"/>
                  </a:ext>
                </a:extLst>
              </p:cNvPr>
              <p:cNvSpPr/>
              <p:nvPr/>
            </p:nvSpPr>
            <p:spPr>
              <a:xfrm>
                <a:off x="7832936" y="4466990"/>
                <a:ext cx="3625427" cy="45787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Fault-Symptom model configuration</a:t>
                </a:r>
              </a:p>
            </p:txBody>
          </p:sp>
          <p:sp>
            <p:nvSpPr>
              <p:cNvPr id="41" name="Heptagon 40">
                <a:extLst>
                  <a:ext uri="{FF2B5EF4-FFF2-40B4-BE49-F238E27FC236}">
                    <a16:creationId xmlns:a16="http://schemas.microsoft.com/office/drawing/2014/main" id="{B139D464-16C3-4417-B9ED-EB6E045A4C0D}"/>
                  </a:ext>
                </a:extLst>
              </p:cNvPr>
              <p:cNvSpPr/>
              <p:nvPr/>
            </p:nvSpPr>
            <p:spPr>
              <a:xfrm>
                <a:off x="7508361" y="4582365"/>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grpSp>
          <p:nvGrpSpPr>
            <p:cNvPr id="9" name="Group 8">
              <a:extLst>
                <a:ext uri="{FF2B5EF4-FFF2-40B4-BE49-F238E27FC236}">
                  <a16:creationId xmlns:a16="http://schemas.microsoft.com/office/drawing/2014/main" id="{7FC5EA3B-11DF-4194-B752-E55CB2746D75}"/>
                </a:ext>
              </a:extLst>
            </p:cNvPr>
            <p:cNvGrpSpPr/>
            <p:nvPr/>
          </p:nvGrpSpPr>
          <p:grpSpPr>
            <a:xfrm>
              <a:off x="7519322" y="5296786"/>
              <a:ext cx="3915675" cy="560914"/>
              <a:chOff x="7519322" y="5296786"/>
              <a:chExt cx="3915675" cy="560914"/>
            </a:xfrm>
            <a:grpFill/>
          </p:grpSpPr>
          <p:sp>
            <p:nvSpPr>
              <p:cNvPr id="45" name="Rectangle 44">
                <a:extLst>
                  <a:ext uri="{FF2B5EF4-FFF2-40B4-BE49-F238E27FC236}">
                    <a16:creationId xmlns:a16="http://schemas.microsoft.com/office/drawing/2014/main" id="{9AA88688-9258-4B2C-8A77-9A6751647851}"/>
                  </a:ext>
                </a:extLst>
              </p:cNvPr>
              <p:cNvSpPr/>
              <p:nvPr/>
            </p:nvSpPr>
            <p:spPr>
              <a:xfrm>
                <a:off x="7843898" y="5296786"/>
                <a:ext cx="3591099" cy="56091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For Asset Configuration, refer Steps given in Existing model </a:t>
                </a:r>
              </a:p>
            </p:txBody>
          </p:sp>
          <p:sp>
            <p:nvSpPr>
              <p:cNvPr id="46" name="Heptagon 45">
                <a:extLst>
                  <a:ext uri="{FF2B5EF4-FFF2-40B4-BE49-F238E27FC236}">
                    <a16:creationId xmlns:a16="http://schemas.microsoft.com/office/drawing/2014/main" id="{5490761C-CA5E-454E-BE31-5B06EB2EB0C1}"/>
                  </a:ext>
                </a:extLst>
              </p:cNvPr>
              <p:cNvSpPr/>
              <p:nvPr/>
            </p:nvSpPr>
            <p:spPr>
              <a:xfrm>
                <a:off x="7519322" y="5463683"/>
                <a:ext cx="258727" cy="2271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grpSp>
      </p:grpSp>
    </p:spTree>
    <p:extLst>
      <p:ext uri="{BB962C8B-B14F-4D97-AF65-F5344CB8AC3E}">
        <p14:creationId xmlns:p14="http://schemas.microsoft.com/office/powerpoint/2010/main" val="4167315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123825" y="58509"/>
            <a:ext cx="11934825" cy="419100"/>
          </a:xfrm>
        </p:spPr>
        <p:txBody>
          <a:bodyPr/>
          <a:lstStyle/>
          <a:p>
            <a:r>
              <a:rPr lang="en-US" dirty="0">
                <a:latin typeface="+mn-lt"/>
              </a:rPr>
              <a:t>NEW Model Configuration Block Diagram</a:t>
            </a:r>
          </a:p>
        </p:txBody>
      </p:sp>
      <p:grpSp>
        <p:nvGrpSpPr>
          <p:cNvPr id="4" name="Group 3">
            <a:extLst>
              <a:ext uri="{FF2B5EF4-FFF2-40B4-BE49-F238E27FC236}">
                <a16:creationId xmlns:a16="http://schemas.microsoft.com/office/drawing/2014/main" id="{99EAB3BA-A9A6-436F-9D8A-CF718A7C85EF}"/>
              </a:ext>
            </a:extLst>
          </p:cNvPr>
          <p:cNvGrpSpPr/>
          <p:nvPr/>
        </p:nvGrpSpPr>
        <p:grpSpPr>
          <a:xfrm>
            <a:off x="3615656" y="643332"/>
            <a:ext cx="3347206" cy="5523590"/>
            <a:chOff x="3615656" y="773964"/>
            <a:chExt cx="3347206" cy="5523590"/>
          </a:xfrm>
          <a:solidFill>
            <a:schemeClr val="tx2">
              <a:lumMod val="40000"/>
              <a:lumOff val="60000"/>
            </a:schemeClr>
          </a:solidFill>
        </p:grpSpPr>
        <p:sp>
          <p:nvSpPr>
            <p:cNvPr id="33" name="Rectangle 32">
              <a:extLst>
                <a:ext uri="{FF2B5EF4-FFF2-40B4-BE49-F238E27FC236}">
                  <a16:creationId xmlns:a16="http://schemas.microsoft.com/office/drawing/2014/main" id="{4092DC45-ADC9-4CF7-A6CC-282664900DC1}"/>
                </a:ext>
              </a:extLst>
            </p:cNvPr>
            <p:cNvSpPr/>
            <p:nvPr/>
          </p:nvSpPr>
          <p:spPr>
            <a:xfrm>
              <a:off x="4078425" y="773964"/>
              <a:ext cx="2842675" cy="517973"/>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type configuration</a:t>
              </a:r>
            </a:p>
          </p:txBody>
        </p:sp>
        <p:sp>
          <p:nvSpPr>
            <p:cNvPr id="37" name="Heptagon 36">
              <a:extLst>
                <a:ext uri="{FF2B5EF4-FFF2-40B4-BE49-F238E27FC236}">
                  <a16:creationId xmlns:a16="http://schemas.microsoft.com/office/drawing/2014/main" id="{1A47FE49-611C-4D27-9EBB-89FCF6982F63}"/>
                </a:ext>
              </a:extLst>
            </p:cNvPr>
            <p:cNvSpPr/>
            <p:nvPr/>
          </p:nvSpPr>
          <p:spPr>
            <a:xfrm>
              <a:off x="3615656" y="838540"/>
              <a:ext cx="311062" cy="302362"/>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 name="Rectangle 49">
              <a:extLst>
                <a:ext uri="{FF2B5EF4-FFF2-40B4-BE49-F238E27FC236}">
                  <a16:creationId xmlns:a16="http://schemas.microsoft.com/office/drawing/2014/main" id="{A34E171B-556F-4396-8CB4-191DD5650FD6}"/>
                </a:ext>
              </a:extLst>
            </p:cNvPr>
            <p:cNvSpPr/>
            <p:nvPr/>
          </p:nvSpPr>
          <p:spPr>
            <a:xfrm>
              <a:off x="4078424" y="1398940"/>
              <a:ext cx="2842676" cy="61311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Navigate to Template Configuration page</a:t>
              </a:r>
            </a:p>
          </p:txBody>
        </p:sp>
        <p:sp>
          <p:nvSpPr>
            <p:cNvPr id="51" name="Rectangle 50">
              <a:extLst>
                <a:ext uri="{FF2B5EF4-FFF2-40B4-BE49-F238E27FC236}">
                  <a16:creationId xmlns:a16="http://schemas.microsoft.com/office/drawing/2014/main" id="{8776F617-D0D7-4E2D-9051-ED72B0619F12}"/>
                </a:ext>
              </a:extLst>
            </p:cNvPr>
            <p:cNvSpPr/>
            <p:nvPr/>
          </p:nvSpPr>
          <p:spPr>
            <a:xfrm>
              <a:off x="4070219" y="2295927"/>
              <a:ext cx="2859087" cy="51797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Right click on any existing Asset Class.</a:t>
              </a:r>
            </a:p>
          </p:txBody>
        </p:sp>
        <p:sp>
          <p:nvSpPr>
            <p:cNvPr id="52" name="Rectangle 51">
              <a:extLst>
                <a:ext uri="{FF2B5EF4-FFF2-40B4-BE49-F238E27FC236}">
                  <a16:creationId xmlns:a16="http://schemas.microsoft.com/office/drawing/2014/main" id="{570A8DF4-7C0E-4E0C-B56F-2749225693B6}"/>
                </a:ext>
              </a:extLst>
            </p:cNvPr>
            <p:cNvSpPr/>
            <p:nvPr/>
          </p:nvSpPr>
          <p:spPr>
            <a:xfrm>
              <a:off x="4070219" y="3937932"/>
              <a:ext cx="2859086" cy="1610299"/>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Enter the following details:</a:t>
              </a:r>
            </a:p>
            <a:p>
              <a:pPr marL="171450" indent="-171450">
                <a:buFontTx/>
                <a:buChar char="-"/>
              </a:pPr>
              <a:r>
                <a:rPr lang="en-US" dirty="0">
                  <a:solidFill>
                    <a:schemeClr val="tx1"/>
                  </a:solidFill>
                </a:rPr>
                <a:t>Asset Type Name</a:t>
              </a:r>
            </a:p>
            <a:p>
              <a:pPr marL="171450" indent="-171450">
                <a:buFontTx/>
                <a:buChar char="-"/>
              </a:pPr>
              <a:r>
                <a:rPr lang="en-US" dirty="0">
                  <a:solidFill>
                    <a:schemeClr val="tx1"/>
                  </a:solidFill>
                </a:rPr>
                <a:t>Display Name</a:t>
              </a:r>
            </a:p>
            <a:p>
              <a:pPr marL="171450" indent="-171450">
                <a:buFontTx/>
                <a:buChar char="-"/>
              </a:pPr>
              <a:r>
                <a:rPr lang="en-US" dirty="0">
                  <a:solidFill>
                    <a:schemeClr val="tx1"/>
                  </a:solidFill>
                </a:rPr>
                <a:t>Type Description</a:t>
              </a:r>
            </a:p>
            <a:p>
              <a:pPr marL="171450" indent="-171450">
                <a:buFontTx/>
                <a:buChar char="-"/>
              </a:pPr>
              <a:r>
                <a:rPr lang="en-US" dirty="0">
                  <a:solidFill>
                    <a:schemeClr val="tx1"/>
                  </a:solidFill>
                </a:rPr>
                <a:t>Asset Image</a:t>
              </a:r>
            </a:p>
          </p:txBody>
        </p:sp>
        <p:sp>
          <p:nvSpPr>
            <p:cNvPr id="53" name="Rectangle 52">
              <a:extLst>
                <a:ext uri="{FF2B5EF4-FFF2-40B4-BE49-F238E27FC236}">
                  <a16:creationId xmlns:a16="http://schemas.microsoft.com/office/drawing/2014/main" id="{C84D9643-5609-4ACC-AA1E-77D1C74BDCA3}"/>
                </a:ext>
              </a:extLst>
            </p:cNvPr>
            <p:cNvSpPr/>
            <p:nvPr/>
          </p:nvSpPr>
          <p:spPr>
            <a:xfrm>
              <a:off x="4036662" y="5841381"/>
              <a:ext cx="2926200" cy="45617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on Save</a:t>
              </a:r>
            </a:p>
          </p:txBody>
        </p:sp>
        <p:sp>
          <p:nvSpPr>
            <p:cNvPr id="56" name="Arrow: Down 55">
              <a:extLst>
                <a:ext uri="{FF2B5EF4-FFF2-40B4-BE49-F238E27FC236}">
                  <a16:creationId xmlns:a16="http://schemas.microsoft.com/office/drawing/2014/main" id="{7DF310D0-C2EC-401D-8496-3DA34102EFE6}"/>
                </a:ext>
              </a:extLst>
            </p:cNvPr>
            <p:cNvSpPr/>
            <p:nvPr/>
          </p:nvSpPr>
          <p:spPr>
            <a:xfrm>
              <a:off x="5416714" y="5557364"/>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ectangle 56">
              <a:extLst>
                <a:ext uri="{FF2B5EF4-FFF2-40B4-BE49-F238E27FC236}">
                  <a16:creationId xmlns:a16="http://schemas.microsoft.com/office/drawing/2014/main" id="{8EAAE67F-FECD-4850-94E8-4962A6BFC574}"/>
                </a:ext>
              </a:extLst>
            </p:cNvPr>
            <p:cNvSpPr/>
            <p:nvPr/>
          </p:nvSpPr>
          <p:spPr>
            <a:xfrm>
              <a:off x="4070218" y="3121932"/>
              <a:ext cx="2859088" cy="52701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Select “Add AssetType”</a:t>
              </a:r>
            </a:p>
          </p:txBody>
        </p:sp>
        <p:sp>
          <p:nvSpPr>
            <p:cNvPr id="92" name="Arrow: Down 91">
              <a:extLst>
                <a:ext uri="{FF2B5EF4-FFF2-40B4-BE49-F238E27FC236}">
                  <a16:creationId xmlns:a16="http://schemas.microsoft.com/office/drawing/2014/main" id="{93C9B11A-DDCC-4186-9C6A-7B2C418F99A2}"/>
                </a:ext>
              </a:extLst>
            </p:cNvPr>
            <p:cNvSpPr/>
            <p:nvPr/>
          </p:nvSpPr>
          <p:spPr>
            <a:xfrm>
              <a:off x="5416714" y="3665184"/>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Arrow: Down 92">
              <a:extLst>
                <a:ext uri="{FF2B5EF4-FFF2-40B4-BE49-F238E27FC236}">
                  <a16:creationId xmlns:a16="http://schemas.microsoft.com/office/drawing/2014/main" id="{8E80787C-181F-46C5-9FB2-862C4A6408A0}"/>
                </a:ext>
              </a:extLst>
            </p:cNvPr>
            <p:cNvSpPr/>
            <p:nvPr/>
          </p:nvSpPr>
          <p:spPr>
            <a:xfrm>
              <a:off x="5416714" y="2822169"/>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Arrow: Down 93">
              <a:extLst>
                <a:ext uri="{FF2B5EF4-FFF2-40B4-BE49-F238E27FC236}">
                  <a16:creationId xmlns:a16="http://schemas.microsoft.com/office/drawing/2014/main" id="{6E8A7B06-846A-48FA-8BFB-103D2C6B769A}"/>
                </a:ext>
              </a:extLst>
            </p:cNvPr>
            <p:cNvSpPr/>
            <p:nvPr/>
          </p:nvSpPr>
          <p:spPr>
            <a:xfrm>
              <a:off x="5416714" y="2006695"/>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3" name="Group 2">
            <a:extLst>
              <a:ext uri="{FF2B5EF4-FFF2-40B4-BE49-F238E27FC236}">
                <a16:creationId xmlns:a16="http://schemas.microsoft.com/office/drawing/2014/main" id="{26BA20BC-0728-4FF4-9438-6D68B254878C}"/>
              </a:ext>
            </a:extLst>
          </p:cNvPr>
          <p:cNvGrpSpPr/>
          <p:nvPr/>
        </p:nvGrpSpPr>
        <p:grpSpPr>
          <a:xfrm>
            <a:off x="333183" y="629440"/>
            <a:ext cx="2918654" cy="5880382"/>
            <a:chOff x="333183" y="760072"/>
            <a:chExt cx="2918654" cy="5880382"/>
          </a:xfrm>
          <a:solidFill>
            <a:schemeClr val="tx2">
              <a:lumMod val="40000"/>
              <a:lumOff val="60000"/>
            </a:schemeClr>
          </a:solidFill>
        </p:grpSpPr>
        <p:sp>
          <p:nvSpPr>
            <p:cNvPr id="31" name="Heptagon 30">
              <a:extLst>
                <a:ext uri="{FF2B5EF4-FFF2-40B4-BE49-F238E27FC236}">
                  <a16:creationId xmlns:a16="http://schemas.microsoft.com/office/drawing/2014/main" id="{8BF13021-5F7B-427F-8CF6-146F0A78B04E}"/>
                </a:ext>
              </a:extLst>
            </p:cNvPr>
            <p:cNvSpPr/>
            <p:nvPr/>
          </p:nvSpPr>
          <p:spPr>
            <a:xfrm>
              <a:off x="333183" y="839452"/>
              <a:ext cx="344184" cy="32661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2" name="Rectangle 31">
              <a:extLst>
                <a:ext uri="{FF2B5EF4-FFF2-40B4-BE49-F238E27FC236}">
                  <a16:creationId xmlns:a16="http://schemas.microsoft.com/office/drawing/2014/main" id="{A3670564-312A-4523-99CA-05B23FE075D0}"/>
                </a:ext>
              </a:extLst>
            </p:cNvPr>
            <p:cNvSpPr/>
            <p:nvPr/>
          </p:nvSpPr>
          <p:spPr>
            <a:xfrm>
              <a:off x="782957" y="760072"/>
              <a:ext cx="2468880" cy="531865"/>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Asset class configuration</a:t>
              </a:r>
            </a:p>
          </p:txBody>
        </p:sp>
        <p:sp>
          <p:nvSpPr>
            <p:cNvPr id="41" name="Rectangle 40">
              <a:extLst>
                <a:ext uri="{FF2B5EF4-FFF2-40B4-BE49-F238E27FC236}">
                  <a16:creationId xmlns:a16="http://schemas.microsoft.com/office/drawing/2014/main" id="{A72C855F-82BE-4BE8-8CC4-ADCEE28E04AB}"/>
                </a:ext>
              </a:extLst>
            </p:cNvPr>
            <p:cNvSpPr/>
            <p:nvPr/>
          </p:nvSpPr>
          <p:spPr>
            <a:xfrm>
              <a:off x="782957" y="1393124"/>
              <a:ext cx="2468880" cy="79290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Navigate to Template Configuration page</a:t>
              </a:r>
            </a:p>
          </p:txBody>
        </p:sp>
        <p:sp>
          <p:nvSpPr>
            <p:cNvPr id="44" name="Rectangle 43">
              <a:extLst>
                <a:ext uri="{FF2B5EF4-FFF2-40B4-BE49-F238E27FC236}">
                  <a16:creationId xmlns:a16="http://schemas.microsoft.com/office/drawing/2014/main" id="{B4C900D3-04BD-4E86-8A51-5553B2A40590}"/>
                </a:ext>
              </a:extLst>
            </p:cNvPr>
            <p:cNvSpPr/>
            <p:nvPr/>
          </p:nvSpPr>
          <p:spPr>
            <a:xfrm>
              <a:off x="782957" y="2452702"/>
              <a:ext cx="2468880" cy="79290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Right clicking on any existing Asset Class</a:t>
              </a:r>
            </a:p>
          </p:txBody>
        </p:sp>
        <p:sp>
          <p:nvSpPr>
            <p:cNvPr id="45" name="Rectangle 44">
              <a:extLst>
                <a:ext uri="{FF2B5EF4-FFF2-40B4-BE49-F238E27FC236}">
                  <a16:creationId xmlns:a16="http://schemas.microsoft.com/office/drawing/2014/main" id="{97A21AA7-6779-4B12-B08F-DFE3EFBCE632}"/>
                </a:ext>
              </a:extLst>
            </p:cNvPr>
            <p:cNvSpPr/>
            <p:nvPr/>
          </p:nvSpPr>
          <p:spPr>
            <a:xfrm>
              <a:off x="782957" y="3464210"/>
              <a:ext cx="2468880" cy="58814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Select “Add AssetClass”</a:t>
              </a:r>
            </a:p>
          </p:txBody>
        </p:sp>
        <p:sp>
          <p:nvSpPr>
            <p:cNvPr id="46" name="Rectangle 45">
              <a:extLst>
                <a:ext uri="{FF2B5EF4-FFF2-40B4-BE49-F238E27FC236}">
                  <a16:creationId xmlns:a16="http://schemas.microsoft.com/office/drawing/2014/main" id="{994F436D-A348-49AD-B426-E85A92B085F8}"/>
                </a:ext>
              </a:extLst>
            </p:cNvPr>
            <p:cNvSpPr/>
            <p:nvPr/>
          </p:nvSpPr>
          <p:spPr>
            <a:xfrm>
              <a:off x="782957" y="4231591"/>
              <a:ext cx="2468880" cy="165651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Enter the following details:</a:t>
              </a:r>
            </a:p>
            <a:p>
              <a:pPr marL="171450" indent="-171450">
                <a:buFontTx/>
                <a:buChar char="-"/>
              </a:pPr>
              <a:r>
                <a:rPr lang="en-US" dirty="0">
                  <a:solidFill>
                    <a:schemeClr val="tx1"/>
                  </a:solidFill>
                </a:rPr>
                <a:t>Asset Class</a:t>
              </a:r>
            </a:p>
            <a:p>
              <a:pPr marL="171450" indent="-171450">
                <a:buFontTx/>
                <a:buChar char="-"/>
              </a:pPr>
              <a:r>
                <a:rPr lang="en-US" dirty="0">
                  <a:solidFill>
                    <a:schemeClr val="tx1"/>
                  </a:solidFill>
                </a:rPr>
                <a:t>Display Name</a:t>
              </a:r>
            </a:p>
            <a:p>
              <a:pPr marL="171450" indent="-171450">
                <a:buFontTx/>
                <a:buChar char="-"/>
              </a:pPr>
              <a:r>
                <a:rPr lang="en-US" dirty="0">
                  <a:solidFill>
                    <a:schemeClr val="tx1"/>
                  </a:solidFill>
                </a:rPr>
                <a:t>Class Description</a:t>
              </a:r>
            </a:p>
            <a:p>
              <a:pPr marL="171450" indent="-171450">
                <a:buFontTx/>
                <a:buChar char="-"/>
              </a:pPr>
              <a:r>
                <a:rPr lang="en-US" dirty="0">
                  <a:solidFill>
                    <a:schemeClr val="tx1"/>
                  </a:solidFill>
                </a:rPr>
                <a:t>Icon</a:t>
              </a:r>
            </a:p>
          </p:txBody>
        </p:sp>
        <p:sp>
          <p:nvSpPr>
            <p:cNvPr id="47" name="Arrow: Down 46">
              <a:extLst>
                <a:ext uri="{FF2B5EF4-FFF2-40B4-BE49-F238E27FC236}">
                  <a16:creationId xmlns:a16="http://schemas.microsoft.com/office/drawing/2014/main" id="{0F72B650-D8E3-474A-B877-381C39297214}"/>
                </a:ext>
              </a:extLst>
            </p:cNvPr>
            <p:cNvSpPr/>
            <p:nvPr/>
          </p:nvSpPr>
          <p:spPr>
            <a:xfrm>
              <a:off x="1933858" y="2198117"/>
              <a:ext cx="167078" cy="256857"/>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62EBAAFA-6486-4F33-9147-33B092B96D3A}"/>
                </a:ext>
              </a:extLst>
            </p:cNvPr>
            <p:cNvSpPr/>
            <p:nvPr/>
          </p:nvSpPr>
          <p:spPr>
            <a:xfrm>
              <a:off x="1933858" y="3248171"/>
              <a:ext cx="167079" cy="205212"/>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23BC9EE6-01C2-4F5E-8ED8-ECF321629E2C}"/>
                </a:ext>
              </a:extLst>
            </p:cNvPr>
            <p:cNvSpPr/>
            <p:nvPr/>
          </p:nvSpPr>
          <p:spPr>
            <a:xfrm>
              <a:off x="1929663" y="4048711"/>
              <a:ext cx="175469"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AC2351D-0414-4B18-BA75-60B63EFEF7CE}"/>
                </a:ext>
              </a:extLst>
            </p:cNvPr>
            <p:cNvSpPr/>
            <p:nvPr/>
          </p:nvSpPr>
          <p:spPr>
            <a:xfrm>
              <a:off x="782957" y="6184281"/>
              <a:ext cx="2468880" cy="45617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on Save</a:t>
              </a:r>
            </a:p>
          </p:txBody>
        </p:sp>
        <p:sp>
          <p:nvSpPr>
            <p:cNvPr id="43" name="Arrow: Down 42">
              <a:extLst>
                <a:ext uri="{FF2B5EF4-FFF2-40B4-BE49-F238E27FC236}">
                  <a16:creationId xmlns:a16="http://schemas.microsoft.com/office/drawing/2014/main" id="{81F16990-1EC8-4751-ADA7-916D86335B03}"/>
                </a:ext>
              </a:extLst>
            </p:cNvPr>
            <p:cNvSpPr/>
            <p:nvPr/>
          </p:nvSpPr>
          <p:spPr>
            <a:xfrm>
              <a:off x="1934349" y="5900264"/>
              <a:ext cx="166097" cy="27274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 name="Group 4">
            <a:extLst>
              <a:ext uri="{FF2B5EF4-FFF2-40B4-BE49-F238E27FC236}">
                <a16:creationId xmlns:a16="http://schemas.microsoft.com/office/drawing/2014/main" id="{36435492-0394-4437-BB83-4B3DEC36A40D}"/>
              </a:ext>
            </a:extLst>
          </p:cNvPr>
          <p:cNvGrpSpPr/>
          <p:nvPr/>
        </p:nvGrpSpPr>
        <p:grpSpPr>
          <a:xfrm>
            <a:off x="7290034" y="640517"/>
            <a:ext cx="3866960" cy="5814168"/>
            <a:chOff x="7290034" y="771149"/>
            <a:chExt cx="3866960" cy="5814168"/>
          </a:xfrm>
          <a:solidFill>
            <a:schemeClr val="tx2">
              <a:lumMod val="40000"/>
              <a:lumOff val="60000"/>
            </a:schemeClr>
          </a:solidFill>
        </p:grpSpPr>
        <p:sp>
          <p:nvSpPr>
            <p:cNvPr id="34" name="Rectangle 33">
              <a:extLst>
                <a:ext uri="{FF2B5EF4-FFF2-40B4-BE49-F238E27FC236}">
                  <a16:creationId xmlns:a16="http://schemas.microsoft.com/office/drawing/2014/main" id="{1FB7BE69-CB79-4F8C-807D-ECB24AA2D50C}"/>
                </a:ext>
              </a:extLst>
            </p:cNvPr>
            <p:cNvSpPr/>
            <p:nvPr/>
          </p:nvSpPr>
          <p:spPr>
            <a:xfrm>
              <a:off x="7809280" y="771149"/>
              <a:ext cx="3347714" cy="514105"/>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Attribute type configuration</a:t>
              </a:r>
            </a:p>
          </p:txBody>
        </p:sp>
        <p:sp>
          <p:nvSpPr>
            <p:cNvPr id="38" name="Heptagon 37">
              <a:extLst>
                <a:ext uri="{FF2B5EF4-FFF2-40B4-BE49-F238E27FC236}">
                  <a16:creationId xmlns:a16="http://schemas.microsoft.com/office/drawing/2014/main" id="{E8904D0C-6A11-4EC9-BC2C-F2DFAD52ACF9}"/>
                </a:ext>
              </a:extLst>
            </p:cNvPr>
            <p:cNvSpPr/>
            <p:nvPr/>
          </p:nvSpPr>
          <p:spPr>
            <a:xfrm>
              <a:off x="7290034" y="839452"/>
              <a:ext cx="326773" cy="32661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9" name="Rectangle 58">
              <a:extLst>
                <a:ext uri="{FF2B5EF4-FFF2-40B4-BE49-F238E27FC236}">
                  <a16:creationId xmlns:a16="http://schemas.microsoft.com/office/drawing/2014/main" id="{37EA9954-E582-4466-9B3D-4905800A9935}"/>
                </a:ext>
              </a:extLst>
            </p:cNvPr>
            <p:cNvSpPr/>
            <p:nvPr/>
          </p:nvSpPr>
          <p:spPr>
            <a:xfrm>
              <a:off x="7809280" y="1489021"/>
              <a:ext cx="3347714" cy="51558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Click (+) to add new attribute</a:t>
              </a:r>
            </a:p>
          </p:txBody>
        </p:sp>
        <p:sp>
          <p:nvSpPr>
            <p:cNvPr id="60" name="Rectangle 59">
              <a:extLst>
                <a:ext uri="{FF2B5EF4-FFF2-40B4-BE49-F238E27FC236}">
                  <a16:creationId xmlns:a16="http://schemas.microsoft.com/office/drawing/2014/main" id="{712CE290-668E-4C0F-A9B5-F95B8CDC4299}"/>
                </a:ext>
              </a:extLst>
            </p:cNvPr>
            <p:cNvSpPr/>
            <p:nvPr/>
          </p:nvSpPr>
          <p:spPr>
            <a:xfrm>
              <a:off x="7792866" y="2163999"/>
              <a:ext cx="3347714" cy="80937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on      to edit existing attribute</a:t>
              </a:r>
            </a:p>
          </p:txBody>
        </p:sp>
        <p:sp>
          <p:nvSpPr>
            <p:cNvPr id="62" name="Rectangle 61">
              <a:extLst>
                <a:ext uri="{FF2B5EF4-FFF2-40B4-BE49-F238E27FC236}">
                  <a16:creationId xmlns:a16="http://schemas.microsoft.com/office/drawing/2014/main" id="{ED0A535D-E12F-43CD-83EC-730A0F2D19E7}"/>
                </a:ext>
              </a:extLst>
            </p:cNvPr>
            <p:cNvSpPr/>
            <p:nvPr/>
          </p:nvSpPr>
          <p:spPr>
            <a:xfrm>
              <a:off x="7776451" y="6366566"/>
              <a:ext cx="3380543"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7. Click on Save</a:t>
              </a:r>
            </a:p>
          </p:txBody>
        </p:sp>
        <p:sp>
          <p:nvSpPr>
            <p:cNvPr id="66" name="Rectangle 65">
              <a:extLst>
                <a:ext uri="{FF2B5EF4-FFF2-40B4-BE49-F238E27FC236}">
                  <a16:creationId xmlns:a16="http://schemas.microsoft.com/office/drawing/2014/main" id="{488CF0FA-2F2D-4170-9749-7DA7353F9705}"/>
                </a:ext>
              </a:extLst>
            </p:cNvPr>
            <p:cNvSpPr/>
            <p:nvPr/>
          </p:nvSpPr>
          <p:spPr>
            <a:xfrm>
              <a:off x="7784659" y="3175380"/>
              <a:ext cx="3364127" cy="297536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Enter the following details:</a:t>
              </a:r>
            </a:p>
            <a:p>
              <a:pPr marL="171450" indent="-171450">
                <a:buFontTx/>
                <a:buChar char="-"/>
              </a:pPr>
              <a:r>
                <a:rPr lang="en-US" dirty="0">
                  <a:solidFill>
                    <a:schemeClr val="tx1"/>
                  </a:solidFill>
                </a:rPr>
                <a:t>Name</a:t>
              </a:r>
            </a:p>
            <a:p>
              <a:pPr marL="171450" indent="-171450">
                <a:buFontTx/>
                <a:buChar char="-"/>
              </a:pPr>
              <a:r>
                <a:rPr lang="en-US" dirty="0">
                  <a:solidFill>
                    <a:schemeClr val="tx1"/>
                  </a:solidFill>
                </a:rPr>
                <a:t>Display Name</a:t>
              </a:r>
            </a:p>
            <a:p>
              <a:pPr marL="171450" indent="-171450">
                <a:buFontTx/>
                <a:buChar char="-"/>
              </a:pPr>
              <a:r>
                <a:rPr lang="en-US" dirty="0">
                  <a:solidFill>
                    <a:schemeClr val="tx1"/>
                  </a:solidFill>
                </a:rPr>
                <a:t>Description</a:t>
              </a:r>
            </a:p>
            <a:p>
              <a:pPr marL="171450" indent="-171450">
                <a:buFontTx/>
                <a:buChar char="-"/>
              </a:pPr>
              <a:r>
                <a:rPr lang="en-US" dirty="0" err="1">
                  <a:solidFill>
                    <a:schemeClr val="tx1"/>
                  </a:solidFill>
                </a:rPr>
                <a:t>DataType</a:t>
              </a:r>
              <a:endParaRPr lang="en-US" dirty="0">
                <a:solidFill>
                  <a:schemeClr val="tx1"/>
                </a:solidFill>
              </a:endParaRPr>
            </a:p>
            <a:p>
              <a:pPr marL="171450" indent="-171450">
                <a:buFontTx/>
                <a:buChar char="-"/>
              </a:pPr>
              <a:r>
                <a:rPr lang="en-US" dirty="0">
                  <a:solidFill>
                    <a:schemeClr val="tx1"/>
                  </a:solidFill>
                </a:rPr>
                <a:t>Default Value</a:t>
              </a:r>
            </a:p>
            <a:p>
              <a:pPr marL="171450" indent="-171450">
                <a:buFontTx/>
                <a:buChar char="-"/>
              </a:pPr>
              <a:r>
                <a:rPr lang="en-US" dirty="0">
                  <a:solidFill>
                    <a:schemeClr val="tx1"/>
                  </a:solidFill>
                </a:rPr>
                <a:t>Category</a:t>
              </a:r>
            </a:p>
            <a:p>
              <a:pPr marL="171450" indent="-171450">
                <a:buFontTx/>
                <a:buChar char="-"/>
              </a:pPr>
              <a:r>
                <a:rPr lang="en-US" dirty="0" err="1">
                  <a:solidFill>
                    <a:schemeClr val="tx1"/>
                  </a:solidFill>
                </a:rPr>
                <a:t>TrendType</a:t>
              </a:r>
              <a:endParaRPr lang="en-US" dirty="0">
                <a:solidFill>
                  <a:schemeClr val="tx1"/>
                </a:solidFill>
              </a:endParaRPr>
            </a:p>
            <a:p>
              <a:pPr marL="171450" indent="-171450">
                <a:buFontTx/>
                <a:buChar char="-"/>
              </a:pPr>
              <a:r>
                <a:rPr lang="en-US" dirty="0">
                  <a:solidFill>
                    <a:schemeClr val="tx1"/>
                  </a:solidFill>
                </a:rPr>
                <a:t>Units</a:t>
              </a:r>
            </a:p>
            <a:p>
              <a:pPr marL="171450" indent="-171450">
                <a:buFontTx/>
                <a:buChar char="-"/>
              </a:pPr>
              <a:r>
                <a:rPr lang="en-US" dirty="0">
                  <a:solidFill>
                    <a:schemeClr val="tx1"/>
                  </a:solidFill>
                </a:rPr>
                <a:t>Filter Category</a:t>
              </a:r>
            </a:p>
          </p:txBody>
        </p:sp>
        <p:sp>
          <p:nvSpPr>
            <p:cNvPr id="98" name="Arrow: Down 97">
              <a:extLst>
                <a:ext uri="{FF2B5EF4-FFF2-40B4-BE49-F238E27FC236}">
                  <a16:creationId xmlns:a16="http://schemas.microsoft.com/office/drawing/2014/main" id="{F2B40547-B964-47F3-9D1F-11CBEA9338BA}"/>
                </a:ext>
              </a:extLst>
            </p:cNvPr>
            <p:cNvSpPr/>
            <p:nvPr/>
          </p:nvSpPr>
          <p:spPr>
            <a:xfrm>
              <a:off x="9383674" y="2920376"/>
              <a:ext cx="166097" cy="27432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9" name="Arrow: Down 98">
              <a:extLst>
                <a:ext uri="{FF2B5EF4-FFF2-40B4-BE49-F238E27FC236}">
                  <a16:creationId xmlns:a16="http://schemas.microsoft.com/office/drawing/2014/main" id="{E9FE43BC-5332-40B2-AF9D-DA69670E5B3F}"/>
                </a:ext>
              </a:extLst>
            </p:cNvPr>
            <p:cNvSpPr/>
            <p:nvPr/>
          </p:nvSpPr>
          <p:spPr>
            <a:xfrm>
              <a:off x="9383674" y="1990644"/>
              <a:ext cx="166097" cy="181884"/>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2" name="Arrow: Down 101">
              <a:extLst>
                <a:ext uri="{FF2B5EF4-FFF2-40B4-BE49-F238E27FC236}">
                  <a16:creationId xmlns:a16="http://schemas.microsoft.com/office/drawing/2014/main" id="{73FED5EF-9450-4125-9535-8BEE98AC163E}"/>
                </a:ext>
              </a:extLst>
            </p:cNvPr>
            <p:cNvSpPr/>
            <p:nvPr/>
          </p:nvSpPr>
          <p:spPr>
            <a:xfrm>
              <a:off x="9383674" y="6101036"/>
              <a:ext cx="166097" cy="27432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4" name="Picture 53">
              <a:extLst>
                <a:ext uri="{FF2B5EF4-FFF2-40B4-BE49-F238E27FC236}">
                  <a16:creationId xmlns:a16="http://schemas.microsoft.com/office/drawing/2014/main" id="{CC272F16-BB4C-4F63-A88B-D3F70F0C0235}"/>
                </a:ext>
              </a:extLst>
            </p:cNvPr>
            <p:cNvPicPr>
              <a:picLocks noChangeAspect="1"/>
            </p:cNvPicPr>
            <p:nvPr/>
          </p:nvPicPr>
          <p:blipFill>
            <a:blip r:embed="rId2"/>
            <a:stretch>
              <a:fillRect/>
            </a:stretch>
          </p:blipFill>
          <p:spPr>
            <a:xfrm>
              <a:off x="9135262" y="2267462"/>
              <a:ext cx="257279" cy="324984"/>
            </a:xfrm>
            <a:prstGeom prst="rect">
              <a:avLst/>
            </a:prstGeom>
            <a:grpFill/>
          </p:spPr>
        </p:pic>
      </p:grpSp>
    </p:spTree>
    <p:extLst>
      <p:ext uri="{BB962C8B-B14F-4D97-AF65-F5344CB8AC3E}">
        <p14:creationId xmlns:p14="http://schemas.microsoft.com/office/powerpoint/2010/main" val="13087128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123825" y="123825"/>
            <a:ext cx="11934825" cy="419100"/>
          </a:xfrm>
        </p:spPr>
        <p:txBody>
          <a:bodyPr/>
          <a:lstStyle/>
          <a:p>
            <a:r>
              <a:rPr lang="en-US" dirty="0">
                <a:latin typeface="+mn-lt"/>
              </a:rPr>
              <a:t>NEW Model Configuration Block Diagram</a:t>
            </a:r>
          </a:p>
        </p:txBody>
      </p:sp>
      <p:grpSp>
        <p:nvGrpSpPr>
          <p:cNvPr id="4" name="Group 3">
            <a:extLst>
              <a:ext uri="{FF2B5EF4-FFF2-40B4-BE49-F238E27FC236}">
                <a16:creationId xmlns:a16="http://schemas.microsoft.com/office/drawing/2014/main" id="{1E494A26-3FA2-4984-B47C-D53842E1860C}"/>
              </a:ext>
            </a:extLst>
          </p:cNvPr>
          <p:cNvGrpSpPr/>
          <p:nvPr/>
        </p:nvGrpSpPr>
        <p:grpSpPr>
          <a:xfrm>
            <a:off x="6096000" y="906792"/>
            <a:ext cx="5962650" cy="5855946"/>
            <a:chOff x="6096000" y="906792"/>
            <a:chExt cx="5962650" cy="5855946"/>
          </a:xfrm>
          <a:solidFill>
            <a:schemeClr val="tx2">
              <a:lumMod val="40000"/>
              <a:lumOff val="60000"/>
            </a:schemeClr>
          </a:solidFill>
        </p:grpSpPr>
        <p:sp>
          <p:nvSpPr>
            <p:cNvPr id="36" name="Rectangle 35">
              <a:extLst>
                <a:ext uri="{FF2B5EF4-FFF2-40B4-BE49-F238E27FC236}">
                  <a16:creationId xmlns:a16="http://schemas.microsoft.com/office/drawing/2014/main" id="{679E22E3-6943-4237-AB54-2DF863975A08}"/>
                </a:ext>
              </a:extLst>
            </p:cNvPr>
            <p:cNvSpPr/>
            <p:nvPr/>
          </p:nvSpPr>
          <p:spPr>
            <a:xfrm>
              <a:off x="7362629" y="906792"/>
              <a:ext cx="3429393" cy="480755"/>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Fault-Symptom model configuration</a:t>
              </a:r>
            </a:p>
          </p:txBody>
        </p:sp>
        <p:sp>
          <p:nvSpPr>
            <p:cNvPr id="40" name="Heptagon 39">
              <a:extLst>
                <a:ext uri="{FF2B5EF4-FFF2-40B4-BE49-F238E27FC236}">
                  <a16:creationId xmlns:a16="http://schemas.microsoft.com/office/drawing/2014/main" id="{7829942D-5AF3-4446-BEC0-569A444E057F}"/>
                </a:ext>
              </a:extLst>
            </p:cNvPr>
            <p:cNvSpPr/>
            <p:nvPr/>
          </p:nvSpPr>
          <p:spPr>
            <a:xfrm>
              <a:off x="6846378" y="984239"/>
              <a:ext cx="336741" cy="32586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7" name="Rectangle 76">
              <a:extLst>
                <a:ext uri="{FF2B5EF4-FFF2-40B4-BE49-F238E27FC236}">
                  <a16:creationId xmlns:a16="http://schemas.microsoft.com/office/drawing/2014/main" id="{2090F5CD-4A34-4F9B-B5AF-528F5024AF9B}"/>
                </a:ext>
              </a:extLst>
            </p:cNvPr>
            <p:cNvSpPr/>
            <p:nvPr/>
          </p:nvSpPr>
          <p:spPr>
            <a:xfrm>
              <a:off x="6096000" y="1502273"/>
              <a:ext cx="5962650" cy="29985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Click on “+” symbol to add a new fault-symptom mode</a:t>
              </a:r>
            </a:p>
          </p:txBody>
        </p:sp>
        <p:sp>
          <p:nvSpPr>
            <p:cNvPr id="78" name="Rectangle 77">
              <a:extLst>
                <a:ext uri="{FF2B5EF4-FFF2-40B4-BE49-F238E27FC236}">
                  <a16:creationId xmlns:a16="http://schemas.microsoft.com/office/drawing/2014/main" id="{9E205F3D-78F0-40FE-B792-D4B64E1CB775}"/>
                </a:ext>
              </a:extLst>
            </p:cNvPr>
            <p:cNvSpPr/>
            <p:nvPr/>
          </p:nvSpPr>
          <p:spPr>
            <a:xfrm>
              <a:off x="6096001" y="2113632"/>
              <a:ext cx="5962649" cy="31588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Right click on fault symptom model</a:t>
              </a:r>
            </a:p>
          </p:txBody>
        </p:sp>
        <p:sp>
          <p:nvSpPr>
            <p:cNvPr id="79" name="Rectangle 78">
              <a:extLst>
                <a:ext uri="{FF2B5EF4-FFF2-40B4-BE49-F238E27FC236}">
                  <a16:creationId xmlns:a16="http://schemas.microsoft.com/office/drawing/2014/main" id="{C4D103D1-94AF-4E5B-9A9D-AD444B7443AF}"/>
                </a:ext>
              </a:extLst>
            </p:cNvPr>
            <p:cNvSpPr/>
            <p:nvPr/>
          </p:nvSpPr>
          <p:spPr>
            <a:xfrm>
              <a:off x="6096001" y="3088408"/>
              <a:ext cx="5962649" cy="221837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Enter the following details:</a:t>
              </a:r>
            </a:p>
            <a:p>
              <a:pPr marL="171450" indent="-171450">
                <a:buFontTx/>
                <a:buChar char="-"/>
              </a:pPr>
              <a:r>
                <a:rPr lang="en-US" dirty="0">
                  <a:solidFill>
                    <a:schemeClr val="tx1"/>
                  </a:solidFill>
                </a:rPr>
                <a:t>Name</a:t>
              </a:r>
            </a:p>
            <a:p>
              <a:pPr marL="171450" indent="-171450">
                <a:buFontTx/>
                <a:buChar char="-"/>
              </a:pPr>
              <a:r>
                <a:rPr lang="en-US" dirty="0">
                  <a:solidFill>
                    <a:schemeClr val="tx1"/>
                  </a:solidFill>
                </a:rPr>
                <a:t>Display Name</a:t>
              </a:r>
            </a:p>
            <a:p>
              <a:pPr marL="171450" indent="-171450">
                <a:buFontTx/>
                <a:buChar char="-"/>
              </a:pPr>
              <a:r>
                <a:rPr lang="en-US" dirty="0">
                  <a:solidFill>
                    <a:schemeClr val="tx1"/>
                  </a:solidFill>
                </a:rPr>
                <a:t>Description</a:t>
              </a:r>
            </a:p>
            <a:p>
              <a:pPr marL="171450" indent="-171450">
                <a:buFontTx/>
                <a:buChar char="-"/>
              </a:pPr>
              <a:r>
                <a:rPr lang="en-US" dirty="0">
                  <a:solidFill>
                    <a:schemeClr val="tx1"/>
                  </a:solidFill>
                </a:rPr>
                <a:t>Severity</a:t>
              </a:r>
            </a:p>
            <a:p>
              <a:pPr marL="171450" indent="-171450">
                <a:buFontTx/>
                <a:buChar char="-"/>
              </a:pPr>
              <a:r>
                <a:rPr lang="en-US" dirty="0">
                  <a:solidFill>
                    <a:schemeClr val="tx1"/>
                  </a:solidFill>
                </a:rPr>
                <a:t>Category</a:t>
              </a:r>
            </a:p>
            <a:p>
              <a:pPr marL="171450" indent="-171450">
                <a:buFontTx/>
                <a:buChar char="-"/>
              </a:pPr>
              <a:r>
                <a:rPr lang="en-US" dirty="0">
                  <a:solidFill>
                    <a:schemeClr val="tx1"/>
                  </a:solidFill>
                </a:rPr>
                <a:t>On/off interval</a:t>
              </a:r>
            </a:p>
            <a:p>
              <a:pPr marL="171450" indent="-171450">
                <a:buFontTx/>
                <a:buChar char="-"/>
              </a:pPr>
              <a:r>
                <a:rPr lang="en-US" dirty="0">
                  <a:solidFill>
                    <a:schemeClr val="tx1"/>
                  </a:solidFill>
                </a:rPr>
                <a:t>Fault expression</a:t>
              </a:r>
            </a:p>
          </p:txBody>
        </p:sp>
        <p:sp>
          <p:nvSpPr>
            <p:cNvPr id="80" name="Rectangle 79">
              <a:extLst>
                <a:ext uri="{FF2B5EF4-FFF2-40B4-BE49-F238E27FC236}">
                  <a16:creationId xmlns:a16="http://schemas.microsoft.com/office/drawing/2014/main" id="{0106366B-C6FC-49B0-A5BF-4ED826080EAE}"/>
                </a:ext>
              </a:extLst>
            </p:cNvPr>
            <p:cNvSpPr/>
            <p:nvPr/>
          </p:nvSpPr>
          <p:spPr>
            <a:xfrm>
              <a:off x="6096000" y="5476460"/>
              <a:ext cx="5962650" cy="24490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Validate</a:t>
              </a:r>
            </a:p>
          </p:txBody>
        </p:sp>
        <p:sp>
          <p:nvSpPr>
            <p:cNvPr id="84" name="Rectangle 83">
              <a:extLst>
                <a:ext uri="{FF2B5EF4-FFF2-40B4-BE49-F238E27FC236}">
                  <a16:creationId xmlns:a16="http://schemas.microsoft.com/office/drawing/2014/main" id="{F982CD6F-6A09-4791-855F-07A9340F4122}"/>
                </a:ext>
              </a:extLst>
            </p:cNvPr>
            <p:cNvSpPr/>
            <p:nvPr/>
          </p:nvSpPr>
          <p:spPr>
            <a:xfrm>
              <a:off x="6096001" y="2605473"/>
              <a:ext cx="5962648" cy="299855"/>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Select “Add Fault”</a:t>
              </a:r>
            </a:p>
          </p:txBody>
        </p:sp>
        <p:sp>
          <p:nvSpPr>
            <p:cNvPr id="90" name="Rectangle 89">
              <a:extLst>
                <a:ext uri="{FF2B5EF4-FFF2-40B4-BE49-F238E27FC236}">
                  <a16:creationId xmlns:a16="http://schemas.microsoft.com/office/drawing/2014/main" id="{CE9A13F5-D260-4D10-BDD3-4A81043DF15C}"/>
                </a:ext>
              </a:extLst>
            </p:cNvPr>
            <p:cNvSpPr/>
            <p:nvPr/>
          </p:nvSpPr>
          <p:spPr>
            <a:xfrm>
              <a:off x="6096001" y="5898158"/>
              <a:ext cx="5962648"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Click on Save</a:t>
              </a:r>
            </a:p>
          </p:txBody>
        </p:sp>
        <p:sp>
          <p:nvSpPr>
            <p:cNvPr id="97" name="Arrow: Down 96">
              <a:extLst>
                <a:ext uri="{FF2B5EF4-FFF2-40B4-BE49-F238E27FC236}">
                  <a16:creationId xmlns:a16="http://schemas.microsoft.com/office/drawing/2014/main" id="{4EA42646-9885-49E0-89FF-2FA252A73460}"/>
                </a:ext>
              </a:extLst>
            </p:cNvPr>
            <p:cNvSpPr/>
            <p:nvPr/>
          </p:nvSpPr>
          <p:spPr>
            <a:xfrm>
              <a:off x="8986454" y="1790631"/>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Down 97">
              <a:extLst>
                <a:ext uri="{FF2B5EF4-FFF2-40B4-BE49-F238E27FC236}">
                  <a16:creationId xmlns:a16="http://schemas.microsoft.com/office/drawing/2014/main" id="{D11B3D43-3277-4C3D-9B6A-CCC364FD73A2}"/>
                </a:ext>
              </a:extLst>
            </p:cNvPr>
            <p:cNvSpPr/>
            <p:nvPr/>
          </p:nvSpPr>
          <p:spPr>
            <a:xfrm>
              <a:off x="8986454" y="2432981"/>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Arrow: Down 98">
              <a:extLst>
                <a:ext uri="{FF2B5EF4-FFF2-40B4-BE49-F238E27FC236}">
                  <a16:creationId xmlns:a16="http://schemas.microsoft.com/office/drawing/2014/main" id="{65D4E576-2D10-434F-ACD8-ED0CBF66012E}"/>
                </a:ext>
              </a:extLst>
            </p:cNvPr>
            <p:cNvSpPr/>
            <p:nvPr/>
          </p:nvSpPr>
          <p:spPr>
            <a:xfrm>
              <a:off x="8986454" y="2905527"/>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Arrow: Down 99">
              <a:extLst>
                <a:ext uri="{FF2B5EF4-FFF2-40B4-BE49-F238E27FC236}">
                  <a16:creationId xmlns:a16="http://schemas.microsoft.com/office/drawing/2014/main" id="{8A9D4727-55C0-4ABB-B9C1-5C626AD88CD5}"/>
                </a:ext>
              </a:extLst>
            </p:cNvPr>
            <p:cNvSpPr/>
            <p:nvPr/>
          </p:nvSpPr>
          <p:spPr>
            <a:xfrm>
              <a:off x="8986454" y="5306779"/>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Arrow: Down 100">
              <a:extLst>
                <a:ext uri="{FF2B5EF4-FFF2-40B4-BE49-F238E27FC236}">
                  <a16:creationId xmlns:a16="http://schemas.microsoft.com/office/drawing/2014/main" id="{C7C47792-DE33-4FC1-9F86-4B06B8292257}"/>
                </a:ext>
              </a:extLst>
            </p:cNvPr>
            <p:cNvSpPr/>
            <p:nvPr/>
          </p:nvSpPr>
          <p:spPr>
            <a:xfrm>
              <a:off x="8986454" y="5712681"/>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199C98E-1143-4F34-82D4-445D93B6BD14}"/>
                </a:ext>
              </a:extLst>
            </p:cNvPr>
            <p:cNvSpPr/>
            <p:nvPr/>
          </p:nvSpPr>
          <p:spPr>
            <a:xfrm>
              <a:off x="6096001" y="6286086"/>
              <a:ext cx="5962648" cy="47665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7. To add a new Symptom, right click on fault and select “Add Symptom” and follow steps 3 to 5.</a:t>
              </a:r>
            </a:p>
          </p:txBody>
        </p:sp>
        <p:sp>
          <p:nvSpPr>
            <p:cNvPr id="31" name="Arrow: Down 30">
              <a:extLst>
                <a:ext uri="{FF2B5EF4-FFF2-40B4-BE49-F238E27FC236}">
                  <a16:creationId xmlns:a16="http://schemas.microsoft.com/office/drawing/2014/main" id="{00E205AB-816E-4A6F-BEF1-2FC9AA3E7BAD}"/>
                </a:ext>
              </a:extLst>
            </p:cNvPr>
            <p:cNvSpPr/>
            <p:nvPr/>
          </p:nvSpPr>
          <p:spPr>
            <a:xfrm>
              <a:off x="8986454" y="6103206"/>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3259D536-95D4-441F-85BC-EA140FB3C363}"/>
              </a:ext>
            </a:extLst>
          </p:cNvPr>
          <p:cNvGrpSpPr/>
          <p:nvPr/>
        </p:nvGrpSpPr>
        <p:grpSpPr>
          <a:xfrm>
            <a:off x="352425" y="898925"/>
            <a:ext cx="5303520" cy="5835251"/>
            <a:chOff x="352425" y="898925"/>
            <a:chExt cx="5303520" cy="5835251"/>
          </a:xfrm>
          <a:solidFill>
            <a:schemeClr val="tx2">
              <a:lumMod val="40000"/>
              <a:lumOff val="60000"/>
            </a:schemeClr>
          </a:solidFill>
        </p:grpSpPr>
        <p:sp>
          <p:nvSpPr>
            <p:cNvPr id="35" name="Rectangle 34">
              <a:extLst>
                <a:ext uri="{FF2B5EF4-FFF2-40B4-BE49-F238E27FC236}">
                  <a16:creationId xmlns:a16="http://schemas.microsoft.com/office/drawing/2014/main" id="{796B13C1-F247-4F20-8346-6D02C57B80D2}"/>
                </a:ext>
              </a:extLst>
            </p:cNvPr>
            <p:cNvSpPr/>
            <p:nvPr/>
          </p:nvSpPr>
          <p:spPr>
            <a:xfrm>
              <a:off x="1562626" y="898925"/>
              <a:ext cx="2883119" cy="530681"/>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Calculation model configuration</a:t>
              </a:r>
            </a:p>
          </p:txBody>
        </p:sp>
        <p:sp>
          <p:nvSpPr>
            <p:cNvPr id="39" name="Heptagon 38">
              <a:extLst>
                <a:ext uri="{FF2B5EF4-FFF2-40B4-BE49-F238E27FC236}">
                  <a16:creationId xmlns:a16="http://schemas.microsoft.com/office/drawing/2014/main" id="{ECA120E9-65AC-4061-942A-E868861278CD}"/>
                </a:ext>
              </a:extLst>
            </p:cNvPr>
            <p:cNvSpPr/>
            <p:nvPr/>
          </p:nvSpPr>
          <p:spPr>
            <a:xfrm>
              <a:off x="1098959" y="1010279"/>
              <a:ext cx="338879" cy="307972"/>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2" name="Rectangle 31">
              <a:extLst>
                <a:ext uri="{FF2B5EF4-FFF2-40B4-BE49-F238E27FC236}">
                  <a16:creationId xmlns:a16="http://schemas.microsoft.com/office/drawing/2014/main" id="{823F95E6-258E-4864-8F9D-92B7445FCD4A}"/>
                </a:ext>
              </a:extLst>
            </p:cNvPr>
            <p:cNvSpPr/>
            <p:nvPr/>
          </p:nvSpPr>
          <p:spPr>
            <a:xfrm>
              <a:off x="352425" y="1502273"/>
              <a:ext cx="5303520" cy="55681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Click on “+” symbol to add a new calculation model.</a:t>
              </a:r>
            </a:p>
          </p:txBody>
        </p:sp>
        <p:sp>
          <p:nvSpPr>
            <p:cNvPr id="33" name="Rectangle 32">
              <a:extLst>
                <a:ext uri="{FF2B5EF4-FFF2-40B4-BE49-F238E27FC236}">
                  <a16:creationId xmlns:a16="http://schemas.microsoft.com/office/drawing/2014/main" id="{C2DEAFE1-D4F7-4F17-BFEA-6756C94D8085}"/>
                </a:ext>
              </a:extLst>
            </p:cNvPr>
            <p:cNvSpPr/>
            <p:nvPr/>
          </p:nvSpPr>
          <p:spPr>
            <a:xfrm>
              <a:off x="352425" y="2313657"/>
              <a:ext cx="5303520" cy="47456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Right click on calculation model and select “Add Calculation”.</a:t>
              </a:r>
            </a:p>
          </p:txBody>
        </p:sp>
        <p:sp>
          <p:nvSpPr>
            <p:cNvPr id="34" name="Rectangle 33">
              <a:extLst>
                <a:ext uri="{FF2B5EF4-FFF2-40B4-BE49-F238E27FC236}">
                  <a16:creationId xmlns:a16="http://schemas.microsoft.com/office/drawing/2014/main" id="{5CB69CCA-A11A-4971-B011-30CD2F4BEC33}"/>
                </a:ext>
              </a:extLst>
            </p:cNvPr>
            <p:cNvSpPr/>
            <p:nvPr/>
          </p:nvSpPr>
          <p:spPr>
            <a:xfrm>
              <a:off x="352425" y="2983633"/>
              <a:ext cx="5303520" cy="164779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Enter the following details:</a:t>
              </a:r>
            </a:p>
            <a:p>
              <a:r>
                <a:rPr lang="en-US" dirty="0">
                  <a:solidFill>
                    <a:schemeClr val="tx1"/>
                  </a:solidFill>
                </a:rPr>
                <a:t>Name</a:t>
              </a:r>
            </a:p>
            <a:p>
              <a:pPr marL="171450" indent="-171450">
                <a:buFontTx/>
                <a:buChar char="-"/>
              </a:pPr>
              <a:r>
                <a:rPr lang="en-US" dirty="0">
                  <a:solidFill>
                    <a:schemeClr val="tx1"/>
                  </a:solidFill>
                </a:rPr>
                <a:t>Name</a:t>
              </a:r>
            </a:p>
            <a:p>
              <a:pPr marL="171450" indent="-171450">
                <a:buFontTx/>
                <a:buChar char="-"/>
              </a:pPr>
              <a:r>
                <a:rPr lang="en-US" dirty="0">
                  <a:solidFill>
                    <a:schemeClr val="tx1"/>
                  </a:solidFill>
                </a:rPr>
                <a:t>Display name</a:t>
              </a:r>
            </a:p>
            <a:p>
              <a:pPr marL="171450" indent="-171450">
                <a:buFontTx/>
                <a:buChar char="-"/>
              </a:pPr>
              <a:r>
                <a:rPr lang="en-US" dirty="0">
                  <a:solidFill>
                    <a:schemeClr val="tx1"/>
                  </a:solidFill>
                </a:rPr>
                <a:t>Description for calculation </a:t>
              </a:r>
            </a:p>
            <a:p>
              <a:r>
                <a:rPr lang="en-US" dirty="0">
                  <a:solidFill>
                    <a:schemeClr val="tx1"/>
                  </a:solidFill>
                </a:rPr>
                <a:t>Click next</a:t>
              </a:r>
            </a:p>
          </p:txBody>
        </p:sp>
        <p:sp>
          <p:nvSpPr>
            <p:cNvPr id="37" name="Rectangle 36">
              <a:extLst>
                <a:ext uri="{FF2B5EF4-FFF2-40B4-BE49-F238E27FC236}">
                  <a16:creationId xmlns:a16="http://schemas.microsoft.com/office/drawing/2014/main" id="{5219E7B3-3AFE-4417-B40E-A53BC58FD3FF}"/>
                </a:ext>
              </a:extLst>
            </p:cNvPr>
            <p:cNvSpPr/>
            <p:nvPr/>
          </p:nvSpPr>
          <p:spPr>
            <a:xfrm>
              <a:off x="352425" y="4810133"/>
              <a:ext cx="5303520" cy="83587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Build calculation expression using various operators and functions and click “Validate” to validate calculation syntax.</a:t>
              </a:r>
            </a:p>
          </p:txBody>
        </p:sp>
        <p:sp>
          <p:nvSpPr>
            <p:cNvPr id="41" name="Rectangle 40">
              <a:extLst>
                <a:ext uri="{FF2B5EF4-FFF2-40B4-BE49-F238E27FC236}">
                  <a16:creationId xmlns:a16="http://schemas.microsoft.com/office/drawing/2014/main" id="{779A349D-FDBE-4B6B-A716-E7DC5F18AA02}"/>
                </a:ext>
              </a:extLst>
            </p:cNvPr>
            <p:cNvSpPr/>
            <p:nvPr/>
          </p:nvSpPr>
          <p:spPr>
            <a:xfrm>
              <a:off x="352425" y="5831483"/>
              <a:ext cx="5303520"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on Save</a:t>
              </a:r>
            </a:p>
          </p:txBody>
        </p:sp>
        <p:sp>
          <p:nvSpPr>
            <p:cNvPr id="42" name="Arrow: Down 41">
              <a:extLst>
                <a:ext uri="{FF2B5EF4-FFF2-40B4-BE49-F238E27FC236}">
                  <a16:creationId xmlns:a16="http://schemas.microsoft.com/office/drawing/2014/main" id="{3E62AF92-8057-4165-ABAF-40859BC58C0A}"/>
                </a:ext>
              </a:extLst>
            </p:cNvPr>
            <p:cNvSpPr/>
            <p:nvPr/>
          </p:nvSpPr>
          <p:spPr>
            <a:xfrm>
              <a:off x="2913314" y="1971606"/>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Down 42">
              <a:extLst>
                <a:ext uri="{FF2B5EF4-FFF2-40B4-BE49-F238E27FC236}">
                  <a16:creationId xmlns:a16="http://schemas.microsoft.com/office/drawing/2014/main" id="{3F818FA3-F9BD-490E-A6AB-69A0EB2501AA}"/>
                </a:ext>
              </a:extLst>
            </p:cNvPr>
            <p:cNvSpPr/>
            <p:nvPr/>
          </p:nvSpPr>
          <p:spPr>
            <a:xfrm>
              <a:off x="2913314" y="2633006"/>
              <a:ext cx="181743" cy="336159"/>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Down 44">
              <a:extLst>
                <a:ext uri="{FF2B5EF4-FFF2-40B4-BE49-F238E27FC236}">
                  <a16:creationId xmlns:a16="http://schemas.microsoft.com/office/drawing/2014/main" id="{8F4E4F88-DF34-4150-8629-B9B117494B93}"/>
                </a:ext>
              </a:extLst>
            </p:cNvPr>
            <p:cNvSpPr/>
            <p:nvPr/>
          </p:nvSpPr>
          <p:spPr>
            <a:xfrm>
              <a:off x="2913314" y="4640029"/>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Arrow: Down 45">
              <a:extLst>
                <a:ext uri="{FF2B5EF4-FFF2-40B4-BE49-F238E27FC236}">
                  <a16:creationId xmlns:a16="http://schemas.microsoft.com/office/drawing/2014/main" id="{FA5C1061-2855-4628-9374-89425E27A4C1}"/>
                </a:ext>
              </a:extLst>
            </p:cNvPr>
            <p:cNvSpPr/>
            <p:nvPr/>
          </p:nvSpPr>
          <p:spPr>
            <a:xfrm>
              <a:off x="2913314" y="5646006"/>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8AA24A8-6E35-4D86-B930-A7377C2AC369}"/>
                </a:ext>
              </a:extLst>
            </p:cNvPr>
            <p:cNvSpPr/>
            <p:nvPr/>
          </p:nvSpPr>
          <p:spPr>
            <a:xfrm>
              <a:off x="352425" y="6235710"/>
              <a:ext cx="5303520" cy="49846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Repeat the steps 2-5 for adding more calculations.</a:t>
              </a:r>
            </a:p>
          </p:txBody>
        </p:sp>
        <p:sp>
          <p:nvSpPr>
            <p:cNvPr id="48" name="Arrow: Down 47">
              <a:extLst>
                <a:ext uri="{FF2B5EF4-FFF2-40B4-BE49-F238E27FC236}">
                  <a16:creationId xmlns:a16="http://schemas.microsoft.com/office/drawing/2014/main" id="{AA3F6CE0-23C6-44CC-9661-D4C9D9031491}"/>
                </a:ext>
              </a:extLst>
            </p:cNvPr>
            <p:cNvSpPr/>
            <p:nvPr/>
          </p:nvSpPr>
          <p:spPr>
            <a:xfrm>
              <a:off x="2913314" y="6046056"/>
              <a:ext cx="181743" cy="18288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26149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Module2</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BUILDING NEW MODELS-BCT APPROACH</a:t>
            </a:r>
          </a:p>
        </p:txBody>
      </p:sp>
    </p:spTree>
    <p:extLst>
      <p:ext uri="{BB962C8B-B14F-4D97-AF65-F5344CB8AC3E}">
        <p14:creationId xmlns:p14="http://schemas.microsoft.com/office/powerpoint/2010/main" val="35572997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76225" y="225087"/>
            <a:ext cx="9002939"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ASSET CLASS CONFIGURATION</a:t>
            </a:r>
          </a:p>
        </p:txBody>
      </p:sp>
      <p:sp>
        <p:nvSpPr>
          <p:cNvPr id="9" name="Rectangle 8">
            <a:extLst>
              <a:ext uri="{FF2B5EF4-FFF2-40B4-BE49-F238E27FC236}">
                <a16:creationId xmlns:a16="http://schemas.microsoft.com/office/drawing/2014/main" id="{97EB18D2-833F-4838-8404-3B9E53822497}"/>
              </a:ext>
            </a:extLst>
          </p:cNvPr>
          <p:cNvSpPr/>
          <p:nvPr/>
        </p:nvSpPr>
        <p:spPr>
          <a:xfrm>
            <a:off x="346816" y="1206706"/>
            <a:ext cx="4733184" cy="2308324"/>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 Classes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Class Name, Display Name and Description along with icon image name as per file name in the specific location.</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pic>
        <p:nvPicPr>
          <p:cNvPr id="3" name="Picture 2">
            <a:extLst>
              <a:ext uri="{FF2B5EF4-FFF2-40B4-BE49-F238E27FC236}">
                <a16:creationId xmlns:a16="http://schemas.microsoft.com/office/drawing/2014/main" id="{D8C7213C-BCB2-4032-9825-8D5A135817C9}"/>
              </a:ext>
            </a:extLst>
          </p:cNvPr>
          <p:cNvPicPr>
            <a:picLocks noChangeAspect="1"/>
          </p:cNvPicPr>
          <p:nvPr/>
        </p:nvPicPr>
        <p:blipFill>
          <a:blip r:embed="rId3"/>
          <a:stretch>
            <a:fillRect/>
          </a:stretch>
        </p:blipFill>
        <p:spPr>
          <a:xfrm>
            <a:off x="4922570" y="1016000"/>
            <a:ext cx="6922614" cy="5172413"/>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147239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58989" y="108008"/>
            <a:ext cx="7509328"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ASSET TYPE CONFIGURATION</a:t>
            </a:r>
          </a:p>
        </p:txBody>
      </p:sp>
      <p:pic>
        <p:nvPicPr>
          <p:cNvPr id="6" name="Picture 5">
            <a:extLst>
              <a:ext uri="{FF2B5EF4-FFF2-40B4-BE49-F238E27FC236}">
                <a16:creationId xmlns:a16="http://schemas.microsoft.com/office/drawing/2014/main" id="{296A9729-AFE4-43BE-B3C7-BEC22054632A}"/>
              </a:ext>
            </a:extLst>
          </p:cNvPr>
          <p:cNvPicPr>
            <a:picLocks noChangeAspect="1"/>
          </p:cNvPicPr>
          <p:nvPr/>
        </p:nvPicPr>
        <p:blipFill>
          <a:blip r:embed="rId3"/>
          <a:stretch>
            <a:fillRect/>
          </a:stretch>
        </p:blipFill>
        <p:spPr>
          <a:xfrm>
            <a:off x="5842000" y="1041274"/>
            <a:ext cx="5790980" cy="5486525"/>
          </a:xfrm>
          <a:prstGeom prst="rect">
            <a:avLst/>
          </a:prstGeom>
        </p:spPr>
        <p:style>
          <a:lnRef idx="2">
            <a:schemeClr val="dk1"/>
          </a:lnRef>
          <a:fillRef idx="1">
            <a:schemeClr val="lt1"/>
          </a:fillRef>
          <a:effectRef idx="0">
            <a:schemeClr val="dk1"/>
          </a:effectRef>
          <a:fontRef idx="minor">
            <a:schemeClr val="dk1"/>
          </a:fontRef>
        </p:style>
      </p:pic>
      <p:sp>
        <p:nvSpPr>
          <p:cNvPr id="7" name="Rectangle 6">
            <a:extLst>
              <a:ext uri="{FF2B5EF4-FFF2-40B4-BE49-F238E27FC236}">
                <a16:creationId xmlns:a16="http://schemas.microsoft.com/office/drawing/2014/main" id="{54AEB39B-14F3-4A06-AB00-7D7B8C936806}"/>
              </a:ext>
            </a:extLst>
          </p:cNvPr>
          <p:cNvSpPr/>
          <p:nvPr/>
        </p:nvSpPr>
        <p:spPr>
          <a:xfrm>
            <a:off x="346816" y="1206706"/>
            <a:ext cx="4733184" cy="2062103"/>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 Types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Asset Type Name, Display Name and Class Name.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spTree>
    <p:extLst>
      <p:ext uri="{BB962C8B-B14F-4D97-AF65-F5344CB8AC3E}">
        <p14:creationId xmlns:p14="http://schemas.microsoft.com/office/powerpoint/2010/main" val="28095998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54214" y="235066"/>
            <a:ext cx="10117364"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ATTRIBUTE TYPE CONFIGURATION</a:t>
            </a:r>
          </a:p>
        </p:txBody>
      </p:sp>
      <p:pic>
        <p:nvPicPr>
          <p:cNvPr id="4" name="Picture 3">
            <a:extLst>
              <a:ext uri="{FF2B5EF4-FFF2-40B4-BE49-F238E27FC236}">
                <a16:creationId xmlns:a16="http://schemas.microsoft.com/office/drawing/2014/main" id="{40E6EFE1-7706-4C0A-9D36-B25042CD3B6D}"/>
              </a:ext>
            </a:extLst>
          </p:cNvPr>
          <p:cNvPicPr>
            <a:picLocks noChangeAspect="1"/>
          </p:cNvPicPr>
          <p:nvPr/>
        </p:nvPicPr>
        <p:blipFill>
          <a:blip r:embed="rId3"/>
          <a:stretch>
            <a:fillRect/>
          </a:stretch>
        </p:blipFill>
        <p:spPr>
          <a:xfrm>
            <a:off x="5362575" y="1438407"/>
            <a:ext cx="6410325" cy="5105267"/>
          </a:xfrm>
          <a:prstGeom prst="rect">
            <a:avLst/>
          </a:prstGeom>
        </p:spPr>
        <p:style>
          <a:lnRef idx="2">
            <a:schemeClr val="dk1"/>
          </a:lnRef>
          <a:fillRef idx="1">
            <a:schemeClr val="lt1"/>
          </a:fillRef>
          <a:effectRef idx="0">
            <a:schemeClr val="dk1"/>
          </a:effectRef>
          <a:fontRef idx="minor">
            <a:schemeClr val="dk1"/>
          </a:fontRef>
        </p:style>
      </p:pic>
      <p:sp>
        <p:nvSpPr>
          <p:cNvPr id="9" name="Rectangle 8">
            <a:extLst>
              <a:ext uri="{FF2B5EF4-FFF2-40B4-BE49-F238E27FC236}">
                <a16:creationId xmlns:a16="http://schemas.microsoft.com/office/drawing/2014/main" id="{A5F70E76-C24A-466F-BEC8-EBF111AA4BD4}"/>
              </a:ext>
            </a:extLst>
          </p:cNvPr>
          <p:cNvSpPr/>
          <p:nvPr/>
        </p:nvSpPr>
        <p:spPr>
          <a:xfrm>
            <a:off x="346816" y="1206706"/>
            <a:ext cx="4733184" cy="3539430"/>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Asset Types Attribute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Attribute Name, Display Name, Asset Type Name , Category, Data type, UoM and Filter Tag.</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UoM can be selected from dropdown from a list of unit and unit categories.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Keep “Preserve to Default History Data Source” and “Preserve to Default State Data Source” as “No”.</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spTree>
    <p:extLst>
      <p:ext uri="{BB962C8B-B14F-4D97-AF65-F5344CB8AC3E}">
        <p14:creationId xmlns:p14="http://schemas.microsoft.com/office/powerpoint/2010/main" val="1419892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581026" y="149457"/>
            <a:ext cx="10953751"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t>ATTRIBUTE PROPERTIES CONFIGURATION</a:t>
            </a:r>
          </a:p>
        </p:txBody>
      </p:sp>
      <p:pic>
        <p:nvPicPr>
          <p:cNvPr id="6" name="Picture 5">
            <a:extLst>
              <a:ext uri="{FF2B5EF4-FFF2-40B4-BE49-F238E27FC236}">
                <a16:creationId xmlns:a16="http://schemas.microsoft.com/office/drawing/2014/main" id="{15CBC750-CE51-40C6-B176-A6B35FFFFC7F}"/>
              </a:ext>
            </a:extLst>
          </p:cNvPr>
          <p:cNvPicPr>
            <a:picLocks noChangeAspect="1"/>
          </p:cNvPicPr>
          <p:nvPr/>
        </p:nvPicPr>
        <p:blipFill>
          <a:blip r:embed="rId3"/>
          <a:stretch>
            <a:fillRect/>
          </a:stretch>
        </p:blipFill>
        <p:spPr>
          <a:xfrm>
            <a:off x="4818336" y="935695"/>
            <a:ext cx="7026847" cy="5161809"/>
          </a:xfrm>
          <a:prstGeom prst="rect">
            <a:avLst/>
          </a:prstGeom>
        </p:spPr>
        <p:style>
          <a:lnRef idx="2">
            <a:schemeClr val="dk1"/>
          </a:lnRef>
          <a:fillRef idx="1">
            <a:schemeClr val="lt1"/>
          </a:fillRef>
          <a:effectRef idx="0">
            <a:schemeClr val="dk1"/>
          </a:effectRef>
          <a:fontRef idx="minor">
            <a:schemeClr val="dk1"/>
          </a:fontRef>
        </p:style>
      </p:pic>
      <p:sp>
        <p:nvSpPr>
          <p:cNvPr id="7" name="Rectangle 6">
            <a:extLst>
              <a:ext uri="{FF2B5EF4-FFF2-40B4-BE49-F238E27FC236}">
                <a16:creationId xmlns:a16="http://schemas.microsoft.com/office/drawing/2014/main" id="{24159CB7-E1DE-41A5-BF39-C83BEDE50EC5}"/>
              </a:ext>
            </a:extLst>
          </p:cNvPr>
          <p:cNvSpPr/>
          <p:nvPr/>
        </p:nvSpPr>
        <p:spPr>
          <a:xfrm>
            <a:off x="346816" y="1206706"/>
            <a:ext cx="4733184" cy="2062103"/>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Attribute Types Properties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Attribute Property Name, Display Name, Attribute Type Name.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spTree>
    <p:extLst>
      <p:ext uri="{BB962C8B-B14F-4D97-AF65-F5344CB8AC3E}">
        <p14:creationId xmlns:p14="http://schemas.microsoft.com/office/powerpoint/2010/main" val="3518996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27116"/>
            <a:ext cx="10434864"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latin typeface="+mj-lt"/>
              </a:rPr>
              <a:t>CALCULATION MODEL CONFIGURATION</a:t>
            </a:r>
          </a:p>
        </p:txBody>
      </p:sp>
      <p:sp>
        <p:nvSpPr>
          <p:cNvPr id="7" name="Rectangle 6">
            <a:extLst>
              <a:ext uri="{FF2B5EF4-FFF2-40B4-BE49-F238E27FC236}">
                <a16:creationId xmlns:a16="http://schemas.microsoft.com/office/drawing/2014/main" id="{24159CB7-E1DE-41A5-BF39-C83BEDE50EC5}"/>
              </a:ext>
            </a:extLst>
          </p:cNvPr>
          <p:cNvSpPr/>
          <p:nvPr/>
        </p:nvSpPr>
        <p:spPr>
          <a:xfrm>
            <a:off x="346816" y="1206706"/>
            <a:ext cx="4195231" cy="3785652"/>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Basic Calculations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Calculation Name, Display Name, Description, Asset Type name, model  Name and Calculation Expression.</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Validate.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If the calculations are successfully validated, 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pic>
        <p:nvPicPr>
          <p:cNvPr id="3" name="Picture 2">
            <a:extLst>
              <a:ext uri="{FF2B5EF4-FFF2-40B4-BE49-F238E27FC236}">
                <a16:creationId xmlns:a16="http://schemas.microsoft.com/office/drawing/2014/main" id="{82BC9F69-7DE5-4C25-A0E5-0B0566FE603A}"/>
              </a:ext>
            </a:extLst>
          </p:cNvPr>
          <p:cNvPicPr>
            <a:picLocks noChangeAspect="1"/>
          </p:cNvPicPr>
          <p:nvPr/>
        </p:nvPicPr>
        <p:blipFill>
          <a:blip r:embed="rId3"/>
          <a:stretch>
            <a:fillRect/>
          </a:stretch>
        </p:blipFill>
        <p:spPr>
          <a:xfrm>
            <a:off x="4542047" y="1088819"/>
            <a:ext cx="7467666" cy="5454856"/>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0972721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28600" y="133408"/>
            <a:ext cx="1162050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FAULT AND SYMPTOM MODEL CONFIGURATION</a:t>
            </a:r>
          </a:p>
        </p:txBody>
      </p:sp>
      <p:pic>
        <p:nvPicPr>
          <p:cNvPr id="6" name="Picture 5">
            <a:extLst>
              <a:ext uri="{FF2B5EF4-FFF2-40B4-BE49-F238E27FC236}">
                <a16:creationId xmlns:a16="http://schemas.microsoft.com/office/drawing/2014/main" id="{03EBF7DC-2C8E-4EBF-9677-F949E1EF7215}"/>
              </a:ext>
            </a:extLst>
          </p:cNvPr>
          <p:cNvPicPr>
            <a:picLocks noChangeAspect="1"/>
          </p:cNvPicPr>
          <p:nvPr/>
        </p:nvPicPr>
        <p:blipFill>
          <a:blip r:embed="rId3"/>
          <a:stretch>
            <a:fillRect/>
          </a:stretch>
        </p:blipFill>
        <p:spPr>
          <a:xfrm>
            <a:off x="4957209" y="1343025"/>
            <a:ext cx="6977615" cy="4933950"/>
          </a:xfrm>
          <a:prstGeom prst="rect">
            <a:avLst/>
          </a:prstGeom>
        </p:spPr>
        <p:style>
          <a:lnRef idx="2">
            <a:schemeClr val="dk1"/>
          </a:lnRef>
          <a:fillRef idx="1">
            <a:schemeClr val="lt1"/>
          </a:fillRef>
          <a:effectRef idx="0">
            <a:schemeClr val="dk1"/>
          </a:effectRef>
          <a:fontRef idx="minor">
            <a:schemeClr val="dk1"/>
          </a:fontRef>
        </p:style>
      </p:pic>
      <p:sp>
        <p:nvSpPr>
          <p:cNvPr id="7" name="Rectangle 6">
            <a:extLst>
              <a:ext uri="{FF2B5EF4-FFF2-40B4-BE49-F238E27FC236}">
                <a16:creationId xmlns:a16="http://schemas.microsoft.com/office/drawing/2014/main" id="{C555BD62-4E9A-4063-B8DD-5980B10A50F0}"/>
              </a:ext>
            </a:extLst>
          </p:cNvPr>
          <p:cNvSpPr/>
          <p:nvPr/>
        </p:nvSpPr>
        <p:spPr>
          <a:xfrm>
            <a:off x="346816" y="1206706"/>
            <a:ext cx="4733184" cy="3785652"/>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Faults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Fault Name, Display Name, Description, Asset Type Name, Model Name, Category, Severity, On/Off Intervals, Fault Expression, Auto Reset ,Repair action ,Context ,OPC notification , Mail Notification and CMMS Notification </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Validate.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If the faults are successfully validated, 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spTree>
    <p:extLst>
      <p:ext uri="{BB962C8B-B14F-4D97-AF65-F5344CB8AC3E}">
        <p14:creationId xmlns:p14="http://schemas.microsoft.com/office/powerpoint/2010/main" val="3675955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348673" y="179936"/>
            <a:ext cx="11969174" cy="836064"/>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FAULT AND SYMPTOM MODEL CONFIGURATION</a:t>
            </a:r>
          </a:p>
          <a:p>
            <a:pPr lvl="1"/>
            <a:r>
              <a:rPr lang="en-US" sz="2800" b="1" dirty="0"/>
              <a:t>(Cont..)</a:t>
            </a:r>
          </a:p>
        </p:txBody>
      </p:sp>
      <p:sp>
        <p:nvSpPr>
          <p:cNvPr id="7" name="Rectangle 6">
            <a:extLst>
              <a:ext uri="{FF2B5EF4-FFF2-40B4-BE49-F238E27FC236}">
                <a16:creationId xmlns:a16="http://schemas.microsoft.com/office/drawing/2014/main" id="{C555BD62-4E9A-4063-B8DD-5980B10A50F0}"/>
              </a:ext>
            </a:extLst>
          </p:cNvPr>
          <p:cNvSpPr/>
          <p:nvPr/>
        </p:nvSpPr>
        <p:spPr>
          <a:xfrm>
            <a:off x="346816" y="1206706"/>
            <a:ext cx="4733184" cy="3785652"/>
          </a:xfrm>
          <a:prstGeom prst="rect">
            <a:avLst/>
          </a:prstGeom>
        </p:spPr>
        <p:txBody>
          <a:bodyPr wrap="square">
            <a:spAutoFit/>
          </a:bodyPr>
          <a:lstStyle/>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Open a new Excel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Uniformance Asset Sentinel Tab.</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Load Template Sheets.</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Select Symptoms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Define Symptom Name, Display Name, Description, Asset Type Name, Model Name, Fault Name, </a:t>
            </a:r>
            <a:r>
              <a:rPr lang="en-AU" altLang="en-US" sz="1600" dirty="0" err="1">
                <a:solidFill>
                  <a:schemeClr val="tx1">
                    <a:lumMod val="50000"/>
                  </a:schemeClr>
                </a:solidFill>
                <a:latin typeface="Arial" panose="020B0604020202020204" pitchFamily="34" charset="0"/>
                <a:cs typeface="Arial" panose="020B0604020202020204" pitchFamily="34" charset="0"/>
              </a:rPr>
              <a:t>Severity,Intervals</a:t>
            </a:r>
            <a:r>
              <a:rPr lang="en-AU" altLang="en-US" sz="1600" dirty="0">
                <a:solidFill>
                  <a:schemeClr val="tx1">
                    <a:lumMod val="50000"/>
                  </a:schemeClr>
                </a:solidFill>
                <a:latin typeface="Arial" panose="020B0604020202020204" pitchFamily="34" charset="0"/>
                <a:cs typeface="Arial" panose="020B0604020202020204" pitchFamily="34" charset="0"/>
              </a:rPr>
              <a:t>, Fault Expression, Auto Reset , Control action ,Context ,OPC notification , Mail Notification and CMMS Notification.</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In Action Column Drop down, select Validate.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If the Symptoms are successfully validated, in Action Column Drop down, select Create.</a:t>
            </a:r>
          </a:p>
          <a:p>
            <a:pPr marL="342900" indent="-342900" fontAlgn="base">
              <a:spcAft>
                <a:spcPct val="0"/>
              </a:spcAft>
              <a:buFont typeface="+mj-lt"/>
              <a:buAutoNum type="arabicParenR"/>
            </a:pPr>
            <a:r>
              <a:rPr lang="en-AU" altLang="en-US" sz="1600" dirty="0">
                <a:solidFill>
                  <a:schemeClr val="tx1">
                    <a:lumMod val="50000"/>
                  </a:schemeClr>
                </a:solidFill>
                <a:latin typeface="Arial" panose="020B0604020202020204" pitchFamily="34" charset="0"/>
                <a:cs typeface="Arial" panose="020B0604020202020204" pitchFamily="34" charset="0"/>
              </a:rPr>
              <a:t>Publish this sheet.</a:t>
            </a:r>
          </a:p>
        </p:txBody>
      </p:sp>
      <p:pic>
        <p:nvPicPr>
          <p:cNvPr id="3" name="Picture 2">
            <a:extLst>
              <a:ext uri="{FF2B5EF4-FFF2-40B4-BE49-F238E27FC236}">
                <a16:creationId xmlns:a16="http://schemas.microsoft.com/office/drawing/2014/main" id="{EF4C00CE-B16D-4DE9-8658-46C4406FD21D}"/>
              </a:ext>
            </a:extLst>
          </p:cNvPr>
          <p:cNvPicPr>
            <a:picLocks noChangeAspect="1"/>
          </p:cNvPicPr>
          <p:nvPr/>
        </p:nvPicPr>
        <p:blipFill>
          <a:blip r:embed="rId3"/>
          <a:stretch>
            <a:fillRect/>
          </a:stretch>
        </p:blipFill>
        <p:spPr>
          <a:xfrm>
            <a:off x="4893269" y="825293"/>
            <a:ext cx="7102446" cy="5584743"/>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40775063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Module2</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GRAPHICS CHANGES-HMI WEB BUILDER</a:t>
            </a:r>
          </a:p>
        </p:txBody>
      </p:sp>
    </p:spTree>
    <p:extLst>
      <p:ext uri="{BB962C8B-B14F-4D97-AF65-F5344CB8AC3E}">
        <p14:creationId xmlns:p14="http://schemas.microsoft.com/office/powerpoint/2010/main" val="42693874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52853" y="162436"/>
            <a:ext cx="7509328"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latin typeface="+mj-lt"/>
              </a:rPr>
              <a:t>GRAPHICS TOOLBARS</a:t>
            </a:r>
          </a:p>
        </p:txBody>
      </p:sp>
      <p:pic>
        <p:nvPicPr>
          <p:cNvPr id="3" name="Picture 2">
            <a:extLst>
              <a:ext uri="{FF2B5EF4-FFF2-40B4-BE49-F238E27FC236}">
                <a16:creationId xmlns:a16="http://schemas.microsoft.com/office/drawing/2014/main" id="{A0A94647-841E-4DD9-A20D-F5A631738942}"/>
              </a:ext>
            </a:extLst>
          </p:cNvPr>
          <p:cNvPicPr>
            <a:picLocks noChangeAspect="1"/>
          </p:cNvPicPr>
          <p:nvPr/>
        </p:nvPicPr>
        <p:blipFill>
          <a:blip r:embed="rId3"/>
          <a:stretch>
            <a:fillRect/>
          </a:stretch>
        </p:blipFill>
        <p:spPr>
          <a:xfrm>
            <a:off x="4833376" y="1183635"/>
            <a:ext cx="2008608" cy="4490729"/>
          </a:xfrm>
          <a:prstGeom prst="rect">
            <a:avLst/>
          </a:prstGeom>
        </p:spPr>
      </p:pic>
      <p:pic>
        <p:nvPicPr>
          <p:cNvPr id="4" name="Picture 3">
            <a:extLst>
              <a:ext uri="{FF2B5EF4-FFF2-40B4-BE49-F238E27FC236}">
                <a16:creationId xmlns:a16="http://schemas.microsoft.com/office/drawing/2014/main" id="{FA3F7338-144E-4F73-BC18-92024F11D29F}"/>
              </a:ext>
            </a:extLst>
          </p:cNvPr>
          <p:cNvPicPr>
            <a:picLocks noChangeAspect="1"/>
          </p:cNvPicPr>
          <p:nvPr/>
        </p:nvPicPr>
        <p:blipFill>
          <a:blip r:embed="rId4"/>
          <a:stretch>
            <a:fillRect/>
          </a:stretch>
        </p:blipFill>
        <p:spPr>
          <a:xfrm>
            <a:off x="7038975" y="1183635"/>
            <a:ext cx="4673320" cy="4490729"/>
          </a:xfrm>
          <a:prstGeom prst="rect">
            <a:avLst/>
          </a:prstGeom>
        </p:spPr>
        <p:style>
          <a:lnRef idx="2">
            <a:schemeClr val="dk1"/>
          </a:lnRef>
          <a:fillRef idx="1">
            <a:schemeClr val="lt1"/>
          </a:fillRef>
          <a:effectRef idx="0">
            <a:schemeClr val="dk1"/>
          </a:effectRef>
          <a:fontRef idx="minor">
            <a:schemeClr val="dk1"/>
          </a:fontRef>
        </p:style>
      </p:pic>
      <p:sp>
        <p:nvSpPr>
          <p:cNvPr id="5" name="Rectangle 4">
            <a:extLst>
              <a:ext uri="{FF2B5EF4-FFF2-40B4-BE49-F238E27FC236}">
                <a16:creationId xmlns:a16="http://schemas.microsoft.com/office/drawing/2014/main" id="{3A7E8A42-C5C0-45AC-AAB2-E07E04C51DCD}"/>
              </a:ext>
            </a:extLst>
          </p:cNvPr>
          <p:cNvSpPr/>
          <p:nvPr/>
        </p:nvSpPr>
        <p:spPr>
          <a:xfrm>
            <a:off x="346816" y="1206706"/>
            <a:ext cx="4733184" cy="2554545"/>
          </a:xfrm>
          <a:prstGeom prst="rect">
            <a:avLst/>
          </a:prstGeom>
        </p:spPr>
        <p:txBody>
          <a:bodyPr wrap="square">
            <a:spAutoFit/>
          </a:bodyPr>
          <a:lstStyle/>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In UAS server, go to Start Menu.</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Intuition HMIWeb Display Builder.</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HMI workspace will open.</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This tool bar  will help to make inlet and out line lines .</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insert shape from file icon</a:t>
            </a:r>
          </a:p>
          <a:p>
            <a:pPr fontAlgn="base">
              <a:spcAft>
                <a:spcPct val="0"/>
              </a:spcAft>
            </a:pPr>
            <a:endParaRPr lang="en-AU" altLang="en-US" sz="1600" dirty="0">
              <a:solidFill>
                <a:schemeClr val="tx1">
                  <a:lumMod val="50000"/>
                </a:schemeClr>
              </a:solidFill>
              <a:latin typeface="Arial" panose="020B0604020202020204" pitchFamily="34" charset="0"/>
              <a:cs typeface="Arial" panose="020B0604020202020204" pitchFamily="34" charset="0"/>
            </a:endParaRP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insert picture from file icon</a:t>
            </a:r>
          </a:p>
          <a:p>
            <a:pPr marL="342900" indent="-342900" fontAlgn="base">
              <a:spcAft>
                <a:spcPct val="0"/>
              </a:spcAft>
              <a:buFont typeface="Arial" panose="020B0604020202020204" pitchFamily="34" charset="0"/>
              <a:buChar char="•"/>
            </a:pPr>
            <a:endParaRPr lang="en-AU" altLang="en-US" sz="1600" dirty="0">
              <a:solidFill>
                <a:schemeClr val="tx1">
                  <a:lumMod val="50000"/>
                </a:schemeClr>
              </a:solidFill>
              <a:latin typeface="Arial" panose="020B0604020202020204" pitchFamily="34" charset="0"/>
              <a:cs typeface="Arial" panose="020B0604020202020204" pitchFamily="34" charset="0"/>
            </a:endParaRP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save icon        </a:t>
            </a:r>
          </a:p>
        </p:txBody>
      </p:sp>
      <p:sp>
        <p:nvSpPr>
          <p:cNvPr id="6" name="Arc 5">
            <a:extLst>
              <a:ext uri="{FF2B5EF4-FFF2-40B4-BE49-F238E27FC236}">
                <a16:creationId xmlns:a16="http://schemas.microsoft.com/office/drawing/2014/main" id="{D1EAC3B5-A497-475F-AC7C-0FCB58159E85}"/>
              </a:ext>
            </a:extLst>
          </p:cNvPr>
          <p:cNvSpPr/>
          <p:nvPr/>
        </p:nvSpPr>
        <p:spPr>
          <a:xfrm rot="8694619">
            <a:off x="6410325" y="2536429"/>
            <a:ext cx="1028700" cy="597296"/>
          </a:xfrm>
          <a:prstGeom prst="arc">
            <a:avLst/>
          </a:prstGeom>
          <a:noFill/>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w="38100">
                <a:solidFill>
                  <a:srgbClr val="FF0000"/>
                </a:solidFill>
              </a:ln>
              <a:solidFill>
                <a:srgbClr val="FF0000"/>
              </a:solidFill>
            </a:endParaRPr>
          </a:p>
        </p:txBody>
      </p:sp>
      <p:pic>
        <p:nvPicPr>
          <p:cNvPr id="7" name="Picture 6">
            <a:extLst>
              <a:ext uri="{FF2B5EF4-FFF2-40B4-BE49-F238E27FC236}">
                <a16:creationId xmlns:a16="http://schemas.microsoft.com/office/drawing/2014/main" id="{6B3E6510-EE57-4170-B75E-749E406C505E}"/>
              </a:ext>
            </a:extLst>
          </p:cNvPr>
          <p:cNvPicPr>
            <a:picLocks noChangeAspect="1"/>
          </p:cNvPicPr>
          <p:nvPr/>
        </p:nvPicPr>
        <p:blipFill>
          <a:blip r:embed="rId5"/>
          <a:stretch>
            <a:fillRect/>
          </a:stretch>
        </p:blipFill>
        <p:spPr>
          <a:xfrm>
            <a:off x="1732846" y="2245853"/>
            <a:ext cx="1714500" cy="238125"/>
          </a:xfrm>
          <a:prstGeom prst="rect">
            <a:avLst/>
          </a:prstGeom>
        </p:spPr>
      </p:pic>
      <p:pic>
        <p:nvPicPr>
          <p:cNvPr id="8" name="Picture 7">
            <a:extLst>
              <a:ext uri="{FF2B5EF4-FFF2-40B4-BE49-F238E27FC236}">
                <a16:creationId xmlns:a16="http://schemas.microsoft.com/office/drawing/2014/main" id="{DC264556-1C41-4C1F-BCFB-285E4B417745}"/>
              </a:ext>
            </a:extLst>
          </p:cNvPr>
          <p:cNvPicPr>
            <a:picLocks noChangeAspect="1"/>
          </p:cNvPicPr>
          <p:nvPr/>
        </p:nvPicPr>
        <p:blipFill>
          <a:blip r:embed="rId6"/>
          <a:stretch>
            <a:fillRect/>
          </a:stretch>
        </p:blipFill>
        <p:spPr>
          <a:xfrm>
            <a:off x="3941997" y="2426861"/>
            <a:ext cx="238125" cy="352425"/>
          </a:xfrm>
          <a:prstGeom prst="rect">
            <a:avLst/>
          </a:prstGeom>
        </p:spPr>
      </p:pic>
      <p:pic>
        <p:nvPicPr>
          <p:cNvPr id="9" name="Picture 8">
            <a:extLst>
              <a:ext uri="{FF2B5EF4-FFF2-40B4-BE49-F238E27FC236}">
                <a16:creationId xmlns:a16="http://schemas.microsoft.com/office/drawing/2014/main" id="{073E9C1D-8C03-4117-A71B-4BFDF69AFB01}"/>
              </a:ext>
            </a:extLst>
          </p:cNvPr>
          <p:cNvPicPr>
            <a:picLocks noChangeAspect="1"/>
          </p:cNvPicPr>
          <p:nvPr/>
        </p:nvPicPr>
        <p:blipFill>
          <a:blip r:embed="rId7"/>
          <a:stretch>
            <a:fillRect/>
          </a:stretch>
        </p:blipFill>
        <p:spPr>
          <a:xfrm>
            <a:off x="3941997" y="2918460"/>
            <a:ext cx="276225" cy="333375"/>
          </a:xfrm>
          <a:prstGeom prst="rect">
            <a:avLst/>
          </a:prstGeom>
        </p:spPr>
      </p:pic>
      <p:pic>
        <p:nvPicPr>
          <p:cNvPr id="10" name="Picture 9">
            <a:extLst>
              <a:ext uri="{FF2B5EF4-FFF2-40B4-BE49-F238E27FC236}">
                <a16:creationId xmlns:a16="http://schemas.microsoft.com/office/drawing/2014/main" id="{0C30DEF1-9710-4E1F-A828-5F7FEF69E078}"/>
              </a:ext>
            </a:extLst>
          </p:cNvPr>
          <p:cNvPicPr>
            <a:picLocks noChangeAspect="1"/>
          </p:cNvPicPr>
          <p:nvPr/>
        </p:nvPicPr>
        <p:blipFill>
          <a:blip r:embed="rId8"/>
          <a:stretch>
            <a:fillRect/>
          </a:stretch>
        </p:blipFill>
        <p:spPr>
          <a:xfrm>
            <a:off x="2451983" y="3403322"/>
            <a:ext cx="276225" cy="381000"/>
          </a:xfrm>
          <a:prstGeom prst="rect">
            <a:avLst/>
          </a:prstGeom>
        </p:spPr>
      </p:pic>
    </p:spTree>
    <p:extLst>
      <p:ext uri="{BB962C8B-B14F-4D97-AF65-F5344CB8AC3E}">
        <p14:creationId xmlns:p14="http://schemas.microsoft.com/office/powerpoint/2010/main" val="17644902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695325" y="203258"/>
            <a:ext cx="1121092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t>ADDING NEW TAGS/MODIFYING EXISTING TAG MAPPINGS</a:t>
            </a:r>
          </a:p>
        </p:txBody>
      </p:sp>
      <p:sp>
        <p:nvSpPr>
          <p:cNvPr id="4" name="Rectangle 3">
            <a:extLst>
              <a:ext uri="{FF2B5EF4-FFF2-40B4-BE49-F238E27FC236}">
                <a16:creationId xmlns:a16="http://schemas.microsoft.com/office/drawing/2014/main" id="{0D10AB54-86EF-48F8-953F-A39671E8BD80}"/>
              </a:ext>
            </a:extLst>
          </p:cNvPr>
          <p:cNvSpPr/>
          <p:nvPr/>
        </p:nvSpPr>
        <p:spPr>
          <a:xfrm>
            <a:off x="346816" y="1206706"/>
            <a:ext cx="3663209" cy="2800767"/>
          </a:xfrm>
          <a:prstGeom prst="rect">
            <a:avLst/>
          </a:prstGeom>
        </p:spPr>
        <p:txBody>
          <a:bodyPr wrap="square">
            <a:spAutoFit/>
          </a:bodyPr>
          <a:lstStyle/>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In UAS server, go to Start Menu.</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Intuition HMIWeb Display Builder. </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HMI workspace will open.</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Open the Existing graphics from the Graphic Location.</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Select and Click on the Attribute. </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Custom properties.</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Change The Tag Name with respect to the process.</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Save Graphics.</a:t>
            </a:r>
          </a:p>
        </p:txBody>
      </p:sp>
      <p:pic>
        <p:nvPicPr>
          <p:cNvPr id="6" name="Picture 5">
            <a:extLst>
              <a:ext uri="{FF2B5EF4-FFF2-40B4-BE49-F238E27FC236}">
                <a16:creationId xmlns:a16="http://schemas.microsoft.com/office/drawing/2014/main" id="{6A6A5F71-1657-B4D8-A4A2-597EA1B228AC}"/>
              </a:ext>
            </a:extLst>
          </p:cNvPr>
          <p:cNvPicPr>
            <a:picLocks noChangeAspect="1"/>
          </p:cNvPicPr>
          <p:nvPr/>
        </p:nvPicPr>
        <p:blipFill>
          <a:blip r:embed="rId3"/>
          <a:stretch>
            <a:fillRect/>
          </a:stretch>
        </p:blipFill>
        <p:spPr>
          <a:xfrm>
            <a:off x="4010025" y="1070192"/>
            <a:ext cx="7636743" cy="4717616"/>
          </a:xfrm>
          <a:prstGeom prst="rect">
            <a:avLst/>
          </a:prstGeom>
          <a:ln w="12700">
            <a:solidFill>
              <a:schemeClr val="tx1"/>
            </a:solidFill>
          </a:ln>
        </p:spPr>
      </p:pic>
    </p:spTree>
    <p:extLst>
      <p:ext uri="{BB962C8B-B14F-4D97-AF65-F5344CB8AC3E}">
        <p14:creationId xmlns:p14="http://schemas.microsoft.com/office/powerpoint/2010/main" val="18928035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78039" y="146108"/>
            <a:ext cx="7509328"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UPDATING SHAPES</a:t>
            </a:r>
          </a:p>
        </p:txBody>
      </p:sp>
      <p:sp>
        <p:nvSpPr>
          <p:cNvPr id="4" name="Rectangle 3">
            <a:extLst>
              <a:ext uri="{FF2B5EF4-FFF2-40B4-BE49-F238E27FC236}">
                <a16:creationId xmlns:a16="http://schemas.microsoft.com/office/drawing/2014/main" id="{FE9A16AB-9E07-4E11-BDD5-9387BBBC9598}"/>
              </a:ext>
            </a:extLst>
          </p:cNvPr>
          <p:cNvSpPr/>
          <p:nvPr/>
        </p:nvSpPr>
        <p:spPr>
          <a:xfrm>
            <a:off x="346816" y="1206706"/>
            <a:ext cx="4434734" cy="2800767"/>
          </a:xfrm>
          <a:prstGeom prst="rect">
            <a:avLst/>
          </a:prstGeom>
        </p:spPr>
        <p:txBody>
          <a:bodyPr wrap="square">
            <a:spAutoFit/>
          </a:bodyPr>
          <a:lstStyle/>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Open a graphics from the defined location</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shape ,the shape property will open</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Details ,user can see the shape name.</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insert shape from file icon</a:t>
            </a:r>
          </a:p>
          <a:p>
            <a:pPr fontAlgn="base">
              <a:spcAft>
                <a:spcPct val="0"/>
              </a:spcAft>
            </a:pPr>
            <a:endParaRPr lang="en-AU" altLang="en-US" sz="1600" dirty="0">
              <a:solidFill>
                <a:schemeClr val="tx1">
                  <a:lumMod val="50000"/>
                </a:schemeClr>
              </a:solidFill>
              <a:latin typeface="Arial" panose="020B0604020202020204" pitchFamily="34" charset="0"/>
              <a:cs typeface="Arial" panose="020B0604020202020204" pitchFamily="34" charset="0"/>
            </a:endParaRP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insert picture from file icon</a:t>
            </a:r>
          </a:p>
          <a:p>
            <a:pPr marL="342900" indent="-342900" fontAlgn="base">
              <a:spcAft>
                <a:spcPct val="0"/>
              </a:spcAft>
              <a:buFont typeface="Arial" panose="020B0604020202020204" pitchFamily="34" charset="0"/>
              <a:buChar char="•"/>
            </a:pPr>
            <a:endParaRPr lang="en-AU" altLang="en-US" sz="1600" dirty="0">
              <a:solidFill>
                <a:schemeClr val="tx1">
                  <a:lumMod val="50000"/>
                </a:schemeClr>
              </a:solidFill>
              <a:latin typeface="Arial" panose="020B0604020202020204" pitchFamily="34" charset="0"/>
              <a:cs typeface="Arial" panose="020B0604020202020204" pitchFamily="34" charset="0"/>
            </a:endParaRP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Click on save icon        </a:t>
            </a:r>
          </a:p>
          <a:p>
            <a:pPr marL="342900" indent="-342900" fontAlgn="base">
              <a:spcAft>
                <a:spcPct val="0"/>
              </a:spcAft>
              <a:buFont typeface="Arial" panose="020B0604020202020204" pitchFamily="34" charset="0"/>
              <a:buChar char="•"/>
            </a:pPr>
            <a:endParaRPr lang="en-AU" altLang="en-US" sz="1600" dirty="0">
              <a:solidFill>
                <a:schemeClr val="tx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B50223E-04E4-4D90-BC99-8CDEACB2AA49}"/>
              </a:ext>
            </a:extLst>
          </p:cNvPr>
          <p:cNvPicPr>
            <a:picLocks noChangeAspect="1"/>
          </p:cNvPicPr>
          <p:nvPr/>
        </p:nvPicPr>
        <p:blipFill>
          <a:blip r:embed="rId3"/>
          <a:stretch>
            <a:fillRect/>
          </a:stretch>
        </p:blipFill>
        <p:spPr>
          <a:xfrm>
            <a:off x="3941997" y="2426861"/>
            <a:ext cx="238125" cy="352425"/>
          </a:xfrm>
          <a:prstGeom prst="rect">
            <a:avLst/>
          </a:prstGeom>
        </p:spPr>
      </p:pic>
      <p:pic>
        <p:nvPicPr>
          <p:cNvPr id="7" name="Picture 6">
            <a:extLst>
              <a:ext uri="{FF2B5EF4-FFF2-40B4-BE49-F238E27FC236}">
                <a16:creationId xmlns:a16="http://schemas.microsoft.com/office/drawing/2014/main" id="{7BDFC283-8E1D-40A1-B395-7D04D40A4FA6}"/>
              </a:ext>
            </a:extLst>
          </p:cNvPr>
          <p:cNvPicPr>
            <a:picLocks noChangeAspect="1"/>
          </p:cNvPicPr>
          <p:nvPr/>
        </p:nvPicPr>
        <p:blipFill>
          <a:blip r:embed="rId4"/>
          <a:stretch>
            <a:fillRect/>
          </a:stretch>
        </p:blipFill>
        <p:spPr>
          <a:xfrm>
            <a:off x="3941997" y="2918460"/>
            <a:ext cx="276225" cy="333375"/>
          </a:xfrm>
          <a:prstGeom prst="rect">
            <a:avLst/>
          </a:prstGeom>
        </p:spPr>
      </p:pic>
      <p:pic>
        <p:nvPicPr>
          <p:cNvPr id="8" name="Picture 7">
            <a:extLst>
              <a:ext uri="{FF2B5EF4-FFF2-40B4-BE49-F238E27FC236}">
                <a16:creationId xmlns:a16="http://schemas.microsoft.com/office/drawing/2014/main" id="{3D4F6AE1-4431-4BD6-BD8E-6A573EDF45B0}"/>
              </a:ext>
            </a:extLst>
          </p:cNvPr>
          <p:cNvPicPr>
            <a:picLocks noChangeAspect="1"/>
          </p:cNvPicPr>
          <p:nvPr/>
        </p:nvPicPr>
        <p:blipFill>
          <a:blip r:embed="rId5"/>
          <a:stretch>
            <a:fillRect/>
          </a:stretch>
        </p:blipFill>
        <p:spPr>
          <a:xfrm>
            <a:off x="2451983" y="3403322"/>
            <a:ext cx="276225" cy="381000"/>
          </a:xfrm>
          <a:prstGeom prst="rect">
            <a:avLst/>
          </a:prstGeom>
        </p:spPr>
      </p:pic>
      <p:pic>
        <p:nvPicPr>
          <p:cNvPr id="9" name="Picture 8">
            <a:extLst>
              <a:ext uri="{FF2B5EF4-FFF2-40B4-BE49-F238E27FC236}">
                <a16:creationId xmlns:a16="http://schemas.microsoft.com/office/drawing/2014/main" id="{60ACAF50-5DC1-0F12-CD2C-F91D79EB6D46}"/>
              </a:ext>
            </a:extLst>
          </p:cNvPr>
          <p:cNvPicPr>
            <a:picLocks noChangeAspect="1"/>
          </p:cNvPicPr>
          <p:nvPr/>
        </p:nvPicPr>
        <p:blipFill>
          <a:blip r:embed="rId6"/>
          <a:stretch>
            <a:fillRect/>
          </a:stretch>
        </p:blipFill>
        <p:spPr>
          <a:xfrm>
            <a:off x="4640905" y="1060247"/>
            <a:ext cx="7415627" cy="4383175"/>
          </a:xfrm>
          <a:prstGeom prst="rect">
            <a:avLst/>
          </a:prstGeom>
        </p:spPr>
      </p:pic>
    </p:spTree>
    <p:extLst>
      <p:ext uri="{BB962C8B-B14F-4D97-AF65-F5344CB8AC3E}">
        <p14:creationId xmlns:p14="http://schemas.microsoft.com/office/powerpoint/2010/main" val="2340953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 y="165158"/>
            <a:ext cx="903922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SAVING AND PUBLISHING GRAPHICS</a:t>
            </a:r>
          </a:p>
        </p:txBody>
      </p:sp>
      <p:sp>
        <p:nvSpPr>
          <p:cNvPr id="4" name="Rectangle 3">
            <a:extLst>
              <a:ext uri="{FF2B5EF4-FFF2-40B4-BE49-F238E27FC236}">
                <a16:creationId xmlns:a16="http://schemas.microsoft.com/office/drawing/2014/main" id="{C8230839-752E-43ED-9924-6C48302EB660}"/>
              </a:ext>
            </a:extLst>
          </p:cNvPr>
          <p:cNvSpPr/>
          <p:nvPr/>
        </p:nvSpPr>
        <p:spPr>
          <a:xfrm>
            <a:off x="346816" y="1206706"/>
            <a:ext cx="2181895" cy="1815882"/>
          </a:xfrm>
          <a:prstGeom prst="rect">
            <a:avLst/>
          </a:prstGeom>
        </p:spPr>
        <p:txBody>
          <a:bodyPr wrap="square">
            <a:spAutoFit/>
          </a:bodyPr>
          <a:lstStyle/>
          <a:p>
            <a:pPr marL="342900" indent="-342900" fontAlgn="base">
              <a:spcAft>
                <a:spcPct val="0"/>
              </a:spcAft>
              <a:buFont typeface="Arial" panose="020B0604020202020204" pitchFamily="34" charset="0"/>
              <a:buChar char="•"/>
            </a:pPr>
            <a:r>
              <a:rPr lang="en-AU" altLang="en-US" sz="1600" dirty="0">
                <a:solidFill>
                  <a:schemeClr val="tx1">
                    <a:lumMod val="50000"/>
                  </a:schemeClr>
                </a:solidFill>
                <a:latin typeface="Arial" panose="020B0604020202020204" pitchFamily="34" charset="0"/>
                <a:cs typeface="Arial" panose="020B0604020202020204" pitchFamily="34" charset="0"/>
              </a:rPr>
              <a:t>Once Graphic Modifications are done, go to File Tab and then save the Graphics and then Publish the graphics.</a:t>
            </a:r>
          </a:p>
        </p:txBody>
      </p:sp>
      <p:pic>
        <p:nvPicPr>
          <p:cNvPr id="6" name="Picture 5">
            <a:extLst>
              <a:ext uri="{FF2B5EF4-FFF2-40B4-BE49-F238E27FC236}">
                <a16:creationId xmlns:a16="http://schemas.microsoft.com/office/drawing/2014/main" id="{22B7332F-F866-CFA1-8903-1B8DD91157D1}"/>
              </a:ext>
            </a:extLst>
          </p:cNvPr>
          <p:cNvPicPr>
            <a:picLocks noChangeAspect="1"/>
          </p:cNvPicPr>
          <p:nvPr/>
        </p:nvPicPr>
        <p:blipFill>
          <a:blip r:embed="rId3"/>
          <a:stretch>
            <a:fillRect/>
          </a:stretch>
        </p:blipFill>
        <p:spPr>
          <a:xfrm>
            <a:off x="3010845" y="762454"/>
            <a:ext cx="9039224" cy="5570613"/>
          </a:xfrm>
          <a:prstGeom prst="rect">
            <a:avLst/>
          </a:prstGeom>
        </p:spPr>
      </p:pic>
    </p:spTree>
    <p:extLst>
      <p:ext uri="{BB962C8B-B14F-4D97-AF65-F5344CB8AC3E}">
        <p14:creationId xmlns:p14="http://schemas.microsoft.com/office/powerpoint/2010/main" val="26508508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 y="298508"/>
            <a:ext cx="7116989"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GRAPHICS LOCATION</a:t>
            </a:r>
          </a:p>
        </p:txBody>
      </p:sp>
      <p:pic>
        <p:nvPicPr>
          <p:cNvPr id="5" name="Picture 4">
            <a:extLst>
              <a:ext uri="{FF2B5EF4-FFF2-40B4-BE49-F238E27FC236}">
                <a16:creationId xmlns:a16="http://schemas.microsoft.com/office/drawing/2014/main" id="{64519E0D-6EED-9F0B-1126-76760E9643AC}"/>
              </a:ext>
            </a:extLst>
          </p:cNvPr>
          <p:cNvPicPr>
            <a:picLocks noChangeAspect="1"/>
          </p:cNvPicPr>
          <p:nvPr/>
        </p:nvPicPr>
        <p:blipFill>
          <a:blip r:embed="rId3"/>
          <a:stretch>
            <a:fillRect/>
          </a:stretch>
        </p:blipFill>
        <p:spPr>
          <a:xfrm>
            <a:off x="413610" y="1208262"/>
            <a:ext cx="11364779" cy="5011916"/>
          </a:xfrm>
          <a:prstGeom prst="rect">
            <a:avLst/>
          </a:prstGeom>
          <a:ln w="19050">
            <a:solidFill>
              <a:schemeClr val="tx1"/>
            </a:solidFill>
          </a:ln>
        </p:spPr>
      </p:pic>
    </p:spTree>
    <p:extLst>
      <p:ext uri="{BB962C8B-B14F-4D97-AF65-F5344CB8AC3E}">
        <p14:creationId xmlns:p14="http://schemas.microsoft.com/office/powerpoint/2010/main" val="4058184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495299" y="123825"/>
            <a:ext cx="11201401" cy="419100"/>
          </a:xfrm>
        </p:spPr>
        <p:txBody>
          <a:bodyPr/>
          <a:lstStyle/>
          <a:p>
            <a:r>
              <a:rPr lang="en-US" dirty="0">
                <a:latin typeface="+mn-lt"/>
              </a:rPr>
              <a:t>Graphics modification Block Diagram</a:t>
            </a:r>
          </a:p>
        </p:txBody>
      </p:sp>
      <p:grpSp>
        <p:nvGrpSpPr>
          <p:cNvPr id="8" name="Group 7">
            <a:extLst>
              <a:ext uri="{FF2B5EF4-FFF2-40B4-BE49-F238E27FC236}">
                <a16:creationId xmlns:a16="http://schemas.microsoft.com/office/drawing/2014/main" id="{DBC4C52A-6229-4DA0-9AC3-1BE33C0AAF18}"/>
              </a:ext>
            </a:extLst>
          </p:cNvPr>
          <p:cNvGrpSpPr/>
          <p:nvPr/>
        </p:nvGrpSpPr>
        <p:grpSpPr>
          <a:xfrm>
            <a:off x="1573634" y="1352134"/>
            <a:ext cx="8389516" cy="4372391"/>
            <a:chOff x="1573634" y="1352134"/>
            <a:chExt cx="8389516" cy="4372391"/>
          </a:xfrm>
          <a:solidFill>
            <a:schemeClr val="tx2">
              <a:lumMod val="40000"/>
              <a:lumOff val="60000"/>
            </a:schemeClr>
          </a:solidFill>
        </p:grpSpPr>
        <p:sp>
          <p:nvSpPr>
            <p:cNvPr id="102" name="Rectangle 101">
              <a:extLst>
                <a:ext uri="{FF2B5EF4-FFF2-40B4-BE49-F238E27FC236}">
                  <a16:creationId xmlns:a16="http://schemas.microsoft.com/office/drawing/2014/main" id="{137D55B6-5A6B-43DA-9A87-292F9E67959B}"/>
                </a:ext>
              </a:extLst>
            </p:cNvPr>
            <p:cNvSpPr/>
            <p:nvPr/>
          </p:nvSpPr>
          <p:spPr>
            <a:xfrm>
              <a:off x="2829756" y="1556179"/>
              <a:ext cx="1982139" cy="416834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Graphics changes-HMI Web builder</a:t>
              </a:r>
            </a:p>
          </p:txBody>
        </p:sp>
        <p:grpSp>
          <p:nvGrpSpPr>
            <p:cNvPr id="3" name="Group 2">
              <a:extLst>
                <a:ext uri="{FF2B5EF4-FFF2-40B4-BE49-F238E27FC236}">
                  <a16:creationId xmlns:a16="http://schemas.microsoft.com/office/drawing/2014/main" id="{2878A634-87B0-4594-8441-9A370D5E66BB}"/>
                </a:ext>
              </a:extLst>
            </p:cNvPr>
            <p:cNvGrpSpPr/>
            <p:nvPr/>
          </p:nvGrpSpPr>
          <p:grpSpPr>
            <a:xfrm>
              <a:off x="6217829" y="1696510"/>
              <a:ext cx="3745321" cy="451707"/>
              <a:chOff x="6217829" y="2148217"/>
              <a:chExt cx="3745321" cy="451707"/>
            </a:xfrm>
            <a:grpFill/>
          </p:grpSpPr>
          <p:sp>
            <p:nvSpPr>
              <p:cNvPr id="103" name="Rectangle 102">
                <a:extLst>
                  <a:ext uri="{FF2B5EF4-FFF2-40B4-BE49-F238E27FC236}">
                    <a16:creationId xmlns:a16="http://schemas.microsoft.com/office/drawing/2014/main" id="{04B107C2-B717-4543-A559-09CDE7523351}"/>
                  </a:ext>
                </a:extLst>
              </p:cNvPr>
              <p:cNvSpPr/>
              <p:nvPr/>
            </p:nvSpPr>
            <p:spPr>
              <a:xfrm>
                <a:off x="6782356" y="2184046"/>
                <a:ext cx="3180794" cy="380048"/>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Adding new tags</a:t>
                </a:r>
              </a:p>
            </p:txBody>
          </p:sp>
          <p:sp>
            <p:nvSpPr>
              <p:cNvPr id="106" name="Heptagon 105">
                <a:extLst>
                  <a:ext uri="{FF2B5EF4-FFF2-40B4-BE49-F238E27FC236}">
                    <a16:creationId xmlns:a16="http://schemas.microsoft.com/office/drawing/2014/main" id="{A4A28AEE-25BC-4AC7-A3C7-D56B17093676}"/>
                  </a:ext>
                </a:extLst>
              </p:cNvPr>
              <p:cNvSpPr/>
              <p:nvPr/>
            </p:nvSpPr>
            <p:spPr>
              <a:xfrm>
                <a:off x="6217829" y="2148217"/>
                <a:ext cx="413272" cy="45170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4" name="Group 3">
              <a:extLst>
                <a:ext uri="{FF2B5EF4-FFF2-40B4-BE49-F238E27FC236}">
                  <a16:creationId xmlns:a16="http://schemas.microsoft.com/office/drawing/2014/main" id="{136C9687-2619-4DF4-9A39-1D6E4BB5FAE7}"/>
                </a:ext>
              </a:extLst>
            </p:cNvPr>
            <p:cNvGrpSpPr/>
            <p:nvPr/>
          </p:nvGrpSpPr>
          <p:grpSpPr>
            <a:xfrm>
              <a:off x="6217829" y="2658643"/>
              <a:ext cx="3745321" cy="565340"/>
              <a:chOff x="6217829" y="2703981"/>
              <a:chExt cx="3745321" cy="565340"/>
            </a:xfrm>
            <a:grpFill/>
          </p:grpSpPr>
          <p:sp>
            <p:nvSpPr>
              <p:cNvPr id="104" name="Rectangle 103">
                <a:extLst>
                  <a:ext uri="{FF2B5EF4-FFF2-40B4-BE49-F238E27FC236}">
                    <a16:creationId xmlns:a16="http://schemas.microsoft.com/office/drawing/2014/main" id="{3DFDA1D5-3E64-4181-98A9-75C99917D489}"/>
                  </a:ext>
                </a:extLst>
              </p:cNvPr>
              <p:cNvSpPr/>
              <p:nvPr/>
            </p:nvSpPr>
            <p:spPr>
              <a:xfrm>
                <a:off x="6782356" y="2703981"/>
                <a:ext cx="3180794" cy="56534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Updating shapes</a:t>
                </a:r>
              </a:p>
            </p:txBody>
          </p:sp>
          <p:sp>
            <p:nvSpPr>
              <p:cNvPr id="107" name="Heptagon 106">
                <a:extLst>
                  <a:ext uri="{FF2B5EF4-FFF2-40B4-BE49-F238E27FC236}">
                    <a16:creationId xmlns:a16="http://schemas.microsoft.com/office/drawing/2014/main" id="{FD8A2126-F7FC-49B4-BA71-2362498D9546}"/>
                  </a:ext>
                </a:extLst>
              </p:cNvPr>
              <p:cNvSpPr/>
              <p:nvPr/>
            </p:nvSpPr>
            <p:spPr>
              <a:xfrm>
                <a:off x="6217829" y="2755954"/>
                <a:ext cx="413272" cy="461394"/>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grpSp>
        <p:grpSp>
          <p:nvGrpSpPr>
            <p:cNvPr id="5" name="Group 4">
              <a:extLst>
                <a:ext uri="{FF2B5EF4-FFF2-40B4-BE49-F238E27FC236}">
                  <a16:creationId xmlns:a16="http://schemas.microsoft.com/office/drawing/2014/main" id="{6488E91F-F86F-435E-B0CB-447F609D52C8}"/>
                </a:ext>
              </a:extLst>
            </p:cNvPr>
            <p:cNvGrpSpPr/>
            <p:nvPr/>
          </p:nvGrpSpPr>
          <p:grpSpPr>
            <a:xfrm>
              <a:off x="6217829" y="3734409"/>
              <a:ext cx="3745321" cy="891306"/>
              <a:chOff x="6217829" y="3455598"/>
              <a:chExt cx="3745321" cy="891306"/>
            </a:xfrm>
            <a:grpFill/>
          </p:grpSpPr>
          <p:sp>
            <p:nvSpPr>
              <p:cNvPr id="105" name="Rectangle 104">
                <a:extLst>
                  <a:ext uri="{FF2B5EF4-FFF2-40B4-BE49-F238E27FC236}">
                    <a16:creationId xmlns:a16="http://schemas.microsoft.com/office/drawing/2014/main" id="{E90AEC51-7D4A-4620-B70E-2E5A6645C581}"/>
                  </a:ext>
                </a:extLst>
              </p:cNvPr>
              <p:cNvSpPr/>
              <p:nvPr/>
            </p:nvSpPr>
            <p:spPr>
              <a:xfrm>
                <a:off x="6782356" y="3455598"/>
                <a:ext cx="3180794" cy="89130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Saving and publishing graphics</a:t>
                </a:r>
              </a:p>
            </p:txBody>
          </p:sp>
          <p:sp>
            <p:nvSpPr>
              <p:cNvPr id="108" name="Heptagon 107">
                <a:extLst>
                  <a:ext uri="{FF2B5EF4-FFF2-40B4-BE49-F238E27FC236}">
                    <a16:creationId xmlns:a16="http://schemas.microsoft.com/office/drawing/2014/main" id="{506EA9B0-797C-4D6E-80CD-4C12493BBCF8}"/>
                  </a:ext>
                </a:extLst>
              </p:cNvPr>
              <p:cNvSpPr/>
              <p:nvPr/>
            </p:nvSpPr>
            <p:spPr>
              <a:xfrm>
                <a:off x="6217829" y="3670554"/>
                <a:ext cx="413272" cy="461394"/>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110" name="Arrow: Right 109">
              <a:extLst>
                <a:ext uri="{FF2B5EF4-FFF2-40B4-BE49-F238E27FC236}">
                  <a16:creationId xmlns:a16="http://schemas.microsoft.com/office/drawing/2014/main" id="{797D2E00-54FF-4B60-9806-67A6D159FBCC}"/>
                </a:ext>
              </a:extLst>
            </p:cNvPr>
            <p:cNvSpPr/>
            <p:nvPr/>
          </p:nvSpPr>
          <p:spPr>
            <a:xfrm>
              <a:off x="4815891" y="3450328"/>
              <a:ext cx="1382887" cy="380048"/>
            </a:xfrm>
            <a:prstGeom prst="right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4" name="Heptagon 113">
              <a:extLst>
                <a:ext uri="{FF2B5EF4-FFF2-40B4-BE49-F238E27FC236}">
                  <a16:creationId xmlns:a16="http://schemas.microsoft.com/office/drawing/2014/main" id="{E6BCCE9B-DAA9-4833-86DB-C93320255DED}"/>
                </a:ext>
              </a:extLst>
            </p:cNvPr>
            <p:cNvSpPr/>
            <p:nvPr/>
          </p:nvSpPr>
          <p:spPr>
            <a:xfrm>
              <a:off x="1573634" y="1352134"/>
              <a:ext cx="841100" cy="555420"/>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III</a:t>
              </a:r>
            </a:p>
          </p:txBody>
        </p:sp>
        <p:grpSp>
          <p:nvGrpSpPr>
            <p:cNvPr id="6" name="Group 5">
              <a:extLst>
                <a:ext uri="{FF2B5EF4-FFF2-40B4-BE49-F238E27FC236}">
                  <a16:creationId xmlns:a16="http://schemas.microsoft.com/office/drawing/2014/main" id="{0ACEBC71-F24A-49F7-9821-78DCBF5B2820}"/>
                </a:ext>
              </a:extLst>
            </p:cNvPr>
            <p:cNvGrpSpPr/>
            <p:nvPr/>
          </p:nvGrpSpPr>
          <p:grpSpPr>
            <a:xfrm>
              <a:off x="6217829" y="5136142"/>
              <a:ext cx="3745321" cy="438961"/>
              <a:chOff x="6217829" y="4526542"/>
              <a:chExt cx="3745321" cy="438961"/>
            </a:xfrm>
            <a:grpFill/>
          </p:grpSpPr>
          <p:sp>
            <p:nvSpPr>
              <p:cNvPr id="109" name="Heptagon 108">
                <a:extLst>
                  <a:ext uri="{FF2B5EF4-FFF2-40B4-BE49-F238E27FC236}">
                    <a16:creationId xmlns:a16="http://schemas.microsoft.com/office/drawing/2014/main" id="{7589F0D2-25A3-4F7C-AEF2-F63304EA99C3}"/>
                  </a:ext>
                </a:extLst>
              </p:cNvPr>
              <p:cNvSpPr/>
              <p:nvPr/>
            </p:nvSpPr>
            <p:spPr>
              <a:xfrm>
                <a:off x="6217829" y="4547112"/>
                <a:ext cx="413272" cy="39782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5" name="Rectangle 114">
                <a:extLst>
                  <a:ext uri="{FF2B5EF4-FFF2-40B4-BE49-F238E27FC236}">
                    <a16:creationId xmlns:a16="http://schemas.microsoft.com/office/drawing/2014/main" id="{50B47F95-97A1-4CB9-9B20-4C7CAD9515A7}"/>
                  </a:ext>
                </a:extLst>
              </p:cNvPr>
              <p:cNvSpPr/>
              <p:nvPr/>
            </p:nvSpPr>
            <p:spPr>
              <a:xfrm>
                <a:off x="6782356" y="4526542"/>
                <a:ext cx="3180794" cy="43896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Graphics location</a:t>
                </a:r>
              </a:p>
            </p:txBody>
          </p:sp>
        </p:grpSp>
      </p:grpSp>
    </p:spTree>
    <p:extLst>
      <p:ext uri="{BB962C8B-B14F-4D97-AF65-F5344CB8AC3E}">
        <p14:creationId xmlns:p14="http://schemas.microsoft.com/office/powerpoint/2010/main" val="19014130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495299" y="123825"/>
            <a:ext cx="11201401" cy="419100"/>
          </a:xfrm>
        </p:spPr>
        <p:txBody>
          <a:bodyPr/>
          <a:lstStyle/>
          <a:p>
            <a:r>
              <a:rPr lang="en-US" dirty="0">
                <a:latin typeface="+mn-lt"/>
              </a:rPr>
              <a:t>Graphics changes in </a:t>
            </a:r>
            <a:r>
              <a:rPr lang="en-US" dirty="0" err="1">
                <a:latin typeface="+mn-lt"/>
              </a:rPr>
              <a:t>hmi</a:t>
            </a:r>
            <a:r>
              <a:rPr lang="en-US" dirty="0">
                <a:latin typeface="+mn-lt"/>
              </a:rPr>
              <a:t> Block Diagram</a:t>
            </a:r>
          </a:p>
        </p:txBody>
      </p:sp>
      <p:grpSp>
        <p:nvGrpSpPr>
          <p:cNvPr id="6" name="Group 5">
            <a:extLst>
              <a:ext uri="{FF2B5EF4-FFF2-40B4-BE49-F238E27FC236}">
                <a16:creationId xmlns:a16="http://schemas.microsoft.com/office/drawing/2014/main" id="{6CD773F1-CB69-4995-884C-1FA16BE4FDE0}"/>
              </a:ext>
            </a:extLst>
          </p:cNvPr>
          <p:cNvGrpSpPr/>
          <p:nvPr/>
        </p:nvGrpSpPr>
        <p:grpSpPr>
          <a:xfrm>
            <a:off x="8306291" y="3366882"/>
            <a:ext cx="3181929" cy="1701436"/>
            <a:chOff x="8306291" y="3366882"/>
            <a:chExt cx="3181929" cy="1701436"/>
          </a:xfrm>
          <a:solidFill>
            <a:schemeClr val="tx2">
              <a:lumMod val="40000"/>
              <a:lumOff val="60000"/>
            </a:schemeClr>
          </a:solidFill>
        </p:grpSpPr>
        <p:sp>
          <p:nvSpPr>
            <p:cNvPr id="20" name="Heptagon 19">
              <a:extLst>
                <a:ext uri="{FF2B5EF4-FFF2-40B4-BE49-F238E27FC236}">
                  <a16:creationId xmlns:a16="http://schemas.microsoft.com/office/drawing/2014/main" id="{B327E1EB-068F-42D9-92C1-0BB643C54494}"/>
                </a:ext>
              </a:extLst>
            </p:cNvPr>
            <p:cNvSpPr/>
            <p:nvPr/>
          </p:nvSpPr>
          <p:spPr>
            <a:xfrm>
              <a:off x="8306291" y="3366882"/>
              <a:ext cx="283215" cy="25266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Rectangle 37">
              <a:extLst>
                <a:ext uri="{FF2B5EF4-FFF2-40B4-BE49-F238E27FC236}">
                  <a16:creationId xmlns:a16="http://schemas.microsoft.com/office/drawing/2014/main" id="{79BE955C-2BA3-4BEE-B580-D3B75C4777B3}"/>
                </a:ext>
              </a:extLst>
            </p:cNvPr>
            <p:cNvSpPr/>
            <p:nvPr/>
          </p:nvSpPr>
          <p:spPr>
            <a:xfrm>
              <a:off x="8698279" y="3366882"/>
              <a:ext cx="2789941" cy="252661"/>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Graphics location</a:t>
              </a:r>
            </a:p>
          </p:txBody>
        </p:sp>
        <p:sp>
          <p:nvSpPr>
            <p:cNvPr id="59" name="Rectangle 58">
              <a:extLst>
                <a:ext uri="{FF2B5EF4-FFF2-40B4-BE49-F238E27FC236}">
                  <a16:creationId xmlns:a16="http://schemas.microsoft.com/office/drawing/2014/main" id="{8603F36B-C280-4CD3-9C8F-E299A871225F}"/>
                </a:ext>
              </a:extLst>
            </p:cNvPr>
            <p:cNvSpPr/>
            <p:nvPr/>
          </p:nvSpPr>
          <p:spPr>
            <a:xfrm>
              <a:off x="8709151" y="3865971"/>
              <a:ext cx="2768196" cy="120234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Save the file on this location on the local server: </a:t>
              </a:r>
            </a:p>
          </p:txBody>
        </p:sp>
        <p:pic>
          <p:nvPicPr>
            <p:cNvPr id="60" name="Picture 59">
              <a:extLst>
                <a:ext uri="{FF2B5EF4-FFF2-40B4-BE49-F238E27FC236}">
                  <a16:creationId xmlns:a16="http://schemas.microsoft.com/office/drawing/2014/main" id="{9CC5442E-CD69-4ED2-A744-1993EAC35874}"/>
                </a:ext>
              </a:extLst>
            </p:cNvPr>
            <p:cNvPicPr>
              <a:picLocks noChangeAspect="1"/>
            </p:cNvPicPr>
            <p:nvPr/>
          </p:nvPicPr>
          <p:blipFill>
            <a:blip r:embed="rId2"/>
            <a:stretch>
              <a:fillRect/>
            </a:stretch>
          </p:blipFill>
          <p:spPr>
            <a:xfrm>
              <a:off x="9573165" y="4641895"/>
              <a:ext cx="1811339" cy="254587"/>
            </a:xfrm>
            <a:prstGeom prst="rect">
              <a:avLst/>
            </a:prstGeom>
            <a:grpFill/>
          </p:spPr>
        </p:pic>
      </p:grpSp>
      <p:grpSp>
        <p:nvGrpSpPr>
          <p:cNvPr id="3" name="Group 2">
            <a:extLst>
              <a:ext uri="{FF2B5EF4-FFF2-40B4-BE49-F238E27FC236}">
                <a16:creationId xmlns:a16="http://schemas.microsoft.com/office/drawing/2014/main" id="{79C26A14-8439-4CB8-9186-9A30E5BA36A8}"/>
              </a:ext>
            </a:extLst>
          </p:cNvPr>
          <p:cNvGrpSpPr/>
          <p:nvPr/>
        </p:nvGrpSpPr>
        <p:grpSpPr>
          <a:xfrm>
            <a:off x="310393" y="850386"/>
            <a:ext cx="3645017" cy="5709753"/>
            <a:chOff x="310393" y="850386"/>
            <a:chExt cx="3645017" cy="5709753"/>
          </a:xfrm>
          <a:solidFill>
            <a:schemeClr val="tx2">
              <a:lumMod val="40000"/>
              <a:lumOff val="60000"/>
            </a:schemeClr>
          </a:solidFill>
        </p:grpSpPr>
        <p:sp>
          <p:nvSpPr>
            <p:cNvPr id="17" name="Heptagon 16">
              <a:extLst>
                <a:ext uri="{FF2B5EF4-FFF2-40B4-BE49-F238E27FC236}">
                  <a16:creationId xmlns:a16="http://schemas.microsoft.com/office/drawing/2014/main" id="{C0347E6B-3BD5-46AC-969C-59266EFA8100}"/>
                </a:ext>
              </a:extLst>
            </p:cNvPr>
            <p:cNvSpPr/>
            <p:nvPr/>
          </p:nvSpPr>
          <p:spPr>
            <a:xfrm>
              <a:off x="310393" y="850386"/>
              <a:ext cx="279006" cy="26977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a:extLst>
                <a:ext uri="{FF2B5EF4-FFF2-40B4-BE49-F238E27FC236}">
                  <a16:creationId xmlns:a16="http://schemas.microsoft.com/office/drawing/2014/main" id="{D897B50E-E896-4D4F-BACF-BC09326E2247}"/>
                </a:ext>
              </a:extLst>
            </p:cNvPr>
            <p:cNvSpPr/>
            <p:nvPr/>
          </p:nvSpPr>
          <p:spPr>
            <a:xfrm>
              <a:off x="691198" y="1308446"/>
              <a:ext cx="3264211"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Go to Start Menu</a:t>
              </a:r>
            </a:p>
          </p:txBody>
        </p:sp>
        <p:sp>
          <p:nvSpPr>
            <p:cNvPr id="22" name="Rectangle 21">
              <a:extLst>
                <a:ext uri="{FF2B5EF4-FFF2-40B4-BE49-F238E27FC236}">
                  <a16:creationId xmlns:a16="http://schemas.microsoft.com/office/drawing/2014/main" id="{32ECD1F8-D9FF-43B5-BAEE-D39334E732AC}"/>
                </a:ext>
              </a:extLst>
            </p:cNvPr>
            <p:cNvSpPr/>
            <p:nvPr/>
          </p:nvSpPr>
          <p:spPr>
            <a:xfrm>
              <a:off x="691197" y="1757166"/>
              <a:ext cx="3264212" cy="71609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on Intuition </a:t>
              </a:r>
              <a:r>
                <a:rPr lang="en-US" dirty="0" err="1">
                  <a:solidFill>
                    <a:schemeClr val="tx1"/>
                  </a:solidFill>
                </a:rPr>
                <a:t>HMIWeb</a:t>
              </a:r>
              <a:r>
                <a:rPr lang="en-US" dirty="0">
                  <a:solidFill>
                    <a:schemeClr val="tx1"/>
                  </a:solidFill>
                </a:rPr>
                <a:t> Display Builder</a:t>
              </a:r>
            </a:p>
          </p:txBody>
        </p:sp>
        <p:sp>
          <p:nvSpPr>
            <p:cNvPr id="23" name="Rectangle 22">
              <a:extLst>
                <a:ext uri="{FF2B5EF4-FFF2-40B4-BE49-F238E27FC236}">
                  <a16:creationId xmlns:a16="http://schemas.microsoft.com/office/drawing/2014/main" id="{AED8528E-FA2E-4EB8-B79E-51D037B2BDA1}"/>
                </a:ext>
              </a:extLst>
            </p:cNvPr>
            <p:cNvSpPr/>
            <p:nvPr/>
          </p:nvSpPr>
          <p:spPr>
            <a:xfrm>
              <a:off x="691197" y="2693627"/>
              <a:ext cx="3264213" cy="5201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Open the Existing graphics from the Graphic Location</a:t>
              </a:r>
            </a:p>
          </p:txBody>
        </p:sp>
        <p:sp>
          <p:nvSpPr>
            <p:cNvPr id="24" name="Rectangle 23">
              <a:extLst>
                <a:ext uri="{FF2B5EF4-FFF2-40B4-BE49-F238E27FC236}">
                  <a16:creationId xmlns:a16="http://schemas.microsoft.com/office/drawing/2014/main" id="{DA507D39-A1BE-4144-96C8-234F8C384802}"/>
                </a:ext>
              </a:extLst>
            </p:cNvPr>
            <p:cNvSpPr/>
            <p:nvPr/>
          </p:nvSpPr>
          <p:spPr>
            <a:xfrm>
              <a:off x="691197" y="6341388"/>
              <a:ext cx="3264213" cy="2187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8. Click on Publish</a:t>
              </a:r>
            </a:p>
          </p:txBody>
        </p:sp>
        <p:sp>
          <p:nvSpPr>
            <p:cNvPr id="27" name="Arrow: Down 26">
              <a:extLst>
                <a:ext uri="{FF2B5EF4-FFF2-40B4-BE49-F238E27FC236}">
                  <a16:creationId xmlns:a16="http://schemas.microsoft.com/office/drawing/2014/main" id="{667B18D5-21F9-484D-B9B7-E2130B474074}"/>
                </a:ext>
              </a:extLst>
            </p:cNvPr>
            <p:cNvSpPr/>
            <p:nvPr/>
          </p:nvSpPr>
          <p:spPr>
            <a:xfrm>
              <a:off x="2235008" y="6121722"/>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C5727E6-547F-4275-8EAC-BBB90071AA2F}"/>
                </a:ext>
              </a:extLst>
            </p:cNvPr>
            <p:cNvSpPr/>
            <p:nvPr/>
          </p:nvSpPr>
          <p:spPr>
            <a:xfrm>
              <a:off x="691197" y="875899"/>
              <a:ext cx="3264212" cy="218751"/>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Adding new tags</a:t>
              </a:r>
            </a:p>
          </p:txBody>
        </p:sp>
        <p:sp>
          <p:nvSpPr>
            <p:cNvPr id="39" name="Rectangle 38">
              <a:extLst>
                <a:ext uri="{FF2B5EF4-FFF2-40B4-BE49-F238E27FC236}">
                  <a16:creationId xmlns:a16="http://schemas.microsoft.com/office/drawing/2014/main" id="{15DD26BD-3F17-4431-88DE-ED57B726738C}"/>
                </a:ext>
              </a:extLst>
            </p:cNvPr>
            <p:cNvSpPr/>
            <p:nvPr/>
          </p:nvSpPr>
          <p:spPr>
            <a:xfrm>
              <a:off x="691198" y="3457637"/>
              <a:ext cx="3264211" cy="5201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Select and Click on the Attribute</a:t>
              </a:r>
            </a:p>
          </p:txBody>
        </p:sp>
        <p:sp>
          <p:nvSpPr>
            <p:cNvPr id="41" name="Rectangle 40">
              <a:extLst>
                <a:ext uri="{FF2B5EF4-FFF2-40B4-BE49-F238E27FC236}">
                  <a16:creationId xmlns:a16="http://schemas.microsoft.com/office/drawing/2014/main" id="{D439F9CE-4FA9-416C-825D-978C9DC49DA1}"/>
                </a:ext>
              </a:extLst>
            </p:cNvPr>
            <p:cNvSpPr/>
            <p:nvPr/>
          </p:nvSpPr>
          <p:spPr>
            <a:xfrm>
              <a:off x="691197" y="4206788"/>
              <a:ext cx="3264212" cy="470297"/>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Click on Custom properties</a:t>
              </a:r>
            </a:p>
          </p:txBody>
        </p:sp>
        <p:sp>
          <p:nvSpPr>
            <p:cNvPr id="43" name="Rectangle 42">
              <a:extLst>
                <a:ext uri="{FF2B5EF4-FFF2-40B4-BE49-F238E27FC236}">
                  <a16:creationId xmlns:a16="http://schemas.microsoft.com/office/drawing/2014/main" id="{CA6F2E5F-75B2-42CB-8B0E-CC9CF58B9A8E}"/>
                </a:ext>
              </a:extLst>
            </p:cNvPr>
            <p:cNvSpPr/>
            <p:nvPr/>
          </p:nvSpPr>
          <p:spPr>
            <a:xfrm>
              <a:off x="691199" y="4847119"/>
              <a:ext cx="3264209" cy="75608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Change The Tag Name with respect to the process</a:t>
              </a:r>
            </a:p>
          </p:txBody>
        </p:sp>
        <p:sp>
          <p:nvSpPr>
            <p:cNvPr id="45" name="Rectangle 44">
              <a:extLst>
                <a:ext uri="{FF2B5EF4-FFF2-40B4-BE49-F238E27FC236}">
                  <a16:creationId xmlns:a16="http://schemas.microsoft.com/office/drawing/2014/main" id="{49BC18BB-2AD2-4AC8-B0CB-43C8694E2CE0}"/>
                </a:ext>
              </a:extLst>
            </p:cNvPr>
            <p:cNvSpPr/>
            <p:nvPr/>
          </p:nvSpPr>
          <p:spPr>
            <a:xfrm>
              <a:off x="691200" y="5823568"/>
              <a:ext cx="3264207" cy="31039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7. Click on Save</a:t>
              </a:r>
            </a:p>
          </p:txBody>
        </p:sp>
        <p:sp>
          <p:nvSpPr>
            <p:cNvPr id="61" name="Arrow: Down 60">
              <a:extLst>
                <a:ext uri="{FF2B5EF4-FFF2-40B4-BE49-F238E27FC236}">
                  <a16:creationId xmlns:a16="http://schemas.microsoft.com/office/drawing/2014/main" id="{816F2BCA-95D8-48A8-8398-63C3F963CAE7}"/>
                </a:ext>
              </a:extLst>
            </p:cNvPr>
            <p:cNvSpPr/>
            <p:nvPr/>
          </p:nvSpPr>
          <p:spPr>
            <a:xfrm>
              <a:off x="2235008" y="5608721"/>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Arrow: Down 61">
              <a:extLst>
                <a:ext uri="{FF2B5EF4-FFF2-40B4-BE49-F238E27FC236}">
                  <a16:creationId xmlns:a16="http://schemas.microsoft.com/office/drawing/2014/main" id="{0DED9454-42CE-4B48-97E3-DC34A20CF87A}"/>
                </a:ext>
              </a:extLst>
            </p:cNvPr>
            <p:cNvSpPr/>
            <p:nvPr/>
          </p:nvSpPr>
          <p:spPr>
            <a:xfrm>
              <a:off x="2235008" y="4672355"/>
              <a:ext cx="176591" cy="17837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Arrow: Down 62">
              <a:extLst>
                <a:ext uri="{FF2B5EF4-FFF2-40B4-BE49-F238E27FC236}">
                  <a16:creationId xmlns:a16="http://schemas.microsoft.com/office/drawing/2014/main" id="{8EFB2592-A8A5-4782-9FCA-2B4B6D2D335D}"/>
                </a:ext>
              </a:extLst>
            </p:cNvPr>
            <p:cNvSpPr/>
            <p:nvPr/>
          </p:nvSpPr>
          <p:spPr>
            <a:xfrm>
              <a:off x="2235008" y="3968446"/>
              <a:ext cx="176591" cy="27432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Arrow: Down 63">
              <a:extLst>
                <a:ext uri="{FF2B5EF4-FFF2-40B4-BE49-F238E27FC236}">
                  <a16:creationId xmlns:a16="http://schemas.microsoft.com/office/drawing/2014/main" id="{15EBD8EC-A717-4ACE-A1A7-F4C4C7C04D82}"/>
                </a:ext>
              </a:extLst>
            </p:cNvPr>
            <p:cNvSpPr/>
            <p:nvPr/>
          </p:nvSpPr>
          <p:spPr>
            <a:xfrm>
              <a:off x="2235008" y="3216128"/>
              <a:ext cx="176591" cy="27432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Arrow: Down 64">
              <a:extLst>
                <a:ext uri="{FF2B5EF4-FFF2-40B4-BE49-F238E27FC236}">
                  <a16:creationId xmlns:a16="http://schemas.microsoft.com/office/drawing/2014/main" id="{204E17E4-BFAE-4C47-8D1A-71E6F9AC602A}"/>
                </a:ext>
              </a:extLst>
            </p:cNvPr>
            <p:cNvSpPr/>
            <p:nvPr/>
          </p:nvSpPr>
          <p:spPr>
            <a:xfrm>
              <a:off x="2235008" y="2472094"/>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Arrow: Down 65">
              <a:extLst>
                <a:ext uri="{FF2B5EF4-FFF2-40B4-BE49-F238E27FC236}">
                  <a16:creationId xmlns:a16="http://schemas.microsoft.com/office/drawing/2014/main" id="{24653E24-F7EE-48AD-9A6F-4B727A82A638}"/>
                </a:ext>
              </a:extLst>
            </p:cNvPr>
            <p:cNvSpPr/>
            <p:nvPr/>
          </p:nvSpPr>
          <p:spPr>
            <a:xfrm>
              <a:off x="2235008" y="1534707"/>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DB712A17-D615-442E-A953-3257657EE92C}"/>
              </a:ext>
            </a:extLst>
          </p:cNvPr>
          <p:cNvGrpSpPr/>
          <p:nvPr/>
        </p:nvGrpSpPr>
        <p:grpSpPr>
          <a:xfrm>
            <a:off x="8301449" y="867237"/>
            <a:ext cx="3231914" cy="2032644"/>
            <a:chOff x="8301449" y="867237"/>
            <a:chExt cx="3231914" cy="2032644"/>
          </a:xfrm>
          <a:solidFill>
            <a:schemeClr val="tx2">
              <a:lumMod val="40000"/>
              <a:lumOff val="60000"/>
            </a:schemeClr>
          </a:solidFill>
        </p:grpSpPr>
        <p:sp>
          <p:nvSpPr>
            <p:cNvPr id="19" name="Heptagon 18">
              <a:extLst>
                <a:ext uri="{FF2B5EF4-FFF2-40B4-BE49-F238E27FC236}">
                  <a16:creationId xmlns:a16="http://schemas.microsoft.com/office/drawing/2014/main" id="{02145191-F96E-4A87-8F0A-7B3FAF9B2C86}"/>
                </a:ext>
              </a:extLst>
            </p:cNvPr>
            <p:cNvSpPr/>
            <p:nvPr/>
          </p:nvSpPr>
          <p:spPr>
            <a:xfrm>
              <a:off x="8301449" y="990657"/>
              <a:ext cx="279896" cy="253329"/>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AA5F96D-417B-458E-87B7-607AC208E80F}"/>
                </a:ext>
              </a:extLst>
            </p:cNvPr>
            <p:cNvSpPr/>
            <p:nvPr/>
          </p:nvSpPr>
          <p:spPr>
            <a:xfrm>
              <a:off x="8698279" y="867237"/>
              <a:ext cx="2835084" cy="500168"/>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Saving and publishing graphics</a:t>
              </a:r>
            </a:p>
          </p:txBody>
        </p:sp>
        <p:sp>
          <p:nvSpPr>
            <p:cNvPr id="54" name="Rectangle 53">
              <a:extLst>
                <a:ext uri="{FF2B5EF4-FFF2-40B4-BE49-F238E27FC236}">
                  <a16:creationId xmlns:a16="http://schemas.microsoft.com/office/drawing/2014/main" id="{2270C1A9-B324-4C5C-B5B0-7CC0B883B7BE}"/>
                </a:ext>
              </a:extLst>
            </p:cNvPr>
            <p:cNvSpPr/>
            <p:nvPr/>
          </p:nvSpPr>
          <p:spPr>
            <a:xfrm>
              <a:off x="8698279" y="1563608"/>
              <a:ext cx="2835084" cy="27287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Go to File Tab</a:t>
              </a:r>
            </a:p>
          </p:txBody>
        </p:sp>
        <p:sp>
          <p:nvSpPr>
            <p:cNvPr id="55" name="Rectangle 54">
              <a:extLst>
                <a:ext uri="{FF2B5EF4-FFF2-40B4-BE49-F238E27FC236}">
                  <a16:creationId xmlns:a16="http://schemas.microsoft.com/office/drawing/2014/main" id="{BA7F1C2F-CAF6-40C8-B2B7-E055D97315B1}"/>
                </a:ext>
              </a:extLst>
            </p:cNvPr>
            <p:cNvSpPr/>
            <p:nvPr/>
          </p:nvSpPr>
          <p:spPr>
            <a:xfrm>
              <a:off x="8698279" y="2043059"/>
              <a:ext cx="2835084" cy="35574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Save the Graphics</a:t>
              </a:r>
            </a:p>
          </p:txBody>
        </p:sp>
        <p:sp>
          <p:nvSpPr>
            <p:cNvPr id="56" name="Rectangle 55">
              <a:extLst>
                <a:ext uri="{FF2B5EF4-FFF2-40B4-BE49-F238E27FC236}">
                  <a16:creationId xmlns:a16="http://schemas.microsoft.com/office/drawing/2014/main" id="{58699F87-9F91-4806-88BA-8182091B9896}"/>
                </a:ext>
              </a:extLst>
            </p:cNvPr>
            <p:cNvSpPr/>
            <p:nvPr/>
          </p:nvSpPr>
          <p:spPr>
            <a:xfrm>
              <a:off x="8710750" y="2614045"/>
              <a:ext cx="2810142" cy="285836"/>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Publish the graphics</a:t>
              </a:r>
            </a:p>
          </p:txBody>
        </p:sp>
        <p:sp>
          <p:nvSpPr>
            <p:cNvPr id="69" name="Arrow: Down 68">
              <a:extLst>
                <a:ext uri="{FF2B5EF4-FFF2-40B4-BE49-F238E27FC236}">
                  <a16:creationId xmlns:a16="http://schemas.microsoft.com/office/drawing/2014/main" id="{C5BD2C45-4C3C-449F-8812-03216FCA8072}"/>
                </a:ext>
              </a:extLst>
            </p:cNvPr>
            <p:cNvSpPr/>
            <p:nvPr/>
          </p:nvSpPr>
          <p:spPr>
            <a:xfrm>
              <a:off x="10027526" y="1852952"/>
              <a:ext cx="176591" cy="17837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Arrow: Down 69">
              <a:extLst>
                <a:ext uri="{FF2B5EF4-FFF2-40B4-BE49-F238E27FC236}">
                  <a16:creationId xmlns:a16="http://schemas.microsoft.com/office/drawing/2014/main" id="{569B412D-B4D3-4D11-B171-B3E42360E99F}"/>
                </a:ext>
              </a:extLst>
            </p:cNvPr>
            <p:cNvSpPr/>
            <p:nvPr/>
          </p:nvSpPr>
          <p:spPr>
            <a:xfrm>
              <a:off x="10027526" y="2424982"/>
              <a:ext cx="176591" cy="178378"/>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5D601D99-F6CD-4FC9-95D7-A2DE7D621021}"/>
              </a:ext>
            </a:extLst>
          </p:cNvPr>
          <p:cNvGrpSpPr/>
          <p:nvPr/>
        </p:nvGrpSpPr>
        <p:grpSpPr>
          <a:xfrm>
            <a:off x="4237261" y="882300"/>
            <a:ext cx="3666931" cy="4961645"/>
            <a:chOff x="4237261" y="882300"/>
            <a:chExt cx="3666931" cy="4961645"/>
          </a:xfrm>
          <a:solidFill>
            <a:schemeClr val="tx2">
              <a:lumMod val="40000"/>
              <a:lumOff val="60000"/>
            </a:schemeClr>
          </a:solidFill>
        </p:grpSpPr>
        <p:sp>
          <p:nvSpPr>
            <p:cNvPr id="18" name="Heptagon 17">
              <a:extLst>
                <a:ext uri="{FF2B5EF4-FFF2-40B4-BE49-F238E27FC236}">
                  <a16:creationId xmlns:a16="http://schemas.microsoft.com/office/drawing/2014/main" id="{C9A8375F-62F2-4B1A-8174-87E22D4DEDB5}"/>
                </a:ext>
              </a:extLst>
            </p:cNvPr>
            <p:cNvSpPr/>
            <p:nvPr/>
          </p:nvSpPr>
          <p:spPr>
            <a:xfrm>
              <a:off x="4237261" y="882300"/>
              <a:ext cx="279006" cy="252661"/>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Rectangle 27">
              <a:extLst>
                <a:ext uri="{FF2B5EF4-FFF2-40B4-BE49-F238E27FC236}">
                  <a16:creationId xmlns:a16="http://schemas.microsoft.com/office/drawing/2014/main" id="{9AAA221A-4AED-4259-AD85-42DF04C02C32}"/>
                </a:ext>
              </a:extLst>
            </p:cNvPr>
            <p:cNvSpPr/>
            <p:nvPr/>
          </p:nvSpPr>
          <p:spPr>
            <a:xfrm>
              <a:off x="4639980" y="1344015"/>
              <a:ext cx="3264212" cy="604079"/>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Open a graphics from the defined location</a:t>
              </a:r>
            </a:p>
          </p:txBody>
        </p:sp>
        <p:sp>
          <p:nvSpPr>
            <p:cNvPr id="29" name="Rectangle 28">
              <a:extLst>
                <a:ext uri="{FF2B5EF4-FFF2-40B4-BE49-F238E27FC236}">
                  <a16:creationId xmlns:a16="http://schemas.microsoft.com/office/drawing/2014/main" id="{BFB86DD3-06FF-4F54-9AC0-231CBB925C8C}"/>
                </a:ext>
              </a:extLst>
            </p:cNvPr>
            <p:cNvSpPr/>
            <p:nvPr/>
          </p:nvSpPr>
          <p:spPr>
            <a:xfrm>
              <a:off x="4639980" y="2178828"/>
              <a:ext cx="3264212" cy="560275"/>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Click on shape ,the shape property will open</a:t>
              </a:r>
            </a:p>
          </p:txBody>
        </p:sp>
        <p:sp>
          <p:nvSpPr>
            <p:cNvPr id="30" name="Rectangle 29">
              <a:extLst>
                <a:ext uri="{FF2B5EF4-FFF2-40B4-BE49-F238E27FC236}">
                  <a16:creationId xmlns:a16="http://schemas.microsoft.com/office/drawing/2014/main" id="{BF3DD824-82FF-47FF-B37F-24EAEE8F8917}"/>
                </a:ext>
              </a:extLst>
            </p:cNvPr>
            <p:cNvSpPr/>
            <p:nvPr/>
          </p:nvSpPr>
          <p:spPr>
            <a:xfrm>
              <a:off x="4639980" y="2973062"/>
              <a:ext cx="3264212" cy="52015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Click on Details ,user can see the shape name. </a:t>
              </a:r>
            </a:p>
          </p:txBody>
        </p:sp>
        <p:sp>
          <p:nvSpPr>
            <p:cNvPr id="31" name="Rectangle 30">
              <a:extLst>
                <a:ext uri="{FF2B5EF4-FFF2-40B4-BE49-F238E27FC236}">
                  <a16:creationId xmlns:a16="http://schemas.microsoft.com/office/drawing/2014/main" id="{19E02CB1-1C76-465E-A2D4-876E86A4EA7A}"/>
                </a:ext>
              </a:extLst>
            </p:cNvPr>
            <p:cNvSpPr/>
            <p:nvPr/>
          </p:nvSpPr>
          <p:spPr>
            <a:xfrm>
              <a:off x="4640332" y="5380971"/>
              <a:ext cx="3263509" cy="462974"/>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Click on Save</a:t>
              </a:r>
            </a:p>
          </p:txBody>
        </p:sp>
        <p:sp>
          <p:nvSpPr>
            <p:cNvPr id="36" name="Rectangle 35">
              <a:extLst>
                <a:ext uri="{FF2B5EF4-FFF2-40B4-BE49-F238E27FC236}">
                  <a16:creationId xmlns:a16="http://schemas.microsoft.com/office/drawing/2014/main" id="{2ED9E37C-E0D6-48E6-922B-06B76450D0E2}"/>
                </a:ext>
              </a:extLst>
            </p:cNvPr>
            <p:cNvSpPr/>
            <p:nvPr/>
          </p:nvSpPr>
          <p:spPr>
            <a:xfrm>
              <a:off x="4639980" y="882300"/>
              <a:ext cx="3264212" cy="252661"/>
            </a:xfrm>
            <a:prstGeom prst="rect">
              <a:avLst/>
            </a:prstGeom>
            <a:grp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Updating shapes</a:t>
              </a:r>
            </a:p>
          </p:txBody>
        </p:sp>
        <p:sp>
          <p:nvSpPr>
            <p:cNvPr id="47" name="Rectangle 46">
              <a:extLst>
                <a:ext uri="{FF2B5EF4-FFF2-40B4-BE49-F238E27FC236}">
                  <a16:creationId xmlns:a16="http://schemas.microsoft.com/office/drawing/2014/main" id="{DAAFA521-ECE0-4B66-A0E2-F82977CD98CB}"/>
                </a:ext>
              </a:extLst>
            </p:cNvPr>
            <p:cNvSpPr/>
            <p:nvPr/>
          </p:nvSpPr>
          <p:spPr>
            <a:xfrm>
              <a:off x="4640331" y="3727171"/>
              <a:ext cx="3263510" cy="558538"/>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4.Click on insert shape from file icon </a:t>
              </a:r>
            </a:p>
          </p:txBody>
        </p:sp>
        <p:sp>
          <p:nvSpPr>
            <p:cNvPr id="49" name="Rectangle 48">
              <a:extLst>
                <a:ext uri="{FF2B5EF4-FFF2-40B4-BE49-F238E27FC236}">
                  <a16:creationId xmlns:a16="http://schemas.microsoft.com/office/drawing/2014/main" id="{BBC6A3A0-14A9-4F01-BC79-750F0E2B2331}"/>
                </a:ext>
              </a:extLst>
            </p:cNvPr>
            <p:cNvSpPr/>
            <p:nvPr/>
          </p:nvSpPr>
          <p:spPr>
            <a:xfrm>
              <a:off x="4640332" y="4496774"/>
              <a:ext cx="3263509" cy="66198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5.Click on insert picture from file icon  </a:t>
              </a:r>
            </a:p>
          </p:txBody>
        </p:sp>
        <p:pic>
          <p:nvPicPr>
            <p:cNvPr id="51" name="Picture 50">
              <a:extLst>
                <a:ext uri="{FF2B5EF4-FFF2-40B4-BE49-F238E27FC236}">
                  <a16:creationId xmlns:a16="http://schemas.microsoft.com/office/drawing/2014/main" id="{FFD60352-40A4-493A-82BC-87E218F2D95A}"/>
                </a:ext>
              </a:extLst>
            </p:cNvPr>
            <p:cNvPicPr>
              <a:picLocks noChangeAspect="1"/>
            </p:cNvPicPr>
            <p:nvPr/>
          </p:nvPicPr>
          <p:blipFill>
            <a:blip r:embed="rId3"/>
            <a:stretch>
              <a:fillRect/>
            </a:stretch>
          </p:blipFill>
          <p:spPr>
            <a:xfrm>
              <a:off x="6046961" y="3976817"/>
              <a:ext cx="450250" cy="322628"/>
            </a:xfrm>
            <a:prstGeom prst="rect">
              <a:avLst/>
            </a:prstGeom>
            <a:grpFill/>
          </p:spPr>
        </p:pic>
        <p:pic>
          <p:nvPicPr>
            <p:cNvPr id="52" name="Picture 51">
              <a:extLst>
                <a:ext uri="{FF2B5EF4-FFF2-40B4-BE49-F238E27FC236}">
                  <a16:creationId xmlns:a16="http://schemas.microsoft.com/office/drawing/2014/main" id="{FF1FD5FD-1CD8-4436-9905-760565437D7B}"/>
                </a:ext>
              </a:extLst>
            </p:cNvPr>
            <p:cNvPicPr>
              <a:picLocks noChangeAspect="1"/>
            </p:cNvPicPr>
            <p:nvPr/>
          </p:nvPicPr>
          <p:blipFill>
            <a:blip r:embed="rId4"/>
            <a:stretch>
              <a:fillRect/>
            </a:stretch>
          </p:blipFill>
          <p:spPr>
            <a:xfrm>
              <a:off x="6046961" y="4802307"/>
              <a:ext cx="450250" cy="356448"/>
            </a:xfrm>
            <a:prstGeom prst="rect">
              <a:avLst/>
            </a:prstGeom>
            <a:grpFill/>
            <a:ln>
              <a:solidFill>
                <a:schemeClr val="accent1">
                  <a:lumMod val="40000"/>
                  <a:lumOff val="60000"/>
                </a:schemeClr>
              </a:solidFill>
            </a:ln>
          </p:spPr>
        </p:pic>
        <p:pic>
          <p:nvPicPr>
            <p:cNvPr id="53" name="Picture 52">
              <a:extLst>
                <a:ext uri="{FF2B5EF4-FFF2-40B4-BE49-F238E27FC236}">
                  <a16:creationId xmlns:a16="http://schemas.microsoft.com/office/drawing/2014/main" id="{90E5A643-F670-4105-842B-88EA87968A5D}"/>
                </a:ext>
              </a:extLst>
            </p:cNvPr>
            <p:cNvPicPr>
              <a:picLocks noChangeAspect="1"/>
            </p:cNvPicPr>
            <p:nvPr/>
          </p:nvPicPr>
          <p:blipFill>
            <a:blip r:embed="rId5"/>
            <a:stretch>
              <a:fillRect/>
            </a:stretch>
          </p:blipFill>
          <p:spPr>
            <a:xfrm>
              <a:off x="6009559" y="5430852"/>
              <a:ext cx="525054" cy="382098"/>
            </a:xfrm>
            <a:prstGeom prst="rect">
              <a:avLst/>
            </a:prstGeom>
            <a:grpFill/>
            <a:ln>
              <a:solidFill>
                <a:schemeClr val="accent1">
                  <a:lumMod val="40000"/>
                  <a:lumOff val="60000"/>
                </a:schemeClr>
              </a:solidFill>
            </a:ln>
          </p:spPr>
        </p:pic>
        <p:sp>
          <p:nvSpPr>
            <p:cNvPr id="72" name="Arrow: Down 71">
              <a:extLst>
                <a:ext uri="{FF2B5EF4-FFF2-40B4-BE49-F238E27FC236}">
                  <a16:creationId xmlns:a16="http://schemas.microsoft.com/office/drawing/2014/main" id="{A91887C9-D720-4287-88BA-BBC6A422A1B4}"/>
                </a:ext>
              </a:extLst>
            </p:cNvPr>
            <p:cNvSpPr/>
            <p:nvPr/>
          </p:nvSpPr>
          <p:spPr>
            <a:xfrm>
              <a:off x="6183791" y="1963135"/>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Arrow: Down 72">
              <a:extLst>
                <a:ext uri="{FF2B5EF4-FFF2-40B4-BE49-F238E27FC236}">
                  <a16:creationId xmlns:a16="http://schemas.microsoft.com/office/drawing/2014/main" id="{EA415F23-69C8-4B3D-AE80-60422D904C37}"/>
                </a:ext>
              </a:extLst>
            </p:cNvPr>
            <p:cNvSpPr/>
            <p:nvPr/>
          </p:nvSpPr>
          <p:spPr>
            <a:xfrm>
              <a:off x="6183791" y="2751522"/>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Arrow: Down 73">
              <a:extLst>
                <a:ext uri="{FF2B5EF4-FFF2-40B4-BE49-F238E27FC236}">
                  <a16:creationId xmlns:a16="http://schemas.microsoft.com/office/drawing/2014/main" id="{CEBA0AC0-2C4B-4F72-BE6B-AED56B16B6F2}"/>
                </a:ext>
              </a:extLst>
            </p:cNvPr>
            <p:cNvSpPr/>
            <p:nvPr/>
          </p:nvSpPr>
          <p:spPr>
            <a:xfrm>
              <a:off x="6183791" y="3503335"/>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Arrow: Down 74">
              <a:extLst>
                <a:ext uri="{FF2B5EF4-FFF2-40B4-BE49-F238E27FC236}">
                  <a16:creationId xmlns:a16="http://schemas.microsoft.com/office/drawing/2014/main" id="{0CFDA1E6-A7A9-49C9-8310-ADC5F04850B3}"/>
                </a:ext>
              </a:extLst>
            </p:cNvPr>
            <p:cNvSpPr/>
            <p:nvPr/>
          </p:nvSpPr>
          <p:spPr>
            <a:xfrm>
              <a:off x="6183791" y="4283542"/>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Arrow: Down 75">
              <a:extLst>
                <a:ext uri="{FF2B5EF4-FFF2-40B4-BE49-F238E27FC236}">
                  <a16:creationId xmlns:a16="http://schemas.microsoft.com/office/drawing/2014/main" id="{698BD5A4-4901-44E8-BB1C-C36D63FCC14A}"/>
                </a:ext>
              </a:extLst>
            </p:cNvPr>
            <p:cNvSpPr/>
            <p:nvPr/>
          </p:nvSpPr>
          <p:spPr>
            <a:xfrm>
              <a:off x="6183791" y="5158325"/>
              <a:ext cx="176591" cy="228600"/>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51986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Module2</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ASSET HIERARCHY UPDATES</a:t>
            </a:r>
          </a:p>
        </p:txBody>
      </p:sp>
    </p:spTree>
    <p:extLst>
      <p:ext uri="{BB962C8B-B14F-4D97-AF65-F5344CB8AC3E}">
        <p14:creationId xmlns:p14="http://schemas.microsoft.com/office/powerpoint/2010/main" val="8585848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A994AA-4D9A-4D4E-9D09-8ED0553D6181}"/>
              </a:ext>
            </a:extLst>
          </p:cNvPr>
          <p:cNvSpPr/>
          <p:nvPr/>
        </p:nvSpPr>
        <p:spPr>
          <a:xfrm>
            <a:off x="865052" y="760761"/>
            <a:ext cx="6096000" cy="1600438"/>
          </a:xfrm>
          <a:prstGeom prst="rect">
            <a:avLst/>
          </a:prstGeom>
        </p:spPr>
        <p:txBody>
          <a:bodyPr>
            <a:spAutoFit/>
          </a:bodyPr>
          <a:lstStyle/>
          <a:p>
            <a:pPr indent="-457200" algn="just">
              <a:buFont typeface="Wingdings" panose="05000000000000000000" pitchFamily="2" charset="2"/>
              <a:buChar char="Ø"/>
            </a:pPr>
            <a:r>
              <a:rPr lang="en-US" b="1" dirty="0"/>
              <a:t>Asset Hierarchy</a:t>
            </a:r>
          </a:p>
          <a:p>
            <a:pPr marL="800100" lvl="1" indent="-342900" algn="just">
              <a:buFont typeface="+mj-lt"/>
              <a:buAutoNum type="arabicParenR"/>
            </a:pPr>
            <a:r>
              <a:rPr lang="en-US" sz="1600" dirty="0"/>
              <a:t>The asset hierarchy is a hierarchical display of the assets in plant hierarchy</a:t>
            </a:r>
          </a:p>
          <a:p>
            <a:pPr marL="800100" lvl="1" indent="-342900" algn="just">
              <a:buFont typeface="+mj-lt"/>
              <a:buAutoNum type="arabicParenR"/>
            </a:pPr>
            <a:r>
              <a:rPr lang="en-US" sz="1600" dirty="0"/>
              <a:t>Logical assets can be used in hierarchy for grouping assets belonging to same area or facility under one parent</a:t>
            </a:r>
          </a:p>
        </p:txBody>
      </p:sp>
      <p:sp>
        <p:nvSpPr>
          <p:cNvPr id="4" name="Title 1">
            <a:extLst>
              <a:ext uri="{FF2B5EF4-FFF2-40B4-BE49-F238E27FC236}">
                <a16:creationId xmlns:a16="http://schemas.microsoft.com/office/drawing/2014/main" id="{FBE50822-B55F-49C5-8F56-4D8799ED4CFA}"/>
              </a:ext>
            </a:extLst>
          </p:cNvPr>
          <p:cNvSpPr txBox="1">
            <a:spLocks/>
          </p:cNvSpPr>
          <p:nvPr/>
        </p:nvSpPr>
        <p:spPr>
          <a:xfrm>
            <a:off x="109057" y="157592"/>
            <a:ext cx="6710206"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sz="2800" b="1" dirty="0"/>
              <a:t>ASSET HIERARCHY </a:t>
            </a:r>
          </a:p>
        </p:txBody>
      </p:sp>
      <p:pic>
        <p:nvPicPr>
          <p:cNvPr id="6" name="Picture 5">
            <a:extLst>
              <a:ext uri="{FF2B5EF4-FFF2-40B4-BE49-F238E27FC236}">
                <a16:creationId xmlns:a16="http://schemas.microsoft.com/office/drawing/2014/main" id="{53C35732-7A8F-B28E-28F2-3A6ED3753B3A}"/>
              </a:ext>
            </a:extLst>
          </p:cNvPr>
          <p:cNvPicPr>
            <a:picLocks noChangeAspect="1"/>
          </p:cNvPicPr>
          <p:nvPr/>
        </p:nvPicPr>
        <p:blipFill>
          <a:blip r:embed="rId3"/>
          <a:stretch>
            <a:fillRect/>
          </a:stretch>
        </p:blipFill>
        <p:spPr>
          <a:xfrm>
            <a:off x="7346100" y="700087"/>
            <a:ext cx="3305175" cy="5457825"/>
          </a:xfrm>
          <a:prstGeom prst="rect">
            <a:avLst/>
          </a:prstGeom>
        </p:spPr>
      </p:pic>
    </p:spTree>
    <p:extLst>
      <p:ext uri="{BB962C8B-B14F-4D97-AF65-F5344CB8AC3E}">
        <p14:creationId xmlns:p14="http://schemas.microsoft.com/office/powerpoint/2010/main" val="11013691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1A994AA-4D9A-4D4E-9D09-8ED0553D6181}"/>
              </a:ext>
            </a:extLst>
          </p:cNvPr>
          <p:cNvSpPr/>
          <p:nvPr/>
        </p:nvSpPr>
        <p:spPr>
          <a:xfrm>
            <a:off x="865052" y="760761"/>
            <a:ext cx="10193472" cy="1077218"/>
          </a:xfrm>
          <a:prstGeom prst="rect">
            <a:avLst/>
          </a:prstGeom>
        </p:spPr>
        <p:txBody>
          <a:bodyPr wrap="square">
            <a:spAutoFit/>
          </a:bodyPr>
          <a:lstStyle/>
          <a:p>
            <a:pPr marL="800100" lvl="1" indent="-342900" algn="just">
              <a:buFont typeface="+mj-lt"/>
              <a:buAutoNum type="arabicParenR"/>
            </a:pPr>
            <a:r>
              <a:rPr lang="en-US" sz="1600" dirty="0"/>
              <a:t>Navigate to Asset Configuration from home page by clicking on “Assets”.</a:t>
            </a:r>
          </a:p>
          <a:p>
            <a:pPr marL="800100" lvl="1" indent="-342900" algn="just">
              <a:buFont typeface="+mj-lt"/>
              <a:buAutoNum type="arabicParenR"/>
            </a:pPr>
            <a:r>
              <a:rPr lang="en-US" sz="1600" dirty="0"/>
              <a:t>User can create and rearrange the Asset from this page.</a:t>
            </a:r>
          </a:p>
          <a:p>
            <a:pPr marL="800100" lvl="1" indent="-342900" algn="just">
              <a:buFont typeface="+mj-lt"/>
              <a:buAutoNum type="arabicParenR"/>
            </a:pPr>
            <a:r>
              <a:rPr lang="en-US" sz="1600" dirty="0"/>
              <a:t>The parent of an asset can be changed by moving the asset under another required parent asset.</a:t>
            </a:r>
          </a:p>
          <a:p>
            <a:pPr marL="800100" lvl="1" indent="-342900" algn="just">
              <a:buFont typeface="+mj-lt"/>
              <a:buAutoNum type="arabicParenR"/>
            </a:pPr>
            <a:r>
              <a:rPr lang="en-US" sz="1600" dirty="0"/>
              <a:t>Alternately, the parent asset can also be changed using the “Assets” sheet of BCT.</a:t>
            </a:r>
          </a:p>
        </p:txBody>
      </p:sp>
      <p:sp>
        <p:nvSpPr>
          <p:cNvPr id="4" name="Title 1">
            <a:extLst>
              <a:ext uri="{FF2B5EF4-FFF2-40B4-BE49-F238E27FC236}">
                <a16:creationId xmlns:a16="http://schemas.microsoft.com/office/drawing/2014/main" id="{FBE50822-B55F-49C5-8F56-4D8799ED4CFA}"/>
              </a:ext>
            </a:extLst>
          </p:cNvPr>
          <p:cNvSpPr txBox="1">
            <a:spLocks/>
          </p:cNvSpPr>
          <p:nvPr/>
        </p:nvSpPr>
        <p:spPr>
          <a:xfrm>
            <a:off x="109057" y="157592"/>
            <a:ext cx="894035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latin typeface="Arial Black" panose="020B0A04020102020204" pitchFamily="34" charset="0"/>
              </a:rPr>
              <a:t>ASSET HIERARCHY UPDATES </a:t>
            </a:r>
          </a:p>
        </p:txBody>
      </p:sp>
      <p:pic>
        <p:nvPicPr>
          <p:cNvPr id="2" name="Picture 1">
            <a:extLst>
              <a:ext uri="{FF2B5EF4-FFF2-40B4-BE49-F238E27FC236}">
                <a16:creationId xmlns:a16="http://schemas.microsoft.com/office/drawing/2014/main" id="{00C0BB9D-774D-46D9-B05B-936DB630784F}"/>
              </a:ext>
            </a:extLst>
          </p:cNvPr>
          <p:cNvPicPr>
            <a:picLocks noChangeAspect="1"/>
          </p:cNvPicPr>
          <p:nvPr/>
        </p:nvPicPr>
        <p:blipFill>
          <a:blip r:embed="rId3"/>
          <a:stretch>
            <a:fillRect/>
          </a:stretch>
        </p:blipFill>
        <p:spPr>
          <a:xfrm>
            <a:off x="1238580" y="2238147"/>
            <a:ext cx="8562974" cy="4376823"/>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6791039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Module2</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THERMO STREAM MODELS</a:t>
            </a:r>
          </a:p>
        </p:txBody>
      </p:sp>
    </p:spTree>
    <p:extLst>
      <p:ext uri="{BB962C8B-B14F-4D97-AF65-F5344CB8AC3E}">
        <p14:creationId xmlns:p14="http://schemas.microsoft.com/office/powerpoint/2010/main" val="34023283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export from UniSim</a:t>
            </a:r>
          </a:p>
          <a:p>
            <a:endParaRPr lang="en-US" sz="2800" b="1" dirty="0">
              <a:latin typeface="+mn-lt"/>
            </a:endParaRPr>
          </a:p>
        </p:txBody>
      </p:sp>
      <p:pic>
        <p:nvPicPr>
          <p:cNvPr id="3" name="Picture 2">
            <a:extLst>
              <a:ext uri="{FF2B5EF4-FFF2-40B4-BE49-F238E27FC236}">
                <a16:creationId xmlns:a16="http://schemas.microsoft.com/office/drawing/2014/main" id="{277DF619-366E-4942-8425-58893B9D2D2D}"/>
              </a:ext>
            </a:extLst>
          </p:cNvPr>
          <p:cNvPicPr>
            <a:picLocks noChangeAspect="1"/>
          </p:cNvPicPr>
          <p:nvPr/>
        </p:nvPicPr>
        <p:blipFill>
          <a:blip r:embed="rId3"/>
          <a:stretch>
            <a:fillRect/>
          </a:stretch>
        </p:blipFill>
        <p:spPr>
          <a:xfrm>
            <a:off x="4993177" y="1477082"/>
            <a:ext cx="5250905" cy="3495042"/>
          </a:xfrm>
          <a:prstGeom prst="rect">
            <a:avLst/>
          </a:prstGeom>
        </p:spPr>
        <p:style>
          <a:lnRef idx="2">
            <a:schemeClr val="dk1"/>
          </a:lnRef>
          <a:fillRef idx="1">
            <a:schemeClr val="lt1"/>
          </a:fillRef>
          <a:effectRef idx="0">
            <a:schemeClr val="dk1"/>
          </a:effectRef>
          <a:fontRef idx="minor">
            <a:schemeClr val="dk1"/>
          </a:fontRef>
        </p:style>
      </p:pic>
      <p:pic>
        <p:nvPicPr>
          <p:cNvPr id="5" name="Picture 4">
            <a:extLst>
              <a:ext uri="{FF2B5EF4-FFF2-40B4-BE49-F238E27FC236}">
                <a16:creationId xmlns:a16="http://schemas.microsoft.com/office/drawing/2014/main" id="{99063FD5-F96C-4A82-B116-9D32E344A87E}"/>
              </a:ext>
            </a:extLst>
          </p:cNvPr>
          <p:cNvPicPr>
            <a:picLocks noChangeAspect="1"/>
          </p:cNvPicPr>
          <p:nvPr/>
        </p:nvPicPr>
        <p:blipFill>
          <a:blip r:embed="rId4"/>
          <a:stretch>
            <a:fillRect/>
          </a:stretch>
        </p:blipFill>
        <p:spPr>
          <a:xfrm>
            <a:off x="10366316" y="1477082"/>
            <a:ext cx="1825684" cy="4116857"/>
          </a:xfrm>
          <a:prstGeom prst="rect">
            <a:avLst/>
          </a:prstGeom>
          <a:noFill/>
          <a:ln>
            <a:solidFill>
              <a:srgbClr val="00B050"/>
            </a:solidFill>
          </a:ln>
        </p:spPr>
      </p:pic>
      <p:sp>
        <p:nvSpPr>
          <p:cNvPr id="8" name="Rectangle 7">
            <a:extLst>
              <a:ext uri="{FF2B5EF4-FFF2-40B4-BE49-F238E27FC236}">
                <a16:creationId xmlns:a16="http://schemas.microsoft.com/office/drawing/2014/main" id="{DF1FB98C-3209-4C96-A4BA-87104B4FE588}"/>
              </a:ext>
            </a:extLst>
          </p:cNvPr>
          <p:cNvSpPr/>
          <p:nvPr/>
        </p:nvSpPr>
        <p:spPr>
          <a:xfrm>
            <a:off x="10673697" y="4717559"/>
            <a:ext cx="367469" cy="25456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rgbClr val="00B050"/>
              </a:solidFill>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062103"/>
          </a:xfrm>
          <a:prstGeom prst="rect">
            <a:avLst/>
          </a:prstGeom>
        </p:spPr>
        <p:txBody>
          <a:bodyPr wrap="square">
            <a:spAutoFit/>
          </a:bodyPr>
          <a:lstStyle/>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In UAS server, go to Start Menu</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On clicking on the UniSim Design Icon, a new Simulation Basis Manager page will open.</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Click On Add tab and add required components for the process stream.</a:t>
            </a:r>
          </a:p>
          <a:p>
            <a:pPr fontAlgn="base">
              <a:spcAft>
                <a:spcPct val="0"/>
              </a:spcAft>
            </a:pPr>
            <a:r>
              <a:rPr lang="en-AU" altLang="en-US" sz="1600" dirty="0">
                <a:solidFill>
                  <a:schemeClr val="tx1">
                    <a:lumMod val="50000"/>
                  </a:schemeClr>
                </a:solidFill>
                <a:cs typeface="Arial" panose="020B0604020202020204" pitchFamily="34" charset="0"/>
              </a:rPr>
              <a:t> </a:t>
            </a:r>
          </a:p>
          <a:p>
            <a:pPr fontAlgn="base">
              <a:spcAft>
                <a:spcPct val="0"/>
              </a:spcAft>
            </a:pPr>
            <a:r>
              <a:rPr lang="en-AU" altLang="en-US" sz="1600" dirty="0">
                <a:solidFill>
                  <a:schemeClr val="tx1">
                    <a:lumMod val="50000"/>
                  </a:schemeClr>
                </a:solidFill>
                <a:cs typeface="Arial" panose="020B0604020202020204" pitchFamily="34" charset="0"/>
              </a:rPr>
              <a:t> </a:t>
            </a:r>
          </a:p>
        </p:txBody>
      </p:sp>
      <p:sp>
        <p:nvSpPr>
          <p:cNvPr id="11" name="Rectangle 10">
            <a:extLst>
              <a:ext uri="{FF2B5EF4-FFF2-40B4-BE49-F238E27FC236}">
                <a16:creationId xmlns:a16="http://schemas.microsoft.com/office/drawing/2014/main" id="{C052E756-A5B9-4F29-A029-9CC91F537647}"/>
              </a:ext>
            </a:extLst>
          </p:cNvPr>
          <p:cNvSpPr/>
          <p:nvPr/>
        </p:nvSpPr>
        <p:spPr>
          <a:xfrm>
            <a:off x="6096000" y="2495371"/>
            <a:ext cx="595357" cy="1110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26385405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p>
          <a:p>
            <a:r>
              <a:rPr lang="en-US" sz="2800" b="1" dirty="0"/>
              <a:t>Thermo streams export from UniSim</a:t>
            </a:r>
          </a:p>
          <a:p>
            <a:endParaRPr lang="en-US" sz="2800" b="1" dirty="0"/>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062103"/>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required component from components library.</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Pure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Selected components will display</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Name the components Group</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Close the window.</a:t>
            </a:r>
          </a:p>
          <a:p>
            <a:pPr fontAlgn="base">
              <a:spcAft>
                <a:spcPct val="0"/>
              </a:spcAft>
            </a:pPr>
            <a:r>
              <a:rPr lang="en-AU" altLang="en-US" sz="1600" dirty="0">
                <a:solidFill>
                  <a:schemeClr val="tx1">
                    <a:lumMod val="50000"/>
                  </a:schemeClr>
                </a:solidFill>
                <a:cs typeface="Arial" panose="020B0604020202020204" pitchFamily="34" charset="0"/>
              </a:rPr>
              <a:t> </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6" name="Picture 5">
            <a:extLst>
              <a:ext uri="{FF2B5EF4-FFF2-40B4-BE49-F238E27FC236}">
                <a16:creationId xmlns:a16="http://schemas.microsoft.com/office/drawing/2014/main" id="{8E82A928-3CCD-4ABE-9664-7541F764FFB0}"/>
              </a:ext>
            </a:extLst>
          </p:cNvPr>
          <p:cNvPicPr>
            <a:picLocks noChangeAspect="1"/>
          </p:cNvPicPr>
          <p:nvPr/>
        </p:nvPicPr>
        <p:blipFill>
          <a:blip r:embed="rId3"/>
          <a:stretch>
            <a:fillRect/>
          </a:stretch>
        </p:blipFill>
        <p:spPr>
          <a:xfrm>
            <a:off x="4742917" y="1191236"/>
            <a:ext cx="7247094" cy="370138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5799210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p>
          <a:p>
            <a:r>
              <a:rPr lang="en-US" sz="2800" b="1" dirty="0"/>
              <a:t>Thermo streams export from UniSim</a:t>
            </a:r>
          </a:p>
          <a:p>
            <a:endParaRPr lang="en-US" sz="2800" b="1" dirty="0"/>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1815882"/>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The components group is created and shown in “Simulation Basis Manager” page under component Lists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Clicking on Fluid Pkgs tab will open Current Fluid Packages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Tab.</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3" name="Picture 2">
            <a:extLst>
              <a:ext uri="{FF2B5EF4-FFF2-40B4-BE49-F238E27FC236}">
                <a16:creationId xmlns:a16="http://schemas.microsoft.com/office/drawing/2014/main" id="{E1D4F149-E67B-46A9-B917-223A9F0C407A}"/>
              </a:ext>
            </a:extLst>
          </p:cNvPr>
          <p:cNvPicPr>
            <a:picLocks noChangeAspect="1"/>
          </p:cNvPicPr>
          <p:nvPr/>
        </p:nvPicPr>
        <p:blipFill>
          <a:blip r:embed="rId3"/>
          <a:stretch>
            <a:fillRect/>
          </a:stretch>
        </p:blipFill>
        <p:spPr>
          <a:xfrm>
            <a:off x="6096000" y="983405"/>
            <a:ext cx="5536304" cy="2800677"/>
          </a:xfrm>
          <a:prstGeom prst="rect">
            <a:avLst/>
          </a:prstGeom>
        </p:spPr>
        <p:style>
          <a:lnRef idx="2">
            <a:schemeClr val="dk1"/>
          </a:lnRef>
          <a:fillRef idx="1">
            <a:schemeClr val="lt1"/>
          </a:fillRef>
          <a:effectRef idx="0">
            <a:schemeClr val="dk1"/>
          </a:effectRef>
          <a:fontRef idx="minor">
            <a:schemeClr val="dk1"/>
          </a:fontRef>
        </p:style>
      </p:pic>
      <p:pic>
        <p:nvPicPr>
          <p:cNvPr id="4" name="Picture 3">
            <a:extLst>
              <a:ext uri="{FF2B5EF4-FFF2-40B4-BE49-F238E27FC236}">
                <a16:creationId xmlns:a16="http://schemas.microsoft.com/office/drawing/2014/main" id="{1CA9776A-E5AF-4DAA-BFA7-ACF166D3EF5B}"/>
              </a:ext>
            </a:extLst>
          </p:cNvPr>
          <p:cNvPicPr>
            <a:picLocks noChangeAspect="1"/>
          </p:cNvPicPr>
          <p:nvPr/>
        </p:nvPicPr>
        <p:blipFill>
          <a:blip r:embed="rId4"/>
          <a:stretch>
            <a:fillRect/>
          </a:stretch>
        </p:blipFill>
        <p:spPr>
          <a:xfrm>
            <a:off x="6096000" y="3917462"/>
            <a:ext cx="5536304" cy="2524046"/>
          </a:xfrm>
          <a:prstGeom prst="rect">
            <a:avLst/>
          </a:prstGeom>
        </p:spPr>
        <p:style>
          <a:lnRef idx="2">
            <a:schemeClr val="dk1"/>
          </a:lnRef>
          <a:fillRef idx="1">
            <a:schemeClr val="lt1"/>
          </a:fillRef>
          <a:effectRef idx="0">
            <a:schemeClr val="dk1"/>
          </a:effectRef>
          <a:fontRef idx="minor">
            <a:schemeClr val="dk1"/>
          </a:fontRef>
        </p:style>
      </p:pic>
      <p:sp>
        <p:nvSpPr>
          <p:cNvPr id="7" name="Arc 6">
            <a:extLst>
              <a:ext uri="{FF2B5EF4-FFF2-40B4-BE49-F238E27FC236}">
                <a16:creationId xmlns:a16="http://schemas.microsoft.com/office/drawing/2014/main" id="{66633475-C214-4598-A66F-76E2DA6DE4C2}"/>
              </a:ext>
            </a:extLst>
          </p:cNvPr>
          <p:cNvSpPr/>
          <p:nvPr/>
        </p:nvSpPr>
        <p:spPr>
          <a:xfrm rot="12495354">
            <a:off x="6743701" y="3175584"/>
            <a:ext cx="558800" cy="820777"/>
          </a:xfrm>
          <a:prstGeom prst="arc">
            <a:avLst>
              <a:gd name="adj1" fmla="val 16200000"/>
              <a:gd name="adj2" fmla="val 2031365"/>
            </a:avLst>
          </a:prstGeom>
          <a:ln w="5715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2185249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p>
          <a:p>
            <a:r>
              <a:rPr lang="en-US" sz="2800" b="1" dirty="0"/>
              <a:t>Thermo streams export from UniSim</a:t>
            </a:r>
          </a:p>
          <a:p>
            <a:endParaRPr lang="en-US" sz="2800" b="1" dirty="0"/>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554545"/>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Tab will open Model Selection page</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UniSim Thermo</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Required model from the Model Selection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a:t>
            </a:r>
            <a:r>
              <a:rPr lang="en-AU" altLang="en-US" sz="1600" dirty="0" err="1">
                <a:solidFill>
                  <a:schemeClr val="tx1">
                    <a:lumMod val="50000"/>
                  </a:schemeClr>
                </a:solidFill>
                <a:cs typeface="Arial" panose="020B0604020202020204" pitchFamily="34" charset="0"/>
              </a:rPr>
              <a:t>eThermoFlash</a:t>
            </a:r>
            <a:r>
              <a:rPr lang="en-AU" altLang="en-US" sz="1600" dirty="0">
                <a:solidFill>
                  <a:schemeClr val="tx1">
                    <a:lumMod val="50000"/>
                  </a:schemeClr>
                </a:solidFill>
                <a:cs typeface="Arial" panose="020B0604020202020204" pitchFamily="34" charset="0"/>
              </a:rPr>
              <a:t>” for both Vapour and Liquid in Model Phase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Export and save the Thermo Model in “.</a:t>
            </a:r>
            <a:r>
              <a:rPr lang="en-AU" altLang="en-US" sz="1600" dirty="0" err="1">
                <a:solidFill>
                  <a:schemeClr val="tx1">
                    <a:lumMod val="50000"/>
                  </a:schemeClr>
                </a:solidFill>
                <a:cs typeface="Arial" panose="020B0604020202020204" pitchFamily="34" charset="0"/>
              </a:rPr>
              <a:t>ctf</a:t>
            </a:r>
            <a:r>
              <a:rPr lang="en-AU" altLang="en-US" sz="1600" dirty="0">
                <a:solidFill>
                  <a:schemeClr val="tx1">
                    <a:lumMod val="50000"/>
                  </a:schemeClr>
                </a:solidFill>
                <a:cs typeface="Arial" panose="020B0604020202020204" pitchFamily="34" charset="0"/>
              </a:rPr>
              <a:t>” format.</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8" name="Picture 7">
            <a:extLst>
              <a:ext uri="{FF2B5EF4-FFF2-40B4-BE49-F238E27FC236}">
                <a16:creationId xmlns:a16="http://schemas.microsoft.com/office/drawing/2014/main" id="{B73BCB96-B21D-4A7E-8BEF-28B96C60AC9A}"/>
              </a:ext>
            </a:extLst>
          </p:cNvPr>
          <p:cNvPicPr>
            <a:picLocks noChangeAspect="1"/>
          </p:cNvPicPr>
          <p:nvPr/>
        </p:nvPicPr>
        <p:blipFill>
          <a:blip r:embed="rId3"/>
          <a:stretch>
            <a:fillRect/>
          </a:stretch>
        </p:blipFill>
        <p:spPr>
          <a:xfrm>
            <a:off x="5806365" y="3695303"/>
            <a:ext cx="5554184" cy="2848865"/>
          </a:xfrm>
          <a:prstGeom prst="rect">
            <a:avLst/>
          </a:prstGeom>
        </p:spPr>
        <p:style>
          <a:lnRef idx="2">
            <a:schemeClr val="dk1"/>
          </a:lnRef>
          <a:fillRef idx="1">
            <a:schemeClr val="lt1"/>
          </a:fillRef>
          <a:effectRef idx="0">
            <a:schemeClr val="dk1"/>
          </a:effectRef>
          <a:fontRef idx="minor">
            <a:schemeClr val="dk1"/>
          </a:fontRef>
        </p:style>
      </p:pic>
      <p:pic>
        <p:nvPicPr>
          <p:cNvPr id="4" name="Picture 3">
            <a:extLst>
              <a:ext uri="{FF2B5EF4-FFF2-40B4-BE49-F238E27FC236}">
                <a16:creationId xmlns:a16="http://schemas.microsoft.com/office/drawing/2014/main" id="{1CA9776A-E5AF-4DAA-BFA7-ACF166D3EF5B}"/>
              </a:ext>
            </a:extLst>
          </p:cNvPr>
          <p:cNvPicPr>
            <a:picLocks noChangeAspect="1"/>
          </p:cNvPicPr>
          <p:nvPr/>
        </p:nvPicPr>
        <p:blipFill>
          <a:blip r:embed="rId4"/>
          <a:stretch>
            <a:fillRect/>
          </a:stretch>
        </p:blipFill>
        <p:spPr>
          <a:xfrm>
            <a:off x="5824245" y="1126164"/>
            <a:ext cx="5536304" cy="2524046"/>
          </a:xfrm>
          <a:prstGeom prst="rect">
            <a:avLst/>
          </a:prstGeom>
        </p:spPr>
        <p:style>
          <a:lnRef idx="2">
            <a:schemeClr val="dk1"/>
          </a:lnRef>
          <a:fillRef idx="1">
            <a:schemeClr val="lt1"/>
          </a:fillRef>
          <a:effectRef idx="0">
            <a:schemeClr val="dk1"/>
          </a:effectRef>
          <a:fontRef idx="minor">
            <a:schemeClr val="dk1"/>
          </a:fontRef>
        </p:style>
      </p:pic>
      <p:sp>
        <p:nvSpPr>
          <p:cNvPr id="7" name="Arc 6">
            <a:extLst>
              <a:ext uri="{FF2B5EF4-FFF2-40B4-BE49-F238E27FC236}">
                <a16:creationId xmlns:a16="http://schemas.microsoft.com/office/drawing/2014/main" id="{66633475-C214-4598-A66F-76E2DA6DE4C2}"/>
              </a:ext>
            </a:extLst>
          </p:cNvPr>
          <p:cNvSpPr/>
          <p:nvPr/>
        </p:nvSpPr>
        <p:spPr>
          <a:xfrm rot="12495354">
            <a:off x="7699749" y="1773287"/>
            <a:ext cx="1785293" cy="2006303"/>
          </a:xfrm>
          <a:prstGeom prst="arc">
            <a:avLst>
              <a:gd name="adj1" fmla="val 16200000"/>
              <a:gd name="adj2" fmla="val 2031365"/>
            </a:avLst>
          </a:prstGeom>
          <a:ln w="5715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8641251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Import to UAS</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6104842" cy="1323439"/>
          </a:xfrm>
          <a:prstGeom prst="rect">
            <a:avLst/>
          </a:prstGeom>
        </p:spPr>
        <p:txBody>
          <a:bodyPr wrap="square">
            <a:spAutoFit/>
          </a:bodyPr>
          <a:lstStyle/>
          <a:p>
            <a:pPr marL="342900" indent="-34290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In UAS server, Click on Start Menu </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Under Honeywell, click on Uniformance Sentinel Configuration Tab</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Sentinel Configuration Page will open</a:t>
            </a:r>
          </a:p>
          <a:p>
            <a:pPr fontAlgn="base">
              <a:spcAft>
                <a:spcPct val="0"/>
              </a:spcAft>
            </a:pPr>
            <a:r>
              <a:rPr lang="en-AU" altLang="en-US" sz="1600" dirty="0">
                <a:solidFill>
                  <a:schemeClr val="tx1">
                    <a:lumMod val="50000"/>
                  </a:schemeClr>
                </a:solidFill>
                <a:cs typeface="Arial" panose="020B0604020202020204" pitchFamily="34" charset="0"/>
              </a:rPr>
              <a:t> </a:t>
            </a:r>
          </a:p>
        </p:txBody>
      </p:sp>
      <p:grpSp>
        <p:nvGrpSpPr>
          <p:cNvPr id="6" name="Group 5">
            <a:extLst>
              <a:ext uri="{FF2B5EF4-FFF2-40B4-BE49-F238E27FC236}">
                <a16:creationId xmlns:a16="http://schemas.microsoft.com/office/drawing/2014/main" id="{29045FF2-F739-4535-B2E3-C96D93B1EA33}"/>
              </a:ext>
            </a:extLst>
          </p:cNvPr>
          <p:cNvGrpSpPr/>
          <p:nvPr/>
        </p:nvGrpSpPr>
        <p:grpSpPr>
          <a:xfrm>
            <a:off x="2007476" y="1445332"/>
            <a:ext cx="9835274" cy="5123634"/>
            <a:chOff x="2007476" y="1445332"/>
            <a:chExt cx="9835274" cy="5123634"/>
          </a:xfrm>
        </p:grpSpPr>
        <p:pic>
          <p:nvPicPr>
            <p:cNvPr id="26" name="Picture 25" descr="A screenshot of a cell phone&#10;&#10;Description automatically generated">
              <a:extLst>
                <a:ext uri="{FF2B5EF4-FFF2-40B4-BE49-F238E27FC236}">
                  <a16:creationId xmlns:a16="http://schemas.microsoft.com/office/drawing/2014/main" id="{6EE343EB-595B-417A-8D46-E483D2A91A83}"/>
                </a:ext>
              </a:extLst>
            </p:cNvPr>
            <p:cNvPicPr/>
            <p:nvPr/>
          </p:nvPicPr>
          <p:blipFill>
            <a:blip r:embed="rId3">
              <a:extLst>
                <a:ext uri="{28A0092B-C50C-407E-A947-70E740481C1C}">
                  <a14:useLocalDpi xmlns:a14="http://schemas.microsoft.com/office/drawing/2010/main" val="0"/>
                </a:ext>
              </a:extLst>
            </a:blip>
            <a:stretch>
              <a:fillRect/>
            </a:stretch>
          </p:blipFill>
          <p:spPr>
            <a:xfrm>
              <a:off x="10026650" y="1445332"/>
              <a:ext cx="1816100" cy="4121150"/>
            </a:xfrm>
            <a:prstGeom prst="rect">
              <a:avLst/>
            </a:prstGeom>
          </p:spPr>
          <p:style>
            <a:lnRef idx="2">
              <a:schemeClr val="dk1"/>
            </a:lnRef>
            <a:fillRef idx="1">
              <a:schemeClr val="lt1"/>
            </a:fillRef>
            <a:effectRef idx="0">
              <a:schemeClr val="dk1"/>
            </a:effectRef>
            <a:fontRef idx="minor">
              <a:schemeClr val="dk1"/>
            </a:fontRef>
          </p:style>
        </p:pic>
        <p:sp>
          <p:nvSpPr>
            <p:cNvPr id="3" name="Rectangle 2">
              <a:extLst>
                <a:ext uri="{FF2B5EF4-FFF2-40B4-BE49-F238E27FC236}">
                  <a16:creationId xmlns:a16="http://schemas.microsoft.com/office/drawing/2014/main" id="{13A47A1A-EF57-4995-9072-F229E2BD2779}"/>
                </a:ext>
              </a:extLst>
            </p:cNvPr>
            <p:cNvSpPr/>
            <p:nvPr/>
          </p:nvSpPr>
          <p:spPr>
            <a:xfrm>
              <a:off x="10363200" y="4143375"/>
              <a:ext cx="1362075" cy="200025"/>
            </a:xfrm>
            <a:prstGeom prst="rect">
              <a:avLst/>
            </a:prstGeom>
            <a:no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err="1">
                <a:solidFill>
                  <a:schemeClr val="tx1"/>
                </a:solidFill>
              </a:endParaRPr>
            </a:p>
          </p:txBody>
        </p:sp>
        <p:pic>
          <p:nvPicPr>
            <p:cNvPr id="28" name="Picture 27" descr="Graphical user interface, text, application, email&#10;&#10;Description automatically generated">
              <a:extLst>
                <a:ext uri="{FF2B5EF4-FFF2-40B4-BE49-F238E27FC236}">
                  <a16:creationId xmlns:a16="http://schemas.microsoft.com/office/drawing/2014/main" id="{53AD6C83-7C53-4C23-BD87-C11F689A1496}"/>
                </a:ext>
              </a:extLst>
            </p:cNvPr>
            <p:cNvPicPr/>
            <p:nvPr/>
          </p:nvPicPr>
          <p:blipFill>
            <a:blip r:embed="rId4">
              <a:extLst>
                <a:ext uri="{28A0092B-C50C-407E-A947-70E740481C1C}">
                  <a14:useLocalDpi xmlns:a14="http://schemas.microsoft.com/office/drawing/2010/main" val="0"/>
                </a:ext>
              </a:extLst>
            </a:blip>
            <a:stretch>
              <a:fillRect/>
            </a:stretch>
          </p:blipFill>
          <p:spPr>
            <a:xfrm>
              <a:off x="2007476" y="2554300"/>
              <a:ext cx="7593724" cy="4014666"/>
            </a:xfrm>
            <a:prstGeom prst="rect">
              <a:avLst/>
            </a:prstGeom>
          </p:spPr>
          <p:style>
            <a:lnRef idx="2">
              <a:schemeClr val="dk1"/>
            </a:lnRef>
            <a:fillRef idx="1">
              <a:schemeClr val="lt1"/>
            </a:fillRef>
            <a:effectRef idx="0">
              <a:schemeClr val="dk1"/>
            </a:effectRef>
            <a:fontRef idx="minor">
              <a:schemeClr val="dk1"/>
            </a:fontRef>
          </p:style>
        </p:pic>
        <p:sp>
          <p:nvSpPr>
            <p:cNvPr id="5" name="Arc 4">
              <a:extLst>
                <a:ext uri="{FF2B5EF4-FFF2-40B4-BE49-F238E27FC236}">
                  <a16:creationId xmlns:a16="http://schemas.microsoft.com/office/drawing/2014/main" id="{951986C3-31C4-459F-94F6-25D5794D218B}"/>
                </a:ext>
              </a:extLst>
            </p:cNvPr>
            <p:cNvSpPr/>
            <p:nvPr/>
          </p:nvSpPr>
          <p:spPr>
            <a:xfrm rot="7626720">
              <a:off x="9370610" y="3601739"/>
              <a:ext cx="1134279" cy="904677"/>
            </a:xfrm>
            <a:prstGeom prst="arc">
              <a:avLst>
                <a:gd name="adj1" fmla="val 15442474"/>
                <a:gd name="adj2" fmla="val 1721288"/>
              </a:avLst>
            </a:prstGeom>
            <a:noFill/>
            <a:ln w="57150">
              <a:solidFill>
                <a:srgbClr val="00B050"/>
              </a:solidFill>
              <a:headEnd type="none" w="med" len="med"/>
              <a:tailEnd type="triangle" w="med" len="med"/>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30549910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Import to UAS</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830997"/>
          </a:xfrm>
          <a:prstGeom prst="rect">
            <a:avLst/>
          </a:prstGeom>
        </p:spPr>
        <p:txBody>
          <a:bodyPr wrap="square">
            <a:spAutoFit/>
          </a:bodyPr>
          <a:lstStyle/>
          <a:p>
            <a:pPr marL="342900" indent="-34290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Click on Tools.</a:t>
            </a:r>
          </a:p>
          <a:p>
            <a:pPr marL="342900" indent="-34290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In dropdown select Import Thermo Configuration.</a:t>
            </a:r>
          </a:p>
        </p:txBody>
      </p:sp>
      <p:pic>
        <p:nvPicPr>
          <p:cNvPr id="8" name="Picture 7" descr="Graphical user interface, text, application, email&#10;&#10;Description automatically generated">
            <a:extLst>
              <a:ext uri="{FF2B5EF4-FFF2-40B4-BE49-F238E27FC236}">
                <a16:creationId xmlns:a16="http://schemas.microsoft.com/office/drawing/2014/main" id="{BBE6EA66-0223-4563-A00C-296ED311C69B}"/>
              </a:ext>
            </a:extLst>
          </p:cNvPr>
          <p:cNvPicPr/>
          <p:nvPr/>
        </p:nvPicPr>
        <p:blipFill>
          <a:blip r:embed="rId3">
            <a:extLst>
              <a:ext uri="{28A0092B-C50C-407E-A947-70E740481C1C}">
                <a14:useLocalDpi xmlns:a14="http://schemas.microsoft.com/office/drawing/2010/main" val="0"/>
              </a:ext>
            </a:extLst>
          </a:blip>
          <a:stretch>
            <a:fillRect/>
          </a:stretch>
        </p:blipFill>
        <p:spPr>
          <a:xfrm>
            <a:off x="4025462" y="1517569"/>
            <a:ext cx="7828539" cy="466597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42494136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Import to UAS</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3293209"/>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and Create New Asset Type. Keep asset class as “Process Stream”.</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Under Create New Asset Type Tab add details like Asset Class, Asset Type Name, Display Name and Type Description.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and Create New Calculation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Under Create New Calculation Tab add details like Calculation Name. This corresponds to the calculation model in UAS.</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7" name="Picture 6" descr="Graphical user interface, text, application, email&#10;&#10;Description automatically generated">
            <a:extLst>
              <a:ext uri="{FF2B5EF4-FFF2-40B4-BE49-F238E27FC236}">
                <a16:creationId xmlns:a16="http://schemas.microsoft.com/office/drawing/2014/main" id="{32FEEEA9-4866-4B11-BC0C-8F11309BBA6F}"/>
              </a:ext>
            </a:extLst>
          </p:cNvPr>
          <p:cNvPicPr/>
          <p:nvPr/>
        </p:nvPicPr>
        <p:blipFill>
          <a:blip r:embed="rId3">
            <a:extLst>
              <a:ext uri="{28A0092B-C50C-407E-A947-70E740481C1C}">
                <a14:useLocalDpi xmlns:a14="http://schemas.microsoft.com/office/drawing/2010/main" val="0"/>
              </a:ext>
            </a:extLst>
          </a:blip>
          <a:stretch>
            <a:fillRect/>
          </a:stretch>
        </p:blipFill>
        <p:spPr>
          <a:xfrm>
            <a:off x="5941218" y="996950"/>
            <a:ext cx="5721350" cy="2997200"/>
          </a:xfrm>
          <a:prstGeom prst="rect">
            <a:avLst/>
          </a:prstGeom>
        </p:spPr>
        <p:style>
          <a:lnRef idx="2">
            <a:schemeClr val="dk1"/>
          </a:lnRef>
          <a:fillRef idx="1">
            <a:schemeClr val="lt1"/>
          </a:fillRef>
          <a:effectRef idx="0">
            <a:schemeClr val="dk1"/>
          </a:effectRef>
          <a:fontRef idx="minor">
            <a:schemeClr val="dk1"/>
          </a:fontRef>
        </p:style>
      </p:pic>
      <p:pic>
        <p:nvPicPr>
          <p:cNvPr id="12" name="Picture 11" descr="Graphical user interface, text, application, email&#10;&#10;Description automatically generated">
            <a:extLst>
              <a:ext uri="{FF2B5EF4-FFF2-40B4-BE49-F238E27FC236}">
                <a16:creationId xmlns:a16="http://schemas.microsoft.com/office/drawing/2014/main" id="{2AB32E81-A4C4-485C-93BD-7871DCBBB948}"/>
              </a:ext>
            </a:extLst>
          </p:cNvPr>
          <p:cNvPicPr/>
          <p:nvPr/>
        </p:nvPicPr>
        <p:blipFill>
          <a:blip r:embed="rId4">
            <a:extLst>
              <a:ext uri="{28A0092B-C50C-407E-A947-70E740481C1C}">
                <a14:useLocalDpi xmlns:a14="http://schemas.microsoft.com/office/drawing/2010/main" val="0"/>
              </a:ext>
            </a:extLst>
          </a:blip>
          <a:stretch>
            <a:fillRect/>
          </a:stretch>
        </p:blipFill>
        <p:spPr>
          <a:xfrm>
            <a:off x="5941218" y="3994150"/>
            <a:ext cx="5721350" cy="2350135"/>
          </a:xfrm>
          <a:prstGeom prst="rect">
            <a:avLst/>
          </a:prstGeom>
        </p:spPr>
        <p:style>
          <a:lnRef idx="2">
            <a:schemeClr val="dk1"/>
          </a:lnRef>
          <a:fillRef idx="1">
            <a:schemeClr val="lt1"/>
          </a:fillRef>
          <a:effectRef idx="0">
            <a:schemeClr val="dk1"/>
          </a:effectRef>
          <a:fontRef idx="minor">
            <a:schemeClr val="dk1"/>
          </a:fontRef>
        </p:style>
      </p:pic>
      <p:pic>
        <p:nvPicPr>
          <p:cNvPr id="6" name="Picture 5">
            <a:extLst>
              <a:ext uri="{FF2B5EF4-FFF2-40B4-BE49-F238E27FC236}">
                <a16:creationId xmlns:a16="http://schemas.microsoft.com/office/drawing/2014/main" id="{C170659F-69BD-4A13-BB52-555590DA33D5}"/>
              </a:ext>
            </a:extLst>
          </p:cNvPr>
          <p:cNvPicPr>
            <a:picLocks noChangeAspect="1"/>
          </p:cNvPicPr>
          <p:nvPr/>
        </p:nvPicPr>
        <p:blipFill>
          <a:blip r:embed="rId5"/>
          <a:stretch>
            <a:fillRect/>
          </a:stretch>
        </p:blipFill>
        <p:spPr>
          <a:xfrm>
            <a:off x="1624012" y="1523876"/>
            <a:ext cx="561975" cy="285750"/>
          </a:xfrm>
          <a:prstGeom prst="rect">
            <a:avLst/>
          </a:prstGeom>
        </p:spPr>
      </p:pic>
      <p:pic>
        <p:nvPicPr>
          <p:cNvPr id="22" name="Picture 21">
            <a:extLst>
              <a:ext uri="{FF2B5EF4-FFF2-40B4-BE49-F238E27FC236}">
                <a16:creationId xmlns:a16="http://schemas.microsoft.com/office/drawing/2014/main" id="{B07B80C9-7261-4085-A031-7DCC86D6CDE2}"/>
              </a:ext>
            </a:extLst>
          </p:cNvPr>
          <p:cNvPicPr>
            <a:picLocks noChangeAspect="1"/>
          </p:cNvPicPr>
          <p:nvPr/>
        </p:nvPicPr>
        <p:blipFill>
          <a:blip r:embed="rId5"/>
          <a:stretch>
            <a:fillRect/>
          </a:stretch>
        </p:blipFill>
        <p:spPr>
          <a:xfrm>
            <a:off x="1614313" y="2980811"/>
            <a:ext cx="561975" cy="285750"/>
          </a:xfrm>
          <a:prstGeom prst="rect">
            <a:avLst/>
          </a:prstGeom>
        </p:spPr>
      </p:pic>
    </p:spTree>
    <p:extLst>
      <p:ext uri="{BB962C8B-B14F-4D97-AF65-F5344CB8AC3E}">
        <p14:creationId xmlns:p14="http://schemas.microsoft.com/office/powerpoint/2010/main" val="28338216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Import to UAS</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830997"/>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Browse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a:t>
            </a:r>
            <a:r>
              <a:rPr lang="en-AU" altLang="en-US" sz="1600" dirty="0" err="1">
                <a:solidFill>
                  <a:schemeClr val="tx1">
                    <a:lumMod val="50000"/>
                  </a:schemeClr>
                </a:solidFill>
                <a:cs typeface="Arial" panose="020B0604020202020204" pitchFamily="34" charset="0"/>
              </a:rPr>
              <a:t>ctf</a:t>
            </a:r>
            <a:r>
              <a:rPr lang="en-AU" altLang="en-US" sz="1600" dirty="0">
                <a:solidFill>
                  <a:schemeClr val="tx1">
                    <a:lumMod val="50000"/>
                  </a:schemeClr>
                </a:solidFill>
                <a:cs typeface="Arial" panose="020B0604020202020204" pitchFamily="34" charset="0"/>
              </a:rPr>
              <a:t>” file from the saved location.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Open Tab.</a:t>
            </a:r>
          </a:p>
        </p:txBody>
      </p:sp>
      <p:pic>
        <p:nvPicPr>
          <p:cNvPr id="4" name="Picture 3">
            <a:extLst>
              <a:ext uri="{FF2B5EF4-FFF2-40B4-BE49-F238E27FC236}">
                <a16:creationId xmlns:a16="http://schemas.microsoft.com/office/drawing/2014/main" id="{2A858041-22D8-4855-B51F-2B7CFFF494FD}"/>
              </a:ext>
            </a:extLst>
          </p:cNvPr>
          <p:cNvPicPr>
            <a:picLocks noChangeAspect="1"/>
          </p:cNvPicPr>
          <p:nvPr/>
        </p:nvPicPr>
        <p:blipFill>
          <a:blip r:embed="rId3"/>
          <a:stretch>
            <a:fillRect/>
          </a:stretch>
        </p:blipFill>
        <p:spPr>
          <a:xfrm>
            <a:off x="4330262" y="976312"/>
            <a:ext cx="7280713" cy="5214281"/>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4276659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Import to UAS</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1569660"/>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Keep all the inputs as it is.</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Uncheck the Output Selection.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the following Outputs Only as given in below table.</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Save Calculation Tab.</a:t>
            </a:r>
          </a:p>
          <a:p>
            <a:pPr fontAlgn="base">
              <a:spcAft>
                <a:spcPct val="0"/>
              </a:spcAft>
            </a:pPr>
            <a:r>
              <a:rPr lang="en-AU" altLang="en-US" sz="1600" dirty="0">
                <a:solidFill>
                  <a:schemeClr val="tx1">
                    <a:lumMod val="50000"/>
                  </a:schemeClr>
                </a:solidFill>
                <a:cs typeface="Arial" panose="020B0604020202020204" pitchFamily="34" charset="0"/>
              </a:rPr>
              <a:t> </a:t>
            </a:r>
          </a:p>
        </p:txBody>
      </p:sp>
      <p:graphicFrame>
        <p:nvGraphicFramePr>
          <p:cNvPr id="15" name="Table 14">
            <a:extLst>
              <a:ext uri="{FF2B5EF4-FFF2-40B4-BE49-F238E27FC236}">
                <a16:creationId xmlns:a16="http://schemas.microsoft.com/office/drawing/2014/main" id="{FEB8D362-109A-4482-97F5-9D768D2D8478}"/>
              </a:ext>
            </a:extLst>
          </p:cNvPr>
          <p:cNvGraphicFramePr>
            <a:graphicFrameLocks noGrp="1"/>
          </p:cNvGraphicFramePr>
          <p:nvPr/>
        </p:nvGraphicFramePr>
        <p:xfrm>
          <a:off x="1038683" y="3217716"/>
          <a:ext cx="1654175" cy="1657350"/>
        </p:xfrm>
        <a:graphic>
          <a:graphicData uri="http://schemas.openxmlformats.org/drawingml/2006/table">
            <a:tbl>
              <a:tblPr>
                <a:tableStyleId>{5C22544A-7EE6-4342-B048-85BDC9FD1C3A}</a:tableStyleId>
              </a:tblPr>
              <a:tblGrid>
                <a:gridCol w="1044575">
                  <a:extLst>
                    <a:ext uri="{9D8B030D-6E8A-4147-A177-3AD203B41FA5}">
                      <a16:colId xmlns:a16="http://schemas.microsoft.com/office/drawing/2014/main" val="164058783"/>
                    </a:ext>
                  </a:extLst>
                </a:gridCol>
                <a:gridCol w="609600">
                  <a:extLst>
                    <a:ext uri="{9D8B030D-6E8A-4147-A177-3AD203B41FA5}">
                      <a16:colId xmlns:a16="http://schemas.microsoft.com/office/drawing/2014/main" val="2385268443"/>
                    </a:ext>
                  </a:extLst>
                </a:gridCol>
              </a:tblGrid>
              <a:tr h="184150">
                <a:tc>
                  <a:txBody>
                    <a:bodyPr/>
                    <a:lstStyle/>
                    <a:p>
                      <a:pPr algn="l" fontAlgn="b"/>
                      <a:r>
                        <a:rPr lang="en-US" sz="1100" b="1" u="none" strike="noStrike" dirty="0">
                          <a:effectLst/>
                        </a:rPr>
                        <a:t>Attribute Name</a:t>
                      </a:r>
                      <a:endParaRPr lang="en-US" sz="1100" b="1"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b="1" u="none" strike="noStrike" dirty="0">
                          <a:effectLst/>
                        </a:rPr>
                        <a:t>Phase</a:t>
                      </a:r>
                      <a:endParaRPr lang="en-US" sz="1100" b="1"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2401773"/>
                  </a:ext>
                </a:extLst>
              </a:tr>
              <a:tr h="184150">
                <a:tc>
                  <a:txBody>
                    <a:bodyPr/>
                    <a:lstStyle/>
                    <a:p>
                      <a:pPr algn="l" fontAlgn="b">
                        <a:buClr>
                          <a:srgbClr val="000000"/>
                        </a:buClr>
                        <a:buSzPts val="1100"/>
                        <a:buFont typeface="Calibri" panose="020F0502020204030204" pitchFamily="34" charset="0"/>
                        <a:buNone/>
                      </a:pPr>
                      <a:r>
                        <a:rPr lang="en-US" sz="1100" b="0" i="0" u="none" strike="noStrike" dirty="0">
                          <a:solidFill>
                            <a:schemeClr val="tx1"/>
                          </a:solidFill>
                          <a:effectLst/>
                          <a:latin typeface="Calibri" panose="020F0502020204030204" pitchFamily="34" charset="0"/>
                        </a:rPr>
                        <a:t>Cp</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rPr>
                        <a:t>Overall</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4172890"/>
                  </a:ext>
                </a:extLst>
              </a:tr>
              <a:tr h="184150">
                <a:tc>
                  <a:txBody>
                    <a:bodyPr/>
                    <a:lstStyle/>
                    <a:p>
                      <a:pPr algn="l" fontAlgn="b">
                        <a:buClr>
                          <a:srgbClr val="000000"/>
                        </a:buClr>
                        <a:buSzPts val="1100"/>
                        <a:buFont typeface="Calibri" panose="020F0502020204030204" pitchFamily="34" charset="0"/>
                        <a:buNone/>
                      </a:pPr>
                      <a:r>
                        <a:rPr lang="en-US" sz="1100" b="0" i="0" u="none" strike="noStrike" dirty="0">
                          <a:solidFill>
                            <a:schemeClr val="tx1"/>
                          </a:solidFill>
                          <a:effectLst/>
                          <a:latin typeface="Calibri" panose="020F0502020204030204" pitchFamily="34" charset="0"/>
                        </a:rPr>
                        <a:t>CV</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rPr>
                        <a:t>Overall</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5518504"/>
                  </a:ext>
                </a:extLst>
              </a:tr>
              <a:tr h="184150">
                <a:tc>
                  <a:txBody>
                    <a:bodyPr/>
                    <a:lstStyle/>
                    <a:p>
                      <a:pPr algn="l" fontAlgn="b">
                        <a:buClr>
                          <a:srgbClr val="000000"/>
                        </a:buClr>
                        <a:buSzPts val="1100"/>
                        <a:buFont typeface="Calibri" panose="020F0502020204030204" pitchFamily="34" charset="0"/>
                        <a:buNone/>
                      </a:pPr>
                      <a:r>
                        <a:rPr lang="en-US" sz="1100" b="0" i="0" u="none" strike="noStrike" dirty="0">
                          <a:solidFill>
                            <a:schemeClr val="tx1"/>
                          </a:solidFill>
                          <a:effectLst/>
                          <a:latin typeface="Calibri" panose="020F0502020204030204" pitchFamily="34" charset="0"/>
                        </a:rPr>
                        <a:t>Density</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a:effectLst/>
                        </a:rPr>
                        <a:t>Overall</a:t>
                      </a:r>
                      <a:endParaRPr lang="en-US" sz="1100" b="0" i="0" u="none" strike="noStrike">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9749297"/>
                  </a:ext>
                </a:extLst>
              </a:tr>
              <a:tr h="184150">
                <a:tc>
                  <a:txBody>
                    <a:bodyPr/>
                    <a:lstStyle/>
                    <a:p>
                      <a:pPr algn="l" fontAlgn="b">
                        <a:buClr>
                          <a:srgbClr val="000000"/>
                        </a:buClr>
                        <a:buSzPts val="1100"/>
                        <a:buFont typeface="Calibri" panose="020F0502020204030204" pitchFamily="34" charset="0"/>
                        <a:buNone/>
                      </a:pPr>
                      <a:r>
                        <a:rPr lang="en-US" sz="1100" b="0" i="0" u="none" strike="noStrike" dirty="0">
                          <a:solidFill>
                            <a:schemeClr val="tx1"/>
                          </a:solidFill>
                          <a:effectLst/>
                          <a:latin typeface="Calibri" panose="020F0502020204030204" pitchFamily="34" charset="0"/>
                        </a:rPr>
                        <a:t>Enthalpy</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rPr>
                        <a:t>Overall</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741022"/>
                  </a:ext>
                </a:extLst>
              </a:tr>
              <a:tr h="184150">
                <a:tc>
                  <a:txBody>
                    <a:bodyPr/>
                    <a:lstStyle/>
                    <a:p>
                      <a:pPr algn="l" fontAlgn="b">
                        <a:buClr>
                          <a:srgbClr val="000000"/>
                        </a:buClr>
                        <a:buSzPts val="1100"/>
                        <a:buFont typeface="Calibri" panose="020F0502020204030204" pitchFamily="34" charset="0"/>
                        <a:buNone/>
                      </a:pPr>
                      <a:r>
                        <a:rPr lang="en-US" sz="1100" b="0" i="0" u="none" strike="noStrike" dirty="0">
                          <a:solidFill>
                            <a:schemeClr val="tx1"/>
                          </a:solidFill>
                          <a:effectLst/>
                          <a:latin typeface="Calibri" panose="020F0502020204030204" pitchFamily="34" charset="0"/>
                        </a:rPr>
                        <a:t>Entropy</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rPr>
                        <a:t>Overall</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2324845"/>
                  </a:ext>
                </a:extLst>
              </a:tr>
              <a:tr h="184150">
                <a:tc>
                  <a:txBody>
                    <a:bodyPr/>
                    <a:lstStyle/>
                    <a:p>
                      <a:pPr algn="l" fontAlgn="b">
                        <a:buClr>
                          <a:srgbClr val="000000"/>
                        </a:buClr>
                        <a:buSzPts val="1100"/>
                        <a:buFont typeface="Calibri" panose="020F0502020204030204" pitchFamily="34" charset="0"/>
                        <a:buNone/>
                      </a:pPr>
                      <a:r>
                        <a:rPr lang="en-US" sz="1100" b="0" i="0" u="none" strike="noStrike" dirty="0">
                          <a:solidFill>
                            <a:schemeClr val="tx1"/>
                          </a:solidFill>
                          <a:effectLst/>
                          <a:latin typeface="Calibri" panose="020F0502020204030204" pitchFamily="34" charset="0"/>
                        </a:rPr>
                        <a:t>Molecular Weight</a:t>
                      </a: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rPr>
                        <a:t>Overall</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4367138"/>
                  </a:ext>
                </a:extLst>
              </a:tr>
              <a:tr h="184150">
                <a:tc>
                  <a:txBody>
                    <a:bodyPr/>
                    <a:lstStyle/>
                    <a:p>
                      <a:pPr algn="l" fontAlgn="b">
                        <a:buClr>
                          <a:srgbClr val="000000"/>
                        </a:buClr>
                        <a:buSzPts val="1100"/>
                        <a:buFont typeface="Calibri" panose="020F0502020204030204" pitchFamily="34" charset="0"/>
                        <a:buNone/>
                      </a:pPr>
                      <a:r>
                        <a:rPr lang="en-US" sz="1100" b="0" i="0" u="none" strike="noStrike" dirty="0" err="1">
                          <a:solidFill>
                            <a:schemeClr val="tx1"/>
                          </a:solidFill>
                          <a:effectLst/>
                          <a:latin typeface="Calibri" panose="020F0502020204030204" pitchFamily="34" charset="0"/>
                        </a:rPr>
                        <a:t>PhaseFraction</a:t>
                      </a:r>
                      <a:endParaRPr lang="en-US" sz="1100" b="0" i="0" u="none" strike="noStrike" dirty="0">
                        <a:solidFill>
                          <a:schemeClr val="tx1"/>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a:effectLst/>
                        </a:rPr>
                        <a:t>Overall</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290164"/>
                  </a:ext>
                </a:extLst>
              </a:tr>
              <a:tr h="184150">
                <a:tc>
                  <a:txBody>
                    <a:bodyPr/>
                    <a:lstStyle/>
                    <a:p>
                      <a:pPr algn="l" fontAlgn="b">
                        <a:buClr>
                          <a:srgbClr val="000000"/>
                        </a:buClr>
                        <a:buSzPts val="1100"/>
                        <a:buFont typeface="Calibri" panose="020F0502020204030204" pitchFamily="34" charset="0"/>
                        <a:buNone/>
                      </a:pPr>
                      <a:r>
                        <a:rPr lang="en-US" sz="1100" b="0" i="0" u="none" strike="noStrike" dirty="0" err="1">
                          <a:solidFill>
                            <a:schemeClr val="tx1"/>
                          </a:solidFill>
                          <a:effectLst/>
                          <a:latin typeface="Calibri" panose="020F0502020204030204" pitchFamily="34" charset="0"/>
                        </a:rPr>
                        <a:t>ZFactor</a:t>
                      </a:r>
                      <a:endParaRPr lang="en-US" sz="1100" b="0" i="0" u="none" strike="noStrike" dirty="0">
                        <a:solidFill>
                          <a:schemeClr val="tx1"/>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100" u="none" strike="noStrike" dirty="0" err="1">
                          <a:effectLst/>
                        </a:rPr>
                        <a:t>Vapour</a:t>
                      </a:r>
                      <a:endParaRPr lang="en-US" sz="1100" b="0" i="0" u="none" strike="noStrike" dirty="0">
                        <a:solidFill>
                          <a:srgbClr val="000000"/>
                        </a:solidFill>
                        <a:effectLst/>
                        <a:latin typeface="Calibri" panose="020F0502020204030204" pitchFamily="34" charset="0"/>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356171"/>
                  </a:ext>
                </a:extLst>
              </a:tr>
            </a:tbl>
          </a:graphicData>
        </a:graphic>
      </p:graphicFrame>
      <p:pic>
        <p:nvPicPr>
          <p:cNvPr id="8" name="Picture 7" descr="Graphical user interface, table&#10;&#10;Description automatically generated">
            <a:extLst>
              <a:ext uri="{FF2B5EF4-FFF2-40B4-BE49-F238E27FC236}">
                <a16:creationId xmlns:a16="http://schemas.microsoft.com/office/drawing/2014/main" id="{20A00158-18BD-4429-9D72-00E8144BB98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5286375" y="1773872"/>
            <a:ext cx="5943600" cy="331025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724173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Configuration</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062103"/>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Go to Sentinel Dashboard and Under configuration click on Assets Tab ,Asset configuration page will open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“Asset type configuration” from the “Assets” Dropdown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Expand Process Stream Asset Type and user can see the Imported Thermo Model.</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4" name="Picture 3">
            <a:extLst>
              <a:ext uri="{FF2B5EF4-FFF2-40B4-BE49-F238E27FC236}">
                <a16:creationId xmlns:a16="http://schemas.microsoft.com/office/drawing/2014/main" id="{2DD19D4B-4CE4-4E8D-A6AC-08810FCCD5A4}"/>
              </a:ext>
            </a:extLst>
          </p:cNvPr>
          <p:cNvPicPr>
            <a:picLocks noChangeAspect="1"/>
          </p:cNvPicPr>
          <p:nvPr/>
        </p:nvPicPr>
        <p:blipFill>
          <a:blip r:embed="rId3"/>
          <a:stretch>
            <a:fillRect/>
          </a:stretch>
        </p:blipFill>
        <p:spPr>
          <a:xfrm>
            <a:off x="5219700" y="1166069"/>
            <a:ext cx="6772275" cy="374643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832705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1536FC-432C-4FCB-8959-B627F05E26C7}"/>
              </a:ext>
            </a:extLst>
          </p:cNvPr>
          <p:cNvPicPr>
            <a:picLocks noChangeAspect="1"/>
          </p:cNvPicPr>
          <p:nvPr/>
        </p:nvPicPr>
        <p:blipFill>
          <a:blip r:embed="rId3"/>
          <a:stretch>
            <a:fillRect/>
          </a:stretch>
        </p:blipFill>
        <p:spPr>
          <a:xfrm>
            <a:off x="4993198" y="1166069"/>
            <a:ext cx="6972300" cy="3746434"/>
          </a:xfrm>
          <a:prstGeom prst="rect">
            <a:avLst/>
          </a:prstGeom>
        </p:spPr>
        <p:style>
          <a:lnRef idx="2">
            <a:schemeClr val="dk1"/>
          </a:lnRef>
          <a:fillRef idx="1">
            <a:schemeClr val="lt1"/>
          </a:fillRef>
          <a:effectRef idx="0">
            <a:schemeClr val="dk1"/>
          </a:effectRef>
          <a:fontRef idx="minor">
            <a:schemeClr val="dk1"/>
          </a:fontRef>
        </p:style>
      </p:pic>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1031845"/>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r>
              <a:rPr lang="en-US" sz="2800" b="1" dirty="0">
                <a:latin typeface="+mn-lt"/>
              </a:rPr>
              <a:t>Thermo streams Configuration</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3785652"/>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Go to Sentinel Dashboard and Under configuration click on Assets Tab ,Asset configuration page will open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configuration from the Asset Dropdown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To create a thermo stream asset, select respective parent Asset from Master Hierarchy and click on Create Asset.</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Update the details in Asset Creation Tab like Asset Display Name, Internal Asset Name , Description, Type and Criticality.</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Save . </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Stream will be added under respective Asset.</a:t>
            </a:r>
          </a:p>
          <a:p>
            <a:pPr fontAlgn="base">
              <a:spcAft>
                <a:spcPct val="0"/>
              </a:spcAft>
            </a:pPr>
            <a:r>
              <a:rPr lang="en-AU" altLang="en-US" sz="1600" dirty="0">
                <a:solidFill>
                  <a:schemeClr val="tx1">
                    <a:lumMod val="50000"/>
                  </a:schemeClr>
                </a:solidFill>
                <a:cs typeface="Arial" panose="020B0604020202020204" pitchFamily="34" charset="0"/>
              </a:rPr>
              <a:t> </a:t>
            </a:r>
          </a:p>
        </p:txBody>
      </p:sp>
    </p:spTree>
    <p:extLst>
      <p:ext uri="{BB962C8B-B14F-4D97-AF65-F5344CB8AC3E}">
        <p14:creationId xmlns:p14="http://schemas.microsoft.com/office/powerpoint/2010/main" val="19998357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Module3</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UNISIM MODELS</a:t>
            </a:r>
          </a:p>
        </p:txBody>
      </p:sp>
    </p:spTree>
    <p:extLst>
      <p:ext uri="{BB962C8B-B14F-4D97-AF65-F5344CB8AC3E}">
        <p14:creationId xmlns:p14="http://schemas.microsoft.com/office/powerpoint/2010/main" val="1552555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419449"/>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sz="2800" b="1" dirty="0">
                <a:latin typeface="+mn-lt"/>
              </a:rPr>
              <a:t>UNISIM MODEL CREATION</a:t>
            </a:r>
          </a:p>
        </p:txBody>
      </p:sp>
      <p:pic>
        <p:nvPicPr>
          <p:cNvPr id="3" name="Picture 2">
            <a:extLst>
              <a:ext uri="{FF2B5EF4-FFF2-40B4-BE49-F238E27FC236}">
                <a16:creationId xmlns:a16="http://schemas.microsoft.com/office/drawing/2014/main" id="{277DF619-366E-4942-8425-58893B9D2D2D}"/>
              </a:ext>
            </a:extLst>
          </p:cNvPr>
          <p:cNvPicPr>
            <a:picLocks noChangeAspect="1"/>
          </p:cNvPicPr>
          <p:nvPr/>
        </p:nvPicPr>
        <p:blipFill>
          <a:blip r:embed="rId3"/>
          <a:stretch>
            <a:fillRect/>
          </a:stretch>
        </p:blipFill>
        <p:spPr>
          <a:xfrm>
            <a:off x="4993177" y="1477082"/>
            <a:ext cx="5250905" cy="3495042"/>
          </a:xfrm>
          <a:prstGeom prst="rect">
            <a:avLst/>
          </a:prstGeom>
        </p:spPr>
        <p:style>
          <a:lnRef idx="2">
            <a:schemeClr val="dk1"/>
          </a:lnRef>
          <a:fillRef idx="1">
            <a:schemeClr val="lt1"/>
          </a:fillRef>
          <a:effectRef idx="0">
            <a:schemeClr val="dk1"/>
          </a:effectRef>
          <a:fontRef idx="minor">
            <a:schemeClr val="dk1"/>
          </a:fontRef>
        </p:style>
      </p:pic>
      <p:pic>
        <p:nvPicPr>
          <p:cNvPr id="5" name="Picture 4">
            <a:extLst>
              <a:ext uri="{FF2B5EF4-FFF2-40B4-BE49-F238E27FC236}">
                <a16:creationId xmlns:a16="http://schemas.microsoft.com/office/drawing/2014/main" id="{99063FD5-F96C-4A82-B116-9D32E344A87E}"/>
              </a:ext>
            </a:extLst>
          </p:cNvPr>
          <p:cNvPicPr>
            <a:picLocks noChangeAspect="1"/>
          </p:cNvPicPr>
          <p:nvPr/>
        </p:nvPicPr>
        <p:blipFill>
          <a:blip r:embed="rId4"/>
          <a:stretch>
            <a:fillRect/>
          </a:stretch>
        </p:blipFill>
        <p:spPr>
          <a:xfrm>
            <a:off x="10366316" y="1477082"/>
            <a:ext cx="1825684" cy="4116857"/>
          </a:xfrm>
          <a:prstGeom prst="rect">
            <a:avLst/>
          </a:prstGeom>
          <a:noFill/>
          <a:ln>
            <a:solidFill>
              <a:srgbClr val="00B050"/>
            </a:solidFill>
          </a:ln>
        </p:spPr>
      </p:pic>
      <p:sp>
        <p:nvSpPr>
          <p:cNvPr id="8" name="Rectangle 7">
            <a:extLst>
              <a:ext uri="{FF2B5EF4-FFF2-40B4-BE49-F238E27FC236}">
                <a16:creationId xmlns:a16="http://schemas.microsoft.com/office/drawing/2014/main" id="{DF1FB98C-3209-4C96-A4BA-87104B4FE588}"/>
              </a:ext>
            </a:extLst>
          </p:cNvPr>
          <p:cNvSpPr/>
          <p:nvPr/>
        </p:nvSpPr>
        <p:spPr>
          <a:xfrm>
            <a:off x="10673697" y="4717559"/>
            <a:ext cx="367469" cy="25456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rgbClr val="00B050"/>
              </a:solidFill>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062103"/>
          </a:xfrm>
          <a:prstGeom prst="rect">
            <a:avLst/>
          </a:prstGeom>
        </p:spPr>
        <p:txBody>
          <a:bodyPr wrap="square">
            <a:spAutoFit/>
          </a:bodyPr>
          <a:lstStyle/>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In UAS server, go to Start Menu</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On clicking on the UniSim Design Icon, a new Simulation Basis Manager page will open.</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Click On Add tab and add required components for the process stream</a:t>
            </a:r>
          </a:p>
          <a:p>
            <a:pPr fontAlgn="base">
              <a:spcAft>
                <a:spcPct val="0"/>
              </a:spcAft>
            </a:pPr>
            <a:r>
              <a:rPr lang="en-AU" altLang="en-US" sz="1600" dirty="0">
                <a:solidFill>
                  <a:schemeClr val="tx1">
                    <a:lumMod val="50000"/>
                  </a:schemeClr>
                </a:solidFill>
                <a:cs typeface="Arial" panose="020B0604020202020204" pitchFamily="34" charset="0"/>
              </a:rPr>
              <a:t> </a:t>
            </a:r>
          </a:p>
          <a:p>
            <a:pPr fontAlgn="base">
              <a:spcAft>
                <a:spcPct val="0"/>
              </a:spcAft>
            </a:pPr>
            <a:r>
              <a:rPr lang="en-AU" altLang="en-US" sz="1600" dirty="0">
                <a:solidFill>
                  <a:schemeClr val="tx1">
                    <a:lumMod val="50000"/>
                  </a:schemeClr>
                </a:solidFill>
                <a:cs typeface="Arial" panose="020B0604020202020204" pitchFamily="34" charset="0"/>
              </a:rPr>
              <a:t> </a:t>
            </a:r>
          </a:p>
        </p:txBody>
      </p:sp>
      <p:sp>
        <p:nvSpPr>
          <p:cNvPr id="11" name="Rectangle 10">
            <a:extLst>
              <a:ext uri="{FF2B5EF4-FFF2-40B4-BE49-F238E27FC236}">
                <a16:creationId xmlns:a16="http://schemas.microsoft.com/office/drawing/2014/main" id="{C052E756-A5B9-4F29-A029-9CC91F537647}"/>
              </a:ext>
            </a:extLst>
          </p:cNvPr>
          <p:cNvSpPr/>
          <p:nvPr/>
        </p:nvSpPr>
        <p:spPr>
          <a:xfrm>
            <a:off x="6096000" y="2495371"/>
            <a:ext cx="595357" cy="11109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err="1">
              <a:solidFill>
                <a:schemeClr val="tx1"/>
              </a:solidFill>
            </a:endParaRPr>
          </a:p>
        </p:txBody>
      </p:sp>
    </p:spTree>
    <p:extLst>
      <p:ext uri="{BB962C8B-B14F-4D97-AF65-F5344CB8AC3E}">
        <p14:creationId xmlns:p14="http://schemas.microsoft.com/office/powerpoint/2010/main" val="17064547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542059"/>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endParaRPr lang="en-US" sz="2800" b="1" dirty="0">
              <a:latin typeface="+mn-lt"/>
            </a:endParaRPr>
          </a:p>
          <a:p>
            <a:pPr lvl="1"/>
            <a:r>
              <a:rPr lang="en-US" sz="2800" b="1" dirty="0"/>
              <a:t>UNISIM MODEL CREATION (Cont..)</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062103"/>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required component from components library.</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Pure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Selected components will display</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Name the components Group</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Close </a:t>
            </a:r>
          </a:p>
          <a:p>
            <a:pPr fontAlgn="base">
              <a:spcAft>
                <a:spcPct val="0"/>
              </a:spcAft>
            </a:pPr>
            <a:r>
              <a:rPr lang="en-AU" altLang="en-US" sz="1600" dirty="0">
                <a:solidFill>
                  <a:schemeClr val="tx1">
                    <a:lumMod val="50000"/>
                  </a:schemeClr>
                </a:solidFill>
                <a:cs typeface="Arial" panose="020B0604020202020204" pitchFamily="34" charset="0"/>
              </a:rPr>
              <a:t> </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6" name="Picture 5">
            <a:extLst>
              <a:ext uri="{FF2B5EF4-FFF2-40B4-BE49-F238E27FC236}">
                <a16:creationId xmlns:a16="http://schemas.microsoft.com/office/drawing/2014/main" id="{8E82A928-3CCD-4ABE-9664-7541F764FFB0}"/>
              </a:ext>
            </a:extLst>
          </p:cNvPr>
          <p:cNvPicPr>
            <a:picLocks noChangeAspect="1"/>
          </p:cNvPicPr>
          <p:nvPr/>
        </p:nvPicPr>
        <p:blipFill>
          <a:blip r:embed="rId3"/>
          <a:stretch>
            <a:fillRect/>
          </a:stretch>
        </p:blipFill>
        <p:spPr>
          <a:xfrm>
            <a:off x="4742917" y="1191236"/>
            <a:ext cx="7247094" cy="370138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538185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2800" b="1" dirty="0"/>
          </a:p>
          <a:p>
            <a:pPr lvl="1"/>
            <a:r>
              <a:rPr lang="en-US" sz="2800" b="1" dirty="0"/>
              <a:t>UNISIM MODEL CREATION (Cont..)</a:t>
            </a:r>
          </a:p>
          <a:p>
            <a:endParaRPr lang="en-US" sz="2800" b="1" dirty="0">
              <a:latin typeface="+mn-lt"/>
            </a:endParaRPr>
          </a:p>
        </p:txBody>
      </p:sp>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1815882"/>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The components group is created and shown in “Simulation Basis Manager” page under component Lists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Clicking on Fluid Pkgs tab will open Current Fluid Packages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Tab</a:t>
            </a:r>
          </a:p>
          <a:p>
            <a:pPr fontAlgn="base">
              <a:spcAft>
                <a:spcPct val="0"/>
              </a:spcAft>
            </a:pPr>
            <a:r>
              <a:rPr lang="en-AU" altLang="en-US" sz="1600" dirty="0">
                <a:solidFill>
                  <a:schemeClr val="tx1">
                    <a:lumMod val="50000"/>
                  </a:schemeClr>
                </a:solidFill>
                <a:cs typeface="Arial" panose="020B0604020202020204" pitchFamily="34" charset="0"/>
              </a:rPr>
              <a:t> </a:t>
            </a:r>
          </a:p>
        </p:txBody>
      </p:sp>
      <p:pic>
        <p:nvPicPr>
          <p:cNvPr id="3" name="Picture 2">
            <a:extLst>
              <a:ext uri="{FF2B5EF4-FFF2-40B4-BE49-F238E27FC236}">
                <a16:creationId xmlns:a16="http://schemas.microsoft.com/office/drawing/2014/main" id="{E1D4F149-E67B-46A9-B917-223A9F0C407A}"/>
              </a:ext>
            </a:extLst>
          </p:cNvPr>
          <p:cNvPicPr>
            <a:picLocks noChangeAspect="1"/>
          </p:cNvPicPr>
          <p:nvPr/>
        </p:nvPicPr>
        <p:blipFill>
          <a:blip r:embed="rId3"/>
          <a:stretch>
            <a:fillRect/>
          </a:stretch>
        </p:blipFill>
        <p:spPr>
          <a:xfrm>
            <a:off x="6096000" y="983405"/>
            <a:ext cx="5536304" cy="2800677"/>
          </a:xfrm>
          <a:prstGeom prst="rect">
            <a:avLst/>
          </a:prstGeom>
        </p:spPr>
        <p:style>
          <a:lnRef idx="2">
            <a:schemeClr val="dk1"/>
          </a:lnRef>
          <a:fillRef idx="1">
            <a:schemeClr val="lt1"/>
          </a:fillRef>
          <a:effectRef idx="0">
            <a:schemeClr val="dk1"/>
          </a:effectRef>
          <a:fontRef idx="minor">
            <a:schemeClr val="dk1"/>
          </a:fontRef>
        </p:style>
      </p:pic>
      <p:pic>
        <p:nvPicPr>
          <p:cNvPr id="4" name="Picture 3">
            <a:extLst>
              <a:ext uri="{FF2B5EF4-FFF2-40B4-BE49-F238E27FC236}">
                <a16:creationId xmlns:a16="http://schemas.microsoft.com/office/drawing/2014/main" id="{1CA9776A-E5AF-4DAA-BFA7-ACF166D3EF5B}"/>
              </a:ext>
            </a:extLst>
          </p:cNvPr>
          <p:cNvPicPr>
            <a:picLocks noChangeAspect="1"/>
          </p:cNvPicPr>
          <p:nvPr/>
        </p:nvPicPr>
        <p:blipFill>
          <a:blip r:embed="rId4"/>
          <a:stretch>
            <a:fillRect/>
          </a:stretch>
        </p:blipFill>
        <p:spPr>
          <a:xfrm>
            <a:off x="6096000" y="3917462"/>
            <a:ext cx="5536304" cy="2524046"/>
          </a:xfrm>
          <a:prstGeom prst="rect">
            <a:avLst/>
          </a:prstGeom>
        </p:spPr>
        <p:style>
          <a:lnRef idx="2">
            <a:schemeClr val="dk1"/>
          </a:lnRef>
          <a:fillRef idx="1">
            <a:schemeClr val="lt1"/>
          </a:fillRef>
          <a:effectRef idx="0">
            <a:schemeClr val="dk1"/>
          </a:effectRef>
          <a:fontRef idx="minor">
            <a:schemeClr val="dk1"/>
          </a:fontRef>
        </p:style>
      </p:pic>
      <p:sp>
        <p:nvSpPr>
          <p:cNvPr id="7" name="Arc 6">
            <a:extLst>
              <a:ext uri="{FF2B5EF4-FFF2-40B4-BE49-F238E27FC236}">
                <a16:creationId xmlns:a16="http://schemas.microsoft.com/office/drawing/2014/main" id="{66633475-C214-4598-A66F-76E2DA6DE4C2}"/>
              </a:ext>
            </a:extLst>
          </p:cNvPr>
          <p:cNvSpPr/>
          <p:nvPr/>
        </p:nvSpPr>
        <p:spPr>
          <a:xfrm rot="12495354">
            <a:off x="6743701" y="3175584"/>
            <a:ext cx="558800" cy="820777"/>
          </a:xfrm>
          <a:prstGeom prst="arc">
            <a:avLst>
              <a:gd name="adj1" fmla="val 16200000"/>
              <a:gd name="adj2" fmla="val 2031365"/>
            </a:avLst>
          </a:prstGeom>
          <a:ln w="5715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1617333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1815882"/>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Tab will open Model Selection page</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Required model from the Model Selection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Name the Fluid Package </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close icon.</a:t>
            </a:r>
          </a:p>
          <a:p>
            <a:pPr fontAlgn="base">
              <a:spcAft>
                <a:spcPct val="0"/>
              </a:spcAft>
            </a:pPr>
            <a:r>
              <a:rPr lang="en-AU" altLang="en-US" sz="1600" dirty="0">
                <a:solidFill>
                  <a:schemeClr val="tx1">
                    <a:lumMod val="50000"/>
                  </a:schemeClr>
                </a:solidFill>
                <a:cs typeface="Arial" panose="020B0604020202020204" pitchFamily="34" charset="0"/>
              </a:rPr>
              <a:t> </a:t>
            </a:r>
          </a:p>
        </p:txBody>
      </p:sp>
      <p:sp>
        <p:nvSpPr>
          <p:cNvPr id="26" name="Title 1">
            <a:extLst>
              <a:ext uri="{FF2B5EF4-FFF2-40B4-BE49-F238E27FC236}">
                <a16:creationId xmlns:a16="http://schemas.microsoft.com/office/drawing/2014/main" id="{3E09E5A8-37D8-42AE-BD19-4EB8ACEC3B8E}"/>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2800" b="1" dirty="0"/>
          </a:p>
          <a:p>
            <a:pPr lvl="1"/>
            <a:r>
              <a:rPr lang="en-US" sz="2800" b="1" dirty="0"/>
              <a:t>UNISIM MODEL CREATION (Cont..)</a:t>
            </a:r>
          </a:p>
          <a:p>
            <a:endParaRPr lang="en-US" sz="2800" b="1" dirty="0">
              <a:latin typeface="+mn-lt"/>
            </a:endParaRPr>
          </a:p>
        </p:txBody>
      </p:sp>
      <p:pic>
        <p:nvPicPr>
          <p:cNvPr id="5" name="Picture 4">
            <a:extLst>
              <a:ext uri="{FF2B5EF4-FFF2-40B4-BE49-F238E27FC236}">
                <a16:creationId xmlns:a16="http://schemas.microsoft.com/office/drawing/2014/main" id="{3221588F-C672-4E38-93B8-EC12D945B35E}"/>
              </a:ext>
            </a:extLst>
          </p:cNvPr>
          <p:cNvPicPr>
            <a:picLocks noChangeAspect="1"/>
          </p:cNvPicPr>
          <p:nvPr/>
        </p:nvPicPr>
        <p:blipFill>
          <a:blip r:embed="rId3"/>
          <a:stretch>
            <a:fillRect/>
          </a:stretch>
        </p:blipFill>
        <p:spPr>
          <a:xfrm>
            <a:off x="5801100" y="3695303"/>
            <a:ext cx="5553904" cy="2848865"/>
          </a:xfrm>
          <a:prstGeom prst="rect">
            <a:avLst/>
          </a:prstGeom>
        </p:spPr>
        <p:style>
          <a:lnRef idx="2">
            <a:schemeClr val="dk1"/>
          </a:lnRef>
          <a:fillRef idx="1">
            <a:schemeClr val="lt1"/>
          </a:fillRef>
          <a:effectRef idx="0">
            <a:schemeClr val="dk1"/>
          </a:effectRef>
          <a:fontRef idx="minor">
            <a:schemeClr val="dk1"/>
          </a:fontRef>
        </p:style>
      </p:pic>
      <p:pic>
        <p:nvPicPr>
          <p:cNvPr id="4" name="Picture 3">
            <a:extLst>
              <a:ext uri="{FF2B5EF4-FFF2-40B4-BE49-F238E27FC236}">
                <a16:creationId xmlns:a16="http://schemas.microsoft.com/office/drawing/2014/main" id="{1CA9776A-E5AF-4DAA-BFA7-ACF166D3EF5B}"/>
              </a:ext>
            </a:extLst>
          </p:cNvPr>
          <p:cNvPicPr>
            <a:picLocks noChangeAspect="1"/>
          </p:cNvPicPr>
          <p:nvPr/>
        </p:nvPicPr>
        <p:blipFill>
          <a:blip r:embed="rId4"/>
          <a:stretch>
            <a:fillRect/>
          </a:stretch>
        </p:blipFill>
        <p:spPr>
          <a:xfrm>
            <a:off x="5824245" y="1126164"/>
            <a:ext cx="5536304" cy="2524046"/>
          </a:xfrm>
          <a:prstGeom prst="rect">
            <a:avLst/>
          </a:prstGeom>
        </p:spPr>
        <p:style>
          <a:lnRef idx="2">
            <a:schemeClr val="dk1"/>
          </a:lnRef>
          <a:fillRef idx="1">
            <a:schemeClr val="lt1"/>
          </a:fillRef>
          <a:effectRef idx="0">
            <a:schemeClr val="dk1"/>
          </a:effectRef>
          <a:fontRef idx="minor">
            <a:schemeClr val="dk1"/>
          </a:fontRef>
        </p:style>
      </p:pic>
      <p:sp>
        <p:nvSpPr>
          <p:cNvPr id="7" name="Arc 6">
            <a:extLst>
              <a:ext uri="{FF2B5EF4-FFF2-40B4-BE49-F238E27FC236}">
                <a16:creationId xmlns:a16="http://schemas.microsoft.com/office/drawing/2014/main" id="{66633475-C214-4598-A66F-76E2DA6DE4C2}"/>
              </a:ext>
            </a:extLst>
          </p:cNvPr>
          <p:cNvSpPr/>
          <p:nvPr/>
        </p:nvSpPr>
        <p:spPr>
          <a:xfrm rot="12495354">
            <a:off x="7699749" y="1773287"/>
            <a:ext cx="1785293" cy="2006303"/>
          </a:xfrm>
          <a:prstGeom prst="arc">
            <a:avLst>
              <a:gd name="adj1" fmla="val 16200000"/>
              <a:gd name="adj2" fmla="val 2031365"/>
            </a:avLst>
          </a:prstGeom>
          <a:ln w="57150">
            <a:solidFill>
              <a:srgbClr val="00B05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0724760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AA2C274-EE12-4BCA-9AD8-5CCB736850B3}"/>
              </a:ext>
            </a:extLst>
          </p:cNvPr>
          <p:cNvSpPr/>
          <p:nvPr/>
        </p:nvSpPr>
        <p:spPr>
          <a:xfrm>
            <a:off x="337999" y="1477082"/>
            <a:ext cx="4404918" cy="2308324"/>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Clicking On Object Tab will open Object Selection page</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Stream from the object Selection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Expander from the object Selection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Connect Inlet and Outlet stream to Expander model.</a:t>
            </a:r>
          </a:p>
          <a:p>
            <a:pPr fontAlgn="base">
              <a:spcAft>
                <a:spcPct val="0"/>
              </a:spcAft>
            </a:pPr>
            <a:r>
              <a:rPr lang="en-AU" altLang="en-US" sz="1600" dirty="0">
                <a:solidFill>
                  <a:schemeClr val="tx1">
                    <a:lumMod val="50000"/>
                  </a:schemeClr>
                </a:solidFill>
                <a:cs typeface="Arial" panose="020B0604020202020204" pitchFamily="34" charset="0"/>
              </a:rPr>
              <a:t> </a:t>
            </a:r>
          </a:p>
        </p:txBody>
      </p:sp>
      <p:sp>
        <p:nvSpPr>
          <p:cNvPr id="7" name="Arc 6">
            <a:extLst>
              <a:ext uri="{FF2B5EF4-FFF2-40B4-BE49-F238E27FC236}">
                <a16:creationId xmlns:a16="http://schemas.microsoft.com/office/drawing/2014/main" id="{66633475-C214-4598-A66F-76E2DA6DE4C2}"/>
              </a:ext>
            </a:extLst>
          </p:cNvPr>
          <p:cNvSpPr/>
          <p:nvPr/>
        </p:nvSpPr>
        <p:spPr>
          <a:xfrm rot="8162432">
            <a:off x="7808117" y="739769"/>
            <a:ext cx="2516042" cy="2006303"/>
          </a:xfrm>
          <a:prstGeom prst="arc">
            <a:avLst>
              <a:gd name="adj1" fmla="val 16200000"/>
              <a:gd name="adj2" fmla="val 2031365"/>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Title 1">
            <a:extLst>
              <a:ext uri="{FF2B5EF4-FFF2-40B4-BE49-F238E27FC236}">
                <a16:creationId xmlns:a16="http://schemas.microsoft.com/office/drawing/2014/main" id="{3E09E5A8-37D8-42AE-BD19-4EB8ACEC3B8E}"/>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2800" b="1" dirty="0"/>
          </a:p>
          <a:p>
            <a:pPr lvl="1"/>
            <a:r>
              <a:rPr lang="en-US" sz="2800" b="1" dirty="0"/>
              <a:t>UNISIM MODEL CREATION (Cont..)</a:t>
            </a:r>
          </a:p>
          <a:p>
            <a:endParaRPr lang="en-US" sz="2800" b="1" dirty="0">
              <a:latin typeface="+mn-lt"/>
            </a:endParaRPr>
          </a:p>
        </p:txBody>
      </p:sp>
      <p:pic>
        <p:nvPicPr>
          <p:cNvPr id="10" name="Picture 9">
            <a:extLst>
              <a:ext uri="{FF2B5EF4-FFF2-40B4-BE49-F238E27FC236}">
                <a16:creationId xmlns:a16="http://schemas.microsoft.com/office/drawing/2014/main" id="{B1399D7A-F7E8-4A79-B1C2-348976111D8E}"/>
              </a:ext>
            </a:extLst>
          </p:cNvPr>
          <p:cNvPicPr>
            <a:picLocks noChangeAspect="1"/>
          </p:cNvPicPr>
          <p:nvPr/>
        </p:nvPicPr>
        <p:blipFill>
          <a:blip r:embed="rId3"/>
          <a:stretch>
            <a:fillRect/>
          </a:stretch>
        </p:blipFill>
        <p:spPr>
          <a:xfrm>
            <a:off x="5935096" y="1181491"/>
            <a:ext cx="5966544" cy="495976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24289805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25CC6B-B958-4611-AF53-91251DC59B34}"/>
              </a:ext>
            </a:extLst>
          </p:cNvPr>
          <p:cNvPicPr>
            <a:picLocks noChangeAspect="1"/>
          </p:cNvPicPr>
          <p:nvPr/>
        </p:nvPicPr>
        <p:blipFill>
          <a:blip r:embed="rId3"/>
          <a:stretch>
            <a:fillRect/>
          </a:stretch>
        </p:blipFill>
        <p:spPr>
          <a:xfrm>
            <a:off x="6135316" y="915471"/>
            <a:ext cx="5486400" cy="4657725"/>
          </a:xfrm>
          <a:prstGeom prst="rect">
            <a:avLst/>
          </a:prstGeom>
        </p:spPr>
        <p:style>
          <a:lnRef idx="2">
            <a:schemeClr val="dk1"/>
          </a:lnRef>
          <a:fillRef idx="1">
            <a:schemeClr val="lt1"/>
          </a:fillRef>
          <a:effectRef idx="0">
            <a:schemeClr val="dk1"/>
          </a:effectRef>
          <a:fontRef idx="minor">
            <a:schemeClr val="dk1"/>
          </a:fontRef>
        </p:style>
      </p:pic>
      <p:sp>
        <p:nvSpPr>
          <p:cNvPr id="9" name="Rectangle 8">
            <a:extLst>
              <a:ext uri="{FF2B5EF4-FFF2-40B4-BE49-F238E27FC236}">
                <a16:creationId xmlns:a16="http://schemas.microsoft.com/office/drawing/2014/main" id="{BAA2C274-EE12-4BCA-9AD8-5CCB736850B3}"/>
              </a:ext>
            </a:extLst>
          </p:cNvPr>
          <p:cNvSpPr/>
          <p:nvPr/>
        </p:nvSpPr>
        <p:spPr>
          <a:xfrm>
            <a:off x="512116" y="698368"/>
            <a:ext cx="5544569" cy="1815882"/>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Inlet Streams to update inlet conditions like Temperature, Pressure ,Flow and composition</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Outlet Streams to update Outlet conditions like Temperature, Pressure and composition</a:t>
            </a:r>
          </a:p>
          <a:p>
            <a:pPr marL="342900" indent="-342900" fontAlgn="base">
              <a:spcAft>
                <a:spcPct val="0"/>
              </a:spcAft>
              <a:buFont typeface="+mj-lt"/>
              <a:buAutoNum type="alphaLcParenR"/>
            </a:pPr>
            <a:endParaRPr lang="en-AU" altLang="en-US" sz="1600" dirty="0">
              <a:solidFill>
                <a:schemeClr val="tx1">
                  <a:lumMod val="50000"/>
                </a:schemeClr>
              </a:solidFill>
              <a:cs typeface="Arial" panose="020B0604020202020204" pitchFamily="34" charset="0"/>
            </a:endParaRP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run icon          to run the model.</a:t>
            </a:r>
          </a:p>
          <a:p>
            <a:pPr fontAlgn="base">
              <a:spcAft>
                <a:spcPct val="0"/>
              </a:spcAft>
            </a:pPr>
            <a:r>
              <a:rPr lang="en-AU" altLang="en-US" sz="1600" dirty="0">
                <a:solidFill>
                  <a:schemeClr val="tx1">
                    <a:lumMod val="50000"/>
                  </a:schemeClr>
                </a:solidFill>
                <a:cs typeface="Arial" panose="020B0604020202020204" pitchFamily="34" charset="0"/>
              </a:rPr>
              <a:t> </a:t>
            </a:r>
          </a:p>
        </p:txBody>
      </p:sp>
      <p:sp>
        <p:nvSpPr>
          <p:cNvPr id="26" name="Title 1">
            <a:extLst>
              <a:ext uri="{FF2B5EF4-FFF2-40B4-BE49-F238E27FC236}">
                <a16:creationId xmlns:a16="http://schemas.microsoft.com/office/drawing/2014/main" id="{3E09E5A8-37D8-42AE-BD19-4EB8ACEC3B8E}"/>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UNISIM MODEL CREATION (Cont..)</a:t>
            </a:r>
          </a:p>
        </p:txBody>
      </p:sp>
      <p:pic>
        <p:nvPicPr>
          <p:cNvPr id="5" name="Picture 4">
            <a:extLst>
              <a:ext uri="{FF2B5EF4-FFF2-40B4-BE49-F238E27FC236}">
                <a16:creationId xmlns:a16="http://schemas.microsoft.com/office/drawing/2014/main" id="{F3B13BC4-22BC-48AA-A025-C335DBC278A4}"/>
              </a:ext>
            </a:extLst>
          </p:cNvPr>
          <p:cNvPicPr>
            <a:picLocks noChangeAspect="1"/>
          </p:cNvPicPr>
          <p:nvPr/>
        </p:nvPicPr>
        <p:blipFill>
          <a:blip r:embed="rId4"/>
          <a:stretch>
            <a:fillRect/>
          </a:stretch>
        </p:blipFill>
        <p:spPr>
          <a:xfrm>
            <a:off x="2524413" y="1825384"/>
            <a:ext cx="419100" cy="438150"/>
          </a:xfrm>
          <a:prstGeom prst="rect">
            <a:avLst/>
          </a:prstGeom>
        </p:spPr>
      </p:pic>
    </p:spTree>
    <p:extLst>
      <p:ext uri="{BB962C8B-B14F-4D97-AF65-F5344CB8AC3E}">
        <p14:creationId xmlns:p14="http://schemas.microsoft.com/office/powerpoint/2010/main" val="24097384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AA2C274-EE12-4BCA-9AD8-5CCB736850B3}"/>
              </a:ext>
            </a:extLst>
          </p:cNvPr>
          <p:cNvSpPr/>
          <p:nvPr/>
        </p:nvSpPr>
        <p:spPr>
          <a:xfrm>
            <a:off x="526398" y="814733"/>
            <a:ext cx="4404918" cy="1569660"/>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Clicking On Tools Tab will open Tools Selection page</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Databook from Tools Selection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Variable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Insert Inlet ,Outlet stream required inputs and Model output by  clicking Insert Tab.</a:t>
            </a:r>
          </a:p>
        </p:txBody>
      </p:sp>
      <p:sp>
        <p:nvSpPr>
          <p:cNvPr id="26" name="Title 1">
            <a:extLst>
              <a:ext uri="{FF2B5EF4-FFF2-40B4-BE49-F238E27FC236}">
                <a16:creationId xmlns:a16="http://schemas.microsoft.com/office/drawing/2014/main" id="{3E09E5A8-37D8-42AE-BD19-4EB8ACEC3B8E}"/>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UNISIM MODEL CREATION (Cont..)</a:t>
            </a:r>
          </a:p>
        </p:txBody>
      </p:sp>
      <p:pic>
        <p:nvPicPr>
          <p:cNvPr id="2" name="Picture 1">
            <a:extLst>
              <a:ext uri="{FF2B5EF4-FFF2-40B4-BE49-F238E27FC236}">
                <a16:creationId xmlns:a16="http://schemas.microsoft.com/office/drawing/2014/main" id="{CC687D0D-5A50-46CB-B094-71814DA1DFE8}"/>
              </a:ext>
            </a:extLst>
          </p:cNvPr>
          <p:cNvPicPr>
            <a:picLocks noChangeAspect="1"/>
          </p:cNvPicPr>
          <p:nvPr/>
        </p:nvPicPr>
        <p:blipFill>
          <a:blip r:embed="rId3"/>
          <a:stretch>
            <a:fillRect/>
          </a:stretch>
        </p:blipFill>
        <p:spPr>
          <a:xfrm>
            <a:off x="6803312" y="853392"/>
            <a:ext cx="5069820" cy="2996439"/>
          </a:xfrm>
          <a:prstGeom prst="rect">
            <a:avLst/>
          </a:prstGeom>
        </p:spPr>
        <p:style>
          <a:lnRef idx="2">
            <a:schemeClr val="dk1"/>
          </a:lnRef>
          <a:fillRef idx="1">
            <a:schemeClr val="lt1"/>
          </a:fillRef>
          <a:effectRef idx="0">
            <a:schemeClr val="dk1"/>
          </a:effectRef>
          <a:fontRef idx="minor">
            <a:schemeClr val="dk1"/>
          </a:fontRef>
        </p:style>
      </p:pic>
      <p:sp>
        <p:nvSpPr>
          <p:cNvPr id="7" name="Arc 6">
            <a:extLst>
              <a:ext uri="{FF2B5EF4-FFF2-40B4-BE49-F238E27FC236}">
                <a16:creationId xmlns:a16="http://schemas.microsoft.com/office/drawing/2014/main" id="{66633475-C214-4598-A66F-76E2DA6DE4C2}"/>
              </a:ext>
            </a:extLst>
          </p:cNvPr>
          <p:cNvSpPr/>
          <p:nvPr/>
        </p:nvSpPr>
        <p:spPr>
          <a:xfrm rot="13293100">
            <a:off x="7868566" y="2098669"/>
            <a:ext cx="2516042" cy="2006303"/>
          </a:xfrm>
          <a:prstGeom prst="arc">
            <a:avLst>
              <a:gd name="adj1" fmla="val 16200000"/>
              <a:gd name="adj2" fmla="val 2031365"/>
            </a:avLst>
          </a:prstGeom>
          <a:ln w="57150">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5" name="Picture 4">
            <a:extLst>
              <a:ext uri="{FF2B5EF4-FFF2-40B4-BE49-F238E27FC236}">
                <a16:creationId xmlns:a16="http://schemas.microsoft.com/office/drawing/2014/main" id="{93DD8739-41F6-4065-8B7C-F51FE098D42E}"/>
              </a:ext>
            </a:extLst>
          </p:cNvPr>
          <p:cNvPicPr>
            <a:picLocks noChangeAspect="1"/>
          </p:cNvPicPr>
          <p:nvPr/>
        </p:nvPicPr>
        <p:blipFill>
          <a:blip r:embed="rId4"/>
          <a:stretch>
            <a:fillRect/>
          </a:stretch>
        </p:blipFill>
        <p:spPr>
          <a:xfrm>
            <a:off x="6803312" y="3924102"/>
            <a:ext cx="5069820" cy="2537472"/>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4961916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AA2C274-EE12-4BCA-9AD8-5CCB736850B3}"/>
              </a:ext>
            </a:extLst>
          </p:cNvPr>
          <p:cNvSpPr/>
          <p:nvPr/>
        </p:nvSpPr>
        <p:spPr>
          <a:xfrm>
            <a:off x="526398" y="814733"/>
            <a:ext cx="4404918" cy="1077218"/>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Select Process Data Tables</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Click on Add tab</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Create Input</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Create Output</a:t>
            </a:r>
          </a:p>
        </p:txBody>
      </p:sp>
      <p:sp>
        <p:nvSpPr>
          <p:cNvPr id="26" name="Title 1">
            <a:extLst>
              <a:ext uri="{FF2B5EF4-FFF2-40B4-BE49-F238E27FC236}">
                <a16:creationId xmlns:a16="http://schemas.microsoft.com/office/drawing/2014/main" id="{3E09E5A8-37D8-42AE-BD19-4EB8ACEC3B8E}"/>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endParaRPr lang="en-US" sz="2800" b="1" dirty="0"/>
          </a:p>
          <a:p>
            <a:pPr lvl="1"/>
            <a:r>
              <a:rPr lang="en-US" sz="2800" b="1" dirty="0"/>
              <a:t>UNISIM MODEL CREATION (Cont..)</a:t>
            </a:r>
          </a:p>
          <a:p>
            <a:endParaRPr lang="en-US" sz="2800" b="1" dirty="0">
              <a:latin typeface="+mn-lt"/>
            </a:endParaRPr>
          </a:p>
        </p:txBody>
      </p:sp>
      <p:pic>
        <p:nvPicPr>
          <p:cNvPr id="4" name="Picture 3">
            <a:extLst>
              <a:ext uri="{FF2B5EF4-FFF2-40B4-BE49-F238E27FC236}">
                <a16:creationId xmlns:a16="http://schemas.microsoft.com/office/drawing/2014/main" id="{B23E0A6B-7047-4CC4-A5B5-5ED7CEB3DF2F}"/>
              </a:ext>
            </a:extLst>
          </p:cNvPr>
          <p:cNvPicPr>
            <a:picLocks noChangeAspect="1"/>
          </p:cNvPicPr>
          <p:nvPr/>
        </p:nvPicPr>
        <p:blipFill>
          <a:blip r:embed="rId3"/>
          <a:stretch>
            <a:fillRect/>
          </a:stretch>
        </p:blipFill>
        <p:spPr>
          <a:xfrm>
            <a:off x="132976" y="2621515"/>
            <a:ext cx="11872127" cy="334068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8066877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AA2C274-EE12-4BCA-9AD8-5CCB736850B3}"/>
              </a:ext>
            </a:extLst>
          </p:cNvPr>
          <p:cNvSpPr/>
          <p:nvPr/>
        </p:nvSpPr>
        <p:spPr>
          <a:xfrm>
            <a:off x="526398" y="814733"/>
            <a:ext cx="4404918" cy="830997"/>
          </a:xfrm>
          <a:prstGeom prst="rect">
            <a:avLst/>
          </a:prstGeom>
        </p:spPr>
        <p:txBody>
          <a:bodyPr wrap="square">
            <a:spAutoFit/>
          </a:bodyPr>
          <a:lstStyle/>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Sentinel Tag</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USD Tag</a:t>
            </a:r>
          </a:p>
          <a:p>
            <a:pPr marL="342900" indent="-342900" fontAlgn="base">
              <a:spcAft>
                <a:spcPct val="0"/>
              </a:spcAft>
              <a:buFont typeface="+mj-lt"/>
              <a:buAutoNum type="alphaLcParenR"/>
            </a:pPr>
            <a:r>
              <a:rPr lang="en-AU" altLang="en-US" sz="1600" dirty="0">
                <a:solidFill>
                  <a:schemeClr val="tx1">
                    <a:lumMod val="50000"/>
                  </a:schemeClr>
                </a:solidFill>
                <a:cs typeface="Arial" panose="020B0604020202020204" pitchFamily="34" charset="0"/>
              </a:rPr>
              <a:t>Sentinel to USD Tag Mapping</a:t>
            </a:r>
          </a:p>
        </p:txBody>
      </p:sp>
      <p:sp>
        <p:nvSpPr>
          <p:cNvPr id="26" name="Title 1">
            <a:extLst>
              <a:ext uri="{FF2B5EF4-FFF2-40B4-BE49-F238E27FC236}">
                <a16:creationId xmlns:a16="http://schemas.microsoft.com/office/drawing/2014/main" id="{3E09E5A8-37D8-42AE-BD19-4EB8ACEC3B8E}"/>
              </a:ext>
            </a:extLst>
          </p:cNvPr>
          <p:cNvSpPr txBox="1">
            <a:spLocks/>
          </p:cNvSpPr>
          <p:nvPr/>
        </p:nvSpPr>
        <p:spPr>
          <a:xfrm>
            <a:off x="132976" y="134224"/>
            <a:ext cx="11292829" cy="455947"/>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UNISIM –UAS TAG MAPPING</a:t>
            </a:r>
          </a:p>
        </p:txBody>
      </p:sp>
      <p:pic>
        <p:nvPicPr>
          <p:cNvPr id="2" name="Picture 1">
            <a:extLst>
              <a:ext uri="{FF2B5EF4-FFF2-40B4-BE49-F238E27FC236}">
                <a16:creationId xmlns:a16="http://schemas.microsoft.com/office/drawing/2014/main" id="{7400221B-8A07-4813-8016-185CC0FE0C2F}"/>
              </a:ext>
            </a:extLst>
          </p:cNvPr>
          <p:cNvPicPr>
            <a:picLocks noChangeAspect="1"/>
          </p:cNvPicPr>
          <p:nvPr/>
        </p:nvPicPr>
        <p:blipFill>
          <a:blip r:embed="rId3"/>
          <a:stretch>
            <a:fillRect/>
          </a:stretch>
        </p:blipFill>
        <p:spPr>
          <a:xfrm>
            <a:off x="526398" y="2292056"/>
            <a:ext cx="10741269" cy="2486643"/>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38326289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70296"/>
            <a:ext cx="1008380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UNISIM ASSETS AND ERROR CODES</a:t>
            </a:r>
          </a:p>
        </p:txBody>
      </p:sp>
      <p:sp>
        <p:nvSpPr>
          <p:cNvPr id="3" name="Rectangle 2">
            <a:extLst>
              <a:ext uri="{FF2B5EF4-FFF2-40B4-BE49-F238E27FC236}">
                <a16:creationId xmlns:a16="http://schemas.microsoft.com/office/drawing/2014/main" id="{515D3F38-EBFC-4E9C-984A-D9EC7D75FB32}"/>
              </a:ext>
            </a:extLst>
          </p:cNvPr>
          <p:cNvSpPr/>
          <p:nvPr/>
        </p:nvSpPr>
        <p:spPr>
          <a:xfrm>
            <a:off x="389467" y="883508"/>
            <a:ext cx="9423400" cy="3046988"/>
          </a:xfrm>
          <a:prstGeom prst="rect">
            <a:avLst/>
          </a:prstGeom>
        </p:spPr>
        <p:txBody>
          <a:bodyPr wrap="square">
            <a:spAutoFit/>
          </a:bodyPr>
          <a:lstStyle/>
          <a:p>
            <a:r>
              <a:rPr lang="en-US" sz="1600" b="1" dirty="0"/>
              <a:t>Execution Mode</a:t>
            </a:r>
          </a:p>
          <a:p>
            <a:r>
              <a:rPr lang="en-US" sz="1600" dirty="0"/>
              <a:t>The following are the possible values for the execution mode attribute in UniSim Interface</a:t>
            </a:r>
          </a:p>
          <a:p>
            <a:r>
              <a:rPr lang="en-US" sz="1600" dirty="0"/>
              <a:t>asset.</a:t>
            </a:r>
          </a:p>
          <a:p>
            <a:r>
              <a:rPr lang="en-US" sz="1600" dirty="0"/>
              <a:t>o CALCULATION Run In Progress = 9</a:t>
            </a:r>
          </a:p>
          <a:p>
            <a:r>
              <a:rPr lang="en-US" sz="1600" dirty="0"/>
              <a:t>o CALCULATION Run returned SUCCESS = 12</a:t>
            </a:r>
          </a:p>
          <a:p>
            <a:r>
              <a:rPr lang="en-US" sz="1600" dirty="0"/>
              <a:t>o CALCULATION Run ERROR or not converged= 11</a:t>
            </a:r>
          </a:p>
          <a:p>
            <a:r>
              <a:rPr lang="en-US" sz="1600" dirty="0"/>
              <a:t>o CALCULATION Run </a:t>
            </a:r>
            <a:r>
              <a:rPr lang="en-US" sz="1600" dirty="0" err="1"/>
              <a:t>Timedout</a:t>
            </a:r>
            <a:r>
              <a:rPr lang="en-US" sz="1600" dirty="0"/>
              <a:t> = 10</a:t>
            </a:r>
          </a:p>
          <a:p>
            <a:r>
              <a:rPr lang="en-US" sz="1600" b="1" dirty="0"/>
              <a:t>Error Status</a:t>
            </a:r>
          </a:p>
          <a:p>
            <a:r>
              <a:rPr lang="en-US" sz="1600" dirty="0"/>
              <a:t>The follow are the possible values for the Error Status attribute in UniSim Interface asset.</a:t>
            </a:r>
          </a:p>
          <a:p>
            <a:r>
              <a:rPr lang="en-US" sz="1600" dirty="0"/>
              <a:t>o Not Converged =13</a:t>
            </a:r>
          </a:p>
          <a:p>
            <a:r>
              <a:rPr lang="en-US" sz="1600" dirty="0"/>
              <a:t>o Success =1</a:t>
            </a:r>
          </a:p>
          <a:p>
            <a:r>
              <a:rPr lang="en-US" sz="1600" dirty="0"/>
              <a:t>o Timed out = 20</a:t>
            </a:r>
          </a:p>
        </p:txBody>
      </p:sp>
    </p:spTree>
    <p:extLst>
      <p:ext uri="{BB962C8B-B14F-4D97-AF65-F5344CB8AC3E}">
        <p14:creationId xmlns:p14="http://schemas.microsoft.com/office/powerpoint/2010/main" val="37113142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Module3</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EMBEDDED PHD</a:t>
            </a:r>
          </a:p>
        </p:txBody>
      </p:sp>
    </p:spTree>
    <p:extLst>
      <p:ext uri="{BB962C8B-B14F-4D97-AF65-F5344CB8AC3E}">
        <p14:creationId xmlns:p14="http://schemas.microsoft.com/office/powerpoint/2010/main" val="19870914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303348" y="151188"/>
            <a:ext cx="7254481"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PHD TAG CONFIGURATION</a:t>
            </a:r>
          </a:p>
        </p:txBody>
      </p:sp>
      <p:pic>
        <p:nvPicPr>
          <p:cNvPr id="3" name="Picture 2">
            <a:extLst>
              <a:ext uri="{FF2B5EF4-FFF2-40B4-BE49-F238E27FC236}">
                <a16:creationId xmlns:a16="http://schemas.microsoft.com/office/drawing/2014/main" id="{2477B826-88C9-48ED-BA7B-EC87BC3DA1F2}"/>
              </a:ext>
            </a:extLst>
          </p:cNvPr>
          <p:cNvPicPr>
            <a:picLocks noChangeAspect="1"/>
          </p:cNvPicPr>
          <p:nvPr/>
        </p:nvPicPr>
        <p:blipFill>
          <a:blip r:embed="rId3"/>
          <a:stretch>
            <a:fillRect/>
          </a:stretch>
        </p:blipFill>
        <p:spPr>
          <a:xfrm>
            <a:off x="914400" y="2538742"/>
            <a:ext cx="9601200" cy="4025551"/>
          </a:xfrm>
          <a:prstGeom prst="rect">
            <a:avLst/>
          </a:prstGeom>
        </p:spPr>
        <p:style>
          <a:lnRef idx="2">
            <a:schemeClr val="dk1"/>
          </a:lnRef>
          <a:fillRef idx="1">
            <a:schemeClr val="lt1"/>
          </a:fillRef>
          <a:effectRef idx="0">
            <a:schemeClr val="dk1"/>
          </a:effectRef>
          <a:fontRef idx="minor">
            <a:schemeClr val="dk1"/>
          </a:fontRef>
        </p:style>
      </p:pic>
      <p:sp>
        <p:nvSpPr>
          <p:cNvPr id="4" name="Rectangle 3">
            <a:extLst>
              <a:ext uri="{FF2B5EF4-FFF2-40B4-BE49-F238E27FC236}">
                <a16:creationId xmlns:a16="http://schemas.microsoft.com/office/drawing/2014/main" id="{2E808609-A694-4EE4-A6BF-C2CCF4108833}"/>
              </a:ext>
            </a:extLst>
          </p:cNvPr>
          <p:cNvSpPr/>
          <p:nvPr/>
        </p:nvSpPr>
        <p:spPr>
          <a:xfrm>
            <a:off x="147498" y="969082"/>
            <a:ext cx="11434902" cy="1815882"/>
          </a:xfrm>
          <a:prstGeom prst="rect">
            <a:avLst/>
          </a:prstGeom>
        </p:spPr>
        <p:txBody>
          <a:bodyPr wrap="square">
            <a:spAutoFit/>
          </a:bodyPr>
          <a:lstStyle/>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PHD Tag configuration will be done by using Bulk Configuration Tool.</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Below Screenshot will give an idea how the configuration of calculation output values stored in Embedded PHD.</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Once Tag name is given with respect to each calculation output Attributes, Change the action column state “None” to “Update”.</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Click on “Publish this Sheet” tab to update the configuration and create the PHD tags.</a:t>
            </a:r>
          </a:p>
          <a:p>
            <a:pPr fontAlgn="base">
              <a:spcAft>
                <a:spcPct val="0"/>
              </a:spcAft>
            </a:pPr>
            <a:r>
              <a:rPr lang="en-AU" altLang="en-US" sz="1600" dirty="0">
                <a:solidFill>
                  <a:schemeClr val="tx1">
                    <a:lumMod val="50000"/>
                  </a:schemeClr>
                </a:solidFill>
                <a:cs typeface="Arial" panose="020B0604020202020204" pitchFamily="34" charset="0"/>
              </a:rPr>
              <a:t> </a:t>
            </a:r>
          </a:p>
          <a:p>
            <a:pPr fontAlgn="base">
              <a:spcAft>
                <a:spcPct val="0"/>
              </a:spcAft>
            </a:pPr>
            <a:r>
              <a:rPr lang="en-AU" altLang="en-US" sz="1600" dirty="0">
                <a:solidFill>
                  <a:schemeClr val="tx1">
                    <a:lumMod val="50000"/>
                  </a:schemeClr>
                </a:solidFill>
                <a:cs typeface="Arial" panose="020B0604020202020204" pitchFamily="34" charset="0"/>
              </a:rPr>
              <a:t> </a:t>
            </a:r>
          </a:p>
        </p:txBody>
      </p:sp>
    </p:spTree>
    <p:extLst>
      <p:ext uri="{BB962C8B-B14F-4D97-AF65-F5344CB8AC3E}">
        <p14:creationId xmlns:p14="http://schemas.microsoft.com/office/powerpoint/2010/main" val="16505789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63888"/>
            <a:ext cx="576580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PHD MONITORING</a:t>
            </a:r>
          </a:p>
        </p:txBody>
      </p:sp>
      <p:sp>
        <p:nvSpPr>
          <p:cNvPr id="3" name="Rectangle 2">
            <a:extLst>
              <a:ext uri="{FF2B5EF4-FFF2-40B4-BE49-F238E27FC236}">
                <a16:creationId xmlns:a16="http://schemas.microsoft.com/office/drawing/2014/main" id="{454E41F7-55A3-4730-8FFB-00C70A42A573}"/>
              </a:ext>
            </a:extLst>
          </p:cNvPr>
          <p:cNvSpPr/>
          <p:nvPr/>
        </p:nvSpPr>
        <p:spPr>
          <a:xfrm>
            <a:off x="147498" y="969082"/>
            <a:ext cx="11434902" cy="1077218"/>
          </a:xfrm>
          <a:prstGeom prst="rect">
            <a:avLst/>
          </a:prstGeom>
        </p:spPr>
        <p:txBody>
          <a:bodyPr wrap="square">
            <a:spAutoFit/>
          </a:bodyPr>
          <a:lstStyle/>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User can Check the Configured PHD Tags by Using Command Prompt</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Go To Start Menu, Open Command prompt as an administrator</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Type PHDMAN and click enter</a:t>
            </a:r>
          </a:p>
          <a:p>
            <a:pPr marL="285750" indent="-285750" fontAlgn="base">
              <a:spcAft>
                <a:spcPct val="0"/>
              </a:spcAft>
              <a:buFont typeface="Arial" panose="020B0604020202020204" pitchFamily="34" charset="0"/>
              <a:buChar char="•"/>
            </a:pPr>
            <a:r>
              <a:rPr lang="en-AU" altLang="en-US" sz="1600" dirty="0">
                <a:solidFill>
                  <a:schemeClr val="tx1">
                    <a:lumMod val="50000"/>
                  </a:schemeClr>
                </a:solidFill>
                <a:cs typeface="Arial" panose="020B0604020202020204" pitchFamily="34" charset="0"/>
              </a:rPr>
              <a:t>Type “mon que &lt;Tag Name&gt;” and click enter</a:t>
            </a:r>
          </a:p>
        </p:txBody>
      </p:sp>
      <p:pic>
        <p:nvPicPr>
          <p:cNvPr id="4" name="Picture 3">
            <a:extLst>
              <a:ext uri="{FF2B5EF4-FFF2-40B4-BE49-F238E27FC236}">
                <a16:creationId xmlns:a16="http://schemas.microsoft.com/office/drawing/2014/main" id="{134D6D04-60CC-46C8-90C7-28502D92C811}"/>
              </a:ext>
            </a:extLst>
          </p:cNvPr>
          <p:cNvPicPr>
            <a:picLocks noChangeAspect="1"/>
          </p:cNvPicPr>
          <p:nvPr/>
        </p:nvPicPr>
        <p:blipFill>
          <a:blip r:embed="rId3"/>
          <a:stretch>
            <a:fillRect/>
          </a:stretch>
        </p:blipFill>
        <p:spPr>
          <a:xfrm>
            <a:off x="211666" y="2046300"/>
            <a:ext cx="6249381" cy="3676107"/>
          </a:xfrm>
          <a:prstGeom prst="rect">
            <a:avLst/>
          </a:prstGeom>
        </p:spPr>
      </p:pic>
      <p:pic>
        <p:nvPicPr>
          <p:cNvPr id="5" name="Picture 4">
            <a:extLst>
              <a:ext uri="{FF2B5EF4-FFF2-40B4-BE49-F238E27FC236}">
                <a16:creationId xmlns:a16="http://schemas.microsoft.com/office/drawing/2014/main" id="{93F150EB-FD11-47E3-AD37-ADC1F543896B}"/>
              </a:ext>
            </a:extLst>
          </p:cNvPr>
          <p:cNvPicPr>
            <a:picLocks noChangeAspect="1"/>
          </p:cNvPicPr>
          <p:nvPr/>
        </p:nvPicPr>
        <p:blipFill>
          <a:blip r:embed="rId4"/>
          <a:stretch>
            <a:fillRect/>
          </a:stretch>
        </p:blipFill>
        <p:spPr>
          <a:xfrm>
            <a:off x="6544733" y="2043490"/>
            <a:ext cx="5435600" cy="3693487"/>
          </a:xfrm>
          <a:prstGeom prst="rect">
            <a:avLst/>
          </a:prstGeom>
        </p:spPr>
      </p:pic>
    </p:spTree>
    <p:extLst>
      <p:ext uri="{BB962C8B-B14F-4D97-AF65-F5344CB8AC3E}">
        <p14:creationId xmlns:p14="http://schemas.microsoft.com/office/powerpoint/2010/main" val="6027282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97089" y="193733"/>
            <a:ext cx="4650014"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ASSET METRICS</a:t>
            </a:r>
          </a:p>
        </p:txBody>
      </p:sp>
      <p:sp>
        <p:nvSpPr>
          <p:cNvPr id="3" name="Rectangle 2">
            <a:extLst>
              <a:ext uri="{FF2B5EF4-FFF2-40B4-BE49-F238E27FC236}">
                <a16:creationId xmlns:a16="http://schemas.microsoft.com/office/drawing/2014/main" id="{154D30D8-61EE-422A-B68B-793D58595FF3}"/>
              </a:ext>
            </a:extLst>
          </p:cNvPr>
          <p:cNvSpPr/>
          <p:nvPr/>
        </p:nvSpPr>
        <p:spPr>
          <a:xfrm>
            <a:off x="295275" y="1018312"/>
            <a:ext cx="11010900" cy="3077766"/>
          </a:xfrm>
          <a:prstGeom prst="rect">
            <a:avLst/>
          </a:prstGeom>
        </p:spPr>
        <p:txBody>
          <a:bodyPr wrap="square">
            <a:spAutoFit/>
          </a:bodyPr>
          <a:lstStyle/>
          <a:p>
            <a:pPr marL="285750" indent="-285750">
              <a:buFont typeface="Wingdings" panose="05000000000000000000" pitchFamily="2" charset="2"/>
              <a:buChar char="Ø"/>
            </a:pPr>
            <a:r>
              <a:rPr lang="en-US" sz="1600" dirty="0">
                <a:latin typeface="Arial" panose="020B0604020202020204" pitchFamily="34" charset="0"/>
                <a:cs typeface="Arial" panose="020B0604020202020204" pitchFamily="34" charset="0"/>
              </a:rPr>
              <a:t>Uniformance Asset Sentinel provides pre-configured asset metrics template for assets in the “Equipment” category.</a:t>
            </a:r>
          </a:p>
          <a:p>
            <a:pPr marL="285750" indent="-285750">
              <a:buFont typeface="Wingdings" panose="05000000000000000000" pitchFamily="2" charset="2"/>
              <a:buChar char="Ø"/>
            </a:pPr>
            <a:r>
              <a:rPr lang="en-US" sz="1600" dirty="0">
                <a:latin typeface="Arial" panose="020B0604020202020204" pitchFamily="34" charset="0"/>
                <a:cs typeface="Arial" panose="020B0604020202020204" pitchFamily="34" charset="0"/>
              </a:rPr>
              <a:t>Asset metrics included in the template calculation can be applied to assets in the Equipment category and provides additional metrics for asset status (including cumulative status hours such as total running hours), asset availability, and asset performance.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import the Equipment Metrics Template</a:t>
            </a:r>
          </a:p>
          <a:p>
            <a:r>
              <a:rPr lang="en-US" sz="1600" dirty="0"/>
              <a:t>1. On the installation media, locate the following file:</a:t>
            </a:r>
          </a:p>
          <a:p>
            <a:r>
              <a:rPr lang="en-US" sz="1600" dirty="0">
                <a:solidFill>
                  <a:srgbClr val="0070C0"/>
                </a:solidFill>
              </a:rPr>
              <a:t>[install media]:\</a:t>
            </a:r>
            <a:r>
              <a:rPr lang="en-US" sz="1600" dirty="0" err="1">
                <a:solidFill>
                  <a:srgbClr val="0070C0"/>
                </a:solidFill>
              </a:rPr>
              <a:t>StandardLibrary</a:t>
            </a:r>
            <a:r>
              <a:rPr lang="en-US" sz="1600" dirty="0">
                <a:solidFill>
                  <a:srgbClr val="0070C0"/>
                </a:solidFill>
              </a:rPr>
              <a:t>\Metrics Template\</a:t>
            </a:r>
            <a:r>
              <a:rPr lang="en-US" sz="1600" dirty="0" err="1">
                <a:solidFill>
                  <a:srgbClr val="0070C0"/>
                </a:solidFill>
              </a:rPr>
              <a:t>AMExport_XML</a:t>
            </a:r>
            <a:endParaRPr lang="en-US" sz="1600" dirty="0">
              <a:solidFill>
                <a:srgbClr val="0070C0"/>
              </a:solidFill>
            </a:endParaRPr>
          </a:p>
          <a:p>
            <a:r>
              <a:rPr lang="en-US" sz="1600" dirty="0"/>
              <a:t>2. Once the import is complete, the asset metrics calculation, type, and class appears on your system. The related calculation is scheduled and enabled.</a:t>
            </a:r>
          </a:p>
          <a:p>
            <a:r>
              <a:rPr lang="en-US" sz="1600" dirty="0"/>
              <a:t>3. This is a one-time activity for </a:t>
            </a:r>
            <a:r>
              <a:rPr lang="en-US" sz="1600"/>
              <a:t>a server.</a:t>
            </a:r>
            <a:endParaRPr lang="en-US" sz="16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4933390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Module3</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APPLICATION MONITORING</a:t>
            </a:r>
          </a:p>
        </p:txBody>
      </p:sp>
    </p:spTree>
    <p:extLst>
      <p:ext uri="{BB962C8B-B14F-4D97-AF65-F5344CB8AC3E}">
        <p14:creationId xmlns:p14="http://schemas.microsoft.com/office/powerpoint/2010/main" val="39643156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87074"/>
            <a:ext cx="436589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SERVICE LOGS</a:t>
            </a:r>
          </a:p>
        </p:txBody>
      </p:sp>
      <p:sp>
        <p:nvSpPr>
          <p:cNvPr id="3" name="Rectangle 2">
            <a:extLst>
              <a:ext uri="{FF2B5EF4-FFF2-40B4-BE49-F238E27FC236}">
                <a16:creationId xmlns:a16="http://schemas.microsoft.com/office/drawing/2014/main" id="{9565EDAF-0A6C-4C69-84B2-2B881F4B8929}"/>
              </a:ext>
            </a:extLst>
          </p:cNvPr>
          <p:cNvSpPr/>
          <p:nvPr/>
        </p:nvSpPr>
        <p:spPr>
          <a:xfrm>
            <a:off x="204131" y="1066337"/>
            <a:ext cx="10022048" cy="2862322"/>
          </a:xfrm>
          <a:prstGeom prst="rect">
            <a:avLst/>
          </a:prstGeom>
        </p:spPr>
        <p:txBody>
          <a:bodyPr wrap="square">
            <a:spAutoFit/>
          </a:bodyPr>
          <a:lstStyle/>
          <a:p>
            <a:pPr marL="800100" lvl="1" indent="-342900">
              <a:buFont typeface="+mj-lt"/>
              <a:buAutoNum type="arabicPeriod"/>
            </a:pPr>
            <a:r>
              <a:rPr lang="en-US" dirty="0"/>
              <a:t>In UAS server, Log files are available in </a:t>
            </a:r>
            <a:r>
              <a:rPr lang="en-US" dirty="0">
                <a:solidFill>
                  <a:srgbClr val="C00000"/>
                </a:solidFill>
              </a:rPr>
              <a:t>	</a:t>
            </a:r>
            <a:r>
              <a:rPr lang="en-US" dirty="0">
                <a:solidFill>
                  <a:srgbClr val="0070C0"/>
                </a:solidFill>
              </a:rPr>
              <a:t>“</a:t>
            </a:r>
            <a:r>
              <a:rPr lang="en-US" i="1" dirty="0">
                <a:solidFill>
                  <a:srgbClr val="0070C0"/>
                </a:solidFill>
              </a:rPr>
              <a:t>C:\</a:t>
            </a:r>
            <a:r>
              <a:rPr lang="en-US" i="1" dirty="0" err="1">
                <a:solidFill>
                  <a:srgbClr val="0070C0"/>
                </a:solidFill>
              </a:rPr>
              <a:t>ProgramData</a:t>
            </a:r>
            <a:r>
              <a:rPr lang="en-US" i="1" dirty="0">
                <a:solidFill>
                  <a:srgbClr val="0070C0"/>
                </a:solidFill>
              </a:rPr>
              <a:t>\Honeywell\AssetManager\</a:t>
            </a:r>
            <a:r>
              <a:rPr lang="en-US" i="1" dirty="0" err="1">
                <a:solidFill>
                  <a:srgbClr val="0070C0"/>
                </a:solidFill>
              </a:rPr>
              <a:t>LogFiles</a:t>
            </a:r>
            <a:r>
              <a:rPr lang="en-US" i="1" dirty="0">
                <a:solidFill>
                  <a:srgbClr val="0070C0"/>
                </a:solidFill>
              </a:rPr>
              <a:t>\”</a:t>
            </a:r>
          </a:p>
          <a:p>
            <a:pPr marL="1257300" lvl="2" indent="-342900">
              <a:buFont typeface="+mj-lt"/>
              <a:buAutoNum type="alphaLcPeriod"/>
            </a:pPr>
            <a:r>
              <a:rPr lang="en-US" dirty="0"/>
              <a:t>AMService.log contains </a:t>
            </a:r>
            <a:r>
              <a:rPr lang="en-US" dirty="0" err="1"/>
              <a:t>AMApplicationService’s</a:t>
            </a:r>
            <a:r>
              <a:rPr lang="en-US" dirty="0"/>
              <a:t> log</a:t>
            </a:r>
          </a:p>
          <a:p>
            <a:pPr marL="1257300" lvl="2" indent="-342900">
              <a:buFont typeface="+mj-lt"/>
              <a:buAutoNum type="alphaLcPeriod"/>
            </a:pPr>
            <a:r>
              <a:rPr lang="en-US" dirty="0"/>
              <a:t>DataServiceLog.log contains the Data Service log</a:t>
            </a:r>
          </a:p>
          <a:p>
            <a:pPr marL="1257300" lvl="2" indent="-342900">
              <a:buFont typeface="+mj-lt"/>
              <a:buAutoNum type="alphaLcPeriod"/>
            </a:pPr>
            <a:r>
              <a:rPr lang="en-US" dirty="0"/>
              <a:t>HDAService.log contains OPC HDA data source log</a:t>
            </a:r>
          </a:p>
          <a:p>
            <a:pPr marL="1257300" lvl="2" indent="-342900">
              <a:buFont typeface="+mj-lt"/>
              <a:buAutoNum type="alphaLcPeriod"/>
            </a:pPr>
            <a:r>
              <a:rPr lang="en-US" dirty="0"/>
              <a:t>HoneywellAssetManagerExcelAddIn.log contains UAS Excel Plugin’s log</a:t>
            </a:r>
          </a:p>
          <a:p>
            <a:pPr marL="1257300" lvl="2" indent="-342900">
              <a:buFont typeface="+mj-lt"/>
              <a:buAutoNum type="alphaLcPeriod"/>
            </a:pPr>
            <a:r>
              <a:rPr lang="en-US" dirty="0"/>
              <a:t>ImportModelsLog.txt contains </a:t>
            </a:r>
            <a:r>
              <a:rPr lang="en-US" dirty="0" err="1"/>
              <a:t>AMImportModel.exe’s</a:t>
            </a:r>
            <a:r>
              <a:rPr lang="en-US" dirty="0"/>
              <a:t> log</a:t>
            </a:r>
          </a:p>
          <a:p>
            <a:pPr marL="1257300" lvl="2" indent="-342900">
              <a:buFont typeface="+mj-lt"/>
              <a:buAutoNum type="alphaLcPeriod"/>
            </a:pPr>
            <a:r>
              <a:rPr lang="en-US" dirty="0"/>
              <a:t>AMIntegrationService.log contains the Integration Service log</a:t>
            </a:r>
          </a:p>
          <a:p>
            <a:pPr marL="1257300" lvl="2" indent="-342900">
              <a:buFont typeface="+mj-lt"/>
              <a:buAutoNum type="alphaLcPeriod"/>
            </a:pPr>
            <a:r>
              <a:rPr lang="en-US" dirty="0"/>
              <a:t>FaultViewer.log contains the Fault Viewer’s log</a:t>
            </a:r>
          </a:p>
          <a:p>
            <a:pPr marL="1257300" lvl="2" indent="-342900">
              <a:buFont typeface="+mj-lt"/>
              <a:buAutoNum type="alphaLcPeriod"/>
            </a:pPr>
            <a:endParaRPr lang="en-US" dirty="0"/>
          </a:p>
        </p:txBody>
      </p:sp>
      <p:pic>
        <p:nvPicPr>
          <p:cNvPr id="4" name="Picture 3">
            <a:extLst>
              <a:ext uri="{FF2B5EF4-FFF2-40B4-BE49-F238E27FC236}">
                <a16:creationId xmlns:a16="http://schemas.microsoft.com/office/drawing/2014/main" id="{56ED8258-EAED-4497-AE76-FBBB05DBFAD6}"/>
              </a:ext>
            </a:extLst>
          </p:cNvPr>
          <p:cNvPicPr>
            <a:picLocks noChangeAspect="1"/>
          </p:cNvPicPr>
          <p:nvPr/>
        </p:nvPicPr>
        <p:blipFill>
          <a:blip r:embed="rId3"/>
          <a:stretch>
            <a:fillRect/>
          </a:stretch>
        </p:blipFill>
        <p:spPr>
          <a:xfrm>
            <a:off x="7809332" y="3670184"/>
            <a:ext cx="4178537" cy="2624483"/>
          </a:xfrm>
          <a:prstGeom prst="rect">
            <a:avLst/>
          </a:prstGeom>
          <a:ln>
            <a:solidFill>
              <a:schemeClr val="tx1"/>
            </a:solidFill>
          </a:ln>
        </p:spPr>
      </p:pic>
    </p:spTree>
    <p:extLst>
      <p:ext uri="{BB962C8B-B14F-4D97-AF65-F5344CB8AC3E}">
        <p14:creationId xmlns:p14="http://schemas.microsoft.com/office/powerpoint/2010/main" val="32801430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784783" y="86406"/>
            <a:ext cx="5583286"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2"/>
            <a:r>
              <a:rPr lang="en-US" sz="2800" b="1" dirty="0"/>
              <a:t>MES LOG VIEWER</a:t>
            </a:r>
          </a:p>
        </p:txBody>
      </p:sp>
      <p:sp>
        <p:nvSpPr>
          <p:cNvPr id="4" name="Rectangle 3">
            <a:extLst>
              <a:ext uri="{FF2B5EF4-FFF2-40B4-BE49-F238E27FC236}">
                <a16:creationId xmlns:a16="http://schemas.microsoft.com/office/drawing/2014/main" id="{A11363E0-1AF8-4067-BF89-44E27E2BFC81}"/>
              </a:ext>
            </a:extLst>
          </p:cNvPr>
          <p:cNvSpPr/>
          <p:nvPr/>
        </p:nvSpPr>
        <p:spPr>
          <a:xfrm>
            <a:off x="506135" y="683702"/>
            <a:ext cx="9904601" cy="646331"/>
          </a:xfrm>
          <a:prstGeom prst="rect">
            <a:avLst/>
          </a:prstGeom>
        </p:spPr>
        <p:txBody>
          <a:bodyPr wrap="square">
            <a:spAutoFit/>
          </a:bodyPr>
          <a:lstStyle/>
          <a:p>
            <a:pPr marL="800100" lvl="1" indent="-342900">
              <a:buFont typeface="Arial" panose="020B0604020202020204" pitchFamily="34" charset="0"/>
              <a:buChar char="•"/>
            </a:pPr>
            <a:r>
              <a:rPr lang="en-US" dirty="0"/>
              <a:t>Intuition Log viewer is another way of debugging  method if any application issue persists.</a:t>
            </a:r>
          </a:p>
        </p:txBody>
      </p:sp>
      <p:pic>
        <p:nvPicPr>
          <p:cNvPr id="6" name="Picture 5">
            <a:extLst>
              <a:ext uri="{FF2B5EF4-FFF2-40B4-BE49-F238E27FC236}">
                <a16:creationId xmlns:a16="http://schemas.microsoft.com/office/drawing/2014/main" id="{D2D34042-168E-8A09-6727-06B4C2719298}"/>
              </a:ext>
            </a:extLst>
          </p:cNvPr>
          <p:cNvPicPr>
            <a:picLocks noChangeAspect="1"/>
          </p:cNvPicPr>
          <p:nvPr/>
        </p:nvPicPr>
        <p:blipFill>
          <a:blip r:embed="rId3"/>
          <a:stretch>
            <a:fillRect/>
          </a:stretch>
        </p:blipFill>
        <p:spPr>
          <a:xfrm>
            <a:off x="1636889" y="1330033"/>
            <a:ext cx="8307387" cy="5306289"/>
          </a:xfrm>
          <a:prstGeom prst="rect">
            <a:avLst/>
          </a:prstGeom>
          <a:ln w="19050">
            <a:solidFill>
              <a:schemeClr val="tx1"/>
            </a:solidFill>
          </a:ln>
        </p:spPr>
      </p:pic>
    </p:spTree>
    <p:extLst>
      <p:ext uri="{BB962C8B-B14F-4D97-AF65-F5344CB8AC3E}">
        <p14:creationId xmlns:p14="http://schemas.microsoft.com/office/powerpoint/2010/main" val="264014022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398889" y="94795"/>
            <a:ext cx="6397018"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AM SERVICE STOP/START</a:t>
            </a:r>
          </a:p>
        </p:txBody>
      </p:sp>
      <p:sp>
        <p:nvSpPr>
          <p:cNvPr id="4" name="Rectangle 3">
            <a:extLst>
              <a:ext uri="{FF2B5EF4-FFF2-40B4-BE49-F238E27FC236}">
                <a16:creationId xmlns:a16="http://schemas.microsoft.com/office/drawing/2014/main" id="{74219FFE-6F55-4787-BEF5-F3B806B389B3}"/>
              </a:ext>
            </a:extLst>
          </p:cNvPr>
          <p:cNvSpPr/>
          <p:nvPr/>
        </p:nvSpPr>
        <p:spPr>
          <a:xfrm>
            <a:off x="-97871" y="974382"/>
            <a:ext cx="11859236" cy="1754326"/>
          </a:xfrm>
          <a:prstGeom prst="rect">
            <a:avLst/>
          </a:prstGeom>
        </p:spPr>
        <p:txBody>
          <a:bodyPr wrap="square">
            <a:spAutoFit/>
          </a:bodyPr>
          <a:lstStyle/>
          <a:p>
            <a:pPr marL="800100" lvl="1" indent="-342900" algn="just">
              <a:buFont typeface="+mj-lt"/>
              <a:buAutoNum type="arabicPeriod"/>
            </a:pPr>
            <a:r>
              <a:rPr lang="en-US" dirty="0"/>
              <a:t>Window services console can be accessed using Run </a:t>
            </a:r>
            <a:r>
              <a:rPr lang="en-US" dirty="0">
                <a:sym typeface="Wingdings" panose="05000000000000000000" pitchFamily="2" charset="2"/>
              </a:rPr>
              <a:t></a:t>
            </a:r>
            <a:r>
              <a:rPr lang="en-US" dirty="0"/>
              <a:t> </a:t>
            </a:r>
            <a:r>
              <a:rPr lang="en-US" dirty="0" err="1"/>
              <a:t>services.msc</a:t>
            </a:r>
            <a:endParaRPr lang="en-US" dirty="0"/>
          </a:p>
          <a:p>
            <a:pPr marL="800100" lvl="1" indent="-342900" algn="just">
              <a:buFont typeface="+mj-lt"/>
              <a:buAutoNum type="arabicPeriod"/>
            </a:pPr>
            <a:r>
              <a:rPr lang="en-US" dirty="0"/>
              <a:t>In UAS server, following services must be running</a:t>
            </a:r>
          </a:p>
          <a:p>
            <a:pPr marL="1257300" lvl="2" indent="-342900" algn="just">
              <a:buFont typeface="+mj-lt"/>
              <a:buAutoNum type="alphaLcPeriod"/>
            </a:pPr>
            <a:r>
              <a:rPr lang="en-US" dirty="0" err="1"/>
              <a:t>AMApplicationServer</a:t>
            </a:r>
            <a:r>
              <a:rPr lang="en-US" dirty="0"/>
              <a:t> Service</a:t>
            </a:r>
          </a:p>
          <a:p>
            <a:pPr marL="1257300" lvl="2" indent="-342900" algn="just">
              <a:buFont typeface="+mj-lt"/>
              <a:buAutoNum type="alphaLcPeriod"/>
            </a:pPr>
            <a:r>
              <a:rPr lang="en-US" dirty="0"/>
              <a:t>Honeywell Intuition Calculation Service</a:t>
            </a:r>
          </a:p>
          <a:p>
            <a:pPr marL="1257300" lvl="2" indent="-342900" algn="just">
              <a:buFont typeface="+mj-lt"/>
              <a:buAutoNum type="alphaLcPeriod"/>
            </a:pPr>
            <a:r>
              <a:rPr lang="en-US" dirty="0"/>
              <a:t>Honeywell Intuition Event Processing Service</a:t>
            </a:r>
          </a:p>
          <a:p>
            <a:pPr marL="1257300" lvl="2" indent="-342900" algn="just">
              <a:buFont typeface="+mj-lt"/>
              <a:buAutoNum type="alphaLcPeriod"/>
            </a:pPr>
            <a:r>
              <a:rPr lang="en-US" dirty="0" err="1"/>
              <a:t>AssetManagerIntegrationService</a:t>
            </a:r>
            <a:endParaRPr lang="en-US" dirty="0"/>
          </a:p>
        </p:txBody>
      </p:sp>
      <p:pic>
        <p:nvPicPr>
          <p:cNvPr id="5" name="Picture 4">
            <a:extLst>
              <a:ext uri="{FF2B5EF4-FFF2-40B4-BE49-F238E27FC236}">
                <a16:creationId xmlns:a16="http://schemas.microsoft.com/office/drawing/2014/main" id="{03C26424-5C29-434C-9A4E-453864ACBF11}"/>
              </a:ext>
            </a:extLst>
          </p:cNvPr>
          <p:cNvPicPr>
            <a:picLocks noChangeAspect="1"/>
          </p:cNvPicPr>
          <p:nvPr/>
        </p:nvPicPr>
        <p:blipFill>
          <a:blip r:embed="rId3"/>
          <a:stretch>
            <a:fillRect/>
          </a:stretch>
        </p:blipFill>
        <p:spPr>
          <a:xfrm>
            <a:off x="346823" y="3610898"/>
            <a:ext cx="11146017" cy="1607054"/>
          </a:xfrm>
          <a:prstGeom prst="rect">
            <a:avLst/>
          </a:prstGeom>
          <a:ln>
            <a:solidFill>
              <a:schemeClr val="tx1"/>
            </a:solidFill>
          </a:ln>
        </p:spPr>
      </p:pic>
    </p:spTree>
    <p:extLst>
      <p:ext uri="{BB962C8B-B14F-4D97-AF65-F5344CB8AC3E}">
        <p14:creationId xmlns:p14="http://schemas.microsoft.com/office/powerpoint/2010/main" val="14691941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87074"/>
            <a:ext cx="816709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PHD COLD STOP/START</a:t>
            </a:r>
          </a:p>
        </p:txBody>
      </p:sp>
      <p:sp>
        <p:nvSpPr>
          <p:cNvPr id="4" name="Rectangle 3">
            <a:extLst>
              <a:ext uri="{FF2B5EF4-FFF2-40B4-BE49-F238E27FC236}">
                <a16:creationId xmlns:a16="http://schemas.microsoft.com/office/drawing/2014/main" id="{74219FFE-6F55-4787-BEF5-F3B806B389B3}"/>
              </a:ext>
            </a:extLst>
          </p:cNvPr>
          <p:cNvSpPr/>
          <p:nvPr/>
        </p:nvSpPr>
        <p:spPr>
          <a:xfrm>
            <a:off x="92279" y="974382"/>
            <a:ext cx="5203621" cy="2308324"/>
          </a:xfrm>
          <a:prstGeom prst="rect">
            <a:avLst/>
          </a:prstGeom>
        </p:spPr>
        <p:txBody>
          <a:bodyPr wrap="square">
            <a:spAutoFit/>
          </a:bodyPr>
          <a:lstStyle/>
          <a:p>
            <a:pPr marL="800100" lvl="1" indent="-342900" algn="just">
              <a:buFont typeface="+mj-lt"/>
              <a:buAutoNum type="arabicPeriod"/>
            </a:pPr>
            <a:r>
              <a:rPr lang="en-US" dirty="0"/>
              <a:t>PHD Cold Stop Steps</a:t>
            </a:r>
          </a:p>
          <a:p>
            <a:pPr marL="1200150" lvl="2" indent="-285750" algn="just">
              <a:buFont typeface="Arial" panose="020B0604020202020204" pitchFamily="34" charset="0"/>
              <a:buChar char="•"/>
            </a:pPr>
            <a:r>
              <a:rPr lang="en-US" dirty="0"/>
              <a:t>Open Command Prompt by Administrator </a:t>
            </a:r>
          </a:p>
          <a:p>
            <a:pPr marL="1200150" lvl="2" indent="-285750" algn="just">
              <a:buFont typeface="Arial" panose="020B0604020202020204" pitchFamily="34" charset="0"/>
              <a:buChar char="•"/>
            </a:pPr>
            <a:r>
              <a:rPr lang="en-US" dirty="0"/>
              <a:t>Type “</a:t>
            </a:r>
            <a:r>
              <a:rPr lang="en-US" dirty="0" err="1"/>
              <a:t>phdctl</a:t>
            </a:r>
            <a:r>
              <a:rPr lang="en-US" dirty="0"/>
              <a:t> stop /y”</a:t>
            </a:r>
          </a:p>
          <a:p>
            <a:pPr marL="1200150" lvl="2" indent="-285750" algn="just">
              <a:buFont typeface="Arial" panose="020B0604020202020204" pitchFamily="34" charset="0"/>
              <a:buChar char="•"/>
            </a:pPr>
            <a:r>
              <a:rPr lang="en-US" dirty="0"/>
              <a:t>	</a:t>
            </a:r>
            <a:r>
              <a:rPr lang="en-US" dirty="0" err="1"/>
              <a:t>phdctl</a:t>
            </a:r>
            <a:r>
              <a:rPr lang="en-US" dirty="0"/>
              <a:t> stop /y </a:t>
            </a:r>
            <a:r>
              <a:rPr lang="en-US" dirty="0" err="1"/>
              <a:t>dbsecurity</a:t>
            </a:r>
            <a:endParaRPr lang="en-US" dirty="0"/>
          </a:p>
          <a:p>
            <a:pPr marL="1200150" lvl="2" indent="-285750" algn="just">
              <a:buFont typeface="Arial" panose="020B0604020202020204" pitchFamily="34" charset="0"/>
              <a:buChar char="•"/>
            </a:pPr>
            <a:r>
              <a:rPr lang="en-US" dirty="0"/>
              <a:t>​	</a:t>
            </a:r>
            <a:r>
              <a:rPr lang="en-US" dirty="0" err="1"/>
              <a:t>phdctl</a:t>
            </a:r>
            <a:r>
              <a:rPr lang="en-US" dirty="0"/>
              <a:t> stop /y </a:t>
            </a:r>
            <a:r>
              <a:rPr lang="en-US" dirty="0" err="1"/>
              <a:t>udbserver</a:t>
            </a:r>
            <a:endParaRPr lang="en-US" dirty="0"/>
          </a:p>
          <a:p>
            <a:pPr lvl="1" algn="just"/>
            <a:endParaRPr lang="en-US" dirty="0"/>
          </a:p>
          <a:p>
            <a:pPr lvl="1" algn="just"/>
            <a:endParaRPr lang="en-US" dirty="0"/>
          </a:p>
        </p:txBody>
      </p:sp>
      <p:pic>
        <p:nvPicPr>
          <p:cNvPr id="6" name="Picture 5" descr="Text&#10;&#10;Description automatically generated">
            <a:extLst>
              <a:ext uri="{FF2B5EF4-FFF2-40B4-BE49-F238E27FC236}">
                <a16:creationId xmlns:a16="http://schemas.microsoft.com/office/drawing/2014/main" id="{1E6A972E-CB9C-4713-A561-8D6378FC500D}"/>
              </a:ext>
            </a:extLst>
          </p:cNvPr>
          <p:cNvPicPr/>
          <p:nvPr/>
        </p:nvPicPr>
        <p:blipFill>
          <a:blip r:embed="rId3">
            <a:extLst>
              <a:ext uri="{28A0092B-C50C-407E-A947-70E740481C1C}">
                <a14:useLocalDpi xmlns:a14="http://schemas.microsoft.com/office/drawing/2010/main" val="0"/>
              </a:ext>
            </a:extLst>
          </a:blip>
          <a:stretch>
            <a:fillRect/>
          </a:stretch>
        </p:blipFill>
        <p:spPr>
          <a:xfrm>
            <a:off x="5629946" y="1616424"/>
            <a:ext cx="4164201" cy="2255188"/>
          </a:xfrm>
          <a:prstGeom prst="rect">
            <a:avLst/>
          </a:prstGeom>
        </p:spPr>
      </p:pic>
      <p:pic>
        <p:nvPicPr>
          <p:cNvPr id="8" name="Picture 7" descr="Text&#10;&#10;Description automatically generated">
            <a:extLst>
              <a:ext uri="{FF2B5EF4-FFF2-40B4-BE49-F238E27FC236}">
                <a16:creationId xmlns:a16="http://schemas.microsoft.com/office/drawing/2014/main" id="{1758EAF0-8C3A-4B39-8DDF-AD0343532210}"/>
              </a:ext>
            </a:extLst>
          </p:cNvPr>
          <p:cNvPicPr/>
          <p:nvPr/>
        </p:nvPicPr>
        <p:blipFill>
          <a:blip r:embed="rId4">
            <a:extLst>
              <a:ext uri="{28A0092B-C50C-407E-A947-70E740481C1C}">
                <a14:useLocalDpi xmlns:a14="http://schemas.microsoft.com/office/drawing/2010/main" val="0"/>
              </a:ext>
            </a:extLst>
          </a:blip>
          <a:stretch>
            <a:fillRect/>
          </a:stretch>
        </p:blipFill>
        <p:spPr>
          <a:xfrm>
            <a:off x="5684474" y="4371696"/>
            <a:ext cx="4109673" cy="2255188"/>
          </a:xfrm>
          <a:prstGeom prst="rect">
            <a:avLst/>
          </a:prstGeom>
        </p:spPr>
      </p:pic>
    </p:spTree>
    <p:extLst>
      <p:ext uri="{BB962C8B-B14F-4D97-AF65-F5344CB8AC3E}">
        <p14:creationId xmlns:p14="http://schemas.microsoft.com/office/powerpoint/2010/main" val="133133777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268448" y="117028"/>
            <a:ext cx="9496337"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PHD COLD STOP/START(Cont..)</a:t>
            </a:r>
          </a:p>
        </p:txBody>
      </p:sp>
      <p:sp>
        <p:nvSpPr>
          <p:cNvPr id="4" name="Rectangle 3">
            <a:extLst>
              <a:ext uri="{FF2B5EF4-FFF2-40B4-BE49-F238E27FC236}">
                <a16:creationId xmlns:a16="http://schemas.microsoft.com/office/drawing/2014/main" id="{74219FFE-6F55-4787-BEF5-F3B806B389B3}"/>
              </a:ext>
            </a:extLst>
          </p:cNvPr>
          <p:cNvSpPr/>
          <p:nvPr/>
        </p:nvSpPr>
        <p:spPr>
          <a:xfrm>
            <a:off x="92279" y="974382"/>
            <a:ext cx="11669086" cy="923330"/>
          </a:xfrm>
          <a:prstGeom prst="rect">
            <a:avLst/>
          </a:prstGeom>
        </p:spPr>
        <p:txBody>
          <a:bodyPr wrap="square">
            <a:spAutoFit/>
          </a:bodyPr>
          <a:lstStyle/>
          <a:p>
            <a:pPr marL="800100" lvl="1" indent="-342900" algn="just">
              <a:buFont typeface="+mj-lt"/>
              <a:buAutoNum type="arabicPeriod"/>
            </a:pPr>
            <a:r>
              <a:rPr lang="en-US" dirty="0"/>
              <a:t>PHD Cold Start Steps</a:t>
            </a:r>
          </a:p>
          <a:p>
            <a:pPr marL="1200150" lvl="2" indent="-285750" algn="just">
              <a:buFont typeface="Arial" panose="020B0604020202020204" pitchFamily="34" charset="0"/>
              <a:buChar char="•"/>
            </a:pPr>
            <a:r>
              <a:rPr lang="en-US" dirty="0"/>
              <a:t>Open Command Prompt by Administrator </a:t>
            </a:r>
          </a:p>
          <a:p>
            <a:pPr marL="1200150" lvl="2" indent="-285750" algn="just">
              <a:buFont typeface="Arial" panose="020B0604020202020204" pitchFamily="34" charset="0"/>
              <a:buChar char="•"/>
            </a:pPr>
            <a:r>
              <a:rPr lang="en-US" dirty="0"/>
              <a:t>Type “</a:t>
            </a:r>
            <a:r>
              <a:rPr lang="en-US" dirty="0" err="1"/>
              <a:t>phdctl</a:t>
            </a:r>
            <a:r>
              <a:rPr lang="en-US" dirty="0"/>
              <a:t> start cold”</a:t>
            </a:r>
          </a:p>
        </p:txBody>
      </p:sp>
      <p:pic>
        <p:nvPicPr>
          <p:cNvPr id="7" name="Picture 6" descr="Text&#10;&#10;Description automatically generated">
            <a:extLst>
              <a:ext uri="{FF2B5EF4-FFF2-40B4-BE49-F238E27FC236}">
                <a16:creationId xmlns:a16="http://schemas.microsoft.com/office/drawing/2014/main" id="{DDDEF2DE-7272-4B4C-8894-C1F3AB0953FF}"/>
              </a:ext>
            </a:extLst>
          </p:cNvPr>
          <p:cNvPicPr/>
          <p:nvPr/>
        </p:nvPicPr>
        <p:blipFill>
          <a:blip r:embed="rId3">
            <a:extLst>
              <a:ext uri="{28A0092B-C50C-407E-A947-70E740481C1C}">
                <a14:useLocalDpi xmlns:a14="http://schemas.microsoft.com/office/drawing/2010/main" val="0"/>
              </a:ext>
            </a:extLst>
          </a:blip>
          <a:stretch>
            <a:fillRect/>
          </a:stretch>
        </p:blipFill>
        <p:spPr>
          <a:xfrm>
            <a:off x="5717097" y="1494499"/>
            <a:ext cx="5943600" cy="5301615"/>
          </a:xfrm>
          <a:prstGeom prst="rect">
            <a:avLst/>
          </a:prstGeom>
        </p:spPr>
      </p:pic>
    </p:spTree>
    <p:extLst>
      <p:ext uri="{BB962C8B-B14F-4D97-AF65-F5344CB8AC3E}">
        <p14:creationId xmlns:p14="http://schemas.microsoft.com/office/powerpoint/2010/main" val="22590865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87074"/>
            <a:ext cx="8167095"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SERVER RESTART PROCEDURE</a:t>
            </a:r>
          </a:p>
        </p:txBody>
      </p:sp>
      <p:sp>
        <p:nvSpPr>
          <p:cNvPr id="4" name="Rectangle 3">
            <a:extLst>
              <a:ext uri="{FF2B5EF4-FFF2-40B4-BE49-F238E27FC236}">
                <a16:creationId xmlns:a16="http://schemas.microsoft.com/office/drawing/2014/main" id="{74219FFE-6F55-4787-BEF5-F3B806B389B3}"/>
              </a:ext>
            </a:extLst>
          </p:cNvPr>
          <p:cNvSpPr/>
          <p:nvPr/>
        </p:nvSpPr>
        <p:spPr>
          <a:xfrm>
            <a:off x="92279" y="974382"/>
            <a:ext cx="4975021" cy="3139321"/>
          </a:xfrm>
          <a:prstGeom prst="rect">
            <a:avLst/>
          </a:prstGeom>
        </p:spPr>
        <p:txBody>
          <a:bodyPr wrap="square">
            <a:spAutoFit/>
          </a:bodyPr>
          <a:lstStyle/>
          <a:p>
            <a:pPr marL="800100" lvl="1" indent="-342900" algn="just">
              <a:buFont typeface="+mj-lt"/>
              <a:buAutoNum type="arabicPeriod"/>
            </a:pPr>
            <a:r>
              <a:rPr lang="en-US" dirty="0"/>
              <a:t>STOP the PHD services first before restart of sentinel server.</a:t>
            </a:r>
          </a:p>
          <a:p>
            <a:pPr marL="800100" lvl="1" indent="-342900" algn="just">
              <a:buFont typeface="+mj-lt"/>
              <a:buAutoNum type="arabicPeriod"/>
            </a:pPr>
            <a:r>
              <a:rPr lang="en-US" dirty="0"/>
              <a:t>PHD Cold Start /Stop Steps</a:t>
            </a:r>
          </a:p>
          <a:p>
            <a:pPr marL="1200150" lvl="2" indent="-285750" algn="just">
              <a:buFont typeface="Arial" panose="020B0604020202020204" pitchFamily="34" charset="0"/>
              <a:buChar char="•"/>
            </a:pPr>
            <a:r>
              <a:rPr lang="en-US" dirty="0"/>
              <a:t>Open Command Prompt by Administrator </a:t>
            </a:r>
          </a:p>
          <a:p>
            <a:pPr marL="1200150" lvl="2" indent="-285750" algn="just">
              <a:buFont typeface="Arial" panose="020B0604020202020204" pitchFamily="34" charset="0"/>
              <a:buChar char="•"/>
            </a:pPr>
            <a:r>
              <a:rPr lang="en-US" dirty="0"/>
              <a:t>Type “</a:t>
            </a:r>
            <a:r>
              <a:rPr lang="en-US" dirty="0" err="1"/>
              <a:t>phdctl</a:t>
            </a:r>
            <a:r>
              <a:rPr lang="en-US" dirty="0"/>
              <a:t> stop /y”</a:t>
            </a:r>
          </a:p>
          <a:p>
            <a:pPr marL="1200150" lvl="2" indent="-285750" algn="just">
              <a:buFont typeface="Arial" panose="020B0604020202020204" pitchFamily="34" charset="0"/>
              <a:buChar char="•"/>
            </a:pPr>
            <a:r>
              <a:rPr lang="en-US" dirty="0"/>
              <a:t>	</a:t>
            </a:r>
            <a:r>
              <a:rPr lang="en-US" dirty="0" err="1"/>
              <a:t>phdctl</a:t>
            </a:r>
            <a:r>
              <a:rPr lang="en-US" dirty="0"/>
              <a:t> stop /y </a:t>
            </a:r>
            <a:r>
              <a:rPr lang="en-US" dirty="0" err="1"/>
              <a:t>dbsecurity</a:t>
            </a:r>
            <a:endParaRPr lang="en-US" dirty="0"/>
          </a:p>
          <a:p>
            <a:pPr marL="1200150" lvl="2" indent="-285750" algn="just">
              <a:buFont typeface="Arial" panose="020B0604020202020204" pitchFamily="34" charset="0"/>
              <a:buChar char="•"/>
            </a:pPr>
            <a:r>
              <a:rPr lang="en-US" dirty="0"/>
              <a:t>​	</a:t>
            </a:r>
            <a:r>
              <a:rPr lang="en-US" dirty="0" err="1"/>
              <a:t>phdctl</a:t>
            </a:r>
            <a:r>
              <a:rPr lang="en-US" dirty="0"/>
              <a:t> stop /y </a:t>
            </a:r>
            <a:r>
              <a:rPr lang="en-US" dirty="0" err="1"/>
              <a:t>udbserver</a:t>
            </a:r>
            <a:endParaRPr lang="en-US" dirty="0"/>
          </a:p>
          <a:p>
            <a:pPr lvl="1" algn="just"/>
            <a:endParaRPr lang="en-US" dirty="0"/>
          </a:p>
          <a:p>
            <a:pPr lvl="1" algn="just"/>
            <a:r>
              <a:rPr lang="en-US" dirty="0"/>
              <a:t>3. Restart the server</a:t>
            </a:r>
          </a:p>
          <a:p>
            <a:pPr lvl="1" algn="just"/>
            <a:endParaRPr lang="en-US" dirty="0"/>
          </a:p>
        </p:txBody>
      </p:sp>
      <p:pic>
        <p:nvPicPr>
          <p:cNvPr id="6" name="Picture 5" descr="Text&#10;&#10;Description automatically generated">
            <a:extLst>
              <a:ext uri="{FF2B5EF4-FFF2-40B4-BE49-F238E27FC236}">
                <a16:creationId xmlns:a16="http://schemas.microsoft.com/office/drawing/2014/main" id="{1E6A972E-CB9C-4713-A561-8D6378FC500D}"/>
              </a:ext>
            </a:extLst>
          </p:cNvPr>
          <p:cNvPicPr/>
          <p:nvPr/>
        </p:nvPicPr>
        <p:blipFill>
          <a:blip r:embed="rId3">
            <a:extLst>
              <a:ext uri="{28A0092B-C50C-407E-A947-70E740481C1C}">
                <a14:useLocalDpi xmlns:a14="http://schemas.microsoft.com/office/drawing/2010/main" val="0"/>
              </a:ext>
            </a:extLst>
          </a:blip>
          <a:stretch>
            <a:fillRect/>
          </a:stretch>
        </p:blipFill>
        <p:spPr>
          <a:xfrm>
            <a:off x="5629946" y="1616424"/>
            <a:ext cx="4164201" cy="2255188"/>
          </a:xfrm>
          <a:prstGeom prst="rect">
            <a:avLst/>
          </a:prstGeom>
        </p:spPr>
      </p:pic>
      <p:pic>
        <p:nvPicPr>
          <p:cNvPr id="8" name="Picture 7" descr="Text&#10;&#10;Description automatically generated">
            <a:extLst>
              <a:ext uri="{FF2B5EF4-FFF2-40B4-BE49-F238E27FC236}">
                <a16:creationId xmlns:a16="http://schemas.microsoft.com/office/drawing/2014/main" id="{1758EAF0-8C3A-4B39-8DDF-AD0343532210}"/>
              </a:ext>
            </a:extLst>
          </p:cNvPr>
          <p:cNvPicPr/>
          <p:nvPr/>
        </p:nvPicPr>
        <p:blipFill>
          <a:blip r:embed="rId4">
            <a:extLst>
              <a:ext uri="{28A0092B-C50C-407E-A947-70E740481C1C}">
                <a14:useLocalDpi xmlns:a14="http://schemas.microsoft.com/office/drawing/2010/main" val="0"/>
              </a:ext>
            </a:extLst>
          </a:blip>
          <a:stretch>
            <a:fillRect/>
          </a:stretch>
        </p:blipFill>
        <p:spPr>
          <a:xfrm>
            <a:off x="5684474" y="4371696"/>
            <a:ext cx="4109673" cy="2255188"/>
          </a:xfrm>
          <a:prstGeom prst="rect">
            <a:avLst/>
          </a:prstGeom>
        </p:spPr>
      </p:pic>
    </p:spTree>
    <p:extLst>
      <p:ext uri="{BB962C8B-B14F-4D97-AF65-F5344CB8AC3E}">
        <p14:creationId xmlns:p14="http://schemas.microsoft.com/office/powerpoint/2010/main" val="412110297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A966-A631-4E97-84E8-4B177544910D}"/>
              </a:ext>
            </a:extLst>
          </p:cNvPr>
          <p:cNvSpPr txBox="1">
            <a:spLocks/>
          </p:cNvSpPr>
          <p:nvPr/>
        </p:nvSpPr>
        <p:spPr>
          <a:xfrm>
            <a:off x="0" y="156406"/>
            <a:ext cx="9890620" cy="597296"/>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pPr lvl="1"/>
            <a:r>
              <a:rPr lang="en-US" sz="2800" b="1" dirty="0"/>
              <a:t>SERVER RESTART PROCEDURE (Cont..)</a:t>
            </a:r>
          </a:p>
        </p:txBody>
      </p:sp>
      <p:sp>
        <p:nvSpPr>
          <p:cNvPr id="4" name="Rectangle 3">
            <a:extLst>
              <a:ext uri="{FF2B5EF4-FFF2-40B4-BE49-F238E27FC236}">
                <a16:creationId xmlns:a16="http://schemas.microsoft.com/office/drawing/2014/main" id="{74219FFE-6F55-4787-BEF5-F3B806B389B3}"/>
              </a:ext>
            </a:extLst>
          </p:cNvPr>
          <p:cNvSpPr/>
          <p:nvPr/>
        </p:nvSpPr>
        <p:spPr>
          <a:xfrm>
            <a:off x="92279" y="974382"/>
            <a:ext cx="5136946" cy="2308324"/>
          </a:xfrm>
          <a:prstGeom prst="rect">
            <a:avLst/>
          </a:prstGeom>
        </p:spPr>
        <p:txBody>
          <a:bodyPr wrap="square">
            <a:spAutoFit/>
          </a:bodyPr>
          <a:lstStyle/>
          <a:p>
            <a:pPr marL="800100" lvl="1" indent="-342900" algn="just">
              <a:buFont typeface="+mj-lt"/>
              <a:buAutoNum type="arabicPeriod"/>
            </a:pPr>
            <a:r>
              <a:rPr lang="en-US" dirty="0"/>
              <a:t>Once Server is restarted, the PHD services will be up automatically.</a:t>
            </a:r>
          </a:p>
          <a:p>
            <a:pPr marL="800100" lvl="1" indent="-342900" algn="just">
              <a:buFont typeface="+mj-lt"/>
              <a:buAutoNum type="arabicPeriod"/>
            </a:pPr>
            <a:r>
              <a:rPr lang="en-US" dirty="0"/>
              <a:t>However, if not started, start PHD manually using below command.</a:t>
            </a:r>
          </a:p>
          <a:p>
            <a:pPr marL="800100" lvl="1" indent="-342900" algn="just">
              <a:buFont typeface="+mj-lt"/>
              <a:buAutoNum type="arabicPeriod"/>
            </a:pPr>
            <a:r>
              <a:rPr lang="en-US" dirty="0"/>
              <a:t>PHD Cold Start Steps</a:t>
            </a:r>
          </a:p>
          <a:p>
            <a:pPr marL="1200150" lvl="2" indent="-285750" algn="just">
              <a:buFont typeface="Arial" panose="020B0604020202020204" pitchFamily="34" charset="0"/>
              <a:buChar char="•"/>
            </a:pPr>
            <a:r>
              <a:rPr lang="en-US" dirty="0"/>
              <a:t>Open Command Prompt by Administrator </a:t>
            </a:r>
          </a:p>
          <a:p>
            <a:pPr marL="1200150" lvl="2" indent="-285750" algn="just">
              <a:buFont typeface="Arial" panose="020B0604020202020204" pitchFamily="34" charset="0"/>
              <a:buChar char="•"/>
            </a:pPr>
            <a:r>
              <a:rPr lang="en-US" dirty="0"/>
              <a:t>Type “</a:t>
            </a:r>
            <a:r>
              <a:rPr lang="en-US" dirty="0" err="1"/>
              <a:t>phdctl</a:t>
            </a:r>
            <a:r>
              <a:rPr lang="en-US" dirty="0"/>
              <a:t> start cold”</a:t>
            </a:r>
          </a:p>
        </p:txBody>
      </p:sp>
      <p:pic>
        <p:nvPicPr>
          <p:cNvPr id="7" name="Picture 6" descr="Text&#10;&#10;Description automatically generated">
            <a:extLst>
              <a:ext uri="{FF2B5EF4-FFF2-40B4-BE49-F238E27FC236}">
                <a16:creationId xmlns:a16="http://schemas.microsoft.com/office/drawing/2014/main" id="{DDDEF2DE-7272-4B4C-8894-C1F3AB0953FF}"/>
              </a:ext>
            </a:extLst>
          </p:cNvPr>
          <p:cNvPicPr/>
          <p:nvPr/>
        </p:nvPicPr>
        <p:blipFill>
          <a:blip r:embed="rId3">
            <a:extLst>
              <a:ext uri="{28A0092B-C50C-407E-A947-70E740481C1C}">
                <a14:useLocalDpi xmlns:a14="http://schemas.microsoft.com/office/drawing/2010/main" val="0"/>
              </a:ext>
            </a:extLst>
          </a:blip>
          <a:stretch>
            <a:fillRect/>
          </a:stretch>
        </p:blipFill>
        <p:spPr>
          <a:xfrm>
            <a:off x="5640897" y="974382"/>
            <a:ext cx="5943600" cy="5301615"/>
          </a:xfrm>
          <a:prstGeom prst="rect">
            <a:avLst/>
          </a:prstGeom>
        </p:spPr>
      </p:pic>
    </p:spTree>
    <p:extLst>
      <p:ext uri="{BB962C8B-B14F-4D97-AF65-F5344CB8AC3E}">
        <p14:creationId xmlns:p14="http://schemas.microsoft.com/office/powerpoint/2010/main" val="15666746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5CA6031-2E42-4FEC-BC49-40EDA16FD0CB}"/>
              </a:ext>
            </a:extLst>
          </p:cNvPr>
          <p:cNvSpPr>
            <a:spLocks noGrp="1"/>
          </p:cNvSpPr>
          <p:nvPr>
            <p:ph type="title"/>
          </p:nvPr>
        </p:nvSpPr>
        <p:spPr>
          <a:xfrm>
            <a:off x="495299" y="123825"/>
            <a:ext cx="11201401" cy="419100"/>
          </a:xfrm>
        </p:spPr>
        <p:txBody>
          <a:bodyPr/>
          <a:lstStyle/>
          <a:p>
            <a:r>
              <a:rPr lang="en-US" dirty="0">
                <a:latin typeface="+mn-lt"/>
              </a:rPr>
              <a:t>Applying changes to DB</a:t>
            </a:r>
          </a:p>
        </p:txBody>
      </p:sp>
      <p:grpSp>
        <p:nvGrpSpPr>
          <p:cNvPr id="3" name="Group 2">
            <a:extLst>
              <a:ext uri="{FF2B5EF4-FFF2-40B4-BE49-F238E27FC236}">
                <a16:creationId xmlns:a16="http://schemas.microsoft.com/office/drawing/2014/main" id="{A2B7ED05-DC28-47FE-B915-EBFC18505FB5}"/>
              </a:ext>
            </a:extLst>
          </p:cNvPr>
          <p:cNvGrpSpPr/>
          <p:nvPr/>
        </p:nvGrpSpPr>
        <p:grpSpPr>
          <a:xfrm>
            <a:off x="4251624" y="1271622"/>
            <a:ext cx="2837073" cy="4642616"/>
            <a:chOff x="4746575" y="1321956"/>
            <a:chExt cx="2837073" cy="4642616"/>
          </a:xfrm>
          <a:solidFill>
            <a:schemeClr val="tx2">
              <a:lumMod val="40000"/>
              <a:lumOff val="60000"/>
            </a:schemeClr>
          </a:solidFill>
        </p:grpSpPr>
        <p:sp>
          <p:nvSpPr>
            <p:cNvPr id="61" name="Heptagon 60">
              <a:extLst>
                <a:ext uri="{FF2B5EF4-FFF2-40B4-BE49-F238E27FC236}">
                  <a16:creationId xmlns:a16="http://schemas.microsoft.com/office/drawing/2014/main" id="{B5ADC25B-0254-4569-B23C-8353328C1EB9}"/>
                </a:ext>
              </a:extLst>
            </p:cNvPr>
            <p:cNvSpPr/>
            <p:nvPr/>
          </p:nvSpPr>
          <p:spPr>
            <a:xfrm>
              <a:off x="4746576" y="1370503"/>
              <a:ext cx="364494" cy="315477"/>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2" name="Heptagon 61">
              <a:extLst>
                <a:ext uri="{FF2B5EF4-FFF2-40B4-BE49-F238E27FC236}">
                  <a16:creationId xmlns:a16="http://schemas.microsoft.com/office/drawing/2014/main" id="{134EF01C-47FB-4AE0-AAEC-07298CAD2FC8}"/>
                </a:ext>
              </a:extLst>
            </p:cNvPr>
            <p:cNvSpPr/>
            <p:nvPr/>
          </p:nvSpPr>
          <p:spPr>
            <a:xfrm>
              <a:off x="4746575" y="2214341"/>
              <a:ext cx="364495" cy="345556"/>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3" name="Rectangle 62">
              <a:extLst>
                <a:ext uri="{FF2B5EF4-FFF2-40B4-BE49-F238E27FC236}">
                  <a16:creationId xmlns:a16="http://schemas.microsoft.com/office/drawing/2014/main" id="{9927791D-E687-4565-A280-C3CEB487F494}"/>
                </a:ext>
              </a:extLst>
            </p:cNvPr>
            <p:cNvSpPr/>
            <p:nvPr/>
          </p:nvSpPr>
          <p:spPr>
            <a:xfrm>
              <a:off x="5225451" y="1321956"/>
              <a:ext cx="2358195" cy="389192"/>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Go to </a:t>
              </a:r>
              <a:r>
                <a:rPr lang="en-US" dirty="0" err="1">
                  <a:solidFill>
                    <a:schemeClr val="tx1"/>
                  </a:solidFill>
                </a:rPr>
                <a:t>Datasources</a:t>
              </a:r>
              <a:endParaRPr lang="en-US" dirty="0">
                <a:solidFill>
                  <a:schemeClr val="tx1"/>
                </a:solidFill>
              </a:endParaRPr>
            </a:p>
          </p:txBody>
        </p:sp>
        <p:sp>
          <p:nvSpPr>
            <p:cNvPr id="64" name="Rectangle 63">
              <a:extLst>
                <a:ext uri="{FF2B5EF4-FFF2-40B4-BE49-F238E27FC236}">
                  <a16:creationId xmlns:a16="http://schemas.microsoft.com/office/drawing/2014/main" id="{D8789DB8-0F49-4393-BBCC-C8EFF6C7A93F}"/>
                </a:ext>
              </a:extLst>
            </p:cNvPr>
            <p:cNvSpPr/>
            <p:nvPr/>
          </p:nvSpPr>
          <p:spPr>
            <a:xfrm>
              <a:off x="5225452" y="2106713"/>
              <a:ext cx="2358196" cy="529790"/>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Click on Apply Changes</a:t>
              </a:r>
            </a:p>
          </p:txBody>
        </p:sp>
        <p:sp>
          <p:nvSpPr>
            <p:cNvPr id="65" name="Heptagon 64">
              <a:extLst>
                <a:ext uri="{FF2B5EF4-FFF2-40B4-BE49-F238E27FC236}">
                  <a16:creationId xmlns:a16="http://schemas.microsoft.com/office/drawing/2014/main" id="{C60F761F-CE65-45C0-8A89-D6CC0616E688}"/>
                </a:ext>
              </a:extLst>
            </p:cNvPr>
            <p:cNvSpPr/>
            <p:nvPr/>
          </p:nvSpPr>
          <p:spPr>
            <a:xfrm>
              <a:off x="4746575" y="3124933"/>
              <a:ext cx="364495" cy="345556"/>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17633606-25C7-4C2C-B3DC-88EF3CA26FEB}"/>
                </a:ext>
              </a:extLst>
            </p:cNvPr>
            <p:cNvSpPr/>
            <p:nvPr/>
          </p:nvSpPr>
          <p:spPr>
            <a:xfrm>
              <a:off x="5225451" y="3032068"/>
              <a:ext cx="2358195" cy="51704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Wait for the changes to be applied</a:t>
              </a:r>
            </a:p>
          </p:txBody>
        </p:sp>
        <p:sp>
          <p:nvSpPr>
            <p:cNvPr id="67" name="Heptagon 66">
              <a:extLst>
                <a:ext uri="{FF2B5EF4-FFF2-40B4-BE49-F238E27FC236}">
                  <a16:creationId xmlns:a16="http://schemas.microsoft.com/office/drawing/2014/main" id="{F9CDDF78-15CB-4B5B-8C58-E498F86E8065}"/>
                </a:ext>
              </a:extLst>
            </p:cNvPr>
            <p:cNvSpPr/>
            <p:nvPr/>
          </p:nvSpPr>
          <p:spPr>
            <a:xfrm>
              <a:off x="4746575" y="4170829"/>
              <a:ext cx="329345" cy="345556"/>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8" name="Rectangle 67">
              <a:extLst>
                <a:ext uri="{FF2B5EF4-FFF2-40B4-BE49-F238E27FC236}">
                  <a16:creationId xmlns:a16="http://schemas.microsoft.com/office/drawing/2014/main" id="{E3605860-7B6F-4670-A2C6-29B72E2436DE}"/>
                </a:ext>
              </a:extLst>
            </p:cNvPr>
            <p:cNvSpPr/>
            <p:nvPr/>
          </p:nvSpPr>
          <p:spPr>
            <a:xfrm>
              <a:off x="5225452" y="3959604"/>
              <a:ext cx="2358194" cy="786541"/>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Stop </a:t>
              </a:r>
              <a:r>
                <a:rPr lang="en-US" dirty="0" err="1">
                  <a:solidFill>
                    <a:schemeClr val="tx1"/>
                  </a:solidFill>
                </a:rPr>
                <a:t>AMApplicationServer</a:t>
              </a:r>
              <a:r>
                <a:rPr lang="en-US" dirty="0">
                  <a:solidFill>
                    <a:schemeClr val="tx1"/>
                  </a:solidFill>
                </a:rPr>
                <a:t> Service</a:t>
              </a:r>
            </a:p>
          </p:txBody>
        </p:sp>
        <p:sp>
          <p:nvSpPr>
            <p:cNvPr id="69" name="Heptagon 68">
              <a:extLst>
                <a:ext uri="{FF2B5EF4-FFF2-40B4-BE49-F238E27FC236}">
                  <a16:creationId xmlns:a16="http://schemas.microsoft.com/office/drawing/2014/main" id="{9CE6680B-163B-42D6-B525-60B30EC8E5E4}"/>
                </a:ext>
              </a:extLst>
            </p:cNvPr>
            <p:cNvSpPr/>
            <p:nvPr/>
          </p:nvSpPr>
          <p:spPr>
            <a:xfrm>
              <a:off x="4746575" y="5323107"/>
              <a:ext cx="329345" cy="345556"/>
            </a:xfrm>
            <a:prstGeom prst="heptagon">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0" name="Rectangle 69">
              <a:extLst>
                <a:ext uri="{FF2B5EF4-FFF2-40B4-BE49-F238E27FC236}">
                  <a16:creationId xmlns:a16="http://schemas.microsoft.com/office/drawing/2014/main" id="{0E0EB92E-BBC2-4E5E-82D6-174E30009296}"/>
                </a:ext>
              </a:extLst>
            </p:cNvPr>
            <p:cNvSpPr/>
            <p:nvPr/>
          </p:nvSpPr>
          <p:spPr>
            <a:xfrm>
              <a:off x="5225452" y="5134979"/>
              <a:ext cx="2358196" cy="829593"/>
            </a:xfrm>
            <a:prstGeom prst="rect">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Start </a:t>
              </a:r>
              <a:r>
                <a:rPr lang="en-US" dirty="0" err="1">
                  <a:solidFill>
                    <a:schemeClr val="tx1"/>
                  </a:solidFill>
                </a:rPr>
                <a:t>AMApplicationServer</a:t>
              </a:r>
              <a:r>
                <a:rPr lang="en-US" dirty="0">
                  <a:solidFill>
                    <a:schemeClr val="tx1"/>
                  </a:solidFill>
                </a:rPr>
                <a:t> Service after 5 mins</a:t>
              </a:r>
            </a:p>
          </p:txBody>
        </p:sp>
        <p:sp>
          <p:nvSpPr>
            <p:cNvPr id="71" name="Arrow: Down 70">
              <a:extLst>
                <a:ext uri="{FF2B5EF4-FFF2-40B4-BE49-F238E27FC236}">
                  <a16:creationId xmlns:a16="http://schemas.microsoft.com/office/drawing/2014/main" id="{F67B5D4C-8A9E-4BDF-8779-5572A3EAD1BA}"/>
                </a:ext>
              </a:extLst>
            </p:cNvPr>
            <p:cNvSpPr/>
            <p:nvPr/>
          </p:nvSpPr>
          <p:spPr>
            <a:xfrm>
              <a:off x="6274965" y="1711148"/>
              <a:ext cx="222656" cy="389191"/>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Arrow: Down 16">
              <a:extLst>
                <a:ext uri="{FF2B5EF4-FFF2-40B4-BE49-F238E27FC236}">
                  <a16:creationId xmlns:a16="http://schemas.microsoft.com/office/drawing/2014/main" id="{2641020D-7785-4FF1-8F81-37859DDFBD15}"/>
                </a:ext>
              </a:extLst>
            </p:cNvPr>
            <p:cNvSpPr/>
            <p:nvPr/>
          </p:nvSpPr>
          <p:spPr>
            <a:xfrm>
              <a:off x="6278713" y="2657807"/>
              <a:ext cx="222656" cy="389191"/>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row: Down 17">
              <a:extLst>
                <a:ext uri="{FF2B5EF4-FFF2-40B4-BE49-F238E27FC236}">
                  <a16:creationId xmlns:a16="http://schemas.microsoft.com/office/drawing/2014/main" id="{09727FD7-B774-4AE2-A2A9-FD421FE8A65A}"/>
                </a:ext>
              </a:extLst>
            </p:cNvPr>
            <p:cNvSpPr/>
            <p:nvPr/>
          </p:nvSpPr>
          <p:spPr>
            <a:xfrm>
              <a:off x="6278713" y="3568232"/>
              <a:ext cx="222656" cy="389191"/>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row: Down 18">
              <a:extLst>
                <a:ext uri="{FF2B5EF4-FFF2-40B4-BE49-F238E27FC236}">
                  <a16:creationId xmlns:a16="http://schemas.microsoft.com/office/drawing/2014/main" id="{EAAE35AB-CE1D-4A98-882A-A9B3D920DBFE}"/>
                </a:ext>
              </a:extLst>
            </p:cNvPr>
            <p:cNvSpPr/>
            <p:nvPr/>
          </p:nvSpPr>
          <p:spPr>
            <a:xfrm>
              <a:off x="6290949" y="4727582"/>
              <a:ext cx="222656" cy="389191"/>
            </a:xfrm>
            <a:prstGeom prst="downArrow">
              <a:avLst/>
            </a:prstGeom>
            <a:grp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26760522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96716F-8A72-9D10-7C1A-1F3223519DAB}"/>
              </a:ext>
            </a:extLst>
          </p:cNvPr>
          <p:cNvSpPr>
            <a:spLocks noGrp="1"/>
          </p:cNvSpPr>
          <p:nvPr>
            <p:ph type="title"/>
          </p:nvPr>
        </p:nvSpPr>
        <p:spPr>
          <a:xfrm>
            <a:off x="495299" y="3848099"/>
            <a:ext cx="10098193" cy="723275"/>
          </a:xfrm>
        </p:spPr>
        <p:txBody>
          <a:bodyPr/>
          <a:lstStyle/>
          <a:p>
            <a:r>
              <a:rPr lang="en-US" dirty="0"/>
              <a:t>Module3</a:t>
            </a:r>
          </a:p>
        </p:txBody>
      </p:sp>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495300" y="51054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buNone/>
            </a:pPr>
            <a:r>
              <a:rPr lang="en-US" dirty="0"/>
              <a:t>SECURITY CONFIGURATION</a:t>
            </a:r>
          </a:p>
        </p:txBody>
      </p:sp>
    </p:spTree>
    <p:extLst>
      <p:ext uri="{BB962C8B-B14F-4D97-AF65-F5344CB8AC3E}">
        <p14:creationId xmlns:p14="http://schemas.microsoft.com/office/powerpoint/2010/main" val="32293755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5299" y="204437"/>
            <a:ext cx="11201401" cy="419100"/>
          </a:xfrm>
        </p:spPr>
        <p:txBody>
          <a:bodyPr/>
          <a:lstStyle/>
          <a:p>
            <a:r>
              <a:rPr lang="en-AU" b="1" dirty="0">
                <a:latin typeface="+mn-lt"/>
                <a:cs typeface="Arial" panose="020B0604020202020204" pitchFamily="34" charset="0"/>
              </a:rPr>
              <a:t>Security Role Configuration</a:t>
            </a:r>
            <a:endParaRPr lang="en-US" b="1" dirty="0">
              <a:latin typeface="+mn-lt"/>
              <a:cs typeface="Arial" panose="020B0604020202020204" pitchFamily="34" charset="0"/>
            </a:endParaRPr>
          </a:p>
        </p:txBody>
      </p:sp>
      <p:sp>
        <p:nvSpPr>
          <p:cNvPr id="7" name="TextBox 6">
            <a:extLst>
              <a:ext uri="{FF2B5EF4-FFF2-40B4-BE49-F238E27FC236}">
                <a16:creationId xmlns:a16="http://schemas.microsoft.com/office/drawing/2014/main" id="{4F81CCA5-BDB9-44AD-85F0-5A5D4008F69A}"/>
              </a:ext>
            </a:extLst>
          </p:cNvPr>
          <p:cNvSpPr txBox="1"/>
          <p:nvPr/>
        </p:nvSpPr>
        <p:spPr>
          <a:xfrm>
            <a:off x="587168" y="1189380"/>
            <a:ext cx="5944809" cy="2554545"/>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marL="342900" lvl="0" indent="-342900" algn="just" fontAlgn="base">
              <a:spcAft>
                <a:spcPct val="0"/>
              </a:spcAft>
              <a:buFont typeface="+mj-lt"/>
              <a:buAutoNum type="arabicParenR"/>
            </a:pPr>
            <a:r>
              <a:rPr lang="en-AU" altLang="en-US" dirty="0">
                <a:latin typeface="+mn-lt"/>
              </a:rPr>
              <a:t>Navigate to UAS application home page.</a:t>
            </a:r>
          </a:p>
          <a:p>
            <a:pPr marL="342900" lvl="0" indent="-342900" algn="just" fontAlgn="base">
              <a:spcAft>
                <a:spcPct val="0"/>
              </a:spcAft>
              <a:buFont typeface="+mj-lt"/>
              <a:buAutoNum type="arabicParenR"/>
            </a:pPr>
            <a:r>
              <a:rPr lang="en-AU" altLang="en-US" dirty="0">
                <a:latin typeface="+mn-lt"/>
              </a:rPr>
              <a:t>Select System Configuration under System box. Once page opens, select Security in the navigation links.</a:t>
            </a:r>
          </a:p>
          <a:p>
            <a:pPr marL="342900" lvl="0" indent="-342900" algn="just" fontAlgn="base">
              <a:spcAft>
                <a:spcPct val="0"/>
              </a:spcAft>
              <a:buFont typeface="+mj-lt"/>
              <a:buAutoNum type="arabicParenR"/>
            </a:pPr>
            <a:r>
              <a:rPr lang="en-AU" altLang="en-US" dirty="0">
                <a:latin typeface="+mn-lt"/>
              </a:rPr>
              <a:t>Alternately from any page in the UAS application, mouse over the Settings icon and click on Security under System Configuration tab.</a:t>
            </a:r>
          </a:p>
          <a:p>
            <a:pPr marL="342900" lvl="0" indent="-342900" algn="just" fontAlgn="base">
              <a:spcAft>
                <a:spcPct val="0"/>
              </a:spcAft>
              <a:buFont typeface="+mj-lt"/>
              <a:buAutoNum type="arabicParenR"/>
            </a:pPr>
            <a:endParaRPr lang="en-AU" altLang="en-US" dirty="0">
              <a:latin typeface="Arial" panose="020B0604020202020204" pitchFamily="34" charset="0"/>
            </a:endParaRPr>
          </a:p>
          <a:p>
            <a:pPr marL="1028700" lvl="1" indent="-342900" fontAlgn="base">
              <a:spcAft>
                <a:spcPct val="0"/>
              </a:spcAft>
              <a:buFont typeface="+mj-lt"/>
              <a:buAutoNum type="alphaLcPeriod"/>
            </a:pPr>
            <a:endParaRPr lang="en-AU" altLang="en-US" dirty="0"/>
          </a:p>
          <a:p>
            <a:pPr marL="1028700" lvl="1" indent="-342900" fontAlgn="base">
              <a:spcAft>
                <a:spcPct val="0"/>
              </a:spcAft>
              <a:buFont typeface="+mj-lt"/>
              <a:buAutoNum type="alphaLcPeriod"/>
            </a:pPr>
            <a:endParaRPr lang="en-AU" altLang="en-US" dirty="0"/>
          </a:p>
          <a:p>
            <a:pPr marL="342900" lvl="0" indent="-342900" fontAlgn="base">
              <a:spcAft>
                <a:spcPct val="0"/>
              </a:spcAft>
              <a:buFont typeface="+mj-lt"/>
              <a:buAutoNum type="arabicParenR"/>
            </a:pPr>
            <a:endParaRPr lang="en-AU" dirty="0">
              <a:latin typeface="+mn-lt"/>
            </a:endParaRPr>
          </a:p>
        </p:txBody>
      </p:sp>
      <p:grpSp>
        <p:nvGrpSpPr>
          <p:cNvPr id="3" name="Group 2">
            <a:extLst>
              <a:ext uri="{FF2B5EF4-FFF2-40B4-BE49-F238E27FC236}">
                <a16:creationId xmlns:a16="http://schemas.microsoft.com/office/drawing/2014/main" id="{0861118D-E240-4F39-94BC-A830BDA8D85A}"/>
              </a:ext>
            </a:extLst>
          </p:cNvPr>
          <p:cNvGrpSpPr/>
          <p:nvPr/>
        </p:nvGrpSpPr>
        <p:grpSpPr>
          <a:xfrm>
            <a:off x="6633577" y="914400"/>
            <a:ext cx="5152733" cy="4909768"/>
            <a:chOff x="6537673" y="885754"/>
            <a:chExt cx="5447151" cy="5268832"/>
          </a:xfrm>
        </p:grpSpPr>
        <p:pic>
          <p:nvPicPr>
            <p:cNvPr id="2" name="Picture 1">
              <a:extLst>
                <a:ext uri="{FF2B5EF4-FFF2-40B4-BE49-F238E27FC236}">
                  <a16:creationId xmlns:a16="http://schemas.microsoft.com/office/drawing/2014/main" id="{58A0CBAC-2863-4088-BAB1-FC100E760786}"/>
                </a:ext>
              </a:extLst>
            </p:cNvPr>
            <p:cNvPicPr>
              <a:picLocks noChangeAspect="1"/>
            </p:cNvPicPr>
            <p:nvPr/>
          </p:nvPicPr>
          <p:blipFill>
            <a:blip r:embed="rId3"/>
            <a:stretch>
              <a:fillRect/>
            </a:stretch>
          </p:blipFill>
          <p:spPr>
            <a:xfrm>
              <a:off x="6537675" y="885754"/>
              <a:ext cx="5447149" cy="3450519"/>
            </a:xfrm>
            <a:prstGeom prst="rect">
              <a:avLst/>
            </a:prstGeom>
          </p:spPr>
          <p:style>
            <a:lnRef idx="2">
              <a:schemeClr val="dk1"/>
            </a:lnRef>
            <a:fillRef idx="1">
              <a:schemeClr val="lt1"/>
            </a:fillRef>
            <a:effectRef idx="0">
              <a:schemeClr val="dk1"/>
            </a:effectRef>
            <a:fontRef idx="minor">
              <a:schemeClr val="dk1"/>
            </a:fontRef>
          </p:style>
        </p:pic>
        <p:pic>
          <p:nvPicPr>
            <p:cNvPr id="24" name="Picture 23">
              <a:extLst>
                <a:ext uri="{FF2B5EF4-FFF2-40B4-BE49-F238E27FC236}">
                  <a16:creationId xmlns:a16="http://schemas.microsoft.com/office/drawing/2014/main" id="{D25380A4-C7EA-424F-BC70-49A53E081F65}"/>
                </a:ext>
              </a:extLst>
            </p:cNvPr>
            <p:cNvPicPr/>
            <p:nvPr/>
          </p:nvPicPr>
          <p:blipFill>
            <a:blip r:embed="rId4"/>
            <a:stretch>
              <a:fillRect/>
            </a:stretch>
          </p:blipFill>
          <p:spPr>
            <a:xfrm>
              <a:off x="6537673" y="4344018"/>
              <a:ext cx="5447151" cy="1810568"/>
            </a:xfrm>
            <a:prstGeom prst="rect">
              <a:avLst/>
            </a:prstGeom>
            <a:ln>
              <a:solidFill>
                <a:srgbClr val="000000"/>
              </a:solidFill>
            </a:ln>
          </p:spPr>
        </p:pic>
      </p:grpSp>
    </p:spTree>
    <p:extLst>
      <p:ext uri="{BB962C8B-B14F-4D97-AF65-F5344CB8AC3E}">
        <p14:creationId xmlns:p14="http://schemas.microsoft.com/office/powerpoint/2010/main" val="22568375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495299" y="204437"/>
            <a:ext cx="11201401" cy="419100"/>
          </a:xfrm>
        </p:spPr>
        <p:txBody>
          <a:bodyPr/>
          <a:lstStyle/>
          <a:p>
            <a:r>
              <a:rPr lang="en-AU" b="1" dirty="0">
                <a:latin typeface="+mn-lt"/>
                <a:cs typeface="Arial" panose="020B0604020202020204" pitchFamily="34" charset="0"/>
              </a:rPr>
              <a:t>Security Role Configuration</a:t>
            </a:r>
            <a:endParaRPr lang="en-US" b="1" dirty="0">
              <a:latin typeface="+mn-lt"/>
              <a:cs typeface="Arial" panose="020B0604020202020204" pitchFamily="34" charset="0"/>
            </a:endParaRPr>
          </a:p>
        </p:txBody>
      </p:sp>
      <p:sp>
        <p:nvSpPr>
          <p:cNvPr id="7" name="TextBox 6">
            <a:extLst>
              <a:ext uri="{FF2B5EF4-FFF2-40B4-BE49-F238E27FC236}">
                <a16:creationId xmlns:a16="http://schemas.microsoft.com/office/drawing/2014/main" id="{4F81CCA5-BDB9-44AD-85F0-5A5D4008F69A}"/>
              </a:ext>
            </a:extLst>
          </p:cNvPr>
          <p:cNvSpPr txBox="1"/>
          <p:nvPr/>
        </p:nvSpPr>
        <p:spPr>
          <a:xfrm>
            <a:off x="587168" y="1189380"/>
            <a:ext cx="5944809" cy="2554545"/>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marL="342900" lvl="0" indent="-342900" algn="just" fontAlgn="base">
              <a:spcAft>
                <a:spcPct val="0"/>
              </a:spcAft>
              <a:buFont typeface="+mj-lt"/>
              <a:buAutoNum type="arabicParenR"/>
            </a:pPr>
            <a:r>
              <a:rPr lang="en-AU" altLang="en-US" dirty="0">
                <a:latin typeface="+mn-lt"/>
              </a:rPr>
              <a:t>Navigate to UAS application home page.</a:t>
            </a:r>
          </a:p>
          <a:p>
            <a:pPr marL="342900" lvl="0" indent="-342900" algn="just" fontAlgn="base">
              <a:spcAft>
                <a:spcPct val="0"/>
              </a:spcAft>
              <a:buFont typeface="+mj-lt"/>
              <a:buAutoNum type="arabicParenR"/>
            </a:pPr>
            <a:r>
              <a:rPr lang="en-AU" altLang="en-US" dirty="0">
                <a:latin typeface="+mn-lt"/>
              </a:rPr>
              <a:t>Select System Configuration under System box. Once page opens, select Security in the navigation links.</a:t>
            </a:r>
          </a:p>
          <a:p>
            <a:pPr marL="342900" lvl="0" indent="-342900" algn="just" fontAlgn="base">
              <a:spcAft>
                <a:spcPct val="0"/>
              </a:spcAft>
              <a:buFont typeface="+mj-lt"/>
              <a:buAutoNum type="arabicParenR"/>
            </a:pPr>
            <a:r>
              <a:rPr lang="en-AU" altLang="en-US" dirty="0">
                <a:latin typeface="+mn-lt"/>
              </a:rPr>
              <a:t>Alternately from any page in the UAS application, mouse over the Settings icon and click on Security under System Configuration tab.</a:t>
            </a:r>
          </a:p>
          <a:p>
            <a:pPr marL="342900" lvl="0" indent="-342900" algn="just" fontAlgn="base">
              <a:spcAft>
                <a:spcPct val="0"/>
              </a:spcAft>
              <a:buFont typeface="+mj-lt"/>
              <a:buAutoNum type="arabicParenR"/>
            </a:pPr>
            <a:endParaRPr lang="en-AU" altLang="en-US" dirty="0">
              <a:latin typeface="Arial" panose="020B0604020202020204" pitchFamily="34" charset="0"/>
            </a:endParaRPr>
          </a:p>
          <a:p>
            <a:pPr marL="1028700" lvl="1" indent="-342900" fontAlgn="base">
              <a:spcAft>
                <a:spcPct val="0"/>
              </a:spcAft>
              <a:buFont typeface="+mj-lt"/>
              <a:buAutoNum type="alphaLcPeriod"/>
            </a:pPr>
            <a:endParaRPr lang="en-AU" altLang="en-US" dirty="0"/>
          </a:p>
          <a:p>
            <a:pPr marL="1028700" lvl="1" indent="-342900" fontAlgn="base">
              <a:spcAft>
                <a:spcPct val="0"/>
              </a:spcAft>
              <a:buFont typeface="+mj-lt"/>
              <a:buAutoNum type="alphaLcPeriod"/>
            </a:pPr>
            <a:endParaRPr lang="en-AU" altLang="en-US" dirty="0"/>
          </a:p>
          <a:p>
            <a:pPr marL="342900" lvl="0" indent="-342900" fontAlgn="base">
              <a:spcAft>
                <a:spcPct val="0"/>
              </a:spcAft>
              <a:buFont typeface="+mj-lt"/>
              <a:buAutoNum type="arabicParenR"/>
            </a:pPr>
            <a:endParaRPr lang="en-AU" dirty="0">
              <a:latin typeface="+mn-lt"/>
            </a:endParaRPr>
          </a:p>
        </p:txBody>
      </p:sp>
      <p:grpSp>
        <p:nvGrpSpPr>
          <p:cNvPr id="10" name="Group 9">
            <a:extLst>
              <a:ext uri="{FF2B5EF4-FFF2-40B4-BE49-F238E27FC236}">
                <a16:creationId xmlns:a16="http://schemas.microsoft.com/office/drawing/2014/main" id="{F984A419-0E23-6B3D-F026-082726D1377E}"/>
              </a:ext>
            </a:extLst>
          </p:cNvPr>
          <p:cNvGrpSpPr/>
          <p:nvPr/>
        </p:nvGrpSpPr>
        <p:grpSpPr>
          <a:xfrm>
            <a:off x="6514350" y="794715"/>
            <a:ext cx="5677650" cy="4753330"/>
            <a:chOff x="240265" y="1246778"/>
            <a:chExt cx="5677650" cy="4753330"/>
          </a:xfrm>
        </p:grpSpPr>
        <p:pic>
          <p:nvPicPr>
            <p:cNvPr id="5" name="Picture 4">
              <a:extLst>
                <a:ext uri="{FF2B5EF4-FFF2-40B4-BE49-F238E27FC236}">
                  <a16:creationId xmlns:a16="http://schemas.microsoft.com/office/drawing/2014/main" id="{14269A62-24C2-1FC5-318B-294C0972AF1F}"/>
                </a:ext>
              </a:extLst>
            </p:cNvPr>
            <p:cNvPicPr>
              <a:picLocks noChangeAspect="1"/>
            </p:cNvPicPr>
            <p:nvPr/>
          </p:nvPicPr>
          <p:blipFill>
            <a:blip r:embed="rId3"/>
            <a:stretch>
              <a:fillRect/>
            </a:stretch>
          </p:blipFill>
          <p:spPr>
            <a:xfrm>
              <a:off x="240265" y="1246778"/>
              <a:ext cx="5564634" cy="3383921"/>
            </a:xfrm>
            <a:prstGeom prst="rect">
              <a:avLst/>
            </a:prstGeom>
          </p:spPr>
        </p:pic>
        <p:pic>
          <p:nvPicPr>
            <p:cNvPr id="9" name="Picture 8">
              <a:extLst>
                <a:ext uri="{FF2B5EF4-FFF2-40B4-BE49-F238E27FC236}">
                  <a16:creationId xmlns:a16="http://schemas.microsoft.com/office/drawing/2014/main" id="{939E6522-5CCA-9FB2-0034-A2DB43D0231D}"/>
                </a:ext>
              </a:extLst>
            </p:cNvPr>
            <p:cNvPicPr>
              <a:picLocks noChangeAspect="1"/>
            </p:cNvPicPr>
            <p:nvPr/>
          </p:nvPicPr>
          <p:blipFill>
            <a:blip r:embed="rId4"/>
            <a:stretch>
              <a:fillRect/>
            </a:stretch>
          </p:blipFill>
          <p:spPr>
            <a:xfrm>
              <a:off x="240265" y="4630699"/>
              <a:ext cx="5677650" cy="1369409"/>
            </a:xfrm>
            <a:prstGeom prst="rect">
              <a:avLst/>
            </a:prstGeom>
          </p:spPr>
        </p:pic>
      </p:grpSp>
    </p:spTree>
    <p:extLst>
      <p:ext uri="{BB962C8B-B14F-4D97-AF65-F5344CB8AC3E}">
        <p14:creationId xmlns:p14="http://schemas.microsoft.com/office/powerpoint/2010/main" val="168724803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AU" b="1" dirty="0">
                <a:latin typeface="+mn-lt"/>
                <a:cs typeface="Arial" panose="020B0604020202020204" pitchFamily="34" charset="0"/>
              </a:rPr>
              <a:t>Security Role Assignment</a:t>
            </a:r>
            <a:endParaRPr lang="en-US" b="1" dirty="0">
              <a:latin typeface="+mn-lt"/>
              <a:cs typeface="Arial" panose="020B0604020202020204" pitchFamily="34" charset="0"/>
            </a:endParaRPr>
          </a:p>
        </p:txBody>
      </p:sp>
      <p:sp>
        <p:nvSpPr>
          <p:cNvPr id="25" name="Rectangle 16">
            <a:extLst>
              <a:ext uri="{FF2B5EF4-FFF2-40B4-BE49-F238E27FC236}">
                <a16:creationId xmlns:a16="http://schemas.microsoft.com/office/drawing/2014/main" id="{93D6F161-5C87-46B1-BD5A-687ADC890245}"/>
              </a:ext>
            </a:extLst>
          </p:cNvPr>
          <p:cNvSpPr>
            <a:spLocks noChangeArrowheads="1"/>
          </p:cNvSpPr>
          <p:nvPr/>
        </p:nvSpPr>
        <p:spPr bwMode="auto">
          <a:xfrm>
            <a:off x="503498" y="47326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3" name="Content Placeholder 2">
            <a:extLst>
              <a:ext uri="{FF2B5EF4-FFF2-40B4-BE49-F238E27FC236}">
                <a16:creationId xmlns:a16="http://schemas.microsoft.com/office/drawing/2014/main" id="{4706AB8E-80FA-4E6E-AE7F-BCEA683E74D8}"/>
              </a:ext>
            </a:extLst>
          </p:cNvPr>
          <p:cNvSpPr txBox="1">
            <a:spLocks/>
          </p:cNvSpPr>
          <p:nvPr/>
        </p:nvSpPr>
        <p:spPr>
          <a:xfrm>
            <a:off x="666245" y="1000912"/>
            <a:ext cx="6463425" cy="5293871"/>
          </a:xfrm>
          <a:prstGeom prst="rect">
            <a:avLst/>
          </a:prstGeom>
          <a:ln>
            <a:noFill/>
          </a:ln>
        </p:spPr>
        <p:txBody>
          <a:bodyPr/>
          <a:lstStyle>
            <a:lvl1pPr marL="169863" indent="-169863" algn="l" defTabSz="457200" rtl="0" eaLnBrk="0" fontAlgn="base" hangingPunct="0">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0" fontAlgn="base" hangingPunct="0">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0" fontAlgn="base" hangingPunct="0">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4pPr>
            <a:lvl5pPr marL="2057400" indent="-228600" algn="l" defTabSz="457200" rtl="0" eaLnBrk="0" fontAlgn="base" hangingPunct="0">
              <a:spcBef>
                <a:spcPct val="20000"/>
              </a:spcBef>
              <a:spcAft>
                <a:spcPct val="0"/>
              </a:spcAft>
              <a:buClr>
                <a:schemeClr val="accent2"/>
              </a:buClr>
              <a:buFont typeface="Arial" panose="020B0604020202020204" pitchFamily="34" charset="0"/>
              <a:buChar char="»"/>
              <a:defRPr sz="1400" kern="1200">
                <a:solidFill>
                  <a:schemeClr val="tx1"/>
                </a:solidFill>
                <a:latin typeface="Arial" panose="020B0604020202020204" pitchFamily="34" charset="0"/>
                <a:ea typeface="Helvetica Neue"/>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indent="-457200" algn="just">
              <a:buClrTx/>
              <a:buFont typeface="Wingdings" panose="05000000000000000000" pitchFamily="2" charset="2"/>
              <a:buChar char="Ø"/>
            </a:pPr>
            <a:r>
              <a:rPr lang="en-US" sz="1800" b="1" dirty="0"/>
              <a:t>View Only Access</a:t>
            </a:r>
            <a:r>
              <a:rPr lang="en-US" sz="1600" dirty="0"/>
              <a:t>:</a:t>
            </a:r>
          </a:p>
          <a:p>
            <a:pPr marL="457200" lvl="1" indent="0" algn="just">
              <a:buClr>
                <a:srgbClr val="C00000"/>
              </a:buClr>
              <a:buNone/>
            </a:pPr>
            <a:r>
              <a:rPr lang="en-US" dirty="0"/>
              <a:t>A user who is part of “AM </a:t>
            </a:r>
            <a:r>
              <a:rPr lang="en-US" dirty="0" err="1"/>
              <a:t>ViewOnly</a:t>
            </a:r>
            <a:r>
              <a:rPr lang="en-US" dirty="0"/>
              <a:t> User” group will have read only access to equipment performance application. This access includes Dashboards, Event Management, Detail Views and Asset Display links. </a:t>
            </a:r>
          </a:p>
          <a:p>
            <a:pPr marL="457200" lvl="1" indent="0" algn="just">
              <a:buClr>
                <a:srgbClr val="C00000"/>
              </a:buClr>
              <a:buNone/>
            </a:pPr>
            <a:r>
              <a:rPr lang="en-US" dirty="0" err="1"/>
              <a:t>ViewOnly</a:t>
            </a:r>
            <a:r>
              <a:rPr lang="en-US" dirty="0"/>
              <a:t> user cannot update attribute values.</a:t>
            </a:r>
          </a:p>
          <a:p>
            <a:pPr marL="457200" lvl="1" indent="0" algn="just">
              <a:buClr>
                <a:srgbClr val="C00000"/>
              </a:buClr>
              <a:buNone/>
            </a:pPr>
            <a:endParaRPr lang="en-US" dirty="0"/>
          </a:p>
          <a:p>
            <a:pPr marL="457200" lvl="1" indent="0" algn="just">
              <a:buClr>
                <a:srgbClr val="C00000"/>
              </a:buClr>
              <a:buNone/>
            </a:pPr>
            <a:endParaRPr lang="en-US" dirty="0"/>
          </a:p>
          <a:p>
            <a:pPr indent="-457200" algn="just">
              <a:buClrTx/>
              <a:buFont typeface="Wingdings" panose="05000000000000000000" pitchFamily="2" charset="2"/>
              <a:buChar char="Ø"/>
            </a:pPr>
            <a:r>
              <a:rPr lang="en-US" sz="1800" b="1" dirty="0"/>
              <a:t>System Administrator</a:t>
            </a:r>
          </a:p>
          <a:p>
            <a:pPr marL="457200" lvl="1" indent="0" algn="just">
              <a:buClr>
                <a:srgbClr val="C00000"/>
              </a:buClr>
              <a:buNone/>
            </a:pPr>
            <a:r>
              <a:rPr lang="en-US" dirty="0"/>
              <a:t>A User who is part of “</a:t>
            </a:r>
            <a:r>
              <a:rPr lang="en-US" dirty="0" err="1"/>
              <a:t>AMSystemAdmin</a:t>
            </a:r>
            <a:r>
              <a:rPr lang="en-US" dirty="0"/>
              <a:t>” group will have administrative privileges  and he will be able to perform administrative. This access includes Dashboards, Event Management, Detail Views, Asset Display links and configuration screens.</a:t>
            </a:r>
            <a:endParaRPr lang="en-US" sz="1800" b="1" dirty="0"/>
          </a:p>
        </p:txBody>
      </p:sp>
      <p:pic>
        <p:nvPicPr>
          <p:cNvPr id="54" name="Picture 53">
            <a:extLst>
              <a:ext uri="{FF2B5EF4-FFF2-40B4-BE49-F238E27FC236}">
                <a16:creationId xmlns:a16="http://schemas.microsoft.com/office/drawing/2014/main" id="{F11A1404-94A6-48AB-BD81-BC9AA1BE9BBC}"/>
              </a:ext>
            </a:extLst>
          </p:cNvPr>
          <p:cNvPicPr>
            <a:picLocks noChangeAspect="1"/>
          </p:cNvPicPr>
          <p:nvPr/>
        </p:nvPicPr>
        <p:blipFill>
          <a:blip r:embed="rId3"/>
          <a:stretch>
            <a:fillRect/>
          </a:stretch>
        </p:blipFill>
        <p:spPr>
          <a:xfrm>
            <a:off x="7248288" y="3443506"/>
            <a:ext cx="2478806" cy="3112919"/>
          </a:xfrm>
          <a:prstGeom prst="rect">
            <a:avLst/>
          </a:prstGeom>
        </p:spPr>
      </p:pic>
      <p:pic>
        <p:nvPicPr>
          <p:cNvPr id="55" name="Picture 54">
            <a:extLst>
              <a:ext uri="{FF2B5EF4-FFF2-40B4-BE49-F238E27FC236}">
                <a16:creationId xmlns:a16="http://schemas.microsoft.com/office/drawing/2014/main" id="{333D0096-8C14-4B04-AAFF-E05AD74CD627}"/>
              </a:ext>
            </a:extLst>
          </p:cNvPr>
          <p:cNvPicPr>
            <a:picLocks noChangeAspect="1"/>
          </p:cNvPicPr>
          <p:nvPr/>
        </p:nvPicPr>
        <p:blipFill>
          <a:blip r:embed="rId4"/>
          <a:stretch>
            <a:fillRect/>
          </a:stretch>
        </p:blipFill>
        <p:spPr>
          <a:xfrm>
            <a:off x="7235037" y="1000912"/>
            <a:ext cx="2492057" cy="2293576"/>
          </a:xfrm>
          <a:prstGeom prst="rect">
            <a:avLst/>
          </a:prstGeom>
        </p:spPr>
      </p:pic>
    </p:spTree>
    <p:extLst>
      <p:ext uri="{BB962C8B-B14F-4D97-AF65-F5344CB8AC3E}">
        <p14:creationId xmlns:p14="http://schemas.microsoft.com/office/powerpoint/2010/main" val="4983655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0FA63BC0-8DCF-4120-A970-D376B5B7BC87}"/>
              </a:ext>
            </a:extLst>
          </p:cNvPr>
          <p:cNvPicPr>
            <a:picLocks noChangeAspect="1"/>
          </p:cNvPicPr>
          <p:nvPr/>
        </p:nvPicPr>
        <p:blipFill>
          <a:blip r:embed="rId3"/>
          <a:stretch>
            <a:fillRect/>
          </a:stretch>
        </p:blipFill>
        <p:spPr>
          <a:xfrm>
            <a:off x="4884382" y="1370044"/>
            <a:ext cx="7123723" cy="4699367"/>
          </a:xfrm>
          <a:prstGeom prst="rect">
            <a:avLst/>
          </a:prstGeom>
        </p:spPr>
        <p:style>
          <a:lnRef idx="2">
            <a:schemeClr val="dk1"/>
          </a:lnRef>
          <a:fillRef idx="1">
            <a:schemeClr val="lt1"/>
          </a:fillRef>
          <a:effectRef idx="0">
            <a:schemeClr val="dk1"/>
          </a:effectRef>
          <a:fontRef idx="minor">
            <a:schemeClr val="dk1"/>
          </a:fontRef>
        </p:style>
      </p:pic>
      <p:sp>
        <p:nvSpPr>
          <p:cNvPr id="8" name="Title 7"/>
          <p:cNvSpPr>
            <a:spLocks noGrp="1"/>
          </p:cNvSpPr>
          <p:nvPr>
            <p:ph type="title"/>
          </p:nvPr>
        </p:nvSpPr>
        <p:spPr/>
        <p:txBody>
          <a:bodyPr/>
          <a:lstStyle/>
          <a:p>
            <a:r>
              <a:rPr lang="en-AU" b="1" dirty="0">
                <a:latin typeface="+mn-lt"/>
                <a:cs typeface="Arial" panose="020B0604020202020204" pitchFamily="34" charset="0"/>
              </a:rPr>
              <a:t>Security Role Assignment (Contd.)</a:t>
            </a:r>
            <a:endParaRPr lang="en-US" b="1" dirty="0">
              <a:latin typeface="+mn-lt"/>
              <a:cs typeface="Arial" panose="020B0604020202020204" pitchFamily="34" charset="0"/>
            </a:endParaRPr>
          </a:p>
        </p:txBody>
      </p:sp>
      <p:sp>
        <p:nvSpPr>
          <p:cNvPr id="3" name="TextBox 2">
            <a:extLst>
              <a:ext uri="{FF2B5EF4-FFF2-40B4-BE49-F238E27FC236}">
                <a16:creationId xmlns:a16="http://schemas.microsoft.com/office/drawing/2014/main" id="{C78D2C05-830E-4B88-B2C9-50B51D22CA2C}"/>
              </a:ext>
            </a:extLst>
          </p:cNvPr>
          <p:cNvSpPr txBox="1"/>
          <p:nvPr/>
        </p:nvSpPr>
        <p:spPr>
          <a:xfrm>
            <a:off x="594370" y="1253198"/>
            <a:ext cx="4191386" cy="3293209"/>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0" fontAlgn="base">
              <a:spcAft>
                <a:spcPct val="0"/>
              </a:spcAft>
            </a:pPr>
            <a:r>
              <a:rPr lang="en-AU" altLang="en-US" dirty="0">
                <a:latin typeface="Arial" panose="020B0604020202020204" pitchFamily="34" charset="0"/>
              </a:rPr>
              <a:t>For System Administrator:</a:t>
            </a:r>
          </a:p>
          <a:p>
            <a:pPr marL="342900" lvl="0" indent="-342900" fontAlgn="base">
              <a:spcAft>
                <a:spcPct val="0"/>
              </a:spcAft>
              <a:buFont typeface="+mj-lt"/>
              <a:buAutoNum type="arabicParenR"/>
            </a:pPr>
            <a:r>
              <a:rPr lang="en-AU" altLang="en-US" dirty="0">
                <a:latin typeface="Arial" panose="020B0604020202020204" pitchFamily="34" charset="0"/>
              </a:rPr>
              <a:t>Select User Assignment in the Security page.</a:t>
            </a:r>
          </a:p>
          <a:p>
            <a:pPr marL="342900" lvl="0" indent="-342900" fontAlgn="base">
              <a:spcAft>
                <a:spcPct val="0"/>
              </a:spcAft>
              <a:buFont typeface="+mj-lt"/>
              <a:buAutoNum type="arabicParenR"/>
            </a:pPr>
            <a:r>
              <a:rPr lang="en-AU" altLang="en-US" dirty="0">
                <a:latin typeface="Arial" panose="020B0604020202020204" pitchFamily="34" charset="0"/>
              </a:rPr>
              <a:t>Click on “</a:t>
            </a:r>
            <a:r>
              <a:rPr lang="en-AU" altLang="en-US" dirty="0" err="1">
                <a:latin typeface="Arial" panose="020B0604020202020204" pitchFamily="34" charset="0"/>
              </a:rPr>
              <a:t>AMSysAdmin</a:t>
            </a:r>
            <a:r>
              <a:rPr lang="en-AU" altLang="en-US" dirty="0">
                <a:latin typeface="Arial" panose="020B0604020202020204" pitchFamily="34" charset="0"/>
              </a:rPr>
              <a:t>” in the associated roles pane.</a:t>
            </a:r>
          </a:p>
          <a:p>
            <a:pPr marL="342900" lvl="0" indent="-342900" fontAlgn="base">
              <a:spcAft>
                <a:spcPct val="0"/>
              </a:spcAft>
              <a:buFont typeface="+mj-lt"/>
              <a:buAutoNum type="arabicParenR"/>
            </a:pPr>
            <a:r>
              <a:rPr lang="en-AU" altLang="en-US" dirty="0">
                <a:latin typeface="Arial" panose="020B0604020202020204" pitchFamily="34" charset="0"/>
              </a:rPr>
              <a:t>Type the user name in the “server name\user name” format and then click on Associate.</a:t>
            </a:r>
          </a:p>
          <a:p>
            <a:pPr marL="342900" lvl="0" indent="-342900" fontAlgn="base">
              <a:spcAft>
                <a:spcPct val="0"/>
              </a:spcAft>
              <a:buFont typeface="+mj-lt"/>
              <a:buAutoNum type="arabicParenR"/>
            </a:pPr>
            <a:r>
              <a:rPr lang="en-AU" altLang="en-US" dirty="0">
                <a:latin typeface="Arial" panose="020B0604020202020204" pitchFamily="34" charset="0"/>
              </a:rPr>
              <a:t>The user name will get listed in the Associated members list.</a:t>
            </a:r>
          </a:p>
          <a:p>
            <a:pPr marL="342900" lvl="0" indent="-342900" fontAlgn="base">
              <a:spcAft>
                <a:spcPct val="0"/>
              </a:spcAft>
              <a:buFont typeface="+mj-lt"/>
              <a:buAutoNum type="arabicParenR"/>
            </a:pPr>
            <a:r>
              <a:rPr lang="en-AU" altLang="en-US" dirty="0">
                <a:latin typeface="Arial" panose="020B0604020202020204" pitchFamily="34" charset="0"/>
              </a:rPr>
              <a:t>To remove the access for a user, select the user name in the associated members list and then click on “Delete”.</a:t>
            </a:r>
            <a:endParaRPr lang="en-AU" dirty="0">
              <a:latin typeface="Arial" panose="020B0604020202020204" pitchFamily="34" charset="0"/>
            </a:endParaRPr>
          </a:p>
        </p:txBody>
      </p:sp>
    </p:spTree>
    <p:extLst>
      <p:ext uri="{BB962C8B-B14F-4D97-AF65-F5344CB8AC3E}">
        <p14:creationId xmlns:p14="http://schemas.microsoft.com/office/powerpoint/2010/main" val="392293420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3F6A34-1374-473C-9255-BB3DE599C2C4}"/>
              </a:ext>
            </a:extLst>
          </p:cNvPr>
          <p:cNvPicPr>
            <a:picLocks noChangeAspect="1"/>
          </p:cNvPicPr>
          <p:nvPr/>
        </p:nvPicPr>
        <p:blipFill>
          <a:blip r:embed="rId3"/>
          <a:stretch>
            <a:fillRect/>
          </a:stretch>
        </p:blipFill>
        <p:spPr>
          <a:xfrm>
            <a:off x="4943757" y="1069263"/>
            <a:ext cx="7014243" cy="4719472"/>
          </a:xfrm>
          <a:prstGeom prst="rect">
            <a:avLst/>
          </a:prstGeom>
        </p:spPr>
        <p:style>
          <a:lnRef idx="2">
            <a:schemeClr val="dk1"/>
          </a:lnRef>
          <a:fillRef idx="1">
            <a:schemeClr val="lt1"/>
          </a:fillRef>
          <a:effectRef idx="0">
            <a:schemeClr val="dk1"/>
          </a:effectRef>
          <a:fontRef idx="minor">
            <a:schemeClr val="dk1"/>
          </a:fontRef>
        </p:style>
      </p:pic>
      <p:sp>
        <p:nvSpPr>
          <p:cNvPr id="8" name="Title 7"/>
          <p:cNvSpPr>
            <a:spLocks noGrp="1"/>
          </p:cNvSpPr>
          <p:nvPr>
            <p:ph type="title"/>
          </p:nvPr>
        </p:nvSpPr>
        <p:spPr>
          <a:xfrm>
            <a:off x="170789" y="204999"/>
            <a:ext cx="11201401" cy="419100"/>
          </a:xfrm>
        </p:spPr>
        <p:txBody>
          <a:bodyPr/>
          <a:lstStyle/>
          <a:p>
            <a:r>
              <a:rPr lang="en-AU" b="1" dirty="0">
                <a:latin typeface="+mn-lt"/>
                <a:cs typeface="Arial" panose="020B0604020202020204" pitchFamily="34" charset="0"/>
              </a:rPr>
              <a:t>Security Role Assignment (Contd.)</a:t>
            </a:r>
            <a:endParaRPr lang="en-US" b="1" dirty="0">
              <a:latin typeface="+mn-lt"/>
              <a:cs typeface="Arial" panose="020B0604020202020204" pitchFamily="34" charset="0"/>
            </a:endParaRPr>
          </a:p>
        </p:txBody>
      </p:sp>
      <p:sp>
        <p:nvSpPr>
          <p:cNvPr id="25" name="TextBox 24">
            <a:extLst>
              <a:ext uri="{FF2B5EF4-FFF2-40B4-BE49-F238E27FC236}">
                <a16:creationId xmlns:a16="http://schemas.microsoft.com/office/drawing/2014/main" id="{7AAA2F58-EB1B-4E44-97EB-F5A738311B0B}"/>
              </a:ext>
            </a:extLst>
          </p:cNvPr>
          <p:cNvSpPr txBox="1"/>
          <p:nvPr/>
        </p:nvSpPr>
        <p:spPr>
          <a:xfrm>
            <a:off x="594370" y="795997"/>
            <a:ext cx="4191386" cy="3539430"/>
          </a:xfrm>
          <a:prstGeom prst="rect">
            <a:avLst/>
          </a:prstGeom>
          <a:noFill/>
        </p:spPr>
        <p:txBody>
          <a:bodyPr wrap="square" rtlCol="0">
            <a:spAutoFit/>
          </a:bodyPr>
          <a:lstStyle>
            <a:defPPr>
              <a:defRPr lang="en-US"/>
            </a:defPPr>
            <a:lvl1pPr defTabSz="457200">
              <a:spcBef>
                <a:spcPct val="0"/>
              </a:spcBef>
              <a:defRPr sz="1600">
                <a:solidFill>
                  <a:schemeClr val="tx1">
                    <a:lumMod val="50000"/>
                  </a:schemeClr>
                </a:solidFill>
                <a:latin typeface="Trebuchet MS (Headings)"/>
                <a:cs typeface="Arial" panose="020B0604020202020204" pitchFamily="34" charset="0"/>
              </a:defRPr>
            </a:lvl1pPr>
            <a:lvl2pPr marL="685800" lvl="1" indent="-228600">
              <a:buFont typeface="+mj-lt"/>
              <a:buAutoNum type="arabicPeriod"/>
              <a:defRPr sz="1600">
                <a:solidFill>
                  <a:schemeClr val="tx1">
                    <a:lumMod val="50000"/>
                  </a:schemeClr>
                </a:solidFill>
              </a:defRPr>
            </a:lvl2pPr>
            <a:lvl3pPr marL="1200150" lvl="2" indent="-285750">
              <a:buFont typeface="+mj-lt"/>
              <a:buAutoNum type="romanLcPeriod"/>
              <a:defRPr sz="1600">
                <a:solidFill>
                  <a:schemeClr val="tx1">
                    <a:lumMod val="50000"/>
                  </a:schemeClr>
                </a:solidFill>
              </a:defRPr>
            </a:lvl3pPr>
          </a:lstStyle>
          <a:p>
            <a:pPr lvl="0" algn="just" fontAlgn="base">
              <a:spcAft>
                <a:spcPct val="0"/>
              </a:spcAft>
            </a:pPr>
            <a:r>
              <a:rPr lang="en-AU" altLang="en-US" dirty="0">
                <a:latin typeface="Arial" panose="020B0604020202020204" pitchFamily="34" charset="0"/>
              </a:rPr>
              <a:t>For View Only User:</a:t>
            </a:r>
          </a:p>
          <a:p>
            <a:pPr marL="342900" lvl="0" indent="-342900" fontAlgn="base">
              <a:spcAft>
                <a:spcPct val="0"/>
              </a:spcAft>
              <a:buFont typeface="+mj-lt"/>
              <a:buAutoNum type="arabicParenR"/>
            </a:pPr>
            <a:r>
              <a:rPr lang="en-AU" altLang="en-US" dirty="0">
                <a:latin typeface="Arial" panose="020B0604020202020204" pitchFamily="34" charset="0"/>
              </a:rPr>
              <a:t>Select User Assignment in the Security page.</a:t>
            </a:r>
          </a:p>
          <a:p>
            <a:pPr marL="342900" lvl="0" indent="-342900" fontAlgn="base">
              <a:spcAft>
                <a:spcPct val="0"/>
              </a:spcAft>
              <a:buFont typeface="+mj-lt"/>
              <a:buAutoNum type="arabicParenR"/>
            </a:pPr>
            <a:r>
              <a:rPr lang="en-AU" altLang="en-US" dirty="0">
                <a:latin typeface="Arial" panose="020B0604020202020204" pitchFamily="34" charset="0"/>
              </a:rPr>
              <a:t>Click on “View Only” in the associated roles pane.</a:t>
            </a:r>
          </a:p>
          <a:p>
            <a:pPr marL="342900" lvl="0" indent="-342900" fontAlgn="base">
              <a:spcAft>
                <a:spcPct val="0"/>
              </a:spcAft>
              <a:buFont typeface="+mj-lt"/>
              <a:buAutoNum type="arabicParenR"/>
            </a:pPr>
            <a:r>
              <a:rPr lang="en-AU" altLang="en-US" dirty="0">
                <a:latin typeface="Arial" panose="020B0604020202020204" pitchFamily="34" charset="0"/>
              </a:rPr>
              <a:t>Type the user name in the “server name\user name” format and then click on Associate.</a:t>
            </a:r>
          </a:p>
          <a:p>
            <a:pPr marL="342900" lvl="0" indent="-342900" fontAlgn="base">
              <a:spcAft>
                <a:spcPct val="0"/>
              </a:spcAft>
              <a:buFont typeface="+mj-lt"/>
              <a:buAutoNum type="arabicParenR"/>
            </a:pPr>
            <a:r>
              <a:rPr lang="en-AU" altLang="en-US" dirty="0">
                <a:latin typeface="Arial" panose="020B0604020202020204" pitchFamily="34" charset="0"/>
              </a:rPr>
              <a:t>The user name will get listed in the Associated members list.</a:t>
            </a:r>
          </a:p>
          <a:p>
            <a:pPr marL="342900" lvl="0" indent="-342900" fontAlgn="base">
              <a:spcAft>
                <a:spcPct val="0"/>
              </a:spcAft>
              <a:buFont typeface="+mj-lt"/>
              <a:buAutoNum type="arabicParenR"/>
            </a:pPr>
            <a:r>
              <a:rPr lang="en-AU" altLang="en-US" dirty="0">
                <a:latin typeface="Arial" panose="020B0604020202020204" pitchFamily="34" charset="0"/>
              </a:rPr>
              <a:t>To remove the access for a user, select the user name in the associated members list and then click on “Delete”.</a:t>
            </a:r>
          </a:p>
          <a:p>
            <a:pPr marL="342900" lvl="0" indent="-342900" fontAlgn="base">
              <a:spcAft>
                <a:spcPct val="0"/>
              </a:spcAft>
              <a:buFont typeface="+mj-lt"/>
              <a:buAutoNum type="arabicParenR"/>
            </a:pPr>
            <a:endParaRPr lang="en-AU" dirty="0">
              <a:latin typeface="Arial" panose="020B0604020202020204" pitchFamily="34" charset="0"/>
            </a:endParaRPr>
          </a:p>
        </p:txBody>
      </p:sp>
    </p:spTree>
    <p:extLst>
      <p:ext uri="{BB962C8B-B14F-4D97-AF65-F5344CB8AC3E}">
        <p14:creationId xmlns:p14="http://schemas.microsoft.com/office/powerpoint/2010/main" val="27759154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003A78F6-3B30-80AA-5873-8BF613EB7F41}"/>
              </a:ext>
            </a:extLst>
          </p:cNvPr>
          <p:cNvSpPr txBox="1">
            <a:spLocks/>
          </p:cNvSpPr>
          <p:nvPr/>
        </p:nvSpPr>
        <p:spPr>
          <a:xfrm>
            <a:off x="647700" y="2971800"/>
            <a:ext cx="11141529" cy="914400"/>
          </a:xfrm>
        </p:spPr>
        <p:txBody>
          <a:bodyPr wrap="square"/>
          <a:lstStyle>
            <a:lvl1pPr marL="457200" indent="-457200" algn="l" defTabSz="457200" rtl="0" eaLnBrk="1" fontAlgn="base" hangingPunct="1">
              <a:spcBef>
                <a:spcPts val="600"/>
              </a:spcBef>
              <a:spcAft>
                <a:spcPct val="0"/>
              </a:spcAft>
              <a:buClr>
                <a:schemeClr val="accent1"/>
              </a:buClr>
              <a:buFont typeface="+mj-lt"/>
              <a:buAutoNum type="arabicPeriod"/>
              <a:defRPr sz="2400" kern="1200">
                <a:solidFill>
                  <a:schemeClr val="tx1"/>
                </a:solidFill>
                <a:latin typeface="Arial" pitchFamily="34" charset="0"/>
                <a:ea typeface="Arial" charset="0"/>
                <a:cs typeface="Arial" pitchFamily="34" charset="0"/>
              </a:defRPr>
            </a:lvl1pPr>
            <a:lvl2pPr marL="457200" indent="0" algn="l" defTabSz="457200" rtl="0" eaLnBrk="1" fontAlgn="base" hangingPunct="1">
              <a:spcBef>
                <a:spcPct val="20000"/>
              </a:spcBef>
              <a:spcAft>
                <a:spcPct val="0"/>
              </a:spcAft>
              <a:buFont typeface="Arial" charset="0"/>
              <a:buChar char="-"/>
              <a:defRPr sz="2400" kern="1200">
                <a:solidFill>
                  <a:schemeClr val="tx1"/>
                </a:solidFill>
                <a:latin typeface="Arial" pitchFamily="34" charset="0"/>
                <a:ea typeface="Arial" charset="0"/>
                <a:cs typeface="Arial" pitchFamily="34" charset="0"/>
              </a:defRPr>
            </a:lvl2pPr>
            <a:lvl3pPr marL="685800" indent="-228600" algn="l" defTabSz="457200" rtl="0" eaLnBrk="1" fontAlgn="base" hangingPunct="1">
              <a:spcBef>
                <a:spcPct val="20000"/>
              </a:spcBef>
              <a:spcAft>
                <a:spcPct val="0"/>
              </a:spcAft>
              <a:buClr>
                <a:srgbClr val="7F7F7F"/>
              </a:buClr>
              <a:buSzPct val="90000"/>
              <a:buFont typeface="Wingdings" charset="2"/>
              <a:buChar char="§"/>
              <a:defRPr sz="2000" kern="1200">
                <a:solidFill>
                  <a:schemeClr val="tx1"/>
                </a:solidFill>
                <a:latin typeface="Arial" pitchFamily="34" charset="0"/>
                <a:ea typeface="Arial" charset="0"/>
                <a:cs typeface="Arial" pitchFamily="34" charset="0"/>
              </a:defRPr>
            </a:lvl3pPr>
            <a:lvl4pPr marL="1028700" indent="-228600" algn="l" defTabSz="457200" rtl="0" eaLnBrk="1" fontAlgn="base" hangingPunct="1">
              <a:spcBef>
                <a:spcPct val="20000"/>
              </a:spcBef>
              <a:spcAft>
                <a:spcPct val="0"/>
              </a:spcAft>
              <a:buFont typeface="Arial" charset="0"/>
              <a:buChar char="–"/>
              <a:defRPr sz="18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8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lvl="0" indent="0" algn="ctr">
              <a:buNone/>
            </a:pPr>
            <a:r>
              <a:rPr lang="en-US" altLang="en-US" sz="2800" b="1" dirty="0"/>
              <a:t>Q &amp; A</a:t>
            </a:r>
            <a:endParaRPr lang="en-US" sz="2800" b="1" dirty="0"/>
          </a:p>
        </p:txBody>
      </p:sp>
    </p:spTree>
    <p:extLst>
      <p:ext uri="{BB962C8B-B14F-4D97-AF65-F5344CB8AC3E}">
        <p14:creationId xmlns:p14="http://schemas.microsoft.com/office/powerpoint/2010/main" val="42889021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951663" y="2967335"/>
            <a:ext cx="4288675" cy="923330"/>
          </a:xfrm>
          <a:prstGeom prst="rect">
            <a:avLst/>
          </a:prstGeom>
          <a:noFill/>
        </p:spPr>
        <p:txBody>
          <a:bodyPr wrap="non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31927272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D1ZsHZybwBHB3NFGab2xQ"/>
</p:tagLst>
</file>

<file path=ppt/tags/tag3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heme/theme1.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A46E5CB9-61F2-4002-8D5D-82FCE510D994}"/>
    </a:ext>
  </a:extLst>
</a:theme>
</file>

<file path=ppt/theme/theme2.xml><?xml version="1.0" encoding="utf-8"?>
<a:theme xmlns:a="http://schemas.openxmlformats.org/drawingml/2006/main" name="Honeywell PPT Template 16X9 Wide V3.5">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FF3B1608-4820-49AC-A191-42C42200868D}"/>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629F3C93-1033-47FA-975F-B4D6656B8A81}"/>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5D0043DD-25DB-4999-8F41-D9CD3E5D122F}"/>
    </a:ext>
  </a:extLst>
</a:theme>
</file>

<file path=ppt/theme/theme5.xml><?xml version="1.0" encoding="utf-8"?>
<a:theme xmlns:a="http://schemas.openxmlformats.org/drawingml/2006/main" name="Uniformance Suite Template 16x9 2016">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cmpd="sng">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iformance Suite Template 16x9 2016" id="{00CC5119-FAE4-4223-A78E-21C035F2F570}" vid="{52C0AB9A-E6D4-4EFA-8103-788B77A677E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213af126-92eb-4bb5-8bfd-1661103a2928" xsi:nil="true"/>
    <_ip_UnifiedCompliancePolicyProperties xmlns="http://schemas.microsoft.com/sharepoint/v3" xsi:nil="true"/>
    <lcf76f155ced4ddcb4097134ff3c332f xmlns="b8c76253-90db-4ba9-a7f2-9ad644a92a7d">
      <Terms xmlns="http://schemas.microsoft.com/office/infopath/2007/PartnerControls"/>
    </lcf76f155ced4ddcb4097134ff3c332f>
    <SharedWithUsers xmlns="320503c4-c8b6-41b8-96d7-fd11e83f324e">
      <UserInfo>
        <DisplayName/>
        <AccountId xsi:nil="true"/>
        <AccountType/>
      </UserInfo>
    </SharedWithUsers>
    <MediaLengthInSeconds xmlns="b8c76253-90db-4ba9-a7f2-9ad644a92a7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BD3B0FE2260AD4E9D647CA19CD43082" ma:contentTypeVersion="19" ma:contentTypeDescription="Create a new document." ma:contentTypeScope="" ma:versionID="06bc411f51365bda14318519cc3f82d4">
  <xsd:schema xmlns:xsd="http://www.w3.org/2001/XMLSchema" xmlns:xs="http://www.w3.org/2001/XMLSchema" xmlns:p="http://schemas.microsoft.com/office/2006/metadata/properties" xmlns:ns1="http://schemas.microsoft.com/sharepoint/v3" xmlns:ns2="b8c76253-90db-4ba9-a7f2-9ad644a92a7d" xmlns:ns3="320503c4-c8b6-41b8-96d7-fd11e83f324e" xmlns:ns4="213af126-92eb-4bb5-8bfd-1661103a2928" targetNamespace="http://schemas.microsoft.com/office/2006/metadata/properties" ma:root="true" ma:fieldsID="80619e4ad4f73b621c8a5dd39dd9b384" ns1:_="" ns2:_="" ns3:_="" ns4:_="">
    <xsd:import namespace="http://schemas.microsoft.com/sharepoint/v3"/>
    <xsd:import namespace="b8c76253-90db-4ba9-a7f2-9ad644a92a7d"/>
    <xsd:import namespace="320503c4-c8b6-41b8-96d7-fd11e83f324e"/>
    <xsd:import namespace="213af126-92eb-4bb5-8bfd-1661103a292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c76253-90db-4ba9-a7f2-9ad644a92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bc46713-8fa2-488a-ac8b-ad618560c9d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0503c4-c8b6-41b8-96d7-fd11e83f324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3af126-92eb-4bb5-8bfd-1661103a292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06144f2f-3b8d-4359-aee3-11dd9fecbf3c}" ma:internalName="TaxCatchAll" ma:showField="CatchAllData" ma:web="320503c4-c8b6-41b8-96d7-fd11e83f32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sisl xmlns:xsd="http://www.w3.org/2001/XMLSchema" xmlns:xsi="http://www.w3.org/2001/XMLSchema-instance" xmlns="http://www.boldonjames.com/2008/01/sie/internal/label" sislVersion="0" policy="bf276872-af07-4968-a71d-1c83e80bd0bf" origin="userSelected">
  <element uid="id_protectivemarking_protect" value=""/>
</sisl>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1CA79F-0DCA-42D5-83EB-3BF17581FFDC}">
  <ds:schemaRefs>
    <ds:schemaRef ds:uri="http://purl.org/dc/elements/1.1/"/>
    <ds:schemaRef ds:uri="213af126-92eb-4bb5-8bfd-1661103a2928"/>
    <ds:schemaRef ds:uri="http://purl.org/dc/dcmitype/"/>
    <ds:schemaRef ds:uri="http://purl.org/dc/terms/"/>
    <ds:schemaRef ds:uri="b8c76253-90db-4ba9-a7f2-9ad644a92a7d"/>
    <ds:schemaRef ds:uri="http://schemas.openxmlformats.org/package/2006/metadata/core-properties"/>
    <ds:schemaRef ds:uri="http://www.w3.org/XML/1998/namespace"/>
    <ds:schemaRef ds:uri="http://schemas.microsoft.com/office/2006/documentManagement/types"/>
    <ds:schemaRef ds:uri="320503c4-c8b6-41b8-96d7-fd11e83f324e"/>
    <ds:schemaRef ds:uri="http://schemas.microsoft.com/office/infopath/2007/PartnerControls"/>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5C660787-F0D8-4A0D-AAA1-885FA1D649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8c76253-90db-4ba9-a7f2-9ad644a92a7d"/>
    <ds:schemaRef ds:uri="320503c4-c8b6-41b8-96d7-fd11e83f324e"/>
    <ds:schemaRef ds:uri="213af126-92eb-4bb5-8bfd-1661103a29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4FBFFB-6B19-4F41-A16D-823A0A73ED8D}">
  <ds:schemaRefs>
    <ds:schemaRef ds:uri="http://www.boldonjames.com/2008/01/sie/internal/label"/>
    <ds:schemaRef ds:uri="http://www.w3.org/2001/XMLSchema"/>
  </ds:schemaRefs>
</ds:datastoreItem>
</file>

<file path=customXml/itemProps4.xml><?xml version="1.0" encoding="utf-8"?>
<ds:datastoreItem xmlns:ds="http://schemas.openxmlformats.org/officeDocument/2006/customXml" ds:itemID="{226270A4-DBAA-4B2C-9A17-0E481C866110}">
  <ds:schemaRefs>
    <ds:schemaRef ds:uri="http://schemas.microsoft.com/sharepoint/v3/contenttype/forms"/>
  </ds:schemaRefs>
</ds:datastoreItem>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emplate>HON_Honeywell PPT Template 16X9_F pptx</Template>
  <TotalTime>1649</TotalTime>
  <Words>7302</Words>
  <Application>Microsoft Office PowerPoint</Application>
  <PresentationFormat>Widescreen</PresentationFormat>
  <Paragraphs>1085</Paragraphs>
  <Slides>106</Slides>
  <Notes>93</Notes>
  <HiddenSlides>0</HiddenSlides>
  <MMClips>0</MMClips>
  <ScaleCrop>false</ScaleCrop>
  <HeadingPairs>
    <vt:vector size="8" baseType="variant">
      <vt:variant>
        <vt:lpstr>Fonts Used</vt:lpstr>
      </vt:variant>
      <vt:variant>
        <vt:i4>10</vt:i4>
      </vt:variant>
      <vt:variant>
        <vt:lpstr>Theme</vt:lpstr>
      </vt:variant>
      <vt:variant>
        <vt:i4>5</vt:i4>
      </vt:variant>
      <vt:variant>
        <vt:lpstr>Embedded OLE Servers</vt:lpstr>
      </vt:variant>
      <vt:variant>
        <vt:i4>1</vt:i4>
      </vt:variant>
      <vt:variant>
        <vt:lpstr>Slide Titles</vt:lpstr>
      </vt:variant>
      <vt:variant>
        <vt:i4>106</vt:i4>
      </vt:variant>
    </vt:vector>
  </HeadingPairs>
  <TitlesOfParts>
    <vt:vector size="122" baseType="lpstr">
      <vt:lpstr>Arial</vt:lpstr>
      <vt:lpstr>Arial Black</vt:lpstr>
      <vt:lpstr>Calibri</vt:lpstr>
      <vt:lpstr>Courier New</vt:lpstr>
      <vt:lpstr>Helvetica 55 Roman</vt:lpstr>
      <vt:lpstr>Helvetica Neue</vt:lpstr>
      <vt:lpstr>HelveticaNeue BoldCond</vt:lpstr>
      <vt:lpstr>HelveticaNeue MediumCond</vt:lpstr>
      <vt:lpstr>Symbol</vt:lpstr>
      <vt:lpstr>Wingdings</vt:lpstr>
      <vt:lpstr>Honeywell Single Image Cover</vt:lpstr>
      <vt:lpstr>Honeywell PPT Template 16X9 Wide V3.5</vt:lpstr>
      <vt:lpstr>Honeywell Theme</vt:lpstr>
      <vt:lpstr>1_Honeywell Theme</vt:lpstr>
      <vt:lpstr>Uniformance Suite Template 16x9 2016</vt:lpstr>
      <vt:lpstr>think-cell Slide</vt:lpstr>
      <vt:lpstr>PowerPoint Presentation</vt:lpstr>
      <vt:lpstr>PowerPoint Presentation</vt:lpstr>
      <vt:lpstr>Agenda</vt:lpstr>
      <vt:lpstr>Agenda (Cont..)</vt:lpstr>
      <vt:lpstr>Agenda (Cont..)</vt:lpstr>
      <vt:lpstr>Module1</vt:lpstr>
      <vt:lpstr>PowerPoint Presentation</vt:lpstr>
      <vt:lpstr>PowerPoint Presentation</vt:lpstr>
      <vt:lpstr>PowerPoint Presentation</vt:lpstr>
      <vt:lpstr>PowerPoint Presentation</vt:lpstr>
      <vt:lpstr>PowerPoint Presentation</vt:lpstr>
      <vt:lpstr>Data Source Configuration Block Diagram</vt:lpstr>
      <vt:lpstr>Data Source Configuration Block Diagram</vt:lpstr>
      <vt:lpstr>Data Source Configuration Block Diagram</vt:lpstr>
      <vt:lpstr>Module1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Model Configuration Block Diagram</vt:lpstr>
      <vt:lpstr>Existing Model Configuration Block Diagram</vt:lpstr>
      <vt:lpstr>Existing Model Configuration Block Diagram</vt:lpstr>
      <vt:lpstr>Module1</vt:lpstr>
      <vt:lpstr>PowerPoint Presentation</vt:lpstr>
      <vt:lpstr>PowerPoint Presentation</vt:lpstr>
      <vt:lpstr>PowerPoint Presentation</vt:lpstr>
      <vt:lpstr>PowerPoint Presentation</vt:lpstr>
      <vt:lpstr>PowerPoint Presentation</vt:lpstr>
      <vt:lpstr>PowerPoint Presentation</vt:lpstr>
      <vt:lpstr>Module2</vt:lpstr>
      <vt:lpstr>PowerPoint Presentation</vt:lpstr>
      <vt:lpstr>PowerPoint Presentation</vt:lpstr>
      <vt:lpstr>PowerPoint Presentation</vt:lpstr>
      <vt:lpstr>PowerPoint Presentation</vt:lpstr>
      <vt:lpstr>PowerPoint Presentation</vt:lpstr>
      <vt:lpstr>NEW Model Configuration Block Diagram</vt:lpstr>
      <vt:lpstr>NEW Model Configuration Block Diagram</vt:lpstr>
      <vt:lpstr>NEW Model Configuration Block Diagram</vt:lpstr>
      <vt:lpstr>Module2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Module2</vt:lpstr>
      <vt:lpstr>PowerPoint Presentation</vt:lpstr>
      <vt:lpstr>PowerPoint Presentation</vt:lpstr>
      <vt:lpstr>PowerPoint Presentation</vt:lpstr>
      <vt:lpstr>PowerPoint Presentation</vt:lpstr>
      <vt:lpstr>PowerPoint Presentation</vt:lpstr>
      <vt:lpstr>Graphics modification Block Diagram</vt:lpstr>
      <vt:lpstr>Graphics changes in hmi Block Diagram</vt:lpstr>
      <vt:lpstr>Module2</vt:lpstr>
      <vt:lpstr>PowerPoint Presentation</vt:lpstr>
      <vt:lpstr>PowerPoint Presentation</vt:lpstr>
      <vt:lpstr>Module2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Module3</vt:lpstr>
      <vt:lpstr>PowerPoint Presentation</vt:lpstr>
      <vt:lpstr>PowerPoint Presentation</vt:lpstr>
      <vt:lpstr>PowerPoint Presentation</vt:lpstr>
      <vt:lpstr>Module3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Applying changes to DB</vt:lpstr>
      <vt:lpstr>Module3</vt:lpstr>
      <vt:lpstr>Security Role Configuration</vt:lpstr>
      <vt:lpstr>Security Role Configuration</vt:lpstr>
      <vt:lpstr>Security Role Assignment</vt:lpstr>
      <vt:lpstr>Security Role Assignment (Contd.)</vt:lpstr>
      <vt:lpstr>Security Role Assignment (Contd.)</vt:lpstr>
      <vt:lpstr>PowerPoint Presentation</vt:lpstr>
      <vt:lpstr>PowerPoint Presentation</vt:lpstr>
    </vt:vector>
  </TitlesOfParts>
  <Manager>Suresh Kesavank</Manager>
  <Company>Honeywell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 Training</dc:title>
  <dc:creator>Honeywell;Suresh.Kesavan@Honeywell.com</dc:creator>
  <cp:lastModifiedBy>Lohakare, Amit</cp:lastModifiedBy>
  <cp:revision>18</cp:revision>
  <dcterms:created xsi:type="dcterms:W3CDTF">2017-07-05T08:47:16Z</dcterms:created>
  <dcterms:modified xsi:type="dcterms:W3CDTF">2024-06-28T11:41:06Z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936474c3-38c3-49b2-ab93-9588b6930ffa</vt:lpwstr>
  </property>
  <property fmtid="{D5CDD505-2E9C-101B-9397-08002B2CF9AE}" pid="3" name="bjSaver">
    <vt:lpwstr>V0b7q78v43NednO1fphKtnnd/im1h9K4</vt:lpwstr>
  </property>
  <property fmtid="{D5CDD505-2E9C-101B-9397-08002B2CF9AE}" pid="4" name="bjDocumentLabelXML">
    <vt:lpwstr>&lt;?xml version="1.0" encoding="us-ascii"?&gt;&lt;sisl xmlns:xsd="http://www.w3.org/2001/XMLSchema" xmlns:xsi="http://www.w3.org/2001/XMLSchema-instance" sislVersion="0" policy="bf276872-af07-4968-a71d-1c83e80bd0bf" origin="userSelected" xmlns="http://www.boldonj</vt:lpwstr>
  </property>
  <property fmtid="{D5CDD505-2E9C-101B-9397-08002B2CF9AE}" pid="5" name="bjDocumentLabelXML-0">
    <vt:lpwstr>ames.com/2008/01/sie/internal/label"&gt;&lt;element uid="id_protectivemarking_protect" value="" /&gt;&lt;/sisl&gt;</vt:lpwstr>
  </property>
  <property fmtid="{D5CDD505-2E9C-101B-9397-08002B2CF9AE}" pid="6" name="bjDocumentSecurityLabel">
    <vt:lpwstr>Honeywell Internal</vt:lpwstr>
  </property>
  <property fmtid="{D5CDD505-2E9C-101B-9397-08002B2CF9AE}" pid="7" name="BJClassification">
    <vt:lpwstr>Honeywell Internal</vt:lpwstr>
  </property>
  <property fmtid="{D5CDD505-2E9C-101B-9397-08002B2CF9AE}" pid="8" name="bjSlideMasterFooterText">
    <vt:lpwstr>Honeywell Internal</vt:lpwstr>
  </property>
  <property fmtid="{D5CDD505-2E9C-101B-9397-08002B2CF9AE}" pid="9" name="ContentTypeId">
    <vt:lpwstr>0x0101005BD3B0FE2260AD4E9D647CA19CD43082</vt:lpwstr>
  </property>
  <property fmtid="{D5CDD505-2E9C-101B-9397-08002B2CF9AE}" pid="10" name="MSIP_Label_d546e5e1-5d42-4630-bacd-c69bfdcbd5e8_Enabled">
    <vt:lpwstr>true</vt:lpwstr>
  </property>
  <property fmtid="{D5CDD505-2E9C-101B-9397-08002B2CF9AE}" pid="11" name="MSIP_Label_d546e5e1-5d42-4630-bacd-c69bfdcbd5e8_SetDate">
    <vt:lpwstr>2021-04-18T09:56:59Z</vt:lpwstr>
  </property>
  <property fmtid="{D5CDD505-2E9C-101B-9397-08002B2CF9AE}" pid="12" name="MSIP_Label_d546e5e1-5d42-4630-bacd-c69bfdcbd5e8_Method">
    <vt:lpwstr>Standard</vt:lpwstr>
  </property>
  <property fmtid="{D5CDD505-2E9C-101B-9397-08002B2CF9AE}" pid="13" name="MSIP_Label_d546e5e1-5d42-4630-bacd-c69bfdcbd5e8_Name">
    <vt:lpwstr>d546e5e1-5d42-4630-bacd-c69bfdcbd5e8</vt:lpwstr>
  </property>
  <property fmtid="{D5CDD505-2E9C-101B-9397-08002B2CF9AE}" pid="14" name="MSIP_Label_d546e5e1-5d42-4630-bacd-c69bfdcbd5e8_SiteId">
    <vt:lpwstr>96ece526-9c7d-48b0-8daf-8b93c90a5d18</vt:lpwstr>
  </property>
  <property fmtid="{D5CDD505-2E9C-101B-9397-08002B2CF9AE}" pid="15" name="MSIP_Label_d546e5e1-5d42-4630-bacd-c69bfdcbd5e8_ActionId">
    <vt:lpwstr>d53c6399-737b-413e-a527-76314349be7d</vt:lpwstr>
  </property>
  <property fmtid="{D5CDD505-2E9C-101B-9397-08002B2CF9AE}" pid="16" name="MSIP_Label_d546e5e1-5d42-4630-bacd-c69bfdcbd5e8_ContentBits">
    <vt:lpwstr>0</vt:lpwstr>
  </property>
  <property fmtid="{D5CDD505-2E9C-101B-9397-08002B2CF9AE}" pid="17" name="SmartTag">
    <vt:lpwstr>4</vt:lpwstr>
  </property>
  <property fmtid="{D5CDD505-2E9C-101B-9397-08002B2CF9AE}" pid="18" name="MediaServiceImageTags">
    <vt:lpwstr/>
  </property>
  <property fmtid="{D5CDD505-2E9C-101B-9397-08002B2CF9AE}" pid="19" name="Order">
    <vt:r8>549900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